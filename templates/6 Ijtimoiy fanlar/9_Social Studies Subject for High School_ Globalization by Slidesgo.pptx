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Lst>
  <p:sldSz cx="9144000" cy="5143500" type="screen16x9"/>
  <p:notesSz cx="6858000" cy="9144000"/>
  <p:embeddedFontLst>
    <p:embeddedFont>
      <p:font typeface="Anaheim" panose="020B0604020202020204" charset="0"/>
      <p:regular r:id="rId33"/>
      <p:bold r:id="rId34"/>
    </p:embeddedFont>
    <p:embeddedFont>
      <p:font typeface="Dosis" panose="020B0604020202020204" charset="0"/>
      <p:regular r:id="rId35"/>
      <p:bold r:id="rId36"/>
    </p:embeddedFont>
    <p:embeddedFont>
      <p:font typeface="Chau Philomene One" panose="020B0604020202020204" charset="0"/>
      <p:regular r:id="rId37"/>
      <p: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B1FA02C-B630-46F3-810D-4C66A9C3E753}">
  <a:tblStyle styleId="{AB1FA02C-B630-46F3-810D-4C66A9C3E75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ad36770f4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ad36770f4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1003d90df77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1003d90df77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14231f69b3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9" name="Google Shape;729;g14231f69b3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1003d90df7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5" name="Google Shape;805;g1003d90df7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0"/>
        <p:cNvGrpSpPr/>
        <p:nvPr/>
      </p:nvGrpSpPr>
      <p:grpSpPr>
        <a:xfrm>
          <a:off x="0" y="0"/>
          <a:ext cx="0" cy="0"/>
          <a:chOff x="0" y="0"/>
          <a:chExt cx="0" cy="0"/>
        </a:xfrm>
      </p:grpSpPr>
      <p:sp>
        <p:nvSpPr>
          <p:cNvPr id="2751" name="Google Shape;2751;g1185c551acd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2" name="Google Shape;2752;g1185c551acd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4"/>
        <p:cNvGrpSpPr/>
        <p:nvPr/>
      </p:nvGrpSpPr>
      <p:grpSpPr>
        <a:xfrm>
          <a:off x="0" y="0"/>
          <a:ext cx="0" cy="0"/>
          <a:chOff x="0" y="0"/>
          <a:chExt cx="0" cy="0"/>
        </a:xfrm>
      </p:grpSpPr>
      <p:sp>
        <p:nvSpPr>
          <p:cNvPr id="2795" name="Google Shape;2795;g14231f69b35_1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6" name="Google Shape;2796;g14231f69b35_1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6"/>
        <p:cNvGrpSpPr/>
        <p:nvPr/>
      </p:nvGrpSpPr>
      <p:grpSpPr>
        <a:xfrm>
          <a:off x="0" y="0"/>
          <a:ext cx="0" cy="0"/>
          <a:chOff x="0" y="0"/>
          <a:chExt cx="0" cy="0"/>
        </a:xfrm>
      </p:grpSpPr>
      <p:sp>
        <p:nvSpPr>
          <p:cNvPr id="2807" name="Google Shape;2807;g1303be3818b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8" name="Google Shape;2808;g1303be3818b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7"/>
        <p:cNvGrpSpPr/>
        <p:nvPr/>
      </p:nvGrpSpPr>
      <p:grpSpPr>
        <a:xfrm>
          <a:off x="0" y="0"/>
          <a:ext cx="0" cy="0"/>
          <a:chOff x="0" y="0"/>
          <a:chExt cx="0" cy="0"/>
        </a:xfrm>
      </p:grpSpPr>
      <p:sp>
        <p:nvSpPr>
          <p:cNvPr id="2878" name="Google Shape;2878;g1185c551acd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9" name="Google Shape;2879;g1185c551acd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4"/>
        <p:cNvGrpSpPr/>
        <p:nvPr/>
      </p:nvGrpSpPr>
      <p:grpSpPr>
        <a:xfrm>
          <a:off x="0" y="0"/>
          <a:ext cx="0" cy="0"/>
          <a:chOff x="0" y="0"/>
          <a:chExt cx="0" cy="0"/>
        </a:xfrm>
      </p:grpSpPr>
      <p:sp>
        <p:nvSpPr>
          <p:cNvPr id="2985" name="Google Shape;2985;g1303be3818b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6" name="Google Shape;2986;g1303be3818b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6"/>
        <p:cNvGrpSpPr/>
        <p:nvPr/>
      </p:nvGrpSpPr>
      <p:grpSpPr>
        <a:xfrm>
          <a:off x="0" y="0"/>
          <a:ext cx="0" cy="0"/>
          <a:chOff x="0" y="0"/>
          <a:chExt cx="0" cy="0"/>
        </a:xfrm>
      </p:grpSpPr>
      <p:sp>
        <p:nvSpPr>
          <p:cNvPr id="3077" name="Google Shape;3077;g1185c551acd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8" name="Google Shape;3078;g1185c551acd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7"/>
        <p:cNvGrpSpPr/>
        <p:nvPr/>
      </p:nvGrpSpPr>
      <p:grpSpPr>
        <a:xfrm>
          <a:off x="0" y="0"/>
          <a:ext cx="0" cy="0"/>
          <a:chOff x="0" y="0"/>
          <a:chExt cx="0" cy="0"/>
        </a:xfrm>
      </p:grpSpPr>
      <p:sp>
        <p:nvSpPr>
          <p:cNvPr id="3158" name="Google Shape;3158;g14231f69b35_1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9" name="Google Shape;3159;g14231f69b35_1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3"/>
        <p:cNvGrpSpPr/>
        <p:nvPr/>
      </p:nvGrpSpPr>
      <p:grpSpPr>
        <a:xfrm>
          <a:off x="0" y="0"/>
          <a:ext cx="0" cy="0"/>
          <a:chOff x="0" y="0"/>
          <a:chExt cx="0" cy="0"/>
        </a:xfrm>
      </p:grpSpPr>
      <p:sp>
        <p:nvSpPr>
          <p:cNvPr id="3164" name="Google Shape;3164;g14231f69b35_1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5" name="Google Shape;3165;g14231f69b35_1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4"/>
        <p:cNvGrpSpPr/>
        <p:nvPr/>
      </p:nvGrpSpPr>
      <p:grpSpPr>
        <a:xfrm>
          <a:off x="0" y="0"/>
          <a:ext cx="0" cy="0"/>
          <a:chOff x="0" y="0"/>
          <a:chExt cx="0" cy="0"/>
        </a:xfrm>
      </p:grpSpPr>
      <p:sp>
        <p:nvSpPr>
          <p:cNvPr id="3305" name="Google Shape;3305;g1303be3818b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6" name="Google Shape;3306;g1303be3818b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4"/>
        <p:cNvGrpSpPr/>
        <p:nvPr/>
      </p:nvGrpSpPr>
      <p:grpSpPr>
        <a:xfrm>
          <a:off x="0" y="0"/>
          <a:ext cx="0" cy="0"/>
          <a:chOff x="0" y="0"/>
          <a:chExt cx="0" cy="0"/>
        </a:xfrm>
      </p:grpSpPr>
      <p:sp>
        <p:nvSpPr>
          <p:cNvPr id="4605" name="Google Shape;4605;g1303be3818b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6" name="Google Shape;4606;g1303be3818b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0"/>
        <p:cNvGrpSpPr/>
        <p:nvPr/>
      </p:nvGrpSpPr>
      <p:grpSpPr>
        <a:xfrm>
          <a:off x="0" y="0"/>
          <a:ext cx="0" cy="0"/>
          <a:chOff x="0" y="0"/>
          <a:chExt cx="0" cy="0"/>
        </a:xfrm>
      </p:grpSpPr>
      <p:sp>
        <p:nvSpPr>
          <p:cNvPr id="4761" name="Google Shape;4761;g1303be3818b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2" name="Google Shape;4762;g1303be3818b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1"/>
        <p:cNvGrpSpPr/>
        <p:nvPr/>
      </p:nvGrpSpPr>
      <p:grpSpPr>
        <a:xfrm>
          <a:off x="0" y="0"/>
          <a:ext cx="0" cy="0"/>
          <a:chOff x="0" y="0"/>
          <a:chExt cx="0" cy="0"/>
        </a:xfrm>
      </p:grpSpPr>
      <p:sp>
        <p:nvSpPr>
          <p:cNvPr id="4802" name="Google Shape;4802;g1303be3818b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3" name="Google Shape;4803;g1303be3818b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7"/>
        <p:cNvGrpSpPr/>
        <p:nvPr/>
      </p:nvGrpSpPr>
      <p:grpSpPr>
        <a:xfrm>
          <a:off x="0" y="0"/>
          <a:ext cx="0" cy="0"/>
          <a:chOff x="0" y="0"/>
          <a:chExt cx="0" cy="0"/>
        </a:xfrm>
      </p:grpSpPr>
      <p:sp>
        <p:nvSpPr>
          <p:cNvPr id="4818" name="Google Shape;4818;g14231f69b35_1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9" name="Google Shape;4819;g14231f69b35_1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3"/>
        <p:cNvGrpSpPr/>
        <p:nvPr/>
      </p:nvGrpSpPr>
      <p:grpSpPr>
        <a:xfrm>
          <a:off x="0" y="0"/>
          <a:ext cx="0" cy="0"/>
          <a:chOff x="0" y="0"/>
          <a:chExt cx="0" cy="0"/>
        </a:xfrm>
      </p:grpSpPr>
      <p:sp>
        <p:nvSpPr>
          <p:cNvPr id="4834" name="Google Shape;4834;g14231f69b35_1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5" name="Google Shape;4835;g14231f69b35_1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5"/>
        <p:cNvGrpSpPr/>
        <p:nvPr/>
      </p:nvGrpSpPr>
      <p:grpSpPr>
        <a:xfrm>
          <a:off x="0" y="0"/>
          <a:ext cx="0" cy="0"/>
          <a:chOff x="0" y="0"/>
          <a:chExt cx="0" cy="0"/>
        </a:xfrm>
      </p:grpSpPr>
      <p:sp>
        <p:nvSpPr>
          <p:cNvPr id="4846" name="Google Shape;4846;g14231f69b35_1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7" name="Google Shape;4847;g14231f69b35_1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7"/>
        <p:cNvGrpSpPr/>
        <p:nvPr/>
      </p:nvGrpSpPr>
      <p:grpSpPr>
        <a:xfrm>
          <a:off x="0" y="0"/>
          <a:ext cx="0" cy="0"/>
          <a:chOff x="0" y="0"/>
          <a:chExt cx="0" cy="0"/>
        </a:xfrm>
      </p:grpSpPr>
      <p:sp>
        <p:nvSpPr>
          <p:cNvPr id="4858" name="Google Shape;4858;g14231f69b35_1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9" name="Google Shape;4859;g14231f69b35_1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6"/>
        <p:cNvGrpSpPr/>
        <p:nvPr/>
      </p:nvGrpSpPr>
      <p:grpSpPr>
        <a:xfrm>
          <a:off x="0" y="0"/>
          <a:ext cx="0" cy="0"/>
          <a:chOff x="0" y="0"/>
          <a:chExt cx="0" cy="0"/>
        </a:xfrm>
      </p:grpSpPr>
      <p:sp>
        <p:nvSpPr>
          <p:cNvPr id="4907" name="Google Shape;4907;g1303be3818b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8" name="Google Shape;4908;g1303be3818b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7"/>
        <p:cNvGrpSpPr/>
        <p:nvPr/>
      </p:nvGrpSpPr>
      <p:grpSpPr>
        <a:xfrm>
          <a:off x="0" y="0"/>
          <a:ext cx="0" cy="0"/>
          <a:chOff x="0" y="0"/>
          <a:chExt cx="0" cy="0"/>
        </a:xfrm>
      </p:grpSpPr>
      <p:sp>
        <p:nvSpPr>
          <p:cNvPr id="5048" name="Google Shape;5048;g1303be3818b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9" name="Google Shape;5049;g1303be3818b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3"/>
        <p:cNvGrpSpPr/>
        <p:nvPr/>
      </p:nvGrpSpPr>
      <p:grpSpPr>
        <a:xfrm>
          <a:off x="0" y="0"/>
          <a:ext cx="0" cy="0"/>
          <a:chOff x="0" y="0"/>
          <a:chExt cx="0" cy="0"/>
        </a:xfrm>
      </p:grpSpPr>
      <p:sp>
        <p:nvSpPr>
          <p:cNvPr id="5144" name="Google Shape;5144;g14231f69b35_1_2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5" name="Google Shape;5145;g14231f69b35_1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7"/>
        <p:cNvGrpSpPr/>
        <p:nvPr/>
      </p:nvGrpSpPr>
      <p:grpSpPr>
        <a:xfrm>
          <a:off x="0" y="0"/>
          <a:ext cx="0" cy="0"/>
          <a:chOff x="0" y="0"/>
          <a:chExt cx="0" cy="0"/>
        </a:xfrm>
      </p:grpSpPr>
      <p:sp>
        <p:nvSpPr>
          <p:cNvPr id="5218" name="Google Shape;5218;g1303be3818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9" name="Google Shape;5219;g1303be3818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1"/>
        <p:cNvGrpSpPr/>
        <p:nvPr/>
      </p:nvGrpSpPr>
      <p:grpSpPr>
        <a:xfrm>
          <a:off x="0" y="0"/>
          <a:ext cx="0" cy="0"/>
          <a:chOff x="0" y="0"/>
          <a:chExt cx="0" cy="0"/>
        </a:xfrm>
      </p:grpSpPr>
      <p:sp>
        <p:nvSpPr>
          <p:cNvPr id="5242" name="Google Shape;5242;g14231f69b35_1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3" name="Google Shape;5243;g14231f69b35_1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0"/>
        <p:cNvGrpSpPr/>
        <p:nvPr/>
      </p:nvGrpSpPr>
      <p:grpSpPr>
        <a:xfrm>
          <a:off x="0" y="0"/>
          <a:ext cx="0" cy="0"/>
          <a:chOff x="0" y="0"/>
          <a:chExt cx="0" cy="0"/>
        </a:xfrm>
      </p:grpSpPr>
      <p:sp>
        <p:nvSpPr>
          <p:cNvPr id="5261" name="Google Shape;5261;g14231f69b35_1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2" name="Google Shape;5262;g14231f69b35_1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7"/>
        <p:cNvGrpSpPr/>
        <p:nvPr/>
      </p:nvGrpSpPr>
      <p:grpSpPr>
        <a:xfrm>
          <a:off x="0" y="0"/>
          <a:ext cx="0" cy="0"/>
          <a:chOff x="0" y="0"/>
          <a:chExt cx="0" cy="0"/>
        </a:xfrm>
      </p:grpSpPr>
      <p:sp>
        <p:nvSpPr>
          <p:cNvPr id="5278" name="Google Shape;5278;g1303be3818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9" name="Google Shape;5279;g1303be3818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5"/>
        <p:cNvGrpSpPr/>
        <p:nvPr/>
      </p:nvGrpSpPr>
      <p:grpSpPr>
        <a:xfrm>
          <a:off x="0" y="0"/>
          <a:ext cx="0" cy="0"/>
          <a:chOff x="0" y="0"/>
          <a:chExt cx="0" cy="0"/>
        </a:xfrm>
      </p:grpSpPr>
      <p:sp>
        <p:nvSpPr>
          <p:cNvPr id="5346" name="Google Shape;5346;g14231f69b35_1_2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7" name="Google Shape;5347;g14231f69b35_1_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1"/>
        <p:cNvGrpSpPr/>
        <p:nvPr/>
      </p:nvGrpSpPr>
      <p:grpSpPr>
        <a:xfrm>
          <a:off x="0" y="0"/>
          <a:ext cx="0" cy="0"/>
          <a:chOff x="0" y="0"/>
          <a:chExt cx="0" cy="0"/>
        </a:xfrm>
      </p:grpSpPr>
      <p:sp>
        <p:nvSpPr>
          <p:cNvPr id="5352" name="Google Shape;5352;gb1fa4ddd8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3" name="Google Shape;5353;gb1fa4ddd8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rot="-624">
            <a:off x="5116950" y="3402368"/>
            <a:ext cx="3307200" cy="443700"/>
          </a:xfrm>
          <a:prstGeom prst="rect">
            <a:avLst/>
          </a:prstGeom>
          <a:solidFill>
            <a:schemeClr val="dk2"/>
          </a:solid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0" name="Google Shape;10;p2"/>
          <p:cNvSpPr txBox="1">
            <a:spLocks noGrp="1"/>
          </p:cNvSpPr>
          <p:nvPr>
            <p:ph type="ctrTitle"/>
          </p:nvPr>
        </p:nvSpPr>
        <p:spPr>
          <a:xfrm>
            <a:off x="4395075" y="1297025"/>
            <a:ext cx="4029000" cy="21051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191919"/>
              </a:buClr>
              <a:buSzPts val="5200"/>
              <a:buNone/>
              <a:defRPr sz="6000"/>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grpSp>
        <p:nvGrpSpPr>
          <p:cNvPr id="11" name="Google Shape;11;p2"/>
          <p:cNvGrpSpPr/>
          <p:nvPr/>
        </p:nvGrpSpPr>
        <p:grpSpPr>
          <a:xfrm>
            <a:off x="-79675" y="-36000"/>
            <a:ext cx="9326225" cy="5260269"/>
            <a:chOff x="-79675" y="-36000"/>
            <a:chExt cx="9326225" cy="5260269"/>
          </a:xfrm>
        </p:grpSpPr>
        <p:sp>
          <p:nvSpPr>
            <p:cNvPr id="12" name="Google Shape;12;p2"/>
            <p:cNvSpPr/>
            <p:nvPr/>
          </p:nvSpPr>
          <p:spPr>
            <a:xfrm rot="5400000">
              <a:off x="575891" y="33953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7957760" y="-56459"/>
              <a:ext cx="487017" cy="945692"/>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5294443" y="4343181"/>
              <a:ext cx="252906" cy="49108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5966175" y="4218744"/>
              <a:ext cx="3280375" cy="1005525"/>
            </a:xfrm>
            <a:custGeom>
              <a:avLst/>
              <a:gdLst/>
              <a:ahLst/>
              <a:cxnLst/>
              <a:rect l="l" t="t" r="r" b="b"/>
              <a:pathLst>
                <a:path w="131215" h="40221" extrusionOk="0">
                  <a:moveTo>
                    <a:pt x="131215" y="2853"/>
                  </a:moveTo>
                  <a:cubicBezTo>
                    <a:pt x="114380" y="-1640"/>
                    <a:pt x="95470" y="-665"/>
                    <a:pt x="78984" y="4976"/>
                  </a:cubicBezTo>
                  <a:cubicBezTo>
                    <a:pt x="71424" y="7563"/>
                    <a:pt x="66674" y="16498"/>
                    <a:pt x="58813" y="17928"/>
                  </a:cubicBezTo>
                  <a:cubicBezTo>
                    <a:pt x="50875" y="19372"/>
                    <a:pt x="42521" y="16557"/>
                    <a:pt x="34609" y="18140"/>
                  </a:cubicBezTo>
                  <a:cubicBezTo>
                    <a:pt x="21190" y="20824"/>
                    <a:pt x="2681" y="26802"/>
                    <a:pt x="0" y="40221"/>
                  </a:cubicBezTo>
                </a:path>
              </a:pathLst>
            </a:custGeom>
            <a:noFill/>
            <a:ln w="19050" cap="flat" cmpd="sng">
              <a:solidFill>
                <a:schemeClr val="dk2"/>
              </a:solidFill>
              <a:prstDash val="dash"/>
              <a:round/>
              <a:headEnd type="none" w="med" len="med"/>
              <a:tailEnd type="none" w="med" len="med"/>
            </a:ln>
          </p:spPr>
        </p:sp>
        <p:sp>
          <p:nvSpPr>
            <p:cNvPr id="16" name="Google Shape;16;p2"/>
            <p:cNvSpPr/>
            <p:nvPr/>
          </p:nvSpPr>
          <p:spPr>
            <a:xfrm>
              <a:off x="-79675" y="-36000"/>
              <a:ext cx="1252700" cy="1016175"/>
            </a:xfrm>
            <a:custGeom>
              <a:avLst/>
              <a:gdLst/>
              <a:ahLst/>
              <a:cxnLst/>
              <a:rect l="l" t="t" r="r" b="b"/>
              <a:pathLst>
                <a:path w="50108" h="40647" extrusionOk="0">
                  <a:moveTo>
                    <a:pt x="50108" y="0"/>
                  </a:moveTo>
                  <a:cubicBezTo>
                    <a:pt x="49551" y="6665"/>
                    <a:pt x="43751" y="13504"/>
                    <a:pt x="37368" y="15500"/>
                  </a:cubicBezTo>
                  <a:cubicBezTo>
                    <a:pt x="31235" y="17417"/>
                    <a:pt x="23249" y="15023"/>
                    <a:pt x="18472" y="19321"/>
                  </a:cubicBezTo>
                  <a:cubicBezTo>
                    <a:pt x="14278" y="23094"/>
                    <a:pt x="15261" y="30199"/>
                    <a:pt x="12739" y="35246"/>
                  </a:cubicBezTo>
                  <a:cubicBezTo>
                    <a:pt x="10757" y="39212"/>
                    <a:pt x="2456" y="42757"/>
                    <a:pt x="0" y="39067"/>
                  </a:cubicBezTo>
                </a:path>
              </a:pathLst>
            </a:custGeom>
            <a:noFill/>
            <a:ln w="19050" cap="flat" cmpd="sng">
              <a:solidFill>
                <a:schemeClr val="dk2"/>
              </a:solidFill>
              <a:prstDash val="dash"/>
              <a:round/>
              <a:headEnd type="none" w="med" len="med"/>
              <a:tailEnd type="none" w="med" len="med"/>
            </a:ln>
          </p:spPr>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hasCustomPrompt="1"/>
          </p:nvPr>
        </p:nvSpPr>
        <p:spPr>
          <a:xfrm>
            <a:off x="4762200" y="1060213"/>
            <a:ext cx="1599000" cy="13608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6000"/>
              <a:buNone/>
              <a:defRPr sz="7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9" name="Google Shape;19;p3"/>
          <p:cNvSpPr txBox="1">
            <a:spLocks noGrp="1"/>
          </p:cNvSpPr>
          <p:nvPr>
            <p:ph type="subTitle" idx="1"/>
          </p:nvPr>
        </p:nvSpPr>
        <p:spPr>
          <a:xfrm rot="279">
            <a:off x="3711109" y="3625034"/>
            <a:ext cx="3701100" cy="458100"/>
          </a:xfrm>
          <a:prstGeom prst="rect">
            <a:avLst/>
          </a:prstGeom>
          <a:solidFill>
            <a:schemeClr val="dk2"/>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 name="Google Shape;20;p3"/>
          <p:cNvSpPr txBox="1">
            <a:spLocks noGrp="1"/>
          </p:cNvSpPr>
          <p:nvPr>
            <p:ph type="title" idx="2"/>
          </p:nvPr>
        </p:nvSpPr>
        <p:spPr>
          <a:xfrm>
            <a:off x="3710600" y="2541190"/>
            <a:ext cx="3701700" cy="10359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6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grpSp>
        <p:nvGrpSpPr>
          <p:cNvPr id="21" name="Google Shape;21;p3"/>
          <p:cNvGrpSpPr/>
          <p:nvPr/>
        </p:nvGrpSpPr>
        <p:grpSpPr>
          <a:xfrm>
            <a:off x="-223000" y="-57225"/>
            <a:ext cx="9560050" cy="5252774"/>
            <a:chOff x="-223000" y="-57225"/>
            <a:chExt cx="9560050" cy="5252774"/>
          </a:xfrm>
        </p:grpSpPr>
        <p:sp>
          <p:nvSpPr>
            <p:cNvPr id="22" name="Google Shape;22;p3"/>
            <p:cNvSpPr/>
            <p:nvPr/>
          </p:nvSpPr>
          <p:spPr>
            <a:xfrm rot="5400000">
              <a:off x="8144192" y="35529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609716" y="190494"/>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223000" y="-57225"/>
              <a:ext cx="2120275" cy="2678825"/>
            </a:xfrm>
            <a:custGeom>
              <a:avLst/>
              <a:gdLst/>
              <a:ahLst/>
              <a:cxnLst/>
              <a:rect l="l" t="t" r="r" b="b"/>
              <a:pathLst>
                <a:path w="84811" h="107153" extrusionOk="0">
                  <a:moveTo>
                    <a:pt x="63909" y="0"/>
                  </a:moveTo>
                  <a:cubicBezTo>
                    <a:pt x="72670" y="1948"/>
                    <a:pt x="81437" y="9258"/>
                    <a:pt x="84079" y="17835"/>
                  </a:cubicBezTo>
                  <a:cubicBezTo>
                    <a:pt x="86201" y="24725"/>
                    <a:pt x="83353" y="33120"/>
                    <a:pt x="78984" y="38855"/>
                  </a:cubicBezTo>
                  <a:cubicBezTo>
                    <a:pt x="69332" y="51524"/>
                    <a:pt x="42954" y="44861"/>
                    <a:pt x="35670" y="59025"/>
                  </a:cubicBezTo>
                  <a:cubicBezTo>
                    <a:pt x="29296" y="71419"/>
                    <a:pt x="48564" y="89883"/>
                    <a:pt x="39704" y="100641"/>
                  </a:cubicBezTo>
                  <a:cubicBezTo>
                    <a:pt x="32545" y="109334"/>
                    <a:pt x="14835" y="108827"/>
                    <a:pt x="5945" y="101914"/>
                  </a:cubicBezTo>
                  <a:cubicBezTo>
                    <a:pt x="4054" y="100444"/>
                    <a:pt x="580" y="100204"/>
                    <a:pt x="0" y="97880"/>
                  </a:cubicBezTo>
                </a:path>
              </a:pathLst>
            </a:custGeom>
            <a:noFill/>
            <a:ln w="19050" cap="flat" cmpd="sng">
              <a:solidFill>
                <a:schemeClr val="dk2"/>
              </a:solidFill>
              <a:prstDash val="dash"/>
              <a:round/>
              <a:headEnd type="none" w="med" len="med"/>
              <a:tailEnd type="none" w="med" len="med"/>
            </a:ln>
          </p:spPr>
        </p:sp>
        <p:sp>
          <p:nvSpPr>
            <p:cNvPr id="25" name="Google Shape;25;p3"/>
            <p:cNvSpPr/>
            <p:nvPr/>
          </p:nvSpPr>
          <p:spPr>
            <a:xfrm>
              <a:off x="897000" y="4612249"/>
              <a:ext cx="4936750" cy="583300"/>
            </a:xfrm>
            <a:custGeom>
              <a:avLst/>
              <a:gdLst/>
              <a:ahLst/>
              <a:cxnLst/>
              <a:rect l="l" t="t" r="r" b="b"/>
              <a:pathLst>
                <a:path w="197470" h="23332" extrusionOk="0">
                  <a:moveTo>
                    <a:pt x="0" y="23332"/>
                  </a:moveTo>
                  <a:cubicBezTo>
                    <a:pt x="3067" y="13514"/>
                    <a:pt x="15198" y="5580"/>
                    <a:pt x="25478" y="5922"/>
                  </a:cubicBezTo>
                  <a:cubicBezTo>
                    <a:pt x="34843" y="6234"/>
                    <a:pt x="42773" y="13163"/>
                    <a:pt x="51594" y="16325"/>
                  </a:cubicBezTo>
                  <a:cubicBezTo>
                    <a:pt x="66279" y="21589"/>
                    <a:pt x="82705" y="24199"/>
                    <a:pt x="98093" y="21634"/>
                  </a:cubicBezTo>
                  <a:cubicBezTo>
                    <a:pt x="119927" y="17994"/>
                    <a:pt x="138885" y="2065"/>
                    <a:pt x="160940" y="189"/>
                  </a:cubicBezTo>
                  <a:cubicBezTo>
                    <a:pt x="171972" y="-750"/>
                    <a:pt x="184000" y="1904"/>
                    <a:pt x="193213" y="8045"/>
                  </a:cubicBezTo>
                  <a:cubicBezTo>
                    <a:pt x="197570" y="10949"/>
                    <a:pt x="198096" y="18254"/>
                    <a:pt x="196822" y="23332"/>
                  </a:cubicBezTo>
                </a:path>
              </a:pathLst>
            </a:custGeom>
            <a:noFill/>
            <a:ln w="19050" cap="flat" cmpd="sng">
              <a:solidFill>
                <a:schemeClr val="dk2"/>
              </a:solidFill>
              <a:prstDash val="dash"/>
              <a:round/>
              <a:headEnd type="none" w="med" len="med"/>
              <a:tailEnd type="none" w="med" len="med"/>
            </a:ln>
          </p:spPr>
        </p:sp>
        <p:sp>
          <p:nvSpPr>
            <p:cNvPr id="26" name="Google Shape;26;p3"/>
            <p:cNvSpPr/>
            <p:nvPr/>
          </p:nvSpPr>
          <p:spPr>
            <a:xfrm>
              <a:off x="6870089" y="-43500"/>
              <a:ext cx="2413600" cy="3243225"/>
            </a:xfrm>
            <a:custGeom>
              <a:avLst/>
              <a:gdLst/>
              <a:ahLst/>
              <a:cxnLst/>
              <a:rect l="l" t="t" r="r" b="b"/>
              <a:pathLst>
                <a:path w="96544" h="129729" extrusionOk="0">
                  <a:moveTo>
                    <a:pt x="1849" y="0"/>
                  </a:moveTo>
                  <a:cubicBezTo>
                    <a:pt x="336" y="7059"/>
                    <a:pt x="-1207" y="15021"/>
                    <a:pt x="1637" y="21657"/>
                  </a:cubicBezTo>
                  <a:cubicBezTo>
                    <a:pt x="5112" y="29766"/>
                    <a:pt x="13360" y="35610"/>
                    <a:pt x="21383" y="39280"/>
                  </a:cubicBezTo>
                  <a:cubicBezTo>
                    <a:pt x="31825" y="44057"/>
                    <a:pt x="43057" y="46873"/>
                    <a:pt x="53868" y="50745"/>
                  </a:cubicBezTo>
                  <a:cubicBezTo>
                    <a:pt x="60159" y="52998"/>
                    <a:pt x="67687" y="54806"/>
                    <a:pt x="71491" y="60300"/>
                  </a:cubicBezTo>
                  <a:cubicBezTo>
                    <a:pt x="73596" y="63339"/>
                    <a:pt x="72552" y="67643"/>
                    <a:pt x="72552" y="71340"/>
                  </a:cubicBezTo>
                  <a:cubicBezTo>
                    <a:pt x="72552" y="84311"/>
                    <a:pt x="67088" y="97662"/>
                    <a:pt x="70429" y="110195"/>
                  </a:cubicBezTo>
                  <a:cubicBezTo>
                    <a:pt x="73229" y="120699"/>
                    <a:pt x="85673" y="129729"/>
                    <a:pt x="96544" y="129729"/>
                  </a:cubicBezTo>
                </a:path>
              </a:pathLst>
            </a:custGeom>
            <a:noFill/>
            <a:ln w="19050" cap="flat" cmpd="sng">
              <a:solidFill>
                <a:schemeClr val="dk2"/>
              </a:solidFill>
              <a:prstDash val="dash"/>
              <a:round/>
              <a:headEnd type="none" w="med" len="med"/>
              <a:tailEnd type="none" w="med" len="med"/>
            </a:ln>
          </p:spPr>
        </p:sp>
        <p:sp>
          <p:nvSpPr>
            <p:cNvPr id="27" name="Google Shape;27;p3"/>
            <p:cNvSpPr/>
            <p:nvPr/>
          </p:nvSpPr>
          <p:spPr>
            <a:xfrm rot="5400000">
              <a:off x="4704217" y="8019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rot="5400000">
              <a:off x="296992" y="83732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8807566" y="4549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rot="5400000">
              <a:off x="205242" y="362252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rot="5400000">
              <a:off x="3606066" y="6843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8332091" y="333260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rot="5400000">
              <a:off x="404116" y="28586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9"/>
        <p:cNvGrpSpPr/>
        <p:nvPr/>
      </p:nvGrpSpPr>
      <p:grpSpPr>
        <a:xfrm>
          <a:off x="0" y="0"/>
          <a:ext cx="0" cy="0"/>
          <a:chOff x="0" y="0"/>
          <a:chExt cx="0" cy="0"/>
        </a:xfrm>
      </p:grpSpPr>
      <p:sp>
        <p:nvSpPr>
          <p:cNvPr id="50" name="Google Shape;50;p5"/>
          <p:cNvSpPr txBox="1">
            <a:spLocks noGrp="1"/>
          </p:cNvSpPr>
          <p:nvPr>
            <p:ph type="subTitle" idx="1"/>
          </p:nvPr>
        </p:nvSpPr>
        <p:spPr>
          <a:xfrm>
            <a:off x="1818288" y="3578325"/>
            <a:ext cx="2907600" cy="63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1" name="Google Shape;51;p5"/>
          <p:cNvSpPr txBox="1">
            <a:spLocks noGrp="1"/>
          </p:cNvSpPr>
          <p:nvPr>
            <p:ph type="subTitle" idx="2"/>
          </p:nvPr>
        </p:nvSpPr>
        <p:spPr>
          <a:xfrm>
            <a:off x="1818288" y="2208125"/>
            <a:ext cx="2907600" cy="63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2" name="Google Shape;52;p5"/>
          <p:cNvSpPr txBox="1">
            <a:spLocks noGrp="1"/>
          </p:cNvSpPr>
          <p:nvPr>
            <p:ph type="subTitle" idx="3"/>
          </p:nvPr>
        </p:nvSpPr>
        <p:spPr>
          <a:xfrm>
            <a:off x="1818300" y="3111125"/>
            <a:ext cx="2907600" cy="467100"/>
          </a:xfrm>
          <a:prstGeom prst="rect">
            <a:avLst/>
          </a:prstGeom>
          <a:solidFill>
            <a:schemeClr val="dk2"/>
          </a:solidFill>
        </p:spPr>
        <p:txBody>
          <a:bodyPr spcFirstLastPara="1" wrap="square" lIns="91425" tIns="91425" rIns="91425" bIns="91425" anchor="b" anchorCtr="0">
            <a:noAutofit/>
          </a:bodyPr>
          <a:lstStyle>
            <a:lvl1pPr lv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53" name="Google Shape;53;p5"/>
          <p:cNvSpPr txBox="1">
            <a:spLocks noGrp="1"/>
          </p:cNvSpPr>
          <p:nvPr>
            <p:ph type="subTitle" idx="4"/>
          </p:nvPr>
        </p:nvSpPr>
        <p:spPr>
          <a:xfrm>
            <a:off x="1818300" y="1740875"/>
            <a:ext cx="2907600" cy="4671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 name="Google Shape;54;p5"/>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55" name="Google Shape;55;p5"/>
          <p:cNvGrpSpPr/>
          <p:nvPr/>
        </p:nvGrpSpPr>
        <p:grpSpPr>
          <a:xfrm>
            <a:off x="-246073" y="-36000"/>
            <a:ext cx="9733998" cy="5223134"/>
            <a:chOff x="-246073" y="-36000"/>
            <a:chExt cx="9733998" cy="5223134"/>
          </a:xfrm>
        </p:grpSpPr>
        <p:sp>
          <p:nvSpPr>
            <p:cNvPr id="56" name="Google Shape;56;p5"/>
            <p:cNvSpPr/>
            <p:nvPr/>
          </p:nvSpPr>
          <p:spPr>
            <a:xfrm rot="5400000">
              <a:off x="236367" y="1789734"/>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rot="5400000">
              <a:off x="8244016" y="190494"/>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925" y="4276034"/>
              <a:ext cx="3381250" cy="911100"/>
            </a:xfrm>
            <a:custGeom>
              <a:avLst/>
              <a:gdLst/>
              <a:ahLst/>
              <a:cxnLst/>
              <a:rect l="l" t="t" r="r" b="b"/>
              <a:pathLst>
                <a:path w="135250" h="36444" extrusionOk="0">
                  <a:moveTo>
                    <a:pt x="0" y="4596"/>
                  </a:moveTo>
                  <a:cubicBezTo>
                    <a:pt x="7052" y="-4809"/>
                    <a:pt x="25133" y="2293"/>
                    <a:pt x="35034" y="8630"/>
                  </a:cubicBezTo>
                  <a:cubicBezTo>
                    <a:pt x="43458" y="14021"/>
                    <a:pt x="50824" y="22716"/>
                    <a:pt x="60725" y="24129"/>
                  </a:cubicBezTo>
                  <a:cubicBezTo>
                    <a:pt x="70980" y="25593"/>
                    <a:pt x="81212" y="21002"/>
                    <a:pt x="91511" y="19883"/>
                  </a:cubicBezTo>
                  <a:cubicBezTo>
                    <a:pt x="107010" y="18199"/>
                    <a:pt x="135250" y="20854"/>
                    <a:pt x="135250" y="36444"/>
                  </a:cubicBezTo>
                </a:path>
              </a:pathLst>
            </a:custGeom>
            <a:noFill/>
            <a:ln w="19050" cap="flat" cmpd="sng">
              <a:solidFill>
                <a:schemeClr val="dk2"/>
              </a:solidFill>
              <a:prstDash val="dash"/>
              <a:round/>
              <a:headEnd type="none" w="med" len="med"/>
              <a:tailEnd type="none" w="med" len="med"/>
            </a:ln>
          </p:spPr>
        </p:sp>
        <p:sp>
          <p:nvSpPr>
            <p:cNvPr id="59" name="Google Shape;59;p5"/>
            <p:cNvSpPr/>
            <p:nvPr/>
          </p:nvSpPr>
          <p:spPr>
            <a:xfrm>
              <a:off x="5228375" y="-36000"/>
              <a:ext cx="4124350" cy="705450"/>
            </a:xfrm>
            <a:custGeom>
              <a:avLst/>
              <a:gdLst/>
              <a:ahLst/>
              <a:cxnLst/>
              <a:rect l="l" t="t" r="r" b="b"/>
              <a:pathLst>
                <a:path w="164974" h="28218" extrusionOk="0">
                  <a:moveTo>
                    <a:pt x="0" y="0"/>
                  </a:moveTo>
                  <a:cubicBezTo>
                    <a:pt x="21200" y="16255"/>
                    <a:pt x="48611" y="30763"/>
                    <a:pt x="75162" y="27814"/>
                  </a:cubicBezTo>
                  <a:cubicBezTo>
                    <a:pt x="89074" y="26269"/>
                    <a:pt x="100921" y="16832"/>
                    <a:pt x="114017" y="11890"/>
                  </a:cubicBezTo>
                  <a:cubicBezTo>
                    <a:pt x="120289" y="9523"/>
                    <a:pt x="127118" y="7181"/>
                    <a:pt x="133763" y="8068"/>
                  </a:cubicBezTo>
                  <a:cubicBezTo>
                    <a:pt x="139651" y="8854"/>
                    <a:pt x="145126" y="13852"/>
                    <a:pt x="150961" y="12740"/>
                  </a:cubicBezTo>
                  <a:cubicBezTo>
                    <a:pt x="157116" y="11567"/>
                    <a:pt x="164974" y="6478"/>
                    <a:pt x="164974" y="213"/>
                  </a:cubicBezTo>
                </a:path>
              </a:pathLst>
            </a:custGeom>
            <a:noFill/>
            <a:ln w="19050" cap="flat" cmpd="sng">
              <a:solidFill>
                <a:schemeClr val="dk2"/>
              </a:solidFill>
              <a:prstDash val="dash"/>
              <a:round/>
              <a:headEnd type="none" w="med" len="med"/>
              <a:tailEnd type="none" w="med" len="med"/>
            </a:ln>
          </p:spPr>
        </p:sp>
        <p:sp>
          <p:nvSpPr>
            <p:cNvPr id="60" name="Google Shape;60;p5"/>
            <p:cNvSpPr/>
            <p:nvPr/>
          </p:nvSpPr>
          <p:spPr>
            <a:xfrm rot="5400000">
              <a:off x="-76559" y="121678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rot="5400000">
              <a:off x="7048792" y="473874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rot="5400000">
              <a:off x="8676867" y="261397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5"/>
            <p:cNvSpPr/>
            <p:nvPr/>
          </p:nvSpPr>
          <p:spPr>
            <a:xfrm rot="5400000">
              <a:off x="7755066" y="4253994"/>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rot="5400000">
              <a:off x="8547967" y="83952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rot="5400000">
              <a:off x="8958441" y="1861469"/>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6"/>
        <p:cNvGrpSpPr/>
        <p:nvPr/>
      </p:nvGrpSpPr>
      <p:grpSpPr>
        <a:xfrm>
          <a:off x="0" y="0"/>
          <a:ext cx="0" cy="0"/>
          <a:chOff x="0" y="0"/>
          <a:chExt cx="0" cy="0"/>
        </a:xfrm>
      </p:grpSpPr>
      <p:sp>
        <p:nvSpPr>
          <p:cNvPr id="67" name="Google Shape;67;p6"/>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68" name="Google Shape;68;p6"/>
          <p:cNvGrpSpPr/>
          <p:nvPr/>
        </p:nvGrpSpPr>
        <p:grpSpPr>
          <a:xfrm>
            <a:off x="-211998" y="-46600"/>
            <a:ext cx="9721148" cy="5240059"/>
            <a:chOff x="-211998" y="-46600"/>
            <a:chExt cx="9721148" cy="5240059"/>
          </a:xfrm>
        </p:grpSpPr>
        <p:sp>
          <p:nvSpPr>
            <p:cNvPr id="69" name="Google Shape;69;p6"/>
            <p:cNvSpPr/>
            <p:nvPr/>
          </p:nvSpPr>
          <p:spPr>
            <a:xfrm rot="5400000">
              <a:off x="6733417" y="16572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6"/>
            <p:cNvSpPr/>
            <p:nvPr/>
          </p:nvSpPr>
          <p:spPr>
            <a:xfrm>
              <a:off x="-132775" y="1709975"/>
              <a:ext cx="698976" cy="2803025"/>
            </a:xfrm>
            <a:custGeom>
              <a:avLst/>
              <a:gdLst/>
              <a:ahLst/>
              <a:cxnLst/>
              <a:rect l="l" t="t" r="r" b="b"/>
              <a:pathLst>
                <a:path w="22718" h="112121" extrusionOk="0">
                  <a:moveTo>
                    <a:pt x="2124" y="1077"/>
                  </a:moveTo>
                  <a:cubicBezTo>
                    <a:pt x="9749" y="-4015"/>
                    <a:pt x="21146" y="10481"/>
                    <a:pt x="22506" y="19549"/>
                  </a:cubicBezTo>
                  <a:cubicBezTo>
                    <a:pt x="24651" y="33853"/>
                    <a:pt x="9440" y="45963"/>
                    <a:pt x="7644" y="60315"/>
                  </a:cubicBezTo>
                  <a:cubicBezTo>
                    <a:pt x="5942" y="73922"/>
                    <a:pt x="17075" y="87011"/>
                    <a:pt x="15712" y="100656"/>
                  </a:cubicBezTo>
                  <a:cubicBezTo>
                    <a:pt x="15068" y="107107"/>
                    <a:pt x="6358" y="110852"/>
                    <a:pt x="0" y="112121"/>
                  </a:cubicBezTo>
                </a:path>
              </a:pathLst>
            </a:custGeom>
            <a:noFill/>
            <a:ln w="19050" cap="flat" cmpd="sng">
              <a:solidFill>
                <a:schemeClr val="dk2"/>
              </a:solidFill>
              <a:prstDash val="dash"/>
              <a:round/>
              <a:headEnd type="none" w="med" len="med"/>
              <a:tailEnd type="none" w="med" len="med"/>
            </a:ln>
          </p:spPr>
        </p:sp>
        <p:sp>
          <p:nvSpPr>
            <p:cNvPr id="71" name="Google Shape;71;p6"/>
            <p:cNvSpPr/>
            <p:nvPr/>
          </p:nvSpPr>
          <p:spPr>
            <a:xfrm>
              <a:off x="8535056" y="-46600"/>
              <a:ext cx="642500" cy="2340850"/>
            </a:xfrm>
            <a:custGeom>
              <a:avLst/>
              <a:gdLst/>
              <a:ahLst/>
              <a:cxnLst/>
              <a:rect l="l" t="t" r="r" b="b"/>
              <a:pathLst>
                <a:path w="25700" h="93634" extrusionOk="0">
                  <a:moveTo>
                    <a:pt x="3619" y="0"/>
                  </a:moveTo>
                  <a:cubicBezTo>
                    <a:pt x="4324" y="9173"/>
                    <a:pt x="-1081" y="18282"/>
                    <a:pt x="221" y="27389"/>
                  </a:cubicBezTo>
                  <a:cubicBezTo>
                    <a:pt x="1721" y="37877"/>
                    <a:pt x="10794" y="46240"/>
                    <a:pt x="12536" y="56690"/>
                  </a:cubicBezTo>
                  <a:cubicBezTo>
                    <a:pt x="13700" y="63672"/>
                    <a:pt x="11886" y="70925"/>
                    <a:pt x="12961" y="77922"/>
                  </a:cubicBezTo>
                  <a:cubicBezTo>
                    <a:pt x="13985" y="84586"/>
                    <a:pt x="19160" y="91993"/>
                    <a:pt x="25700" y="93634"/>
                  </a:cubicBezTo>
                </a:path>
              </a:pathLst>
            </a:custGeom>
            <a:noFill/>
            <a:ln w="19050" cap="flat" cmpd="sng">
              <a:solidFill>
                <a:schemeClr val="dk2"/>
              </a:solidFill>
              <a:prstDash val="dash"/>
              <a:round/>
              <a:headEnd type="none" w="med" len="med"/>
              <a:tailEnd type="none" w="med" len="med"/>
            </a:ln>
          </p:spPr>
        </p:sp>
        <p:sp>
          <p:nvSpPr>
            <p:cNvPr id="72" name="Google Shape;72;p6"/>
            <p:cNvSpPr/>
            <p:nvPr/>
          </p:nvSpPr>
          <p:spPr>
            <a:xfrm>
              <a:off x="3635950" y="4902834"/>
              <a:ext cx="3168900" cy="290625"/>
            </a:xfrm>
            <a:custGeom>
              <a:avLst/>
              <a:gdLst/>
              <a:ahLst/>
              <a:cxnLst/>
              <a:rect l="l" t="t" r="r" b="b"/>
              <a:pathLst>
                <a:path w="126756" h="11625" extrusionOk="0">
                  <a:moveTo>
                    <a:pt x="0" y="10989"/>
                  </a:moveTo>
                  <a:cubicBezTo>
                    <a:pt x="10537" y="3083"/>
                    <a:pt x="24867" y="-779"/>
                    <a:pt x="38006" y="160"/>
                  </a:cubicBezTo>
                  <a:cubicBezTo>
                    <a:pt x="51563" y="1128"/>
                    <a:pt x="65057" y="5965"/>
                    <a:pt x="78559" y="4407"/>
                  </a:cubicBezTo>
                  <a:cubicBezTo>
                    <a:pt x="94697" y="2545"/>
                    <a:pt x="126756" y="-4620"/>
                    <a:pt x="126756" y="11625"/>
                  </a:cubicBezTo>
                </a:path>
              </a:pathLst>
            </a:custGeom>
            <a:noFill/>
            <a:ln w="19050" cap="flat" cmpd="sng">
              <a:solidFill>
                <a:schemeClr val="dk2"/>
              </a:solidFill>
              <a:prstDash val="dash"/>
              <a:round/>
              <a:headEnd type="none" w="med" len="med"/>
              <a:tailEnd type="none" w="med" len="med"/>
            </a:ln>
          </p:spPr>
        </p:sp>
        <p:sp>
          <p:nvSpPr>
            <p:cNvPr id="73" name="Google Shape;73;p6"/>
            <p:cNvSpPr/>
            <p:nvPr/>
          </p:nvSpPr>
          <p:spPr>
            <a:xfrm rot="5400000">
              <a:off x="3748767" y="10634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6"/>
            <p:cNvSpPr/>
            <p:nvPr/>
          </p:nvSpPr>
          <p:spPr>
            <a:xfrm rot="5400000">
              <a:off x="3041267" y="1987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6"/>
            <p:cNvSpPr/>
            <p:nvPr/>
          </p:nvSpPr>
          <p:spPr>
            <a:xfrm rot="5400000">
              <a:off x="-42484" y="81898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rot="5400000">
              <a:off x="329142" y="44082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6"/>
            <p:cNvSpPr/>
            <p:nvPr/>
          </p:nvSpPr>
          <p:spPr>
            <a:xfrm rot="5400000">
              <a:off x="8979666" y="272903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6"/>
            <p:cNvSpPr/>
            <p:nvPr/>
          </p:nvSpPr>
          <p:spPr>
            <a:xfrm rot="5400000">
              <a:off x="8624617" y="360352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p:nvPr/>
          </p:nvSpPr>
          <p:spPr>
            <a:xfrm rot="5400000">
              <a:off x="7498116" y="-83969"/>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6"/>
            <p:cNvSpPr/>
            <p:nvPr/>
          </p:nvSpPr>
          <p:spPr>
            <a:xfrm rot="5400000">
              <a:off x="1373717" y="461064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6"/>
            <p:cNvSpPr/>
            <p:nvPr/>
          </p:nvSpPr>
          <p:spPr>
            <a:xfrm rot="5400000">
              <a:off x="489041" y="453070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2"/>
        <p:cNvGrpSpPr/>
        <p:nvPr/>
      </p:nvGrpSpPr>
      <p:grpSpPr>
        <a:xfrm>
          <a:off x="0" y="0"/>
          <a:ext cx="0" cy="0"/>
          <a:chOff x="0" y="0"/>
          <a:chExt cx="0" cy="0"/>
        </a:xfrm>
      </p:grpSpPr>
      <p:sp>
        <p:nvSpPr>
          <p:cNvPr id="83" name="Google Shape;83;p7"/>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4" name="Google Shape;84;p7"/>
          <p:cNvSpPr txBox="1">
            <a:spLocks noGrp="1"/>
          </p:cNvSpPr>
          <p:nvPr>
            <p:ph type="subTitle" idx="1"/>
          </p:nvPr>
        </p:nvSpPr>
        <p:spPr>
          <a:xfrm rot="-522">
            <a:off x="720000" y="1394362"/>
            <a:ext cx="3951000" cy="20793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400"/>
              <a:buChar char="●"/>
              <a:defRPr/>
            </a:lvl1pPr>
            <a:lvl2pPr lvl="1" rtl="0">
              <a:lnSpc>
                <a:spcPct val="100000"/>
              </a:lnSpc>
              <a:spcBef>
                <a:spcPts val="0"/>
              </a:spcBef>
              <a:spcAft>
                <a:spcPts val="0"/>
              </a:spcAft>
              <a:buSzPts val="1400"/>
              <a:buChar char="○"/>
              <a:defRPr/>
            </a:lvl2pPr>
            <a:lvl3pPr lvl="2" rtl="0">
              <a:lnSpc>
                <a:spcPct val="100000"/>
              </a:lnSpc>
              <a:spcBef>
                <a:spcPts val="0"/>
              </a:spcBef>
              <a:spcAft>
                <a:spcPts val="0"/>
              </a:spcAft>
              <a:buSzPts val="1400"/>
              <a:buChar char="■"/>
              <a:defRPr/>
            </a:lvl3pPr>
            <a:lvl4pPr lvl="3" rtl="0">
              <a:lnSpc>
                <a:spcPct val="100000"/>
              </a:lnSpc>
              <a:spcBef>
                <a:spcPts val="0"/>
              </a:spcBef>
              <a:spcAft>
                <a:spcPts val="0"/>
              </a:spcAft>
              <a:buSzPts val="1400"/>
              <a:buChar char="●"/>
              <a:defRPr/>
            </a:lvl4pPr>
            <a:lvl5pPr lvl="4" rtl="0">
              <a:lnSpc>
                <a:spcPct val="100000"/>
              </a:lnSpc>
              <a:spcBef>
                <a:spcPts val="0"/>
              </a:spcBef>
              <a:spcAft>
                <a:spcPts val="0"/>
              </a:spcAft>
              <a:buSzPts val="1400"/>
              <a:buChar char="○"/>
              <a:defRPr/>
            </a:lvl5pPr>
            <a:lvl6pPr lvl="5" rtl="0">
              <a:lnSpc>
                <a:spcPct val="100000"/>
              </a:lnSpc>
              <a:spcBef>
                <a:spcPts val="0"/>
              </a:spcBef>
              <a:spcAft>
                <a:spcPts val="0"/>
              </a:spcAft>
              <a:buSzPts val="1400"/>
              <a:buChar char="■"/>
              <a:defRPr/>
            </a:lvl6pPr>
            <a:lvl7pPr lvl="6" rtl="0">
              <a:lnSpc>
                <a:spcPct val="100000"/>
              </a:lnSpc>
              <a:spcBef>
                <a:spcPts val="0"/>
              </a:spcBef>
              <a:spcAft>
                <a:spcPts val="0"/>
              </a:spcAft>
              <a:buSzPts val="1400"/>
              <a:buChar char="●"/>
              <a:defRPr/>
            </a:lvl7pPr>
            <a:lvl8pPr lvl="7" rtl="0">
              <a:lnSpc>
                <a:spcPct val="100000"/>
              </a:lnSpc>
              <a:spcBef>
                <a:spcPts val="0"/>
              </a:spcBef>
              <a:spcAft>
                <a:spcPts val="0"/>
              </a:spcAft>
              <a:buSzPts val="1400"/>
              <a:buChar char="○"/>
              <a:defRPr/>
            </a:lvl8pPr>
            <a:lvl9pPr lvl="8" rtl="0">
              <a:lnSpc>
                <a:spcPct val="100000"/>
              </a:lnSpc>
              <a:spcBef>
                <a:spcPts val="0"/>
              </a:spcBef>
              <a:spcAft>
                <a:spcPts val="0"/>
              </a:spcAft>
              <a:buSzPts val="1400"/>
              <a:buChar char="■"/>
              <a:defRPr/>
            </a:lvl9pPr>
          </a:lstStyle>
          <a:p>
            <a:endParaRPr/>
          </a:p>
        </p:txBody>
      </p:sp>
      <p:grpSp>
        <p:nvGrpSpPr>
          <p:cNvPr id="85" name="Google Shape;85;p7"/>
          <p:cNvGrpSpPr/>
          <p:nvPr/>
        </p:nvGrpSpPr>
        <p:grpSpPr>
          <a:xfrm>
            <a:off x="-58450" y="-30675"/>
            <a:ext cx="9379328" cy="5249653"/>
            <a:chOff x="-58450" y="-30675"/>
            <a:chExt cx="9379328" cy="5249653"/>
          </a:xfrm>
        </p:grpSpPr>
        <p:sp>
          <p:nvSpPr>
            <p:cNvPr id="86" name="Google Shape;86;p7"/>
            <p:cNvSpPr/>
            <p:nvPr/>
          </p:nvSpPr>
          <p:spPr>
            <a:xfrm>
              <a:off x="-58450" y="1041550"/>
              <a:ext cx="506525" cy="2516000"/>
            </a:xfrm>
            <a:custGeom>
              <a:avLst/>
              <a:gdLst/>
              <a:ahLst/>
              <a:cxnLst/>
              <a:rect l="l" t="t" r="r" b="b"/>
              <a:pathLst>
                <a:path w="20261" h="100640" extrusionOk="0">
                  <a:moveTo>
                    <a:pt x="424" y="0"/>
                  </a:moveTo>
                  <a:cubicBezTo>
                    <a:pt x="9366" y="7023"/>
                    <a:pt x="19503" y="16463"/>
                    <a:pt x="20170" y="27814"/>
                  </a:cubicBezTo>
                  <a:cubicBezTo>
                    <a:pt x="20901" y="40255"/>
                    <a:pt x="12081" y="51687"/>
                    <a:pt x="11253" y="64121"/>
                  </a:cubicBezTo>
                  <a:cubicBezTo>
                    <a:pt x="10571" y="74361"/>
                    <a:pt x="14432" y="85298"/>
                    <a:pt x="10828" y="94907"/>
                  </a:cubicBezTo>
                  <a:cubicBezTo>
                    <a:pt x="9394" y="98731"/>
                    <a:pt x="4084" y="100640"/>
                    <a:pt x="0" y="100640"/>
                  </a:cubicBezTo>
                </a:path>
              </a:pathLst>
            </a:custGeom>
            <a:noFill/>
            <a:ln w="19050" cap="flat" cmpd="sng">
              <a:solidFill>
                <a:schemeClr val="dk2"/>
              </a:solidFill>
              <a:prstDash val="dash"/>
              <a:round/>
              <a:headEnd type="none" w="med" len="med"/>
              <a:tailEnd type="none" w="med" len="med"/>
            </a:ln>
          </p:spPr>
        </p:sp>
        <p:sp>
          <p:nvSpPr>
            <p:cNvPr id="87" name="Google Shape;87;p7"/>
            <p:cNvSpPr/>
            <p:nvPr/>
          </p:nvSpPr>
          <p:spPr>
            <a:xfrm>
              <a:off x="1374725" y="4450278"/>
              <a:ext cx="4602075" cy="768700"/>
            </a:xfrm>
            <a:custGeom>
              <a:avLst/>
              <a:gdLst/>
              <a:ahLst/>
              <a:cxnLst/>
              <a:rect l="l" t="t" r="r" b="b"/>
              <a:pathLst>
                <a:path w="184083" h="30748" extrusionOk="0">
                  <a:moveTo>
                    <a:pt x="0" y="30748"/>
                  </a:moveTo>
                  <a:cubicBezTo>
                    <a:pt x="8138" y="14473"/>
                    <a:pt x="27060" y="1264"/>
                    <a:pt x="45224" y="174"/>
                  </a:cubicBezTo>
                  <a:cubicBezTo>
                    <a:pt x="68408" y="-1217"/>
                    <a:pt x="90749" y="9678"/>
                    <a:pt x="113804" y="12488"/>
                  </a:cubicBezTo>
                  <a:cubicBezTo>
                    <a:pt x="122736" y="13577"/>
                    <a:pt x="131987" y="11622"/>
                    <a:pt x="140557" y="8879"/>
                  </a:cubicBezTo>
                  <a:cubicBezTo>
                    <a:pt x="147421" y="6682"/>
                    <a:pt x="153953" y="1962"/>
                    <a:pt x="161152" y="2297"/>
                  </a:cubicBezTo>
                  <a:cubicBezTo>
                    <a:pt x="173264" y="2861"/>
                    <a:pt x="181709" y="18645"/>
                    <a:pt x="184083" y="30536"/>
                  </a:cubicBezTo>
                </a:path>
              </a:pathLst>
            </a:custGeom>
            <a:noFill/>
            <a:ln w="19050" cap="flat" cmpd="sng">
              <a:solidFill>
                <a:schemeClr val="dk2"/>
              </a:solidFill>
              <a:prstDash val="dash"/>
              <a:round/>
              <a:headEnd type="none" w="med" len="med"/>
              <a:tailEnd type="none" w="med" len="med"/>
            </a:ln>
          </p:spPr>
        </p:sp>
        <p:sp>
          <p:nvSpPr>
            <p:cNvPr id="88" name="Google Shape;88;p7"/>
            <p:cNvSpPr/>
            <p:nvPr/>
          </p:nvSpPr>
          <p:spPr>
            <a:xfrm>
              <a:off x="7856778" y="415200"/>
              <a:ext cx="1464100" cy="1937425"/>
            </a:xfrm>
            <a:custGeom>
              <a:avLst/>
              <a:gdLst/>
              <a:ahLst/>
              <a:cxnLst/>
              <a:rect l="l" t="t" r="r" b="b"/>
              <a:pathLst>
                <a:path w="58564" h="77497" extrusionOk="0">
                  <a:moveTo>
                    <a:pt x="56653" y="0"/>
                  </a:moveTo>
                  <a:cubicBezTo>
                    <a:pt x="43599" y="5710"/>
                    <a:pt x="25447" y="4012"/>
                    <a:pt x="16736" y="15287"/>
                  </a:cubicBezTo>
                  <a:cubicBezTo>
                    <a:pt x="14356" y="18368"/>
                    <a:pt x="11883" y="21824"/>
                    <a:pt x="11428" y="25691"/>
                  </a:cubicBezTo>
                  <a:cubicBezTo>
                    <a:pt x="10708" y="31806"/>
                    <a:pt x="14010" y="38479"/>
                    <a:pt x="11641" y="44163"/>
                  </a:cubicBezTo>
                  <a:cubicBezTo>
                    <a:pt x="8899" y="50742"/>
                    <a:pt x="-1224" y="55222"/>
                    <a:pt x="175" y="62210"/>
                  </a:cubicBezTo>
                  <a:cubicBezTo>
                    <a:pt x="1592" y="69287"/>
                    <a:pt x="12707" y="69802"/>
                    <a:pt x="19709" y="71552"/>
                  </a:cubicBezTo>
                  <a:cubicBezTo>
                    <a:pt x="32420" y="74729"/>
                    <a:pt x="45462" y="77497"/>
                    <a:pt x="58564" y="77497"/>
                  </a:cubicBezTo>
                </a:path>
              </a:pathLst>
            </a:custGeom>
            <a:noFill/>
            <a:ln w="19050" cap="flat" cmpd="sng">
              <a:solidFill>
                <a:schemeClr val="dk2"/>
              </a:solidFill>
              <a:prstDash val="dash"/>
              <a:round/>
              <a:headEnd type="none" w="med" len="med"/>
              <a:tailEnd type="none" w="med" len="med"/>
            </a:ln>
          </p:spPr>
        </p:sp>
        <p:sp>
          <p:nvSpPr>
            <p:cNvPr id="89" name="Google Shape;89;p7"/>
            <p:cNvSpPr/>
            <p:nvPr/>
          </p:nvSpPr>
          <p:spPr>
            <a:xfrm>
              <a:off x="2696425" y="-30675"/>
              <a:ext cx="2914125" cy="290700"/>
            </a:xfrm>
            <a:custGeom>
              <a:avLst/>
              <a:gdLst/>
              <a:ahLst/>
              <a:cxnLst/>
              <a:rect l="l" t="t" r="r" b="b"/>
              <a:pathLst>
                <a:path w="116565" h="11628" extrusionOk="0">
                  <a:moveTo>
                    <a:pt x="0" y="0"/>
                  </a:moveTo>
                  <a:cubicBezTo>
                    <a:pt x="7340" y="4193"/>
                    <a:pt x="14583" y="9500"/>
                    <a:pt x="22931" y="10828"/>
                  </a:cubicBezTo>
                  <a:cubicBezTo>
                    <a:pt x="38692" y="13335"/>
                    <a:pt x="54755" y="8233"/>
                    <a:pt x="70703" y="7643"/>
                  </a:cubicBezTo>
                  <a:cubicBezTo>
                    <a:pt x="82914" y="7191"/>
                    <a:pt x="95368" y="13792"/>
                    <a:pt x="107223" y="10828"/>
                  </a:cubicBezTo>
                  <a:cubicBezTo>
                    <a:pt x="111643" y="9723"/>
                    <a:pt x="114036" y="4639"/>
                    <a:pt x="116565" y="849"/>
                  </a:cubicBezTo>
                </a:path>
              </a:pathLst>
            </a:custGeom>
            <a:noFill/>
            <a:ln w="19050" cap="flat" cmpd="sng">
              <a:solidFill>
                <a:schemeClr val="dk2"/>
              </a:solidFill>
              <a:prstDash val="dash"/>
              <a:round/>
              <a:headEnd type="none" w="med" len="med"/>
              <a:tailEnd type="none" w="med" len="med"/>
            </a:ln>
          </p:spPr>
        </p:sp>
        <p:sp>
          <p:nvSpPr>
            <p:cNvPr id="90" name="Google Shape;90;p7"/>
            <p:cNvSpPr/>
            <p:nvPr/>
          </p:nvSpPr>
          <p:spPr>
            <a:xfrm rot="5400000">
              <a:off x="1906867" y="13539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7"/>
            <p:cNvSpPr/>
            <p:nvPr/>
          </p:nvSpPr>
          <p:spPr>
            <a:xfrm rot="5400000">
              <a:off x="8244016" y="36041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7"/>
            <p:cNvSpPr/>
            <p:nvPr/>
          </p:nvSpPr>
          <p:spPr>
            <a:xfrm rot="5400000">
              <a:off x="7769710" y="88286"/>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7"/>
        <p:cNvGrpSpPr/>
        <p:nvPr/>
      </p:nvGrpSpPr>
      <p:grpSpPr>
        <a:xfrm>
          <a:off x="0" y="0"/>
          <a:ext cx="0" cy="0"/>
          <a:chOff x="0" y="0"/>
          <a:chExt cx="0" cy="0"/>
        </a:xfrm>
      </p:grpSpPr>
      <p:sp>
        <p:nvSpPr>
          <p:cNvPr id="108" name="Google Shape;108;p9"/>
          <p:cNvSpPr txBox="1">
            <a:spLocks noGrp="1"/>
          </p:cNvSpPr>
          <p:nvPr>
            <p:ph type="title"/>
          </p:nvPr>
        </p:nvSpPr>
        <p:spPr>
          <a:xfrm>
            <a:off x="2461115" y="1398300"/>
            <a:ext cx="4221600" cy="11691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600"/>
              <a:buNone/>
              <a:defRPr sz="6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9" name="Google Shape;109;p9"/>
          <p:cNvSpPr txBox="1">
            <a:spLocks noGrp="1"/>
          </p:cNvSpPr>
          <p:nvPr>
            <p:ph type="subTitle" idx="1"/>
          </p:nvPr>
        </p:nvSpPr>
        <p:spPr>
          <a:xfrm>
            <a:off x="2461025" y="2534100"/>
            <a:ext cx="4221600" cy="121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10" name="Google Shape;110;p9"/>
          <p:cNvGrpSpPr/>
          <p:nvPr/>
        </p:nvGrpSpPr>
        <p:grpSpPr>
          <a:xfrm>
            <a:off x="-171773" y="-68975"/>
            <a:ext cx="8960848" cy="5359595"/>
            <a:chOff x="-171773" y="-68975"/>
            <a:chExt cx="8960848" cy="5359595"/>
          </a:xfrm>
        </p:grpSpPr>
        <p:sp>
          <p:nvSpPr>
            <p:cNvPr id="111" name="Google Shape;111;p9"/>
            <p:cNvSpPr/>
            <p:nvPr/>
          </p:nvSpPr>
          <p:spPr>
            <a:xfrm rot="5400000">
              <a:off x="1208005" y="454997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9"/>
            <p:cNvSpPr/>
            <p:nvPr/>
          </p:nvSpPr>
          <p:spPr>
            <a:xfrm>
              <a:off x="1037200" y="-57225"/>
              <a:ext cx="3288825" cy="1152550"/>
            </a:xfrm>
            <a:custGeom>
              <a:avLst/>
              <a:gdLst/>
              <a:ahLst/>
              <a:cxnLst/>
              <a:rect l="l" t="t" r="r" b="b"/>
              <a:pathLst>
                <a:path w="131553" h="46102" extrusionOk="0">
                  <a:moveTo>
                    <a:pt x="0" y="849"/>
                  </a:moveTo>
                  <a:cubicBezTo>
                    <a:pt x="382" y="12707"/>
                    <a:pt x="9645" y="25706"/>
                    <a:pt x="20807" y="29725"/>
                  </a:cubicBezTo>
                  <a:cubicBezTo>
                    <a:pt x="31678" y="33639"/>
                    <a:pt x="44152" y="29062"/>
                    <a:pt x="55416" y="31636"/>
                  </a:cubicBezTo>
                  <a:cubicBezTo>
                    <a:pt x="63315" y="33441"/>
                    <a:pt x="69593" y="39560"/>
                    <a:pt x="77073" y="42677"/>
                  </a:cubicBezTo>
                  <a:cubicBezTo>
                    <a:pt x="84750" y="45876"/>
                    <a:pt x="93861" y="47090"/>
                    <a:pt x="101914" y="45012"/>
                  </a:cubicBezTo>
                  <a:cubicBezTo>
                    <a:pt x="113313" y="42071"/>
                    <a:pt x="124667" y="33538"/>
                    <a:pt x="129304" y="22718"/>
                  </a:cubicBezTo>
                  <a:cubicBezTo>
                    <a:pt x="132290" y="15750"/>
                    <a:pt x="131856" y="7433"/>
                    <a:pt x="130365" y="0"/>
                  </a:cubicBezTo>
                </a:path>
              </a:pathLst>
            </a:custGeom>
            <a:noFill/>
            <a:ln w="19050" cap="flat" cmpd="sng">
              <a:solidFill>
                <a:schemeClr val="dk2"/>
              </a:solidFill>
              <a:prstDash val="dash"/>
              <a:round/>
              <a:headEnd type="none" w="med" len="med"/>
              <a:tailEnd type="none" w="med" len="med"/>
            </a:ln>
          </p:spPr>
        </p:sp>
        <p:sp>
          <p:nvSpPr>
            <p:cNvPr id="113" name="Google Shape;113;p9"/>
            <p:cNvSpPr/>
            <p:nvPr/>
          </p:nvSpPr>
          <p:spPr>
            <a:xfrm>
              <a:off x="3907775" y="4152868"/>
              <a:ext cx="3906725" cy="1080900"/>
            </a:xfrm>
            <a:custGeom>
              <a:avLst/>
              <a:gdLst/>
              <a:ahLst/>
              <a:cxnLst/>
              <a:rect l="l" t="t" r="r" b="b"/>
              <a:pathLst>
                <a:path w="156269" h="43236" extrusionOk="0">
                  <a:moveTo>
                    <a:pt x="0" y="43236"/>
                  </a:moveTo>
                  <a:cubicBezTo>
                    <a:pt x="1431" y="29654"/>
                    <a:pt x="13224" y="15053"/>
                    <a:pt x="26541" y="12025"/>
                  </a:cubicBezTo>
                  <a:cubicBezTo>
                    <a:pt x="35288" y="10036"/>
                    <a:pt x="44480" y="13935"/>
                    <a:pt x="53081" y="16483"/>
                  </a:cubicBezTo>
                  <a:cubicBezTo>
                    <a:pt x="61450" y="18962"/>
                    <a:pt x="70472" y="18666"/>
                    <a:pt x="79196" y="18394"/>
                  </a:cubicBezTo>
                  <a:cubicBezTo>
                    <a:pt x="98412" y="17794"/>
                    <a:pt x="115011" y="-2814"/>
                    <a:pt x="133975" y="347"/>
                  </a:cubicBezTo>
                  <a:cubicBezTo>
                    <a:pt x="149806" y="2986"/>
                    <a:pt x="156269" y="26974"/>
                    <a:pt x="156269" y="43024"/>
                  </a:cubicBezTo>
                </a:path>
              </a:pathLst>
            </a:custGeom>
            <a:noFill/>
            <a:ln w="19050" cap="flat" cmpd="sng">
              <a:solidFill>
                <a:schemeClr val="dk2"/>
              </a:solidFill>
              <a:prstDash val="dash"/>
              <a:round/>
              <a:headEnd type="none" w="med" len="med"/>
              <a:tailEnd type="none" w="med" len="med"/>
            </a:ln>
          </p:spPr>
        </p:sp>
        <p:sp>
          <p:nvSpPr>
            <p:cNvPr id="114" name="Google Shape;114;p9"/>
            <p:cNvSpPr/>
            <p:nvPr/>
          </p:nvSpPr>
          <p:spPr>
            <a:xfrm>
              <a:off x="-74325" y="4822045"/>
              <a:ext cx="2754900" cy="468575"/>
            </a:xfrm>
            <a:custGeom>
              <a:avLst/>
              <a:gdLst/>
              <a:ahLst/>
              <a:cxnLst/>
              <a:rect l="l" t="t" r="r" b="b"/>
              <a:pathLst>
                <a:path w="110196" h="18743" extrusionOk="0">
                  <a:moveTo>
                    <a:pt x="0" y="2182"/>
                  </a:moveTo>
                  <a:cubicBezTo>
                    <a:pt x="18919" y="-5606"/>
                    <a:pt x="40294" y="10025"/>
                    <a:pt x="60725" y="11099"/>
                  </a:cubicBezTo>
                  <a:cubicBezTo>
                    <a:pt x="73314" y="11761"/>
                    <a:pt x="85791" y="5336"/>
                    <a:pt x="98306" y="6853"/>
                  </a:cubicBezTo>
                  <a:cubicBezTo>
                    <a:pt x="103870" y="7527"/>
                    <a:pt x="110196" y="13138"/>
                    <a:pt x="110196" y="18743"/>
                  </a:cubicBezTo>
                </a:path>
              </a:pathLst>
            </a:custGeom>
            <a:noFill/>
            <a:ln w="19050" cap="flat" cmpd="sng">
              <a:solidFill>
                <a:schemeClr val="dk2"/>
              </a:solidFill>
              <a:prstDash val="dash"/>
              <a:round/>
              <a:headEnd type="none" w="med" len="med"/>
              <a:tailEnd type="none" w="med" len="med"/>
            </a:ln>
          </p:spPr>
        </p:sp>
        <p:sp>
          <p:nvSpPr>
            <p:cNvPr id="115" name="Google Shape;115;p9"/>
            <p:cNvSpPr/>
            <p:nvPr/>
          </p:nvSpPr>
          <p:spPr>
            <a:xfrm>
              <a:off x="6501300" y="-68975"/>
              <a:ext cx="2287775" cy="468500"/>
            </a:xfrm>
            <a:custGeom>
              <a:avLst/>
              <a:gdLst/>
              <a:ahLst/>
              <a:cxnLst/>
              <a:rect l="l" t="t" r="r" b="b"/>
              <a:pathLst>
                <a:path w="91511" h="18740" extrusionOk="0">
                  <a:moveTo>
                    <a:pt x="0" y="0"/>
                  </a:moveTo>
                  <a:cubicBezTo>
                    <a:pt x="2521" y="13858"/>
                    <a:pt x="24006" y="20025"/>
                    <a:pt x="38006" y="18472"/>
                  </a:cubicBezTo>
                  <a:cubicBezTo>
                    <a:pt x="43774" y="17832"/>
                    <a:pt x="49097" y="14985"/>
                    <a:pt x="54779" y="13801"/>
                  </a:cubicBezTo>
                  <a:cubicBezTo>
                    <a:pt x="62262" y="12242"/>
                    <a:pt x="70236" y="15403"/>
                    <a:pt x="77710" y="13801"/>
                  </a:cubicBezTo>
                  <a:cubicBezTo>
                    <a:pt x="83647" y="12528"/>
                    <a:pt x="88793" y="7341"/>
                    <a:pt x="91511" y="1911"/>
                  </a:cubicBezTo>
                </a:path>
              </a:pathLst>
            </a:custGeom>
            <a:noFill/>
            <a:ln w="19050" cap="flat" cmpd="sng">
              <a:solidFill>
                <a:schemeClr val="dk2"/>
              </a:solidFill>
              <a:prstDash val="dash"/>
              <a:round/>
              <a:headEnd type="none" w="med" len="med"/>
              <a:tailEnd type="none" w="med" len="med"/>
            </a:ln>
          </p:spPr>
        </p:sp>
        <p:sp>
          <p:nvSpPr>
            <p:cNvPr id="116" name="Google Shape;116;p9"/>
            <p:cNvSpPr/>
            <p:nvPr/>
          </p:nvSpPr>
          <p:spPr>
            <a:xfrm rot="5400000">
              <a:off x="-2259" y="530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9"/>
            <p:cNvSpPr/>
            <p:nvPr/>
          </p:nvSpPr>
          <p:spPr>
            <a:xfrm rot="5400000">
              <a:off x="5139742" y="17532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9"/>
            <p:cNvSpPr/>
            <p:nvPr/>
          </p:nvSpPr>
          <p:spPr>
            <a:xfrm rot="5400000">
              <a:off x="5780441" y="1050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9"/>
            <p:cNvSpPr/>
            <p:nvPr/>
          </p:nvSpPr>
          <p:spPr>
            <a:xfrm rot="5400000">
              <a:off x="6886517" y="4418809"/>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9"/>
            <p:cNvSpPr/>
            <p:nvPr/>
          </p:nvSpPr>
          <p:spPr>
            <a:xfrm rot="5400000">
              <a:off x="3114191" y="43851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47"/>
        <p:cNvGrpSpPr/>
        <p:nvPr/>
      </p:nvGrpSpPr>
      <p:grpSpPr>
        <a:xfrm>
          <a:off x="0" y="0"/>
          <a:ext cx="0" cy="0"/>
          <a:chOff x="0" y="0"/>
          <a:chExt cx="0" cy="0"/>
        </a:xfrm>
      </p:grpSpPr>
      <p:sp>
        <p:nvSpPr>
          <p:cNvPr id="148" name="Google Shape;148;p13"/>
          <p:cNvSpPr txBox="1">
            <a:spLocks noGrp="1"/>
          </p:cNvSpPr>
          <p:nvPr>
            <p:ph type="title" hasCustomPrompt="1"/>
          </p:nvPr>
        </p:nvSpPr>
        <p:spPr>
          <a:xfrm rot="1973">
            <a:off x="1365600" y="1251775"/>
            <a:ext cx="1045200" cy="602100"/>
          </a:xfrm>
          <a:prstGeom prst="rect">
            <a:avLst/>
          </a:prstGeom>
          <a:noFill/>
          <a:ln>
            <a:noFill/>
          </a:ln>
          <a:effectLst>
            <a:outerShdw dist="38100" dir="7200000" algn="bl" rotWithShape="0">
              <a:schemeClr val="dk2"/>
            </a:outerShdw>
          </a:effectLst>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49" name="Google Shape;149;p13"/>
          <p:cNvSpPr txBox="1">
            <a:spLocks noGrp="1"/>
          </p:cNvSpPr>
          <p:nvPr>
            <p:ph type="subTitle" idx="1"/>
          </p:nvPr>
        </p:nvSpPr>
        <p:spPr>
          <a:xfrm>
            <a:off x="720000" y="2286253"/>
            <a:ext cx="2336400" cy="60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0" name="Google Shape;150;p13"/>
          <p:cNvSpPr txBox="1">
            <a:spLocks noGrp="1"/>
          </p:cNvSpPr>
          <p:nvPr>
            <p:ph type="title" idx="2" hasCustomPrompt="1"/>
          </p:nvPr>
        </p:nvSpPr>
        <p:spPr>
          <a:xfrm rot="1973">
            <a:off x="1365600" y="2966225"/>
            <a:ext cx="1045200" cy="602100"/>
          </a:xfrm>
          <a:prstGeom prst="rect">
            <a:avLst/>
          </a:prstGeom>
          <a:noFill/>
          <a:ln>
            <a:noFill/>
          </a:ln>
          <a:effectLst>
            <a:outerShdw dist="38100" dir="7200000" algn="bl" rotWithShape="0">
              <a:schemeClr val="dk2"/>
            </a:outerShdw>
          </a:effectLst>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51" name="Google Shape;151;p13"/>
          <p:cNvSpPr txBox="1">
            <a:spLocks noGrp="1"/>
          </p:cNvSpPr>
          <p:nvPr>
            <p:ph type="subTitle" idx="3"/>
          </p:nvPr>
        </p:nvSpPr>
        <p:spPr>
          <a:xfrm>
            <a:off x="720000" y="4000803"/>
            <a:ext cx="2336400" cy="60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2" name="Google Shape;152;p13"/>
          <p:cNvSpPr txBox="1">
            <a:spLocks noGrp="1"/>
          </p:cNvSpPr>
          <p:nvPr>
            <p:ph type="title" idx="4" hasCustomPrompt="1"/>
          </p:nvPr>
        </p:nvSpPr>
        <p:spPr>
          <a:xfrm rot="1973">
            <a:off x="4049400" y="1251775"/>
            <a:ext cx="1045200" cy="602100"/>
          </a:xfrm>
          <a:prstGeom prst="rect">
            <a:avLst/>
          </a:prstGeom>
          <a:noFill/>
          <a:ln>
            <a:noFill/>
          </a:ln>
          <a:effectLst>
            <a:outerShdw dist="38100" dir="7200000" algn="bl" rotWithShape="0">
              <a:schemeClr val="dk2"/>
            </a:outerShdw>
          </a:effectLst>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53" name="Google Shape;153;p13"/>
          <p:cNvSpPr txBox="1">
            <a:spLocks noGrp="1"/>
          </p:cNvSpPr>
          <p:nvPr>
            <p:ph type="subTitle" idx="5"/>
          </p:nvPr>
        </p:nvSpPr>
        <p:spPr>
          <a:xfrm>
            <a:off x="3403800" y="2286253"/>
            <a:ext cx="2336400" cy="60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4" name="Google Shape;154;p13"/>
          <p:cNvSpPr txBox="1">
            <a:spLocks noGrp="1"/>
          </p:cNvSpPr>
          <p:nvPr>
            <p:ph type="title" idx="6" hasCustomPrompt="1"/>
          </p:nvPr>
        </p:nvSpPr>
        <p:spPr>
          <a:xfrm rot="1973">
            <a:off x="4049400" y="2966225"/>
            <a:ext cx="1045200" cy="602100"/>
          </a:xfrm>
          <a:prstGeom prst="rect">
            <a:avLst/>
          </a:prstGeom>
          <a:noFill/>
          <a:ln>
            <a:noFill/>
          </a:ln>
          <a:effectLst>
            <a:outerShdw dist="38100" dir="7200000" algn="bl" rotWithShape="0">
              <a:schemeClr val="dk2"/>
            </a:outerShdw>
          </a:effectLst>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55" name="Google Shape;155;p13"/>
          <p:cNvSpPr txBox="1">
            <a:spLocks noGrp="1"/>
          </p:cNvSpPr>
          <p:nvPr>
            <p:ph type="subTitle" idx="7"/>
          </p:nvPr>
        </p:nvSpPr>
        <p:spPr>
          <a:xfrm>
            <a:off x="3403800" y="4000803"/>
            <a:ext cx="2336400" cy="60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6" name="Google Shape;156;p13"/>
          <p:cNvSpPr txBox="1">
            <a:spLocks noGrp="1"/>
          </p:cNvSpPr>
          <p:nvPr>
            <p:ph type="title" idx="8" hasCustomPrompt="1"/>
          </p:nvPr>
        </p:nvSpPr>
        <p:spPr>
          <a:xfrm rot="1973">
            <a:off x="6733200" y="1251775"/>
            <a:ext cx="1045200" cy="602100"/>
          </a:xfrm>
          <a:prstGeom prst="rect">
            <a:avLst/>
          </a:prstGeom>
          <a:noFill/>
          <a:ln>
            <a:noFill/>
          </a:ln>
          <a:effectLst>
            <a:outerShdw dist="38100" dir="7200000" algn="bl" rotWithShape="0">
              <a:schemeClr val="dk2"/>
            </a:outerShdw>
          </a:effectLst>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57" name="Google Shape;157;p13"/>
          <p:cNvSpPr txBox="1">
            <a:spLocks noGrp="1"/>
          </p:cNvSpPr>
          <p:nvPr>
            <p:ph type="subTitle" idx="9"/>
          </p:nvPr>
        </p:nvSpPr>
        <p:spPr>
          <a:xfrm>
            <a:off x="6087600" y="2286253"/>
            <a:ext cx="2336400" cy="60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8" name="Google Shape;158;p13"/>
          <p:cNvSpPr txBox="1">
            <a:spLocks noGrp="1"/>
          </p:cNvSpPr>
          <p:nvPr>
            <p:ph type="title" idx="13" hasCustomPrompt="1"/>
          </p:nvPr>
        </p:nvSpPr>
        <p:spPr>
          <a:xfrm rot="1973">
            <a:off x="6733200" y="2966225"/>
            <a:ext cx="1045200" cy="602100"/>
          </a:xfrm>
          <a:prstGeom prst="rect">
            <a:avLst/>
          </a:prstGeom>
          <a:noFill/>
          <a:ln>
            <a:noFill/>
          </a:ln>
          <a:effectLst>
            <a:outerShdw dist="38100" dir="7200000" algn="bl" rotWithShape="0">
              <a:schemeClr val="dk2"/>
            </a:outerShdw>
          </a:effectLst>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59" name="Google Shape;159;p13"/>
          <p:cNvSpPr txBox="1">
            <a:spLocks noGrp="1"/>
          </p:cNvSpPr>
          <p:nvPr>
            <p:ph type="subTitle" idx="14"/>
          </p:nvPr>
        </p:nvSpPr>
        <p:spPr>
          <a:xfrm>
            <a:off x="6087600" y="4000803"/>
            <a:ext cx="2336400" cy="60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0" name="Google Shape;160;p13"/>
          <p:cNvSpPr txBox="1">
            <a:spLocks noGrp="1"/>
          </p:cNvSpPr>
          <p:nvPr>
            <p:ph type="subTitle" idx="15"/>
          </p:nvPr>
        </p:nvSpPr>
        <p:spPr>
          <a:xfrm>
            <a:off x="720000" y="1844574"/>
            <a:ext cx="23364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1" name="Google Shape;161;p13"/>
          <p:cNvSpPr txBox="1">
            <a:spLocks noGrp="1"/>
          </p:cNvSpPr>
          <p:nvPr>
            <p:ph type="subTitle" idx="16"/>
          </p:nvPr>
        </p:nvSpPr>
        <p:spPr>
          <a:xfrm>
            <a:off x="720000" y="3559224"/>
            <a:ext cx="23364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2" name="Google Shape;162;p13"/>
          <p:cNvSpPr txBox="1">
            <a:spLocks noGrp="1"/>
          </p:cNvSpPr>
          <p:nvPr>
            <p:ph type="subTitle" idx="17"/>
          </p:nvPr>
        </p:nvSpPr>
        <p:spPr>
          <a:xfrm>
            <a:off x="3403800" y="1844574"/>
            <a:ext cx="23364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3" name="Google Shape;163;p13"/>
          <p:cNvSpPr txBox="1">
            <a:spLocks noGrp="1"/>
          </p:cNvSpPr>
          <p:nvPr>
            <p:ph type="subTitle" idx="18"/>
          </p:nvPr>
        </p:nvSpPr>
        <p:spPr>
          <a:xfrm>
            <a:off x="3403800" y="3559224"/>
            <a:ext cx="23364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4" name="Google Shape;164;p13"/>
          <p:cNvSpPr txBox="1">
            <a:spLocks noGrp="1"/>
          </p:cNvSpPr>
          <p:nvPr>
            <p:ph type="subTitle" idx="19"/>
          </p:nvPr>
        </p:nvSpPr>
        <p:spPr>
          <a:xfrm>
            <a:off x="6087600" y="1844574"/>
            <a:ext cx="23364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5" name="Google Shape;165;p13"/>
          <p:cNvSpPr txBox="1">
            <a:spLocks noGrp="1"/>
          </p:cNvSpPr>
          <p:nvPr>
            <p:ph type="subTitle" idx="20"/>
          </p:nvPr>
        </p:nvSpPr>
        <p:spPr>
          <a:xfrm>
            <a:off x="6087600" y="3559224"/>
            <a:ext cx="23364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6" name="Google Shape;166;p13"/>
          <p:cNvSpPr txBox="1">
            <a:spLocks noGrp="1"/>
          </p:cNvSpPr>
          <p:nvPr>
            <p:ph type="title" idx="21"/>
          </p:nvPr>
        </p:nvSpPr>
        <p:spPr>
          <a:xfrm>
            <a:off x="720000" y="5400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67" name="Google Shape;167;p13"/>
          <p:cNvGrpSpPr/>
          <p:nvPr/>
        </p:nvGrpSpPr>
        <p:grpSpPr>
          <a:xfrm>
            <a:off x="-199848" y="-62525"/>
            <a:ext cx="9549048" cy="5248559"/>
            <a:chOff x="-199848" y="-62525"/>
            <a:chExt cx="9549048" cy="5248559"/>
          </a:xfrm>
        </p:grpSpPr>
        <p:sp>
          <p:nvSpPr>
            <p:cNvPr id="168" name="Google Shape;168;p13"/>
            <p:cNvSpPr/>
            <p:nvPr/>
          </p:nvSpPr>
          <p:spPr>
            <a:xfrm rot="5400000">
              <a:off x="249242" y="57499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3"/>
            <p:cNvSpPr/>
            <p:nvPr/>
          </p:nvSpPr>
          <p:spPr>
            <a:xfrm rot="5400000">
              <a:off x="498241" y="-83419"/>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3"/>
            <p:cNvSpPr/>
            <p:nvPr/>
          </p:nvSpPr>
          <p:spPr>
            <a:xfrm>
              <a:off x="3710250" y="-62525"/>
              <a:ext cx="4405700" cy="782725"/>
            </a:xfrm>
            <a:custGeom>
              <a:avLst/>
              <a:gdLst/>
              <a:ahLst/>
              <a:cxnLst/>
              <a:rect l="l" t="t" r="r" b="b"/>
              <a:pathLst>
                <a:path w="176228" h="31309" extrusionOk="0">
                  <a:moveTo>
                    <a:pt x="0" y="849"/>
                  </a:moveTo>
                  <a:cubicBezTo>
                    <a:pt x="14241" y="5345"/>
                    <a:pt x="21586" y="23851"/>
                    <a:pt x="36095" y="27389"/>
                  </a:cubicBezTo>
                  <a:cubicBezTo>
                    <a:pt x="50678" y="30945"/>
                    <a:pt x="66868" y="33412"/>
                    <a:pt x="81107" y="28663"/>
                  </a:cubicBezTo>
                  <a:cubicBezTo>
                    <a:pt x="91606" y="25162"/>
                    <a:pt x="101182" y="18545"/>
                    <a:pt x="112106" y="16773"/>
                  </a:cubicBezTo>
                  <a:cubicBezTo>
                    <a:pt x="126989" y="14359"/>
                    <a:pt x="142370" y="19493"/>
                    <a:pt x="157331" y="17622"/>
                  </a:cubicBezTo>
                  <a:cubicBezTo>
                    <a:pt x="165877" y="16554"/>
                    <a:pt x="174533" y="8444"/>
                    <a:pt x="176228" y="0"/>
                  </a:cubicBezTo>
                </a:path>
              </a:pathLst>
            </a:custGeom>
            <a:noFill/>
            <a:ln w="19050" cap="flat" cmpd="sng">
              <a:solidFill>
                <a:schemeClr val="dk2"/>
              </a:solidFill>
              <a:prstDash val="dash"/>
              <a:round/>
              <a:headEnd type="none" w="med" len="med"/>
              <a:tailEnd type="none" w="med" len="med"/>
            </a:ln>
          </p:spPr>
        </p:sp>
        <p:sp>
          <p:nvSpPr>
            <p:cNvPr id="171" name="Google Shape;171;p13"/>
            <p:cNvSpPr/>
            <p:nvPr/>
          </p:nvSpPr>
          <p:spPr>
            <a:xfrm>
              <a:off x="-37225" y="4428209"/>
              <a:ext cx="4007575" cy="757825"/>
            </a:xfrm>
            <a:custGeom>
              <a:avLst/>
              <a:gdLst/>
              <a:ahLst/>
              <a:cxnLst/>
              <a:rect l="l" t="t" r="r" b="b"/>
              <a:pathLst>
                <a:path w="160303" h="30313" extrusionOk="0">
                  <a:moveTo>
                    <a:pt x="0" y="4410"/>
                  </a:moveTo>
                  <a:cubicBezTo>
                    <a:pt x="7630" y="-2131"/>
                    <a:pt x="21653" y="-745"/>
                    <a:pt x="30150" y="4622"/>
                  </a:cubicBezTo>
                  <a:cubicBezTo>
                    <a:pt x="35143" y="7776"/>
                    <a:pt x="37400" y="14323"/>
                    <a:pt x="42464" y="17362"/>
                  </a:cubicBezTo>
                  <a:cubicBezTo>
                    <a:pt x="51403" y="22727"/>
                    <a:pt x="62614" y="23944"/>
                    <a:pt x="73039" y="23944"/>
                  </a:cubicBezTo>
                  <a:cubicBezTo>
                    <a:pt x="92195" y="23944"/>
                    <a:pt x="111210" y="19909"/>
                    <a:pt x="130366" y="19909"/>
                  </a:cubicBezTo>
                  <a:cubicBezTo>
                    <a:pt x="138588" y="19909"/>
                    <a:pt x="147255" y="21500"/>
                    <a:pt x="154358" y="25642"/>
                  </a:cubicBezTo>
                  <a:cubicBezTo>
                    <a:pt x="156535" y="26912"/>
                    <a:pt x="160303" y="27793"/>
                    <a:pt x="160303" y="30313"/>
                  </a:cubicBezTo>
                </a:path>
              </a:pathLst>
            </a:custGeom>
            <a:noFill/>
            <a:ln w="19050" cap="flat" cmpd="sng">
              <a:solidFill>
                <a:schemeClr val="dk2"/>
              </a:solidFill>
              <a:prstDash val="dash"/>
              <a:round/>
              <a:headEnd type="none" w="med" len="med"/>
              <a:tailEnd type="none" w="med" len="med"/>
            </a:ln>
          </p:spPr>
        </p:sp>
        <p:sp>
          <p:nvSpPr>
            <p:cNvPr id="172" name="Google Shape;172;p13"/>
            <p:cNvSpPr/>
            <p:nvPr/>
          </p:nvSpPr>
          <p:spPr>
            <a:xfrm>
              <a:off x="8737445" y="2107350"/>
              <a:ext cx="583425" cy="2627500"/>
            </a:xfrm>
            <a:custGeom>
              <a:avLst/>
              <a:gdLst/>
              <a:ahLst/>
              <a:cxnLst/>
              <a:rect l="l" t="t" r="r" b="b"/>
              <a:pathLst>
                <a:path w="23337" h="105100" extrusionOk="0">
                  <a:moveTo>
                    <a:pt x="20152" y="0"/>
                  </a:moveTo>
                  <a:cubicBezTo>
                    <a:pt x="9368" y="1349"/>
                    <a:pt x="3168" y="17635"/>
                    <a:pt x="4228" y="28452"/>
                  </a:cubicBezTo>
                  <a:cubicBezTo>
                    <a:pt x="5095" y="37299"/>
                    <a:pt x="8133" y="45897"/>
                    <a:pt x="8474" y="54780"/>
                  </a:cubicBezTo>
                  <a:cubicBezTo>
                    <a:pt x="8903" y="65965"/>
                    <a:pt x="-3099" y="76997"/>
                    <a:pt x="831" y="87477"/>
                  </a:cubicBezTo>
                  <a:cubicBezTo>
                    <a:pt x="4177" y="96398"/>
                    <a:pt x="13809" y="105100"/>
                    <a:pt x="23337" y="105100"/>
                  </a:cubicBezTo>
                </a:path>
              </a:pathLst>
            </a:custGeom>
            <a:noFill/>
            <a:ln w="19050" cap="flat" cmpd="sng">
              <a:solidFill>
                <a:schemeClr val="dk2"/>
              </a:solidFill>
              <a:prstDash val="dash"/>
              <a:round/>
              <a:headEnd type="none" w="med" len="med"/>
              <a:tailEnd type="none" w="med" len="med"/>
            </a:ln>
          </p:spPr>
        </p:sp>
        <p:sp>
          <p:nvSpPr>
            <p:cNvPr id="173" name="Google Shape;173;p13"/>
            <p:cNvSpPr/>
            <p:nvPr/>
          </p:nvSpPr>
          <p:spPr>
            <a:xfrm rot="5400000">
              <a:off x="8579092" y="672559"/>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3"/>
            <p:cNvSpPr/>
            <p:nvPr/>
          </p:nvSpPr>
          <p:spPr>
            <a:xfrm rot="5400000">
              <a:off x="8819716" y="116243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3"/>
            <p:cNvSpPr/>
            <p:nvPr/>
          </p:nvSpPr>
          <p:spPr>
            <a:xfrm rot="5400000">
              <a:off x="249242" y="260914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3"/>
            <p:cNvSpPr/>
            <p:nvPr/>
          </p:nvSpPr>
          <p:spPr>
            <a:xfrm rot="5400000">
              <a:off x="-30334" y="3071594"/>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77"/>
        <p:cNvGrpSpPr/>
        <p:nvPr/>
      </p:nvGrpSpPr>
      <p:grpSpPr>
        <a:xfrm>
          <a:off x="0" y="0"/>
          <a:ext cx="0" cy="0"/>
          <a:chOff x="0" y="0"/>
          <a:chExt cx="0" cy="0"/>
        </a:xfrm>
      </p:grpSpPr>
      <p:sp>
        <p:nvSpPr>
          <p:cNvPr id="178" name="Google Shape;178;p14"/>
          <p:cNvSpPr txBox="1">
            <a:spLocks noGrp="1"/>
          </p:cNvSpPr>
          <p:nvPr>
            <p:ph type="title"/>
          </p:nvPr>
        </p:nvSpPr>
        <p:spPr>
          <a:xfrm rot="-1103">
            <a:off x="4006525" y="3143374"/>
            <a:ext cx="2804400" cy="604500"/>
          </a:xfrm>
          <a:prstGeom prst="rect">
            <a:avLst/>
          </a:prstGeom>
          <a:solidFill>
            <a:schemeClr val="dk2"/>
          </a:solidFill>
          <a:ln>
            <a:noFill/>
          </a:ln>
        </p:spPr>
        <p:txBody>
          <a:bodyPr spcFirstLastPara="1" wrap="square" lIns="91425" tIns="91425" rIns="91425" bIns="91425" anchor="t" anchorCtr="0">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179" name="Google Shape;179;p14"/>
          <p:cNvSpPr txBox="1">
            <a:spLocks noGrp="1"/>
          </p:cNvSpPr>
          <p:nvPr>
            <p:ph type="subTitle" idx="1"/>
          </p:nvPr>
        </p:nvSpPr>
        <p:spPr>
          <a:xfrm>
            <a:off x="4006625" y="1395175"/>
            <a:ext cx="3852000" cy="167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2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180" name="Google Shape;180;p14"/>
          <p:cNvGrpSpPr/>
          <p:nvPr/>
        </p:nvGrpSpPr>
        <p:grpSpPr>
          <a:xfrm>
            <a:off x="-31925" y="-41300"/>
            <a:ext cx="9262549" cy="5239053"/>
            <a:chOff x="-31925" y="-41300"/>
            <a:chExt cx="9262549" cy="5239053"/>
          </a:xfrm>
        </p:grpSpPr>
        <p:sp>
          <p:nvSpPr>
            <p:cNvPr id="181" name="Google Shape;181;p14"/>
            <p:cNvSpPr/>
            <p:nvPr/>
          </p:nvSpPr>
          <p:spPr>
            <a:xfrm rot="5400000">
              <a:off x="482316" y="20938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4"/>
            <p:cNvSpPr/>
            <p:nvPr/>
          </p:nvSpPr>
          <p:spPr>
            <a:xfrm rot="5400000">
              <a:off x="8482848" y="3635898"/>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4"/>
            <p:cNvSpPr/>
            <p:nvPr/>
          </p:nvSpPr>
          <p:spPr>
            <a:xfrm>
              <a:off x="7610949" y="-9450"/>
              <a:ext cx="1619675" cy="3476775"/>
            </a:xfrm>
            <a:custGeom>
              <a:avLst/>
              <a:gdLst/>
              <a:ahLst/>
              <a:cxnLst/>
              <a:rect l="l" t="t" r="r" b="b"/>
              <a:pathLst>
                <a:path w="64787" h="139071" extrusionOk="0">
                  <a:moveTo>
                    <a:pt x="22960" y="0"/>
                  </a:moveTo>
                  <a:cubicBezTo>
                    <a:pt x="8536" y="4406"/>
                    <a:pt x="-3265" y="24990"/>
                    <a:pt x="878" y="39492"/>
                  </a:cubicBezTo>
                  <a:cubicBezTo>
                    <a:pt x="3256" y="47814"/>
                    <a:pt x="11239" y="53414"/>
                    <a:pt x="17227" y="59662"/>
                  </a:cubicBezTo>
                  <a:cubicBezTo>
                    <a:pt x="25805" y="68613"/>
                    <a:pt x="34555" y="77586"/>
                    <a:pt x="41432" y="87901"/>
                  </a:cubicBezTo>
                  <a:cubicBezTo>
                    <a:pt x="47831" y="97499"/>
                    <a:pt x="42878" y="111008"/>
                    <a:pt x="45254" y="122297"/>
                  </a:cubicBezTo>
                  <a:cubicBezTo>
                    <a:pt x="47022" y="130695"/>
                    <a:pt x="56205" y="139071"/>
                    <a:pt x="64787" y="139071"/>
                  </a:cubicBezTo>
                </a:path>
              </a:pathLst>
            </a:custGeom>
            <a:noFill/>
            <a:ln w="19050" cap="flat" cmpd="sng">
              <a:solidFill>
                <a:schemeClr val="dk2"/>
              </a:solidFill>
              <a:prstDash val="dash"/>
              <a:round/>
              <a:headEnd type="none" w="med" len="med"/>
              <a:tailEnd type="none" w="med" len="med"/>
            </a:ln>
          </p:spPr>
        </p:sp>
        <p:sp>
          <p:nvSpPr>
            <p:cNvPr id="184" name="Google Shape;184;p14"/>
            <p:cNvSpPr/>
            <p:nvPr/>
          </p:nvSpPr>
          <p:spPr>
            <a:xfrm>
              <a:off x="-31925" y="3330053"/>
              <a:ext cx="2362100" cy="1867700"/>
            </a:xfrm>
            <a:custGeom>
              <a:avLst/>
              <a:gdLst/>
              <a:ahLst/>
              <a:cxnLst/>
              <a:rect l="l" t="t" r="r" b="b"/>
              <a:pathLst>
                <a:path w="94484" h="74708" extrusionOk="0">
                  <a:moveTo>
                    <a:pt x="0" y="183"/>
                  </a:moveTo>
                  <a:cubicBezTo>
                    <a:pt x="12878" y="-810"/>
                    <a:pt x="29355" y="2387"/>
                    <a:pt x="36520" y="13134"/>
                  </a:cubicBezTo>
                  <a:cubicBezTo>
                    <a:pt x="43225" y="23192"/>
                    <a:pt x="38662" y="40469"/>
                    <a:pt x="48622" y="47318"/>
                  </a:cubicBezTo>
                  <a:cubicBezTo>
                    <a:pt x="60295" y="55345"/>
                    <a:pt x="76491" y="53975"/>
                    <a:pt x="88963" y="60694"/>
                  </a:cubicBezTo>
                  <a:cubicBezTo>
                    <a:pt x="93383" y="63075"/>
                    <a:pt x="94484" y="69687"/>
                    <a:pt x="94484" y="74708"/>
                  </a:cubicBezTo>
                </a:path>
              </a:pathLst>
            </a:custGeom>
            <a:noFill/>
            <a:ln w="19050" cap="flat" cmpd="sng">
              <a:solidFill>
                <a:schemeClr val="dk2"/>
              </a:solidFill>
              <a:prstDash val="dash"/>
              <a:round/>
              <a:headEnd type="none" w="med" len="med"/>
              <a:tailEnd type="none" w="med" len="med"/>
            </a:ln>
          </p:spPr>
        </p:sp>
        <p:sp>
          <p:nvSpPr>
            <p:cNvPr id="185" name="Google Shape;185;p14"/>
            <p:cNvSpPr/>
            <p:nvPr/>
          </p:nvSpPr>
          <p:spPr>
            <a:xfrm>
              <a:off x="2914050" y="-41300"/>
              <a:ext cx="3158300" cy="1000875"/>
            </a:xfrm>
            <a:custGeom>
              <a:avLst/>
              <a:gdLst/>
              <a:ahLst/>
              <a:cxnLst/>
              <a:rect l="l" t="t" r="r" b="b"/>
              <a:pathLst>
                <a:path w="126332" h="40035" extrusionOk="0">
                  <a:moveTo>
                    <a:pt x="0" y="637"/>
                  </a:moveTo>
                  <a:cubicBezTo>
                    <a:pt x="0" y="8260"/>
                    <a:pt x="1003" y="16500"/>
                    <a:pt x="5096" y="22931"/>
                  </a:cubicBezTo>
                  <a:cubicBezTo>
                    <a:pt x="10408" y="31277"/>
                    <a:pt x="20010" y="37623"/>
                    <a:pt x="29725" y="39492"/>
                  </a:cubicBezTo>
                  <a:cubicBezTo>
                    <a:pt x="46846" y="42786"/>
                    <a:pt x="63299" y="29810"/>
                    <a:pt x="79409" y="23143"/>
                  </a:cubicBezTo>
                  <a:cubicBezTo>
                    <a:pt x="84332" y="21106"/>
                    <a:pt x="89440" y="19349"/>
                    <a:pt x="94696" y="18472"/>
                  </a:cubicBezTo>
                  <a:cubicBezTo>
                    <a:pt x="101736" y="17298"/>
                    <a:pt x="109990" y="19671"/>
                    <a:pt x="115928" y="15712"/>
                  </a:cubicBezTo>
                  <a:cubicBezTo>
                    <a:pt x="121154" y="12228"/>
                    <a:pt x="121107" y="3486"/>
                    <a:pt x="126332" y="0"/>
                  </a:cubicBezTo>
                </a:path>
              </a:pathLst>
            </a:custGeom>
            <a:noFill/>
            <a:ln w="19050" cap="flat" cmpd="sng">
              <a:solidFill>
                <a:schemeClr val="dk2"/>
              </a:solidFill>
              <a:prstDash val="dash"/>
              <a:round/>
              <a:headEnd type="none" w="med" len="med"/>
              <a:tailEnd type="none" w="med" len="med"/>
            </a:ln>
          </p:spPr>
        </p:sp>
        <p:sp>
          <p:nvSpPr>
            <p:cNvPr id="186" name="Google Shape;186;p14"/>
            <p:cNvSpPr/>
            <p:nvPr/>
          </p:nvSpPr>
          <p:spPr>
            <a:xfrm>
              <a:off x="4936425" y="4708197"/>
              <a:ext cx="3625400" cy="478850"/>
            </a:xfrm>
            <a:custGeom>
              <a:avLst/>
              <a:gdLst/>
              <a:ahLst/>
              <a:cxnLst/>
              <a:rect l="l" t="t" r="r" b="b"/>
              <a:pathLst>
                <a:path w="145016" h="19154" extrusionOk="0">
                  <a:moveTo>
                    <a:pt x="0" y="19154"/>
                  </a:moveTo>
                  <a:cubicBezTo>
                    <a:pt x="10306" y="6276"/>
                    <a:pt x="30449" y="2620"/>
                    <a:pt x="46923" y="3443"/>
                  </a:cubicBezTo>
                  <a:cubicBezTo>
                    <a:pt x="58318" y="4012"/>
                    <a:pt x="69092" y="11081"/>
                    <a:pt x="80470" y="10237"/>
                  </a:cubicBezTo>
                  <a:cubicBezTo>
                    <a:pt x="96210" y="9070"/>
                    <a:pt x="111077" y="-1551"/>
                    <a:pt x="126756" y="258"/>
                  </a:cubicBezTo>
                  <a:cubicBezTo>
                    <a:pt x="131448" y="799"/>
                    <a:pt x="136793" y="1590"/>
                    <a:pt x="140132" y="4929"/>
                  </a:cubicBezTo>
                  <a:cubicBezTo>
                    <a:pt x="143630" y="8427"/>
                    <a:pt x="145016" y="13995"/>
                    <a:pt x="145016" y="18942"/>
                  </a:cubicBezTo>
                </a:path>
              </a:pathLst>
            </a:custGeom>
            <a:noFill/>
            <a:ln w="19050" cap="flat" cmpd="sng">
              <a:solidFill>
                <a:schemeClr val="dk2"/>
              </a:solidFill>
              <a:prstDash val="dash"/>
              <a:round/>
              <a:headEnd type="none" w="med" len="med"/>
              <a:tailEnd type="none" w="med" len="med"/>
            </a:ln>
          </p:spPr>
        </p:sp>
        <p:sp>
          <p:nvSpPr>
            <p:cNvPr id="187" name="Google Shape;187;p14"/>
            <p:cNvSpPr/>
            <p:nvPr/>
          </p:nvSpPr>
          <p:spPr>
            <a:xfrm rot="5400000">
              <a:off x="188348" y="1219498"/>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88"/>
        <p:cNvGrpSpPr/>
        <p:nvPr/>
      </p:nvGrpSpPr>
      <p:grpSpPr>
        <a:xfrm>
          <a:off x="0" y="0"/>
          <a:ext cx="0" cy="0"/>
          <a:chOff x="0" y="0"/>
          <a:chExt cx="0" cy="0"/>
        </a:xfrm>
      </p:grpSpPr>
      <p:sp>
        <p:nvSpPr>
          <p:cNvPr id="189" name="Google Shape;189;p15"/>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90" name="Google Shape;190;p15"/>
          <p:cNvGrpSpPr/>
          <p:nvPr/>
        </p:nvGrpSpPr>
        <p:grpSpPr>
          <a:xfrm>
            <a:off x="-224873" y="-57225"/>
            <a:ext cx="9591548" cy="4987065"/>
            <a:chOff x="-224873" y="-57225"/>
            <a:chExt cx="9591548" cy="4987065"/>
          </a:xfrm>
        </p:grpSpPr>
        <p:sp>
          <p:nvSpPr>
            <p:cNvPr id="191" name="Google Shape;191;p15"/>
            <p:cNvSpPr/>
            <p:nvPr/>
          </p:nvSpPr>
          <p:spPr>
            <a:xfrm rot="5400000">
              <a:off x="2817" y="318652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5"/>
            <p:cNvSpPr/>
            <p:nvPr/>
          </p:nvSpPr>
          <p:spPr>
            <a:xfrm rot="5400000">
              <a:off x="8837191" y="33060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5"/>
            <p:cNvSpPr/>
            <p:nvPr/>
          </p:nvSpPr>
          <p:spPr>
            <a:xfrm rot="5400000">
              <a:off x="5504823" y="42673"/>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5"/>
            <p:cNvSpPr/>
            <p:nvPr/>
          </p:nvSpPr>
          <p:spPr>
            <a:xfrm>
              <a:off x="1806143" y="-57225"/>
              <a:ext cx="3284225" cy="420725"/>
            </a:xfrm>
            <a:custGeom>
              <a:avLst/>
              <a:gdLst/>
              <a:ahLst/>
              <a:cxnLst/>
              <a:rect l="l" t="t" r="r" b="b"/>
              <a:pathLst>
                <a:path w="131369" h="16829" extrusionOk="0">
                  <a:moveTo>
                    <a:pt x="154" y="0"/>
                  </a:moveTo>
                  <a:cubicBezTo>
                    <a:pt x="-463" y="5253"/>
                    <a:pt x="1903" y="12290"/>
                    <a:pt x="6736" y="14438"/>
                  </a:cubicBezTo>
                  <a:cubicBezTo>
                    <a:pt x="13745" y="17553"/>
                    <a:pt x="22014" y="16860"/>
                    <a:pt x="29667" y="16349"/>
                  </a:cubicBezTo>
                  <a:cubicBezTo>
                    <a:pt x="40168" y="15648"/>
                    <a:pt x="49950" y="9998"/>
                    <a:pt x="60454" y="9342"/>
                  </a:cubicBezTo>
                  <a:cubicBezTo>
                    <a:pt x="84161" y="7862"/>
                    <a:pt x="119151" y="22705"/>
                    <a:pt x="131369" y="2335"/>
                  </a:cubicBezTo>
                </a:path>
              </a:pathLst>
            </a:custGeom>
            <a:noFill/>
            <a:ln w="19050" cap="flat" cmpd="sng">
              <a:solidFill>
                <a:schemeClr val="dk2"/>
              </a:solidFill>
              <a:prstDash val="dash"/>
              <a:round/>
              <a:headEnd type="none" w="med" len="med"/>
              <a:tailEnd type="none" w="med" len="med"/>
            </a:ln>
          </p:spPr>
        </p:sp>
        <p:sp>
          <p:nvSpPr>
            <p:cNvPr id="195" name="Google Shape;195;p15"/>
            <p:cNvSpPr/>
            <p:nvPr/>
          </p:nvSpPr>
          <p:spPr>
            <a:xfrm>
              <a:off x="8619599" y="2180575"/>
              <a:ext cx="600440" cy="2473550"/>
            </a:xfrm>
            <a:custGeom>
              <a:avLst/>
              <a:gdLst/>
              <a:ahLst/>
              <a:cxnLst/>
              <a:rect l="l" t="t" r="r" b="b"/>
              <a:pathLst>
                <a:path w="31449" h="98942" extrusionOk="0">
                  <a:moveTo>
                    <a:pt x="31449" y="0"/>
                  </a:moveTo>
                  <a:cubicBezTo>
                    <a:pt x="19404" y="1269"/>
                    <a:pt x="6058" y="8914"/>
                    <a:pt x="1087" y="19958"/>
                  </a:cubicBezTo>
                  <a:cubicBezTo>
                    <a:pt x="-3634" y="30448"/>
                    <a:pt x="9339" y="41495"/>
                    <a:pt x="12128" y="52656"/>
                  </a:cubicBezTo>
                  <a:cubicBezTo>
                    <a:pt x="14175" y="60850"/>
                    <a:pt x="2782" y="69554"/>
                    <a:pt x="6183" y="77285"/>
                  </a:cubicBezTo>
                  <a:cubicBezTo>
                    <a:pt x="10355" y="86768"/>
                    <a:pt x="19210" y="94309"/>
                    <a:pt x="28477" y="98942"/>
                  </a:cubicBezTo>
                </a:path>
              </a:pathLst>
            </a:custGeom>
            <a:noFill/>
            <a:ln w="19050" cap="flat" cmpd="sng">
              <a:solidFill>
                <a:schemeClr val="dk2"/>
              </a:solidFill>
              <a:prstDash val="dash"/>
              <a:round/>
              <a:headEnd type="none" w="med" len="med"/>
              <a:tailEnd type="none" w="med" len="med"/>
            </a:ln>
          </p:spPr>
        </p:sp>
        <p:sp>
          <p:nvSpPr>
            <p:cNvPr id="196" name="Google Shape;196;p15"/>
            <p:cNvSpPr/>
            <p:nvPr/>
          </p:nvSpPr>
          <p:spPr>
            <a:xfrm>
              <a:off x="-47800" y="-43500"/>
              <a:ext cx="643400" cy="2160375"/>
            </a:xfrm>
            <a:custGeom>
              <a:avLst/>
              <a:gdLst/>
              <a:ahLst/>
              <a:cxnLst/>
              <a:rect l="l" t="t" r="r" b="b"/>
              <a:pathLst>
                <a:path w="25736" h="86415" extrusionOk="0">
                  <a:moveTo>
                    <a:pt x="20383" y="0"/>
                  </a:moveTo>
                  <a:cubicBezTo>
                    <a:pt x="25014" y="4246"/>
                    <a:pt x="26838" y="12236"/>
                    <a:pt x="25054" y="18260"/>
                  </a:cubicBezTo>
                  <a:cubicBezTo>
                    <a:pt x="23783" y="22552"/>
                    <a:pt x="19099" y="25155"/>
                    <a:pt x="17410" y="29301"/>
                  </a:cubicBezTo>
                  <a:cubicBezTo>
                    <a:pt x="15609" y="33722"/>
                    <a:pt x="14555" y="38428"/>
                    <a:pt x="13588" y="43102"/>
                  </a:cubicBezTo>
                  <a:cubicBezTo>
                    <a:pt x="11895" y="51286"/>
                    <a:pt x="18307" y="59691"/>
                    <a:pt x="16986" y="67943"/>
                  </a:cubicBezTo>
                  <a:cubicBezTo>
                    <a:pt x="15664" y="76203"/>
                    <a:pt x="7768" y="83311"/>
                    <a:pt x="0" y="86415"/>
                  </a:cubicBezTo>
                </a:path>
              </a:pathLst>
            </a:custGeom>
            <a:noFill/>
            <a:ln w="19050" cap="flat" cmpd="sng">
              <a:solidFill>
                <a:schemeClr val="dk2"/>
              </a:solidFill>
              <a:prstDash val="dash"/>
              <a:round/>
              <a:headEnd type="none" w="med" len="med"/>
              <a:tailEnd type="none" w="med" len="med"/>
            </a:ln>
          </p:spPr>
        </p:sp>
        <p:sp>
          <p:nvSpPr>
            <p:cNvPr id="197" name="Google Shape;197;p15"/>
            <p:cNvSpPr/>
            <p:nvPr/>
          </p:nvSpPr>
          <p:spPr>
            <a:xfrm rot="5400000">
              <a:off x="244592" y="388567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5"/>
            <p:cNvSpPr/>
            <p:nvPr/>
          </p:nvSpPr>
          <p:spPr>
            <a:xfrm rot="5400000">
              <a:off x="-55359" y="44003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5"/>
            <p:cNvSpPr/>
            <p:nvPr/>
          </p:nvSpPr>
          <p:spPr>
            <a:xfrm rot="5400000">
              <a:off x="8268423" y="110148"/>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209"/>
        <p:cNvGrpSpPr/>
        <p:nvPr/>
      </p:nvGrpSpPr>
      <p:grpSpPr>
        <a:xfrm>
          <a:off x="0" y="0"/>
          <a:ext cx="0" cy="0"/>
          <a:chOff x="0" y="0"/>
          <a:chExt cx="0" cy="0"/>
        </a:xfrm>
      </p:grpSpPr>
      <p:sp>
        <p:nvSpPr>
          <p:cNvPr id="210" name="Google Shape;210;p17"/>
          <p:cNvSpPr txBox="1">
            <a:spLocks noGrp="1"/>
          </p:cNvSpPr>
          <p:nvPr>
            <p:ph type="title" hasCustomPrompt="1"/>
          </p:nvPr>
        </p:nvSpPr>
        <p:spPr>
          <a:xfrm>
            <a:off x="3888900" y="1085075"/>
            <a:ext cx="1365900" cy="13377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6000"/>
              <a:buNone/>
              <a:defRPr sz="7500"/>
            </a:lvl1pPr>
            <a:lvl2pPr lvl="1" algn="r" rtl="0">
              <a:spcBef>
                <a:spcPts val="0"/>
              </a:spcBef>
              <a:spcAft>
                <a:spcPts val="0"/>
              </a:spcAft>
              <a:buSzPts val="6000"/>
              <a:buNone/>
              <a:defRPr sz="6000"/>
            </a:lvl2pPr>
            <a:lvl3pPr lvl="2" algn="r" rtl="0">
              <a:spcBef>
                <a:spcPts val="0"/>
              </a:spcBef>
              <a:spcAft>
                <a:spcPts val="0"/>
              </a:spcAft>
              <a:buSzPts val="6000"/>
              <a:buNone/>
              <a:defRPr sz="6000"/>
            </a:lvl3pPr>
            <a:lvl4pPr lvl="3" algn="r" rtl="0">
              <a:spcBef>
                <a:spcPts val="0"/>
              </a:spcBef>
              <a:spcAft>
                <a:spcPts val="0"/>
              </a:spcAft>
              <a:buSzPts val="6000"/>
              <a:buNone/>
              <a:defRPr sz="6000"/>
            </a:lvl4pPr>
            <a:lvl5pPr lvl="4" algn="r" rtl="0">
              <a:spcBef>
                <a:spcPts val="0"/>
              </a:spcBef>
              <a:spcAft>
                <a:spcPts val="0"/>
              </a:spcAft>
              <a:buSzPts val="6000"/>
              <a:buNone/>
              <a:defRPr sz="6000"/>
            </a:lvl5pPr>
            <a:lvl6pPr lvl="5" algn="r" rtl="0">
              <a:spcBef>
                <a:spcPts val="0"/>
              </a:spcBef>
              <a:spcAft>
                <a:spcPts val="0"/>
              </a:spcAft>
              <a:buSzPts val="6000"/>
              <a:buNone/>
              <a:defRPr sz="6000"/>
            </a:lvl6pPr>
            <a:lvl7pPr lvl="6" algn="r" rtl="0">
              <a:spcBef>
                <a:spcPts val="0"/>
              </a:spcBef>
              <a:spcAft>
                <a:spcPts val="0"/>
              </a:spcAft>
              <a:buSzPts val="6000"/>
              <a:buNone/>
              <a:defRPr sz="6000"/>
            </a:lvl7pPr>
            <a:lvl8pPr lvl="7" algn="r" rtl="0">
              <a:spcBef>
                <a:spcPts val="0"/>
              </a:spcBef>
              <a:spcAft>
                <a:spcPts val="0"/>
              </a:spcAft>
              <a:buSzPts val="6000"/>
              <a:buNone/>
              <a:defRPr sz="6000"/>
            </a:lvl8pPr>
            <a:lvl9pPr lvl="8" algn="r" rtl="0">
              <a:spcBef>
                <a:spcPts val="0"/>
              </a:spcBef>
              <a:spcAft>
                <a:spcPts val="0"/>
              </a:spcAft>
              <a:buSzPts val="6000"/>
              <a:buNone/>
              <a:defRPr sz="6000"/>
            </a:lvl9pPr>
          </a:lstStyle>
          <a:p>
            <a:r>
              <a:t>xx%</a:t>
            </a:r>
          </a:p>
        </p:txBody>
      </p:sp>
      <p:sp>
        <p:nvSpPr>
          <p:cNvPr id="211" name="Google Shape;211;p17"/>
          <p:cNvSpPr txBox="1">
            <a:spLocks noGrp="1"/>
          </p:cNvSpPr>
          <p:nvPr>
            <p:ph type="subTitle" idx="1"/>
          </p:nvPr>
        </p:nvSpPr>
        <p:spPr>
          <a:xfrm rot="250">
            <a:off x="2507351" y="3600171"/>
            <a:ext cx="4129500" cy="458100"/>
          </a:xfrm>
          <a:prstGeom prst="rect">
            <a:avLst/>
          </a:prstGeom>
          <a:solidFill>
            <a:schemeClr val="dk2"/>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212" name="Google Shape;212;p17"/>
          <p:cNvSpPr txBox="1">
            <a:spLocks noGrp="1"/>
          </p:cNvSpPr>
          <p:nvPr>
            <p:ph type="title" idx="2"/>
          </p:nvPr>
        </p:nvSpPr>
        <p:spPr>
          <a:xfrm>
            <a:off x="2507138" y="2502050"/>
            <a:ext cx="4129500" cy="109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6000"/>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grpSp>
        <p:nvGrpSpPr>
          <p:cNvPr id="213" name="Google Shape;213;p17"/>
          <p:cNvGrpSpPr/>
          <p:nvPr/>
        </p:nvGrpSpPr>
        <p:grpSpPr>
          <a:xfrm>
            <a:off x="-173298" y="-41375"/>
            <a:ext cx="9530970" cy="5201901"/>
            <a:chOff x="-173298" y="-41375"/>
            <a:chExt cx="9530970" cy="5201901"/>
          </a:xfrm>
        </p:grpSpPr>
        <p:sp>
          <p:nvSpPr>
            <p:cNvPr id="214" name="Google Shape;214;p17"/>
            <p:cNvSpPr/>
            <p:nvPr/>
          </p:nvSpPr>
          <p:spPr>
            <a:xfrm rot="5400000">
              <a:off x="5167542" y="5479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7"/>
            <p:cNvSpPr/>
            <p:nvPr/>
          </p:nvSpPr>
          <p:spPr>
            <a:xfrm rot="5400000">
              <a:off x="196973" y="913198"/>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7"/>
            <p:cNvSpPr/>
            <p:nvPr/>
          </p:nvSpPr>
          <p:spPr>
            <a:xfrm>
              <a:off x="6515347" y="-41300"/>
              <a:ext cx="2842325" cy="2807950"/>
            </a:xfrm>
            <a:custGeom>
              <a:avLst/>
              <a:gdLst/>
              <a:ahLst/>
              <a:cxnLst/>
              <a:rect l="l" t="t" r="r" b="b"/>
              <a:pathLst>
                <a:path w="113693" h="112318" extrusionOk="0">
                  <a:moveTo>
                    <a:pt x="46174" y="0"/>
                  </a:moveTo>
                  <a:cubicBezTo>
                    <a:pt x="35840" y="8119"/>
                    <a:pt x="25898" y="16768"/>
                    <a:pt x="16449" y="25903"/>
                  </a:cubicBezTo>
                  <a:cubicBezTo>
                    <a:pt x="8566" y="33524"/>
                    <a:pt x="-1708" y="43790"/>
                    <a:pt x="313" y="54567"/>
                  </a:cubicBezTo>
                  <a:cubicBezTo>
                    <a:pt x="2758" y="67606"/>
                    <a:pt x="24050" y="66773"/>
                    <a:pt x="34497" y="74950"/>
                  </a:cubicBezTo>
                  <a:cubicBezTo>
                    <a:pt x="42860" y="81496"/>
                    <a:pt x="37354" y="98455"/>
                    <a:pt x="45962" y="104675"/>
                  </a:cubicBezTo>
                  <a:cubicBezTo>
                    <a:pt x="56267" y="112122"/>
                    <a:pt x="70617" y="112318"/>
                    <a:pt x="83331" y="112318"/>
                  </a:cubicBezTo>
                  <a:cubicBezTo>
                    <a:pt x="93962" y="112318"/>
                    <a:pt x="107793" y="111395"/>
                    <a:pt x="113693" y="102551"/>
                  </a:cubicBezTo>
                </a:path>
              </a:pathLst>
            </a:custGeom>
            <a:noFill/>
            <a:ln w="19050" cap="flat" cmpd="sng">
              <a:solidFill>
                <a:schemeClr val="dk2"/>
              </a:solidFill>
              <a:prstDash val="dash"/>
              <a:round/>
              <a:headEnd type="none" w="med" len="med"/>
              <a:tailEnd type="none" w="med" len="med"/>
            </a:ln>
          </p:spPr>
        </p:sp>
        <p:sp>
          <p:nvSpPr>
            <p:cNvPr id="217" name="Google Shape;217;p17"/>
            <p:cNvSpPr/>
            <p:nvPr/>
          </p:nvSpPr>
          <p:spPr>
            <a:xfrm>
              <a:off x="-111525" y="4124176"/>
              <a:ext cx="2999050" cy="1036350"/>
            </a:xfrm>
            <a:custGeom>
              <a:avLst/>
              <a:gdLst/>
              <a:ahLst/>
              <a:cxnLst/>
              <a:rect l="l" t="t" r="r" b="b"/>
              <a:pathLst>
                <a:path w="119962" h="41454" extrusionOk="0">
                  <a:moveTo>
                    <a:pt x="0" y="7695"/>
                  </a:moveTo>
                  <a:cubicBezTo>
                    <a:pt x="13202" y="-560"/>
                    <a:pt x="31958" y="-2333"/>
                    <a:pt x="46498" y="3236"/>
                  </a:cubicBezTo>
                  <a:cubicBezTo>
                    <a:pt x="57205" y="7337"/>
                    <a:pt x="63498" y="19195"/>
                    <a:pt x="73888" y="24043"/>
                  </a:cubicBezTo>
                  <a:cubicBezTo>
                    <a:pt x="82162" y="27904"/>
                    <a:pt x="92223" y="22438"/>
                    <a:pt x="101277" y="23619"/>
                  </a:cubicBezTo>
                  <a:cubicBezTo>
                    <a:pt x="109815" y="24733"/>
                    <a:pt x="117869" y="33102"/>
                    <a:pt x="119962" y="41454"/>
                  </a:cubicBezTo>
                </a:path>
              </a:pathLst>
            </a:custGeom>
            <a:noFill/>
            <a:ln w="19050" cap="flat" cmpd="sng">
              <a:solidFill>
                <a:schemeClr val="dk2"/>
              </a:solidFill>
              <a:prstDash val="dash"/>
              <a:round/>
              <a:headEnd type="none" w="med" len="med"/>
              <a:tailEnd type="none" w="med" len="med"/>
            </a:ln>
          </p:spPr>
        </p:sp>
        <p:sp>
          <p:nvSpPr>
            <p:cNvPr id="218" name="Google Shape;218;p17"/>
            <p:cNvSpPr/>
            <p:nvPr/>
          </p:nvSpPr>
          <p:spPr>
            <a:xfrm>
              <a:off x="2107225" y="-41375"/>
              <a:ext cx="2882275" cy="725725"/>
            </a:xfrm>
            <a:custGeom>
              <a:avLst/>
              <a:gdLst/>
              <a:ahLst/>
              <a:cxnLst/>
              <a:rect l="l" t="t" r="r" b="b"/>
              <a:pathLst>
                <a:path w="115291" h="29029" extrusionOk="0">
                  <a:moveTo>
                    <a:pt x="0" y="850"/>
                  </a:moveTo>
                  <a:cubicBezTo>
                    <a:pt x="4433" y="11686"/>
                    <a:pt x="11105" y="25153"/>
                    <a:pt x="22506" y="27814"/>
                  </a:cubicBezTo>
                  <a:cubicBezTo>
                    <a:pt x="32334" y="30108"/>
                    <a:pt x="43303" y="28845"/>
                    <a:pt x="52656" y="25054"/>
                  </a:cubicBezTo>
                  <a:cubicBezTo>
                    <a:pt x="59844" y="22141"/>
                    <a:pt x="66104" y="16757"/>
                    <a:pt x="73676" y="15075"/>
                  </a:cubicBezTo>
                  <a:cubicBezTo>
                    <a:pt x="81494" y="13338"/>
                    <a:pt x="89967" y="18549"/>
                    <a:pt x="97668" y="16349"/>
                  </a:cubicBezTo>
                  <a:cubicBezTo>
                    <a:pt x="105373" y="14148"/>
                    <a:pt x="110558" y="6465"/>
                    <a:pt x="115291" y="0"/>
                  </a:cubicBezTo>
                </a:path>
              </a:pathLst>
            </a:custGeom>
            <a:noFill/>
            <a:ln w="19050" cap="flat" cmpd="sng">
              <a:solidFill>
                <a:schemeClr val="dk2"/>
              </a:solidFill>
              <a:prstDash val="dash"/>
              <a:round/>
              <a:headEnd type="none" w="med" len="med"/>
              <a:tailEnd type="none" w="med" len="med"/>
            </a:ln>
          </p:spPr>
        </p:sp>
        <p:sp>
          <p:nvSpPr>
            <p:cNvPr id="219" name="Google Shape;219;p17"/>
            <p:cNvSpPr/>
            <p:nvPr/>
          </p:nvSpPr>
          <p:spPr>
            <a:xfrm rot="5400000">
              <a:off x="5022692" y="465004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7"/>
            <p:cNvSpPr/>
            <p:nvPr/>
          </p:nvSpPr>
          <p:spPr>
            <a:xfrm rot="5400000">
              <a:off x="5815391" y="371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7"/>
            <p:cNvSpPr/>
            <p:nvPr/>
          </p:nvSpPr>
          <p:spPr>
            <a:xfrm rot="5400000">
              <a:off x="344073" y="1994523"/>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7"/>
            <p:cNvSpPr/>
            <p:nvPr/>
          </p:nvSpPr>
          <p:spPr>
            <a:xfrm rot="5400000">
              <a:off x="8460792" y="141589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7"/>
            <p:cNvSpPr/>
            <p:nvPr/>
          </p:nvSpPr>
          <p:spPr>
            <a:xfrm rot="5400000">
              <a:off x="-3784" y="259713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7"/>
            <p:cNvSpPr/>
            <p:nvPr/>
          </p:nvSpPr>
          <p:spPr>
            <a:xfrm rot="5400000">
              <a:off x="8511623" y="697798"/>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MAIN_POINT_1">
    <p:spTree>
      <p:nvGrpSpPr>
        <p:cNvPr id="1" name="Shape 225"/>
        <p:cNvGrpSpPr/>
        <p:nvPr/>
      </p:nvGrpSpPr>
      <p:grpSpPr>
        <a:xfrm>
          <a:off x="0" y="0"/>
          <a:ext cx="0" cy="0"/>
          <a:chOff x="0" y="0"/>
          <a:chExt cx="0" cy="0"/>
        </a:xfrm>
      </p:grpSpPr>
      <p:sp>
        <p:nvSpPr>
          <p:cNvPr id="226" name="Google Shape;226;p18"/>
          <p:cNvSpPr txBox="1">
            <a:spLocks noGrp="1"/>
          </p:cNvSpPr>
          <p:nvPr>
            <p:ph type="subTitle" idx="1"/>
          </p:nvPr>
        </p:nvSpPr>
        <p:spPr>
          <a:xfrm rot="219">
            <a:off x="720000" y="3372150"/>
            <a:ext cx="4706700" cy="682200"/>
          </a:xfrm>
          <a:prstGeom prst="rect">
            <a:avLst/>
          </a:prstGeom>
          <a:solidFill>
            <a:schemeClr val="dk2"/>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27" name="Google Shape;227;p18"/>
          <p:cNvSpPr txBox="1">
            <a:spLocks noGrp="1"/>
          </p:cNvSpPr>
          <p:nvPr>
            <p:ph type="title"/>
          </p:nvPr>
        </p:nvSpPr>
        <p:spPr>
          <a:xfrm>
            <a:off x="720050" y="1089000"/>
            <a:ext cx="4706700" cy="2283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800"/>
              <a:buNone/>
              <a:defRPr sz="130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grpSp>
        <p:nvGrpSpPr>
          <p:cNvPr id="228" name="Google Shape;228;p18"/>
          <p:cNvGrpSpPr/>
          <p:nvPr/>
        </p:nvGrpSpPr>
        <p:grpSpPr>
          <a:xfrm>
            <a:off x="-282298" y="-57225"/>
            <a:ext cx="9824848" cy="5242140"/>
            <a:chOff x="-282298" y="-57225"/>
            <a:chExt cx="9824848" cy="5242140"/>
          </a:xfrm>
        </p:grpSpPr>
        <p:sp>
          <p:nvSpPr>
            <p:cNvPr id="229" name="Google Shape;229;p18"/>
            <p:cNvSpPr/>
            <p:nvPr/>
          </p:nvSpPr>
          <p:spPr>
            <a:xfrm rot="5400000">
              <a:off x="905192" y="7602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8"/>
            <p:cNvSpPr/>
            <p:nvPr/>
          </p:nvSpPr>
          <p:spPr>
            <a:xfrm>
              <a:off x="1300400" y="-57225"/>
              <a:ext cx="4416300" cy="1054800"/>
            </a:xfrm>
            <a:custGeom>
              <a:avLst/>
              <a:gdLst/>
              <a:ahLst/>
              <a:cxnLst/>
              <a:rect l="l" t="t" r="r" b="b"/>
              <a:pathLst>
                <a:path w="176652" h="42192" extrusionOk="0">
                  <a:moveTo>
                    <a:pt x="0" y="0"/>
                  </a:moveTo>
                  <a:cubicBezTo>
                    <a:pt x="6396" y="0"/>
                    <a:pt x="11812" y="4976"/>
                    <a:pt x="17411" y="8068"/>
                  </a:cubicBezTo>
                  <a:cubicBezTo>
                    <a:pt x="34888" y="17720"/>
                    <a:pt x="48389" y="35604"/>
                    <a:pt x="67731" y="40553"/>
                  </a:cubicBezTo>
                  <a:cubicBezTo>
                    <a:pt x="76657" y="42837"/>
                    <a:pt x="86953" y="42898"/>
                    <a:pt x="95333" y="39067"/>
                  </a:cubicBezTo>
                  <a:cubicBezTo>
                    <a:pt x="107178" y="33652"/>
                    <a:pt x="116538" y="23430"/>
                    <a:pt x="128667" y="18684"/>
                  </a:cubicBezTo>
                  <a:cubicBezTo>
                    <a:pt x="139360" y="14500"/>
                    <a:pt x="151756" y="17395"/>
                    <a:pt x="162851" y="14438"/>
                  </a:cubicBezTo>
                  <a:cubicBezTo>
                    <a:pt x="169137" y="12762"/>
                    <a:pt x="173041" y="6049"/>
                    <a:pt x="176652" y="637"/>
                  </a:cubicBezTo>
                </a:path>
              </a:pathLst>
            </a:custGeom>
            <a:noFill/>
            <a:ln w="19050" cap="flat" cmpd="sng">
              <a:solidFill>
                <a:schemeClr val="dk2"/>
              </a:solidFill>
              <a:prstDash val="dash"/>
              <a:round/>
              <a:headEnd type="none" w="med" len="med"/>
              <a:tailEnd type="none" w="med" len="med"/>
            </a:ln>
          </p:spPr>
        </p:sp>
        <p:sp>
          <p:nvSpPr>
            <p:cNvPr id="231" name="Google Shape;231;p18"/>
            <p:cNvSpPr/>
            <p:nvPr/>
          </p:nvSpPr>
          <p:spPr>
            <a:xfrm>
              <a:off x="2924675" y="4583040"/>
              <a:ext cx="4363200" cy="601875"/>
            </a:xfrm>
            <a:custGeom>
              <a:avLst/>
              <a:gdLst/>
              <a:ahLst/>
              <a:cxnLst/>
              <a:rect l="l" t="t" r="r" b="b"/>
              <a:pathLst>
                <a:path w="174528" h="24075" extrusionOk="0">
                  <a:moveTo>
                    <a:pt x="174528" y="24075"/>
                  </a:moveTo>
                  <a:cubicBezTo>
                    <a:pt x="167126" y="807"/>
                    <a:pt x="129021" y="-2355"/>
                    <a:pt x="104887" y="1357"/>
                  </a:cubicBezTo>
                  <a:cubicBezTo>
                    <a:pt x="93517" y="3106"/>
                    <a:pt x="83604" y="10971"/>
                    <a:pt x="72189" y="12398"/>
                  </a:cubicBezTo>
                  <a:cubicBezTo>
                    <a:pt x="48045" y="15417"/>
                    <a:pt x="13482" y="2971"/>
                    <a:pt x="0" y="23226"/>
                  </a:cubicBezTo>
                </a:path>
              </a:pathLst>
            </a:custGeom>
            <a:noFill/>
            <a:ln w="19050" cap="flat" cmpd="sng">
              <a:solidFill>
                <a:schemeClr val="dk2"/>
              </a:solidFill>
              <a:prstDash val="dash"/>
              <a:round/>
              <a:headEnd type="none" w="med" len="med"/>
              <a:tailEnd type="none" w="med" len="med"/>
            </a:ln>
          </p:spPr>
        </p:sp>
        <p:sp>
          <p:nvSpPr>
            <p:cNvPr id="232" name="Google Shape;232;p18"/>
            <p:cNvSpPr/>
            <p:nvPr/>
          </p:nvSpPr>
          <p:spPr>
            <a:xfrm>
              <a:off x="-100900" y="293117"/>
              <a:ext cx="517600" cy="2290925"/>
            </a:xfrm>
            <a:custGeom>
              <a:avLst/>
              <a:gdLst/>
              <a:ahLst/>
              <a:cxnLst/>
              <a:rect l="l" t="t" r="r" b="b"/>
              <a:pathLst>
                <a:path w="20704" h="91637" extrusionOk="0">
                  <a:moveTo>
                    <a:pt x="637" y="763"/>
                  </a:moveTo>
                  <a:cubicBezTo>
                    <a:pt x="8535" y="-3183"/>
                    <a:pt x="20007" y="9365"/>
                    <a:pt x="20595" y="18174"/>
                  </a:cubicBezTo>
                  <a:cubicBezTo>
                    <a:pt x="21467" y="31242"/>
                    <a:pt x="11026" y="42796"/>
                    <a:pt x="9129" y="55755"/>
                  </a:cubicBezTo>
                  <a:cubicBezTo>
                    <a:pt x="7830" y="64631"/>
                    <a:pt x="15347" y="73498"/>
                    <a:pt x="13588" y="82295"/>
                  </a:cubicBezTo>
                  <a:cubicBezTo>
                    <a:pt x="12510" y="87685"/>
                    <a:pt x="5333" y="90305"/>
                    <a:pt x="0" y="91637"/>
                  </a:cubicBezTo>
                </a:path>
              </a:pathLst>
            </a:custGeom>
            <a:noFill/>
            <a:ln w="19050" cap="flat" cmpd="sng">
              <a:solidFill>
                <a:schemeClr val="dk2"/>
              </a:solidFill>
              <a:prstDash val="dash"/>
              <a:round/>
              <a:headEnd type="none" w="med" len="med"/>
              <a:tailEnd type="none" w="med" len="med"/>
            </a:ln>
          </p:spPr>
        </p:sp>
        <p:sp>
          <p:nvSpPr>
            <p:cNvPr id="233" name="Google Shape;233;p18"/>
            <p:cNvSpPr/>
            <p:nvPr/>
          </p:nvSpPr>
          <p:spPr>
            <a:xfrm>
              <a:off x="8310516" y="-6325"/>
              <a:ext cx="909500" cy="2208125"/>
            </a:xfrm>
            <a:custGeom>
              <a:avLst/>
              <a:gdLst/>
              <a:ahLst/>
              <a:cxnLst/>
              <a:rect l="l" t="t" r="r" b="b"/>
              <a:pathLst>
                <a:path w="36380" h="88325" extrusionOk="0">
                  <a:moveTo>
                    <a:pt x="10264" y="0"/>
                  </a:moveTo>
                  <a:cubicBezTo>
                    <a:pt x="21244" y="10971"/>
                    <a:pt x="1040" y="29945"/>
                    <a:pt x="73" y="45436"/>
                  </a:cubicBezTo>
                  <a:cubicBezTo>
                    <a:pt x="-514" y="54839"/>
                    <a:pt x="12765" y="59365"/>
                    <a:pt x="18969" y="66456"/>
                  </a:cubicBezTo>
                  <a:cubicBezTo>
                    <a:pt x="25104" y="73469"/>
                    <a:pt x="27062" y="88325"/>
                    <a:pt x="36380" y="88325"/>
                  </a:cubicBezTo>
                </a:path>
              </a:pathLst>
            </a:custGeom>
            <a:noFill/>
            <a:ln w="19050" cap="flat" cmpd="sng">
              <a:solidFill>
                <a:schemeClr val="dk2"/>
              </a:solidFill>
              <a:prstDash val="dash"/>
              <a:round/>
              <a:headEnd type="none" w="med" len="med"/>
              <a:tailEnd type="none" w="med" len="med"/>
            </a:ln>
          </p:spPr>
        </p:sp>
        <p:sp>
          <p:nvSpPr>
            <p:cNvPr id="234" name="Google Shape;234;p18"/>
            <p:cNvSpPr/>
            <p:nvPr/>
          </p:nvSpPr>
          <p:spPr>
            <a:xfrm rot="5400000">
              <a:off x="293242" y="349287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8"/>
            <p:cNvSpPr/>
            <p:nvPr/>
          </p:nvSpPr>
          <p:spPr>
            <a:xfrm rot="5400000">
              <a:off x="1884117" y="469929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8"/>
            <p:cNvSpPr/>
            <p:nvPr/>
          </p:nvSpPr>
          <p:spPr>
            <a:xfrm rot="5400000">
              <a:off x="8366991" y="446783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8"/>
            <p:cNvSpPr/>
            <p:nvPr/>
          </p:nvSpPr>
          <p:spPr>
            <a:xfrm rot="5400000">
              <a:off x="5962017" y="20354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8"/>
            <p:cNvSpPr/>
            <p:nvPr/>
          </p:nvSpPr>
          <p:spPr>
            <a:xfrm rot="5400000">
              <a:off x="9013066" y="236963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8"/>
            <p:cNvSpPr/>
            <p:nvPr/>
          </p:nvSpPr>
          <p:spPr>
            <a:xfrm rot="5400000">
              <a:off x="8670155" y="293624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8"/>
            <p:cNvSpPr/>
            <p:nvPr/>
          </p:nvSpPr>
          <p:spPr>
            <a:xfrm rot="5400000">
              <a:off x="-112784" y="28086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BLANK_1_2">
    <p:spTree>
      <p:nvGrpSpPr>
        <p:cNvPr id="1" name="Shape 241"/>
        <p:cNvGrpSpPr/>
        <p:nvPr/>
      </p:nvGrpSpPr>
      <p:grpSpPr>
        <a:xfrm>
          <a:off x="0" y="0"/>
          <a:ext cx="0" cy="0"/>
          <a:chOff x="0" y="0"/>
          <a:chExt cx="0" cy="0"/>
        </a:xfrm>
      </p:grpSpPr>
      <p:sp>
        <p:nvSpPr>
          <p:cNvPr id="242" name="Google Shape;242;p19"/>
          <p:cNvSpPr txBox="1">
            <a:spLocks noGrp="1"/>
          </p:cNvSpPr>
          <p:nvPr>
            <p:ph type="subTitle" idx="1"/>
          </p:nvPr>
        </p:nvSpPr>
        <p:spPr>
          <a:xfrm>
            <a:off x="1111713" y="2494825"/>
            <a:ext cx="3239700" cy="797700"/>
          </a:xfrm>
          <a:prstGeom prst="rect">
            <a:avLst/>
          </a:prstGeom>
          <a:solidFill>
            <a:schemeClr val="dk2"/>
          </a:solidFill>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43" name="Google Shape;243;p19"/>
          <p:cNvSpPr txBox="1">
            <a:spLocks noGrp="1"/>
          </p:cNvSpPr>
          <p:nvPr>
            <p:ph type="title"/>
          </p:nvPr>
        </p:nvSpPr>
        <p:spPr>
          <a:xfrm>
            <a:off x="1111713" y="1850950"/>
            <a:ext cx="3239700" cy="643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44" name="Google Shape;244;p19"/>
          <p:cNvGrpSpPr/>
          <p:nvPr/>
        </p:nvGrpSpPr>
        <p:grpSpPr>
          <a:xfrm>
            <a:off x="-223000" y="-14775"/>
            <a:ext cx="9416476" cy="5212536"/>
            <a:chOff x="-223000" y="-14775"/>
            <a:chExt cx="9416476" cy="5212536"/>
          </a:xfrm>
        </p:grpSpPr>
        <p:sp>
          <p:nvSpPr>
            <p:cNvPr id="245" name="Google Shape;245;p19"/>
            <p:cNvSpPr/>
            <p:nvPr/>
          </p:nvSpPr>
          <p:spPr>
            <a:xfrm rot="5400000">
              <a:off x="7722491" y="12360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9"/>
            <p:cNvSpPr/>
            <p:nvPr/>
          </p:nvSpPr>
          <p:spPr>
            <a:xfrm>
              <a:off x="-223000" y="-14775"/>
              <a:ext cx="4538375" cy="1244875"/>
            </a:xfrm>
            <a:custGeom>
              <a:avLst/>
              <a:gdLst/>
              <a:ahLst/>
              <a:cxnLst/>
              <a:rect l="l" t="t" r="r" b="b"/>
              <a:pathLst>
                <a:path w="181535" h="49795" extrusionOk="0">
                  <a:moveTo>
                    <a:pt x="181535" y="0"/>
                  </a:moveTo>
                  <a:cubicBezTo>
                    <a:pt x="168110" y="14388"/>
                    <a:pt x="158040" y="38655"/>
                    <a:pt x="138434" y="40342"/>
                  </a:cubicBezTo>
                  <a:cubicBezTo>
                    <a:pt x="116044" y="42269"/>
                    <a:pt x="93871" y="29224"/>
                    <a:pt x="71552" y="31849"/>
                  </a:cubicBezTo>
                  <a:cubicBezTo>
                    <a:pt x="58998" y="33325"/>
                    <a:pt x="49036" y="43668"/>
                    <a:pt x="36944" y="47348"/>
                  </a:cubicBezTo>
                  <a:cubicBezTo>
                    <a:pt x="25022" y="50976"/>
                    <a:pt x="7479" y="51584"/>
                    <a:pt x="0" y="41616"/>
                  </a:cubicBezTo>
                </a:path>
              </a:pathLst>
            </a:custGeom>
            <a:noFill/>
            <a:ln w="19050" cap="flat" cmpd="sng">
              <a:solidFill>
                <a:schemeClr val="dk2"/>
              </a:solidFill>
              <a:prstDash val="dash"/>
              <a:round/>
              <a:headEnd type="none" w="med" len="med"/>
              <a:tailEnd type="none" w="med" len="med"/>
            </a:ln>
          </p:spPr>
        </p:sp>
        <p:sp>
          <p:nvSpPr>
            <p:cNvPr id="247" name="Google Shape;247;p19"/>
            <p:cNvSpPr/>
            <p:nvPr/>
          </p:nvSpPr>
          <p:spPr>
            <a:xfrm>
              <a:off x="-47850" y="3878286"/>
              <a:ext cx="3535850" cy="1319475"/>
            </a:xfrm>
            <a:custGeom>
              <a:avLst/>
              <a:gdLst/>
              <a:ahLst/>
              <a:cxnLst/>
              <a:rect l="l" t="t" r="r" b="b"/>
              <a:pathLst>
                <a:path w="141434" h="52779" extrusionOk="0">
                  <a:moveTo>
                    <a:pt x="0" y="13711"/>
                  </a:moveTo>
                  <a:cubicBezTo>
                    <a:pt x="21312" y="-4043"/>
                    <a:pt x="57522" y="-2948"/>
                    <a:pt x="83018" y="7979"/>
                  </a:cubicBezTo>
                  <a:cubicBezTo>
                    <a:pt x="91286" y="11522"/>
                    <a:pt x="97775" y="18449"/>
                    <a:pt x="105949" y="22204"/>
                  </a:cubicBezTo>
                  <a:cubicBezTo>
                    <a:pt x="114532" y="26147"/>
                    <a:pt x="126089" y="19681"/>
                    <a:pt x="134188" y="24540"/>
                  </a:cubicBezTo>
                  <a:cubicBezTo>
                    <a:pt x="142369" y="29449"/>
                    <a:pt x="143126" y="44245"/>
                    <a:pt x="138859" y="52779"/>
                  </a:cubicBezTo>
                </a:path>
              </a:pathLst>
            </a:custGeom>
            <a:noFill/>
            <a:ln w="19050" cap="flat" cmpd="sng">
              <a:solidFill>
                <a:schemeClr val="dk2"/>
              </a:solidFill>
              <a:prstDash val="dash"/>
              <a:round/>
              <a:headEnd type="none" w="med" len="med"/>
              <a:tailEnd type="none" w="med" len="med"/>
            </a:ln>
          </p:spPr>
        </p:sp>
        <p:sp>
          <p:nvSpPr>
            <p:cNvPr id="248" name="Google Shape;248;p19"/>
            <p:cNvSpPr/>
            <p:nvPr/>
          </p:nvSpPr>
          <p:spPr>
            <a:xfrm>
              <a:off x="7148151" y="3159450"/>
              <a:ext cx="2045325" cy="2027675"/>
            </a:xfrm>
            <a:custGeom>
              <a:avLst/>
              <a:gdLst/>
              <a:ahLst/>
              <a:cxnLst/>
              <a:rect l="l" t="t" r="r" b="b"/>
              <a:pathLst>
                <a:path w="81813" h="81107" extrusionOk="0">
                  <a:moveTo>
                    <a:pt x="81813" y="0"/>
                  </a:moveTo>
                  <a:cubicBezTo>
                    <a:pt x="76873" y="3421"/>
                    <a:pt x="69250" y="4199"/>
                    <a:pt x="66526" y="9555"/>
                  </a:cubicBezTo>
                  <a:cubicBezTo>
                    <a:pt x="60356" y="21690"/>
                    <a:pt x="59152" y="37301"/>
                    <a:pt x="49115" y="46499"/>
                  </a:cubicBezTo>
                  <a:cubicBezTo>
                    <a:pt x="45469" y="49840"/>
                    <a:pt x="39407" y="48670"/>
                    <a:pt x="34465" y="48834"/>
                  </a:cubicBezTo>
                  <a:cubicBezTo>
                    <a:pt x="27802" y="49056"/>
                    <a:pt x="21120" y="50153"/>
                    <a:pt x="14719" y="52019"/>
                  </a:cubicBezTo>
                  <a:cubicBezTo>
                    <a:pt x="9474" y="53549"/>
                    <a:pt x="3585" y="56713"/>
                    <a:pt x="1555" y="61786"/>
                  </a:cubicBezTo>
                  <a:cubicBezTo>
                    <a:pt x="-843" y="67778"/>
                    <a:pt x="281" y="74653"/>
                    <a:pt x="281" y="81107"/>
                  </a:cubicBezTo>
                </a:path>
              </a:pathLst>
            </a:custGeom>
            <a:noFill/>
            <a:ln w="19050" cap="flat" cmpd="sng">
              <a:solidFill>
                <a:schemeClr val="dk2"/>
              </a:solidFill>
              <a:prstDash val="dash"/>
              <a:round/>
              <a:headEnd type="none" w="med" len="med"/>
              <a:tailEnd type="none" w="med" len="med"/>
            </a:ln>
          </p:spPr>
        </p:sp>
        <p:sp>
          <p:nvSpPr>
            <p:cNvPr id="249" name="Google Shape;249;p19"/>
            <p:cNvSpPr/>
            <p:nvPr/>
          </p:nvSpPr>
          <p:spPr>
            <a:xfrm rot="5400000">
              <a:off x="2718992" y="37329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9"/>
            <p:cNvSpPr/>
            <p:nvPr/>
          </p:nvSpPr>
          <p:spPr>
            <a:xfrm rot="5400000">
              <a:off x="4833391" y="448528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9"/>
            <p:cNvSpPr/>
            <p:nvPr/>
          </p:nvSpPr>
          <p:spPr>
            <a:xfrm rot="5400000">
              <a:off x="2148798" y="57073"/>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9"/>
            <p:cNvSpPr/>
            <p:nvPr/>
          </p:nvSpPr>
          <p:spPr>
            <a:xfrm rot="5400000">
              <a:off x="291692" y="240524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9"/>
            <p:cNvSpPr/>
            <p:nvPr/>
          </p:nvSpPr>
          <p:spPr>
            <a:xfrm rot="5400000">
              <a:off x="-9109" y="150063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2">
  <p:cSld name="BLANK_1_2_2">
    <p:spTree>
      <p:nvGrpSpPr>
        <p:cNvPr id="1" name="Shape 254"/>
        <p:cNvGrpSpPr/>
        <p:nvPr/>
      </p:nvGrpSpPr>
      <p:grpSpPr>
        <a:xfrm>
          <a:off x="0" y="0"/>
          <a:ext cx="0" cy="0"/>
          <a:chOff x="0" y="0"/>
          <a:chExt cx="0" cy="0"/>
        </a:xfrm>
      </p:grpSpPr>
      <p:sp>
        <p:nvSpPr>
          <p:cNvPr id="255" name="Google Shape;255;p20"/>
          <p:cNvSpPr txBox="1">
            <a:spLocks noGrp="1"/>
          </p:cNvSpPr>
          <p:nvPr>
            <p:ph type="subTitle" idx="1"/>
          </p:nvPr>
        </p:nvSpPr>
        <p:spPr>
          <a:xfrm>
            <a:off x="4868950" y="2508150"/>
            <a:ext cx="3239700" cy="797400"/>
          </a:xfrm>
          <a:prstGeom prst="rect">
            <a:avLst/>
          </a:prstGeom>
          <a:solidFill>
            <a:schemeClr val="dk2"/>
          </a:solidFill>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256" name="Google Shape;256;p20"/>
          <p:cNvSpPr txBox="1">
            <a:spLocks noGrp="1"/>
          </p:cNvSpPr>
          <p:nvPr>
            <p:ph type="title"/>
          </p:nvPr>
        </p:nvSpPr>
        <p:spPr>
          <a:xfrm>
            <a:off x="4868950" y="1837975"/>
            <a:ext cx="3239700" cy="670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algn="r" rtl="0">
              <a:spcBef>
                <a:spcPts val="0"/>
              </a:spcBef>
              <a:spcAft>
                <a:spcPts val="0"/>
              </a:spcAft>
              <a:buSzPts val="3000"/>
              <a:buNone/>
              <a:defRPr/>
            </a:lvl2pPr>
            <a:lvl3pPr lvl="2" algn="r" rtl="0">
              <a:spcBef>
                <a:spcPts val="0"/>
              </a:spcBef>
              <a:spcAft>
                <a:spcPts val="0"/>
              </a:spcAft>
              <a:buSzPts val="3000"/>
              <a:buNone/>
              <a:defRPr/>
            </a:lvl3pPr>
            <a:lvl4pPr lvl="3" algn="r" rtl="0">
              <a:spcBef>
                <a:spcPts val="0"/>
              </a:spcBef>
              <a:spcAft>
                <a:spcPts val="0"/>
              </a:spcAft>
              <a:buSzPts val="3000"/>
              <a:buNone/>
              <a:defRPr/>
            </a:lvl4pPr>
            <a:lvl5pPr lvl="4" algn="r" rtl="0">
              <a:spcBef>
                <a:spcPts val="0"/>
              </a:spcBef>
              <a:spcAft>
                <a:spcPts val="0"/>
              </a:spcAft>
              <a:buSzPts val="3000"/>
              <a:buNone/>
              <a:defRPr/>
            </a:lvl5pPr>
            <a:lvl6pPr lvl="5" algn="r" rtl="0">
              <a:spcBef>
                <a:spcPts val="0"/>
              </a:spcBef>
              <a:spcAft>
                <a:spcPts val="0"/>
              </a:spcAft>
              <a:buSzPts val="3000"/>
              <a:buNone/>
              <a:defRPr/>
            </a:lvl6pPr>
            <a:lvl7pPr lvl="6" algn="r" rtl="0">
              <a:spcBef>
                <a:spcPts val="0"/>
              </a:spcBef>
              <a:spcAft>
                <a:spcPts val="0"/>
              </a:spcAft>
              <a:buSzPts val="3000"/>
              <a:buNone/>
              <a:defRPr/>
            </a:lvl7pPr>
            <a:lvl8pPr lvl="7" algn="r" rtl="0">
              <a:spcBef>
                <a:spcPts val="0"/>
              </a:spcBef>
              <a:spcAft>
                <a:spcPts val="0"/>
              </a:spcAft>
              <a:buSzPts val="3000"/>
              <a:buNone/>
              <a:defRPr/>
            </a:lvl8pPr>
            <a:lvl9pPr lvl="8" algn="r" rtl="0">
              <a:spcBef>
                <a:spcPts val="0"/>
              </a:spcBef>
              <a:spcAft>
                <a:spcPts val="0"/>
              </a:spcAft>
              <a:buSzPts val="3000"/>
              <a:buNone/>
              <a:defRPr/>
            </a:lvl9pPr>
          </a:lstStyle>
          <a:p>
            <a:endParaRPr/>
          </a:p>
        </p:txBody>
      </p:sp>
      <p:grpSp>
        <p:nvGrpSpPr>
          <p:cNvPr id="257" name="Google Shape;257;p20"/>
          <p:cNvGrpSpPr/>
          <p:nvPr/>
        </p:nvGrpSpPr>
        <p:grpSpPr>
          <a:xfrm>
            <a:off x="-327223" y="-36000"/>
            <a:ext cx="9579098" cy="5272784"/>
            <a:chOff x="-327223" y="-36000"/>
            <a:chExt cx="9579098" cy="5272784"/>
          </a:xfrm>
        </p:grpSpPr>
        <p:sp>
          <p:nvSpPr>
            <p:cNvPr id="258" name="Google Shape;258;p20"/>
            <p:cNvSpPr/>
            <p:nvPr/>
          </p:nvSpPr>
          <p:spPr>
            <a:xfrm rot="5400000">
              <a:off x="7869342" y="8132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0"/>
            <p:cNvSpPr/>
            <p:nvPr/>
          </p:nvSpPr>
          <p:spPr>
            <a:xfrm rot="5400000">
              <a:off x="8550541" y="45270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0"/>
            <p:cNvSpPr/>
            <p:nvPr/>
          </p:nvSpPr>
          <p:spPr>
            <a:xfrm rot="5400000">
              <a:off x="2914698" y="90448"/>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0"/>
            <p:cNvSpPr/>
            <p:nvPr/>
          </p:nvSpPr>
          <p:spPr>
            <a:xfrm>
              <a:off x="2022300" y="-36000"/>
              <a:ext cx="4310125" cy="1098725"/>
            </a:xfrm>
            <a:custGeom>
              <a:avLst/>
              <a:gdLst/>
              <a:ahLst/>
              <a:cxnLst/>
              <a:rect l="l" t="t" r="r" b="b"/>
              <a:pathLst>
                <a:path w="172405" h="43949" extrusionOk="0">
                  <a:moveTo>
                    <a:pt x="0" y="0"/>
                  </a:moveTo>
                  <a:cubicBezTo>
                    <a:pt x="0" y="10371"/>
                    <a:pt x="69" y="22467"/>
                    <a:pt x="6794" y="30362"/>
                  </a:cubicBezTo>
                  <a:cubicBezTo>
                    <a:pt x="11930" y="36390"/>
                    <a:pt x="20039" y="39480"/>
                    <a:pt x="27602" y="41828"/>
                  </a:cubicBezTo>
                  <a:cubicBezTo>
                    <a:pt x="48251" y="48237"/>
                    <a:pt x="70822" y="38206"/>
                    <a:pt x="91935" y="33547"/>
                  </a:cubicBezTo>
                  <a:cubicBezTo>
                    <a:pt x="101138" y="31516"/>
                    <a:pt x="110325" y="37760"/>
                    <a:pt x="119325" y="40554"/>
                  </a:cubicBezTo>
                  <a:cubicBezTo>
                    <a:pt x="130074" y="43890"/>
                    <a:pt x="143113" y="45138"/>
                    <a:pt x="153084" y="39917"/>
                  </a:cubicBezTo>
                  <a:cubicBezTo>
                    <a:pt x="166123" y="33089"/>
                    <a:pt x="169987" y="14732"/>
                    <a:pt x="172405" y="213"/>
                  </a:cubicBezTo>
                </a:path>
              </a:pathLst>
            </a:custGeom>
            <a:noFill/>
            <a:ln w="19050" cap="flat" cmpd="sng">
              <a:solidFill>
                <a:schemeClr val="dk2"/>
              </a:solidFill>
              <a:prstDash val="dash"/>
              <a:round/>
              <a:headEnd type="none" w="med" len="med"/>
              <a:tailEnd type="none" w="med" len="med"/>
            </a:ln>
          </p:spPr>
        </p:sp>
        <p:sp>
          <p:nvSpPr>
            <p:cNvPr id="262" name="Google Shape;262;p20"/>
            <p:cNvSpPr/>
            <p:nvPr/>
          </p:nvSpPr>
          <p:spPr>
            <a:xfrm>
              <a:off x="4559550" y="3963109"/>
              <a:ext cx="4692325" cy="1273675"/>
            </a:xfrm>
            <a:custGeom>
              <a:avLst/>
              <a:gdLst/>
              <a:ahLst/>
              <a:cxnLst/>
              <a:rect l="l" t="t" r="r" b="b"/>
              <a:pathLst>
                <a:path w="187693" h="50947" extrusionOk="0">
                  <a:moveTo>
                    <a:pt x="187693" y="13579"/>
                  </a:moveTo>
                  <a:cubicBezTo>
                    <a:pt x="176962" y="6005"/>
                    <a:pt x="162601" y="5571"/>
                    <a:pt x="149687" y="3175"/>
                  </a:cubicBezTo>
                  <a:cubicBezTo>
                    <a:pt x="135491" y="542"/>
                    <a:pt x="119714" y="-2346"/>
                    <a:pt x="106373" y="3175"/>
                  </a:cubicBezTo>
                  <a:cubicBezTo>
                    <a:pt x="91166" y="9468"/>
                    <a:pt x="83112" y="27789"/>
                    <a:pt x="67943" y="34174"/>
                  </a:cubicBezTo>
                  <a:cubicBezTo>
                    <a:pt x="55413" y="39448"/>
                    <a:pt x="40599" y="30736"/>
                    <a:pt x="27177" y="32900"/>
                  </a:cubicBezTo>
                  <a:cubicBezTo>
                    <a:pt x="16441" y="34631"/>
                    <a:pt x="7689" y="43258"/>
                    <a:pt x="0" y="50947"/>
                  </a:cubicBezTo>
                </a:path>
              </a:pathLst>
            </a:custGeom>
            <a:noFill/>
            <a:ln w="19050" cap="flat" cmpd="sng">
              <a:solidFill>
                <a:schemeClr val="dk2"/>
              </a:solidFill>
              <a:prstDash val="dash"/>
              <a:round/>
              <a:headEnd type="none" w="med" len="med"/>
              <a:tailEnd type="none" w="med" len="med"/>
            </a:ln>
          </p:spPr>
        </p:sp>
        <p:sp>
          <p:nvSpPr>
            <p:cNvPr id="263" name="Google Shape;263;p20"/>
            <p:cNvSpPr/>
            <p:nvPr/>
          </p:nvSpPr>
          <p:spPr>
            <a:xfrm>
              <a:off x="-58450" y="3615950"/>
              <a:ext cx="1904100" cy="1571175"/>
            </a:xfrm>
            <a:custGeom>
              <a:avLst/>
              <a:gdLst/>
              <a:ahLst/>
              <a:cxnLst/>
              <a:rect l="l" t="t" r="r" b="b"/>
              <a:pathLst>
                <a:path w="76164" h="62847" extrusionOk="0">
                  <a:moveTo>
                    <a:pt x="0" y="0"/>
                  </a:moveTo>
                  <a:cubicBezTo>
                    <a:pt x="10346" y="0"/>
                    <a:pt x="23764" y="1957"/>
                    <a:pt x="29088" y="10828"/>
                  </a:cubicBezTo>
                  <a:cubicBezTo>
                    <a:pt x="33734" y="18569"/>
                    <a:pt x="23895" y="33147"/>
                    <a:pt x="31636" y="37793"/>
                  </a:cubicBezTo>
                  <a:cubicBezTo>
                    <a:pt x="46148" y="46502"/>
                    <a:pt x="79899" y="46426"/>
                    <a:pt x="75799" y="62847"/>
                  </a:cubicBezTo>
                </a:path>
              </a:pathLst>
            </a:custGeom>
            <a:noFill/>
            <a:ln w="19050" cap="flat" cmpd="sng">
              <a:solidFill>
                <a:schemeClr val="dk2"/>
              </a:solidFill>
              <a:prstDash val="dash"/>
              <a:round/>
              <a:headEnd type="none" w="med" len="med"/>
              <a:tailEnd type="none" w="med" len="med"/>
            </a:ln>
          </p:spPr>
        </p:sp>
        <p:sp>
          <p:nvSpPr>
            <p:cNvPr id="264" name="Google Shape;264;p20"/>
            <p:cNvSpPr/>
            <p:nvPr/>
          </p:nvSpPr>
          <p:spPr>
            <a:xfrm rot="5400000">
              <a:off x="409992" y="2722159"/>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0"/>
            <p:cNvSpPr/>
            <p:nvPr/>
          </p:nvSpPr>
          <p:spPr>
            <a:xfrm rot="5400000">
              <a:off x="8720867" y="127257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0"/>
            <p:cNvSpPr/>
            <p:nvPr/>
          </p:nvSpPr>
          <p:spPr>
            <a:xfrm rot="5400000">
              <a:off x="-157709" y="155498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0"/>
            <p:cNvSpPr/>
            <p:nvPr/>
          </p:nvSpPr>
          <p:spPr>
            <a:xfrm rot="5400000">
              <a:off x="172673" y="1095923"/>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2_1">
    <p:spTree>
      <p:nvGrpSpPr>
        <p:cNvPr id="1" name="Shape 300"/>
        <p:cNvGrpSpPr/>
        <p:nvPr/>
      </p:nvGrpSpPr>
      <p:grpSpPr>
        <a:xfrm>
          <a:off x="0" y="0"/>
          <a:ext cx="0" cy="0"/>
          <a:chOff x="0" y="0"/>
          <a:chExt cx="0" cy="0"/>
        </a:xfrm>
      </p:grpSpPr>
      <p:sp>
        <p:nvSpPr>
          <p:cNvPr id="301" name="Google Shape;301;p23"/>
          <p:cNvSpPr txBox="1">
            <a:spLocks noGrp="1"/>
          </p:cNvSpPr>
          <p:nvPr>
            <p:ph type="subTitle" idx="1"/>
          </p:nvPr>
        </p:nvSpPr>
        <p:spPr>
          <a:xfrm>
            <a:off x="1129163" y="2444400"/>
            <a:ext cx="3063000" cy="122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2" name="Google Shape;302;p23"/>
          <p:cNvSpPr txBox="1">
            <a:spLocks noGrp="1"/>
          </p:cNvSpPr>
          <p:nvPr>
            <p:ph type="subTitle" idx="2"/>
          </p:nvPr>
        </p:nvSpPr>
        <p:spPr>
          <a:xfrm>
            <a:off x="4951838" y="2444400"/>
            <a:ext cx="3063000" cy="122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3" name="Google Shape;303;p23"/>
          <p:cNvSpPr txBox="1">
            <a:spLocks noGrp="1"/>
          </p:cNvSpPr>
          <p:nvPr>
            <p:ph type="subTitle" idx="3"/>
          </p:nvPr>
        </p:nvSpPr>
        <p:spPr>
          <a:xfrm>
            <a:off x="4951763" y="1977300"/>
            <a:ext cx="30630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4" name="Google Shape;304;p23"/>
          <p:cNvSpPr txBox="1">
            <a:spLocks noGrp="1"/>
          </p:cNvSpPr>
          <p:nvPr>
            <p:ph type="subTitle" idx="4"/>
          </p:nvPr>
        </p:nvSpPr>
        <p:spPr>
          <a:xfrm>
            <a:off x="1129163" y="1977300"/>
            <a:ext cx="30630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5" name="Google Shape;305;p23"/>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06" name="Google Shape;306;p23"/>
          <p:cNvGrpSpPr/>
          <p:nvPr/>
        </p:nvGrpSpPr>
        <p:grpSpPr>
          <a:xfrm>
            <a:off x="-197623" y="-30675"/>
            <a:ext cx="9522523" cy="5207179"/>
            <a:chOff x="-197623" y="-30675"/>
            <a:chExt cx="9522523" cy="5207179"/>
          </a:xfrm>
        </p:grpSpPr>
        <p:sp>
          <p:nvSpPr>
            <p:cNvPr id="307" name="Google Shape;307;p23"/>
            <p:cNvSpPr/>
            <p:nvPr/>
          </p:nvSpPr>
          <p:spPr>
            <a:xfrm rot="5400000">
              <a:off x="380117" y="190729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3"/>
            <p:cNvSpPr/>
            <p:nvPr/>
          </p:nvSpPr>
          <p:spPr>
            <a:xfrm>
              <a:off x="2340775" y="4471029"/>
              <a:ext cx="4596775" cy="705475"/>
            </a:xfrm>
            <a:custGeom>
              <a:avLst/>
              <a:gdLst/>
              <a:ahLst/>
              <a:cxnLst/>
              <a:rect l="l" t="t" r="r" b="b"/>
              <a:pathLst>
                <a:path w="183871" h="28219" extrusionOk="0">
                  <a:moveTo>
                    <a:pt x="0" y="28219"/>
                  </a:moveTo>
                  <a:cubicBezTo>
                    <a:pt x="5401" y="15264"/>
                    <a:pt x="17422" y="1160"/>
                    <a:pt x="31424" y="193"/>
                  </a:cubicBezTo>
                  <a:cubicBezTo>
                    <a:pt x="53773" y="-1350"/>
                    <a:pt x="75707" y="9548"/>
                    <a:pt x="98093" y="8686"/>
                  </a:cubicBezTo>
                  <a:cubicBezTo>
                    <a:pt x="117937" y="7922"/>
                    <a:pt x="137510" y="-2518"/>
                    <a:pt x="157119" y="618"/>
                  </a:cubicBezTo>
                  <a:cubicBezTo>
                    <a:pt x="169572" y="2610"/>
                    <a:pt x="183871" y="14759"/>
                    <a:pt x="183871" y="27370"/>
                  </a:cubicBezTo>
                </a:path>
              </a:pathLst>
            </a:custGeom>
            <a:noFill/>
            <a:ln w="19050" cap="flat" cmpd="sng">
              <a:solidFill>
                <a:schemeClr val="dk2"/>
              </a:solidFill>
              <a:prstDash val="dash"/>
              <a:round/>
              <a:headEnd type="none" w="med" len="med"/>
              <a:tailEnd type="none" w="med" len="med"/>
            </a:ln>
          </p:spPr>
        </p:sp>
        <p:sp>
          <p:nvSpPr>
            <p:cNvPr id="309" name="Google Shape;309;p23"/>
            <p:cNvSpPr/>
            <p:nvPr/>
          </p:nvSpPr>
          <p:spPr>
            <a:xfrm>
              <a:off x="-100925" y="17075"/>
              <a:ext cx="1247400" cy="881150"/>
            </a:xfrm>
            <a:custGeom>
              <a:avLst/>
              <a:gdLst/>
              <a:ahLst/>
              <a:cxnLst/>
              <a:rect l="l" t="t" r="r" b="b"/>
              <a:pathLst>
                <a:path w="49896" h="35246" extrusionOk="0">
                  <a:moveTo>
                    <a:pt x="49896" y="0"/>
                  </a:moveTo>
                  <a:cubicBezTo>
                    <a:pt x="46521" y="5062"/>
                    <a:pt x="40019" y="8246"/>
                    <a:pt x="33972" y="8918"/>
                  </a:cubicBezTo>
                  <a:cubicBezTo>
                    <a:pt x="27654" y="9620"/>
                    <a:pt x="19782" y="8245"/>
                    <a:pt x="15287" y="12740"/>
                  </a:cubicBezTo>
                  <a:cubicBezTo>
                    <a:pt x="8874" y="19153"/>
                    <a:pt x="8799" y="33051"/>
                    <a:pt x="0" y="35246"/>
                  </a:cubicBezTo>
                </a:path>
              </a:pathLst>
            </a:custGeom>
            <a:noFill/>
            <a:ln w="19050" cap="flat" cmpd="sng">
              <a:solidFill>
                <a:schemeClr val="dk2"/>
              </a:solidFill>
              <a:prstDash val="dash"/>
              <a:round/>
              <a:headEnd type="none" w="med" len="med"/>
              <a:tailEnd type="none" w="med" len="med"/>
            </a:ln>
          </p:spPr>
        </p:sp>
        <p:sp>
          <p:nvSpPr>
            <p:cNvPr id="310" name="Google Shape;310;p23"/>
            <p:cNvSpPr/>
            <p:nvPr/>
          </p:nvSpPr>
          <p:spPr>
            <a:xfrm>
              <a:off x="8078775" y="-30675"/>
              <a:ext cx="1141250" cy="2887575"/>
            </a:xfrm>
            <a:custGeom>
              <a:avLst/>
              <a:gdLst/>
              <a:ahLst/>
              <a:cxnLst/>
              <a:rect l="l" t="t" r="r" b="b"/>
              <a:pathLst>
                <a:path w="45650" h="115503" extrusionOk="0">
                  <a:moveTo>
                    <a:pt x="0" y="0"/>
                  </a:moveTo>
                  <a:cubicBezTo>
                    <a:pt x="0" y="21227"/>
                    <a:pt x="29213" y="32168"/>
                    <a:pt x="36732" y="52018"/>
                  </a:cubicBezTo>
                  <a:cubicBezTo>
                    <a:pt x="41564" y="64775"/>
                    <a:pt x="32599" y="79152"/>
                    <a:pt x="33123" y="92784"/>
                  </a:cubicBezTo>
                  <a:cubicBezTo>
                    <a:pt x="33455" y="101426"/>
                    <a:pt x="40850" y="108309"/>
                    <a:pt x="45650" y="115503"/>
                  </a:cubicBezTo>
                </a:path>
              </a:pathLst>
            </a:custGeom>
            <a:noFill/>
            <a:ln w="19050" cap="flat" cmpd="sng">
              <a:solidFill>
                <a:schemeClr val="dk2"/>
              </a:solidFill>
              <a:prstDash val="dash"/>
              <a:round/>
              <a:headEnd type="none" w="med" len="med"/>
              <a:tailEnd type="none" w="med" len="med"/>
            </a:ln>
          </p:spPr>
        </p:sp>
        <p:sp>
          <p:nvSpPr>
            <p:cNvPr id="311" name="Google Shape;311;p23"/>
            <p:cNvSpPr/>
            <p:nvPr/>
          </p:nvSpPr>
          <p:spPr>
            <a:xfrm rot="5400000">
              <a:off x="8715467" y="390159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3"/>
            <p:cNvSpPr/>
            <p:nvPr/>
          </p:nvSpPr>
          <p:spPr>
            <a:xfrm rot="5400000">
              <a:off x="130441" y="290138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3"/>
            <p:cNvSpPr/>
            <p:nvPr/>
          </p:nvSpPr>
          <p:spPr>
            <a:xfrm rot="5400000">
              <a:off x="215305" y="357097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3"/>
            <p:cNvSpPr/>
            <p:nvPr/>
          </p:nvSpPr>
          <p:spPr>
            <a:xfrm rot="5400000">
              <a:off x="616991" y="430150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3"/>
            <p:cNvSpPr/>
            <p:nvPr/>
          </p:nvSpPr>
          <p:spPr>
            <a:xfrm rot="5400000">
              <a:off x="8795416" y="32613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3"/>
            <p:cNvSpPr/>
            <p:nvPr/>
          </p:nvSpPr>
          <p:spPr>
            <a:xfrm rot="5400000">
              <a:off x="-28109" y="132240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317"/>
        <p:cNvGrpSpPr/>
        <p:nvPr/>
      </p:nvGrpSpPr>
      <p:grpSpPr>
        <a:xfrm>
          <a:off x="0" y="0"/>
          <a:ext cx="0" cy="0"/>
          <a:chOff x="0" y="0"/>
          <a:chExt cx="0" cy="0"/>
        </a:xfrm>
      </p:grpSpPr>
      <p:sp>
        <p:nvSpPr>
          <p:cNvPr id="318" name="Google Shape;318;p24"/>
          <p:cNvSpPr txBox="1">
            <a:spLocks noGrp="1"/>
          </p:cNvSpPr>
          <p:nvPr>
            <p:ph type="subTitle" idx="1"/>
          </p:nvPr>
        </p:nvSpPr>
        <p:spPr>
          <a:xfrm>
            <a:off x="720000" y="3295054"/>
            <a:ext cx="22863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9" name="Google Shape;319;p24"/>
          <p:cNvSpPr txBox="1">
            <a:spLocks noGrp="1"/>
          </p:cNvSpPr>
          <p:nvPr>
            <p:ph type="subTitle" idx="2"/>
          </p:nvPr>
        </p:nvSpPr>
        <p:spPr>
          <a:xfrm>
            <a:off x="3428853" y="3295067"/>
            <a:ext cx="22863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0" name="Google Shape;320;p24"/>
          <p:cNvSpPr txBox="1">
            <a:spLocks noGrp="1"/>
          </p:cNvSpPr>
          <p:nvPr>
            <p:ph type="subTitle" idx="3"/>
          </p:nvPr>
        </p:nvSpPr>
        <p:spPr>
          <a:xfrm>
            <a:off x="6137694" y="3295079"/>
            <a:ext cx="22863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1" name="Google Shape;321;p24"/>
          <p:cNvSpPr txBox="1">
            <a:spLocks noGrp="1"/>
          </p:cNvSpPr>
          <p:nvPr>
            <p:ph type="subTitle" idx="4"/>
          </p:nvPr>
        </p:nvSpPr>
        <p:spPr>
          <a:xfrm>
            <a:off x="720000" y="2871552"/>
            <a:ext cx="22863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22" name="Google Shape;322;p24"/>
          <p:cNvSpPr txBox="1">
            <a:spLocks noGrp="1"/>
          </p:cNvSpPr>
          <p:nvPr>
            <p:ph type="subTitle" idx="5"/>
          </p:nvPr>
        </p:nvSpPr>
        <p:spPr>
          <a:xfrm>
            <a:off x="3428850" y="2871552"/>
            <a:ext cx="22863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23" name="Google Shape;323;p24"/>
          <p:cNvSpPr txBox="1">
            <a:spLocks noGrp="1"/>
          </p:cNvSpPr>
          <p:nvPr>
            <p:ph type="subTitle" idx="6"/>
          </p:nvPr>
        </p:nvSpPr>
        <p:spPr>
          <a:xfrm>
            <a:off x="6137700" y="2871552"/>
            <a:ext cx="22863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24" name="Google Shape;324;p24"/>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25" name="Google Shape;325;p24"/>
          <p:cNvGrpSpPr/>
          <p:nvPr/>
        </p:nvGrpSpPr>
        <p:grpSpPr>
          <a:xfrm>
            <a:off x="-185850" y="-43200"/>
            <a:ext cx="9573750" cy="5209099"/>
            <a:chOff x="-185850" y="-43200"/>
            <a:chExt cx="9573750" cy="5209099"/>
          </a:xfrm>
        </p:grpSpPr>
        <p:sp>
          <p:nvSpPr>
            <p:cNvPr id="326" name="Google Shape;326;p24"/>
            <p:cNvSpPr/>
            <p:nvPr/>
          </p:nvSpPr>
          <p:spPr>
            <a:xfrm rot="5400000">
              <a:off x="8718642" y="345194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4"/>
            <p:cNvSpPr/>
            <p:nvPr/>
          </p:nvSpPr>
          <p:spPr>
            <a:xfrm rot="5400000">
              <a:off x="8858416" y="31244"/>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4"/>
            <p:cNvSpPr/>
            <p:nvPr/>
          </p:nvSpPr>
          <p:spPr>
            <a:xfrm>
              <a:off x="-47850" y="4482249"/>
              <a:ext cx="5838875" cy="683650"/>
            </a:xfrm>
            <a:custGeom>
              <a:avLst/>
              <a:gdLst/>
              <a:ahLst/>
              <a:cxnLst/>
              <a:rect l="l" t="t" r="r" b="b"/>
              <a:pathLst>
                <a:path w="233555" h="27346" extrusionOk="0">
                  <a:moveTo>
                    <a:pt x="0" y="11846"/>
                  </a:moveTo>
                  <a:cubicBezTo>
                    <a:pt x="23310" y="-15343"/>
                    <a:pt x="71622" y="12908"/>
                    <a:pt x="107435" y="12908"/>
                  </a:cubicBezTo>
                  <a:cubicBezTo>
                    <a:pt x="124442" y="12908"/>
                    <a:pt x="141561" y="11212"/>
                    <a:pt x="158180" y="7600"/>
                  </a:cubicBezTo>
                  <a:cubicBezTo>
                    <a:pt x="170615" y="4897"/>
                    <a:pt x="183735" y="1361"/>
                    <a:pt x="196186" y="3990"/>
                  </a:cubicBezTo>
                  <a:cubicBezTo>
                    <a:pt x="205887" y="6038"/>
                    <a:pt x="216898" y="6879"/>
                    <a:pt x="224425" y="13332"/>
                  </a:cubicBezTo>
                  <a:cubicBezTo>
                    <a:pt x="228658" y="16961"/>
                    <a:pt x="230461" y="22708"/>
                    <a:pt x="233555" y="27346"/>
                  </a:cubicBezTo>
                </a:path>
              </a:pathLst>
            </a:custGeom>
            <a:noFill/>
            <a:ln w="19050" cap="flat" cmpd="sng">
              <a:solidFill>
                <a:schemeClr val="dk2"/>
              </a:solidFill>
              <a:prstDash val="dash"/>
              <a:round/>
              <a:headEnd type="none" w="med" len="med"/>
              <a:tailEnd type="none" w="med" len="med"/>
            </a:ln>
          </p:spPr>
        </p:sp>
        <p:sp>
          <p:nvSpPr>
            <p:cNvPr id="329" name="Google Shape;329;p24"/>
            <p:cNvSpPr/>
            <p:nvPr/>
          </p:nvSpPr>
          <p:spPr>
            <a:xfrm>
              <a:off x="6579023" y="-43200"/>
              <a:ext cx="2617875" cy="1958675"/>
            </a:xfrm>
            <a:custGeom>
              <a:avLst/>
              <a:gdLst/>
              <a:ahLst/>
              <a:cxnLst/>
              <a:rect l="l" t="t" r="r" b="b"/>
              <a:pathLst>
                <a:path w="104715" h="78347" extrusionOk="0">
                  <a:moveTo>
                    <a:pt x="889" y="0"/>
                  </a:moveTo>
                  <a:cubicBezTo>
                    <a:pt x="-3059" y="11843"/>
                    <a:pt x="7558" y="28062"/>
                    <a:pt x="19149" y="32698"/>
                  </a:cubicBezTo>
                  <a:cubicBezTo>
                    <a:pt x="40795" y="41356"/>
                    <a:pt x="67324" y="38821"/>
                    <a:pt x="86243" y="52444"/>
                  </a:cubicBezTo>
                  <a:cubicBezTo>
                    <a:pt x="94849" y="58641"/>
                    <a:pt x="99972" y="68862"/>
                    <a:pt x="104715" y="78347"/>
                  </a:cubicBezTo>
                </a:path>
              </a:pathLst>
            </a:custGeom>
            <a:noFill/>
            <a:ln w="19050" cap="flat" cmpd="sng">
              <a:solidFill>
                <a:schemeClr val="dk2"/>
              </a:solidFill>
              <a:prstDash val="dash"/>
              <a:round/>
              <a:headEnd type="none" w="med" len="med"/>
              <a:tailEnd type="none" w="med" len="med"/>
            </a:ln>
          </p:spPr>
        </p:sp>
        <p:sp>
          <p:nvSpPr>
            <p:cNvPr id="330" name="Google Shape;330;p24"/>
            <p:cNvSpPr/>
            <p:nvPr/>
          </p:nvSpPr>
          <p:spPr>
            <a:xfrm>
              <a:off x="-185850" y="787775"/>
              <a:ext cx="571600" cy="1953375"/>
            </a:xfrm>
            <a:custGeom>
              <a:avLst/>
              <a:gdLst/>
              <a:ahLst/>
              <a:cxnLst/>
              <a:rect l="l" t="t" r="r" b="b"/>
              <a:pathLst>
                <a:path w="22864" h="78135" extrusionOk="0">
                  <a:moveTo>
                    <a:pt x="4671" y="0"/>
                  </a:moveTo>
                  <a:cubicBezTo>
                    <a:pt x="10161" y="4623"/>
                    <a:pt x="16344" y="9564"/>
                    <a:pt x="18684" y="16349"/>
                  </a:cubicBezTo>
                  <a:cubicBezTo>
                    <a:pt x="21525" y="24585"/>
                    <a:pt x="17351" y="33757"/>
                    <a:pt x="17623" y="42465"/>
                  </a:cubicBezTo>
                  <a:cubicBezTo>
                    <a:pt x="17852" y="49792"/>
                    <a:pt x="24435" y="56836"/>
                    <a:pt x="22506" y="63909"/>
                  </a:cubicBezTo>
                  <a:cubicBezTo>
                    <a:pt x="20170" y="72471"/>
                    <a:pt x="8875" y="78135"/>
                    <a:pt x="0" y="78135"/>
                  </a:cubicBezTo>
                </a:path>
              </a:pathLst>
            </a:custGeom>
            <a:noFill/>
            <a:ln w="19050" cap="flat" cmpd="sng">
              <a:solidFill>
                <a:schemeClr val="dk2"/>
              </a:solidFill>
              <a:prstDash val="dash"/>
              <a:round/>
              <a:headEnd type="none" w="med" len="med"/>
              <a:tailEnd type="none" w="med" len="med"/>
            </a:ln>
          </p:spPr>
        </p:sp>
        <p:sp>
          <p:nvSpPr>
            <p:cNvPr id="331" name="Google Shape;331;p24"/>
            <p:cNvSpPr/>
            <p:nvPr/>
          </p:nvSpPr>
          <p:spPr>
            <a:xfrm rot="5400000">
              <a:off x="4830" y="301167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4"/>
            <p:cNvSpPr/>
            <p:nvPr/>
          </p:nvSpPr>
          <p:spPr>
            <a:xfrm rot="5400000">
              <a:off x="56141" y="34820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333"/>
        <p:cNvGrpSpPr/>
        <p:nvPr/>
      </p:nvGrpSpPr>
      <p:grpSpPr>
        <a:xfrm>
          <a:off x="0" y="0"/>
          <a:ext cx="0" cy="0"/>
          <a:chOff x="0" y="0"/>
          <a:chExt cx="0" cy="0"/>
        </a:xfrm>
      </p:grpSpPr>
      <p:sp>
        <p:nvSpPr>
          <p:cNvPr id="334" name="Google Shape;334;p25"/>
          <p:cNvSpPr txBox="1">
            <a:spLocks noGrp="1"/>
          </p:cNvSpPr>
          <p:nvPr>
            <p:ph type="subTitle" idx="1"/>
          </p:nvPr>
        </p:nvSpPr>
        <p:spPr>
          <a:xfrm>
            <a:off x="1876921" y="2265882"/>
            <a:ext cx="2442300" cy="62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35" name="Google Shape;335;p25"/>
          <p:cNvSpPr txBox="1">
            <a:spLocks noGrp="1"/>
          </p:cNvSpPr>
          <p:nvPr>
            <p:ph type="subTitle" idx="2"/>
          </p:nvPr>
        </p:nvSpPr>
        <p:spPr>
          <a:xfrm>
            <a:off x="5791201" y="2265882"/>
            <a:ext cx="2442300" cy="62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36" name="Google Shape;336;p25"/>
          <p:cNvSpPr txBox="1">
            <a:spLocks noGrp="1"/>
          </p:cNvSpPr>
          <p:nvPr>
            <p:ph type="subTitle" idx="3"/>
          </p:nvPr>
        </p:nvSpPr>
        <p:spPr>
          <a:xfrm>
            <a:off x="1876921" y="3675602"/>
            <a:ext cx="2442300" cy="62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37" name="Google Shape;337;p25"/>
          <p:cNvSpPr txBox="1">
            <a:spLocks noGrp="1"/>
          </p:cNvSpPr>
          <p:nvPr>
            <p:ph type="subTitle" idx="4"/>
          </p:nvPr>
        </p:nvSpPr>
        <p:spPr>
          <a:xfrm>
            <a:off x="5791201" y="3675602"/>
            <a:ext cx="2442300" cy="62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38" name="Google Shape;338;p25"/>
          <p:cNvSpPr txBox="1">
            <a:spLocks noGrp="1"/>
          </p:cNvSpPr>
          <p:nvPr>
            <p:ph type="subTitle" idx="5"/>
          </p:nvPr>
        </p:nvSpPr>
        <p:spPr>
          <a:xfrm>
            <a:off x="1876900" y="1854075"/>
            <a:ext cx="2442300" cy="4671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9" name="Google Shape;339;p25"/>
          <p:cNvSpPr txBox="1">
            <a:spLocks noGrp="1"/>
          </p:cNvSpPr>
          <p:nvPr>
            <p:ph type="subTitle" idx="6"/>
          </p:nvPr>
        </p:nvSpPr>
        <p:spPr>
          <a:xfrm>
            <a:off x="1876900" y="3263845"/>
            <a:ext cx="2442300" cy="4671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0" name="Google Shape;340;p25"/>
          <p:cNvSpPr txBox="1">
            <a:spLocks noGrp="1"/>
          </p:cNvSpPr>
          <p:nvPr>
            <p:ph type="subTitle" idx="7"/>
          </p:nvPr>
        </p:nvSpPr>
        <p:spPr>
          <a:xfrm>
            <a:off x="5791200" y="1854075"/>
            <a:ext cx="2442300" cy="4671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1" name="Google Shape;341;p25"/>
          <p:cNvSpPr txBox="1">
            <a:spLocks noGrp="1"/>
          </p:cNvSpPr>
          <p:nvPr>
            <p:ph type="subTitle" idx="8"/>
          </p:nvPr>
        </p:nvSpPr>
        <p:spPr>
          <a:xfrm>
            <a:off x="5791200" y="3263845"/>
            <a:ext cx="2442300" cy="4671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2" name="Google Shape;342;p25"/>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43" name="Google Shape;343;p25"/>
          <p:cNvGrpSpPr/>
          <p:nvPr/>
        </p:nvGrpSpPr>
        <p:grpSpPr>
          <a:xfrm>
            <a:off x="-201775" y="-62525"/>
            <a:ext cx="9535050" cy="5276996"/>
            <a:chOff x="-201775" y="-62525"/>
            <a:chExt cx="9535050" cy="5276996"/>
          </a:xfrm>
        </p:grpSpPr>
        <p:sp>
          <p:nvSpPr>
            <p:cNvPr id="344" name="Google Shape;344;p25"/>
            <p:cNvSpPr/>
            <p:nvPr/>
          </p:nvSpPr>
          <p:spPr>
            <a:xfrm rot="5400000">
              <a:off x="7980817" y="465324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5"/>
            <p:cNvSpPr/>
            <p:nvPr/>
          </p:nvSpPr>
          <p:spPr>
            <a:xfrm rot="5400000">
              <a:off x="7080216" y="439128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5"/>
            <p:cNvSpPr/>
            <p:nvPr/>
          </p:nvSpPr>
          <p:spPr>
            <a:xfrm rot="5400000">
              <a:off x="5873" y="3265598"/>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5"/>
            <p:cNvSpPr/>
            <p:nvPr/>
          </p:nvSpPr>
          <p:spPr>
            <a:xfrm>
              <a:off x="5875950" y="-62525"/>
              <a:ext cx="3322825" cy="1755675"/>
            </a:xfrm>
            <a:custGeom>
              <a:avLst/>
              <a:gdLst/>
              <a:ahLst/>
              <a:cxnLst/>
              <a:rect l="l" t="t" r="r" b="b"/>
              <a:pathLst>
                <a:path w="132913" h="70227" extrusionOk="0">
                  <a:moveTo>
                    <a:pt x="0" y="0"/>
                  </a:moveTo>
                  <a:cubicBezTo>
                    <a:pt x="6263" y="8348"/>
                    <a:pt x="7755" y="19387"/>
                    <a:pt x="12102" y="28875"/>
                  </a:cubicBezTo>
                  <a:cubicBezTo>
                    <a:pt x="15447" y="36175"/>
                    <a:pt x="24363" y="39766"/>
                    <a:pt x="31848" y="42676"/>
                  </a:cubicBezTo>
                  <a:cubicBezTo>
                    <a:pt x="53097" y="50938"/>
                    <a:pt x="78766" y="33042"/>
                    <a:pt x="100216" y="40765"/>
                  </a:cubicBezTo>
                  <a:cubicBezTo>
                    <a:pt x="108039" y="43581"/>
                    <a:pt x="108038" y="55506"/>
                    <a:pt x="112955" y="62210"/>
                  </a:cubicBezTo>
                  <a:cubicBezTo>
                    <a:pt x="117111" y="67877"/>
                    <a:pt x="126813" y="72493"/>
                    <a:pt x="132913" y="69004"/>
                  </a:cubicBezTo>
                </a:path>
              </a:pathLst>
            </a:custGeom>
            <a:noFill/>
            <a:ln w="19050" cap="flat" cmpd="sng">
              <a:solidFill>
                <a:schemeClr val="dk2"/>
              </a:solidFill>
              <a:prstDash val="dash"/>
              <a:round/>
              <a:headEnd type="none" w="med" len="med"/>
              <a:tailEnd type="none" w="med" len="med"/>
            </a:ln>
          </p:spPr>
        </p:sp>
        <p:sp>
          <p:nvSpPr>
            <p:cNvPr id="348" name="Google Shape;348;p25"/>
            <p:cNvSpPr/>
            <p:nvPr/>
          </p:nvSpPr>
          <p:spPr>
            <a:xfrm>
              <a:off x="-138075" y="4709196"/>
              <a:ext cx="6125500" cy="505275"/>
            </a:xfrm>
            <a:custGeom>
              <a:avLst/>
              <a:gdLst/>
              <a:ahLst/>
              <a:cxnLst/>
              <a:rect l="l" t="t" r="r" b="b"/>
              <a:pathLst>
                <a:path w="245020" h="20211" extrusionOk="0">
                  <a:moveTo>
                    <a:pt x="0" y="9807"/>
                  </a:moveTo>
                  <a:cubicBezTo>
                    <a:pt x="14888" y="-5081"/>
                    <a:pt x="42983" y="-143"/>
                    <a:pt x="63060" y="6197"/>
                  </a:cubicBezTo>
                  <a:cubicBezTo>
                    <a:pt x="70061" y="8408"/>
                    <a:pt x="76654" y="12052"/>
                    <a:pt x="83867" y="13416"/>
                  </a:cubicBezTo>
                  <a:cubicBezTo>
                    <a:pt x="95567" y="15629"/>
                    <a:pt x="107643" y="15879"/>
                    <a:pt x="119537" y="15327"/>
                  </a:cubicBezTo>
                  <a:cubicBezTo>
                    <a:pt x="133402" y="14683"/>
                    <a:pt x="146681" y="9499"/>
                    <a:pt x="160303" y="6834"/>
                  </a:cubicBezTo>
                  <a:cubicBezTo>
                    <a:pt x="173020" y="4346"/>
                    <a:pt x="186230" y="4668"/>
                    <a:pt x="199158" y="5560"/>
                  </a:cubicBezTo>
                  <a:cubicBezTo>
                    <a:pt x="215168" y="6664"/>
                    <a:pt x="239057" y="5311"/>
                    <a:pt x="245020" y="20211"/>
                  </a:cubicBezTo>
                </a:path>
              </a:pathLst>
            </a:custGeom>
            <a:noFill/>
            <a:ln w="19050" cap="flat" cmpd="sng">
              <a:solidFill>
                <a:schemeClr val="dk2"/>
              </a:solidFill>
              <a:prstDash val="dash"/>
              <a:round/>
              <a:headEnd type="none" w="med" len="med"/>
              <a:tailEnd type="none" w="med" len="med"/>
            </a:ln>
          </p:spPr>
        </p:sp>
        <p:sp>
          <p:nvSpPr>
            <p:cNvPr id="349" name="Google Shape;349;p25"/>
            <p:cNvSpPr/>
            <p:nvPr/>
          </p:nvSpPr>
          <p:spPr>
            <a:xfrm>
              <a:off x="-201775" y="-26475"/>
              <a:ext cx="780075" cy="1933900"/>
            </a:xfrm>
            <a:custGeom>
              <a:avLst/>
              <a:gdLst/>
              <a:ahLst/>
              <a:cxnLst/>
              <a:rect l="l" t="t" r="r" b="b"/>
              <a:pathLst>
                <a:path w="31203" h="77356" extrusionOk="0">
                  <a:moveTo>
                    <a:pt x="24629" y="0"/>
                  </a:moveTo>
                  <a:cubicBezTo>
                    <a:pt x="28731" y="3514"/>
                    <a:pt x="32739" y="10126"/>
                    <a:pt x="30574" y="15075"/>
                  </a:cubicBezTo>
                  <a:cubicBezTo>
                    <a:pt x="26876" y="23528"/>
                    <a:pt x="19122" y="30145"/>
                    <a:pt x="16774" y="39067"/>
                  </a:cubicBezTo>
                  <a:cubicBezTo>
                    <a:pt x="15113" y="45377"/>
                    <a:pt x="18102" y="52340"/>
                    <a:pt x="21020" y="58176"/>
                  </a:cubicBezTo>
                  <a:cubicBezTo>
                    <a:pt x="22682" y="61499"/>
                    <a:pt x="25797" y="65342"/>
                    <a:pt x="24417" y="68792"/>
                  </a:cubicBezTo>
                  <a:cubicBezTo>
                    <a:pt x="21293" y="76602"/>
                    <a:pt x="6997" y="79830"/>
                    <a:pt x="0" y="75162"/>
                  </a:cubicBezTo>
                </a:path>
              </a:pathLst>
            </a:custGeom>
            <a:noFill/>
            <a:ln w="19050" cap="flat" cmpd="sng">
              <a:solidFill>
                <a:schemeClr val="dk2"/>
              </a:solidFill>
              <a:prstDash val="dash"/>
              <a:round/>
              <a:headEnd type="none" w="med" len="med"/>
              <a:tailEnd type="none" w="med" len="med"/>
            </a:ln>
          </p:spPr>
        </p:sp>
        <p:sp>
          <p:nvSpPr>
            <p:cNvPr id="350" name="Google Shape;350;p25"/>
            <p:cNvSpPr/>
            <p:nvPr/>
          </p:nvSpPr>
          <p:spPr>
            <a:xfrm rot="5400000">
              <a:off x="8414542" y="37272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5"/>
            <p:cNvSpPr/>
            <p:nvPr/>
          </p:nvSpPr>
          <p:spPr>
            <a:xfrm rot="5400000">
              <a:off x="8803791" y="20963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5"/>
            <p:cNvSpPr/>
            <p:nvPr/>
          </p:nvSpPr>
          <p:spPr>
            <a:xfrm rot="5400000">
              <a:off x="285673" y="2722448"/>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5"/>
            <p:cNvSpPr/>
            <p:nvPr/>
          </p:nvSpPr>
          <p:spPr>
            <a:xfrm rot="5400000">
              <a:off x="8689042" y="298404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5"/>
            <p:cNvSpPr/>
            <p:nvPr/>
          </p:nvSpPr>
          <p:spPr>
            <a:xfrm rot="5400000">
              <a:off x="31441" y="21516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5"/>
            <p:cNvSpPr/>
            <p:nvPr/>
          </p:nvSpPr>
          <p:spPr>
            <a:xfrm rot="5400000">
              <a:off x="7779098" y="60848"/>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ive columns">
  <p:cSld name="BLANK_1_1_1_1_1_2">
    <p:spTree>
      <p:nvGrpSpPr>
        <p:cNvPr id="1" name="Shape 356"/>
        <p:cNvGrpSpPr/>
        <p:nvPr/>
      </p:nvGrpSpPr>
      <p:grpSpPr>
        <a:xfrm>
          <a:off x="0" y="0"/>
          <a:ext cx="0" cy="0"/>
          <a:chOff x="0" y="0"/>
          <a:chExt cx="0" cy="0"/>
        </a:xfrm>
      </p:grpSpPr>
      <p:sp>
        <p:nvSpPr>
          <p:cNvPr id="357" name="Google Shape;357;p26"/>
          <p:cNvSpPr txBox="1">
            <a:spLocks noGrp="1"/>
          </p:cNvSpPr>
          <p:nvPr>
            <p:ph type="subTitle" idx="1"/>
          </p:nvPr>
        </p:nvSpPr>
        <p:spPr>
          <a:xfrm>
            <a:off x="720000" y="2254475"/>
            <a:ext cx="23055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8" name="Google Shape;358;p26"/>
          <p:cNvSpPr txBox="1">
            <a:spLocks noGrp="1"/>
          </p:cNvSpPr>
          <p:nvPr>
            <p:ph type="subTitle" idx="2"/>
          </p:nvPr>
        </p:nvSpPr>
        <p:spPr>
          <a:xfrm>
            <a:off x="3419271" y="2254475"/>
            <a:ext cx="23055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9" name="Google Shape;359;p26"/>
          <p:cNvSpPr txBox="1">
            <a:spLocks noGrp="1"/>
          </p:cNvSpPr>
          <p:nvPr>
            <p:ph type="subTitle" idx="3"/>
          </p:nvPr>
        </p:nvSpPr>
        <p:spPr>
          <a:xfrm>
            <a:off x="2069638" y="3969000"/>
            <a:ext cx="23055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60" name="Google Shape;360;p26"/>
          <p:cNvSpPr txBox="1">
            <a:spLocks noGrp="1"/>
          </p:cNvSpPr>
          <p:nvPr>
            <p:ph type="subTitle" idx="4"/>
          </p:nvPr>
        </p:nvSpPr>
        <p:spPr>
          <a:xfrm>
            <a:off x="4768909" y="3969000"/>
            <a:ext cx="23055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61" name="Google Shape;361;p26"/>
          <p:cNvSpPr txBox="1">
            <a:spLocks noGrp="1"/>
          </p:cNvSpPr>
          <p:nvPr>
            <p:ph type="subTitle" idx="5"/>
          </p:nvPr>
        </p:nvSpPr>
        <p:spPr>
          <a:xfrm>
            <a:off x="6118550" y="2254475"/>
            <a:ext cx="23055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62" name="Google Shape;362;p26"/>
          <p:cNvSpPr txBox="1">
            <a:spLocks noGrp="1"/>
          </p:cNvSpPr>
          <p:nvPr>
            <p:ph type="subTitle" idx="6"/>
          </p:nvPr>
        </p:nvSpPr>
        <p:spPr>
          <a:xfrm>
            <a:off x="720000" y="1850297"/>
            <a:ext cx="23055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63" name="Google Shape;363;p26"/>
          <p:cNvSpPr txBox="1">
            <a:spLocks noGrp="1"/>
          </p:cNvSpPr>
          <p:nvPr>
            <p:ph type="subTitle" idx="7"/>
          </p:nvPr>
        </p:nvSpPr>
        <p:spPr>
          <a:xfrm>
            <a:off x="3419275" y="1850297"/>
            <a:ext cx="23055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64" name="Google Shape;364;p26"/>
          <p:cNvSpPr txBox="1">
            <a:spLocks noGrp="1"/>
          </p:cNvSpPr>
          <p:nvPr>
            <p:ph type="subTitle" idx="8"/>
          </p:nvPr>
        </p:nvSpPr>
        <p:spPr>
          <a:xfrm>
            <a:off x="6118550" y="1850297"/>
            <a:ext cx="23055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65" name="Google Shape;365;p26"/>
          <p:cNvSpPr txBox="1">
            <a:spLocks noGrp="1"/>
          </p:cNvSpPr>
          <p:nvPr>
            <p:ph type="subTitle" idx="9"/>
          </p:nvPr>
        </p:nvSpPr>
        <p:spPr>
          <a:xfrm>
            <a:off x="2069650" y="3564672"/>
            <a:ext cx="23055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66" name="Google Shape;366;p26"/>
          <p:cNvSpPr txBox="1">
            <a:spLocks noGrp="1"/>
          </p:cNvSpPr>
          <p:nvPr>
            <p:ph type="subTitle" idx="13"/>
          </p:nvPr>
        </p:nvSpPr>
        <p:spPr>
          <a:xfrm>
            <a:off x="4768900" y="3564672"/>
            <a:ext cx="23055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67" name="Google Shape;367;p26"/>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68" name="Google Shape;368;p26"/>
          <p:cNvGrpSpPr/>
          <p:nvPr/>
        </p:nvGrpSpPr>
        <p:grpSpPr>
          <a:xfrm>
            <a:off x="-166448" y="-30675"/>
            <a:ext cx="9566948" cy="5212504"/>
            <a:chOff x="-166448" y="-30675"/>
            <a:chExt cx="9566948" cy="5212504"/>
          </a:xfrm>
        </p:grpSpPr>
        <p:sp>
          <p:nvSpPr>
            <p:cNvPr id="369" name="Google Shape;369;p26"/>
            <p:cNvSpPr/>
            <p:nvPr/>
          </p:nvSpPr>
          <p:spPr>
            <a:xfrm rot="5400000">
              <a:off x="342542" y="243809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6"/>
            <p:cNvSpPr/>
            <p:nvPr/>
          </p:nvSpPr>
          <p:spPr>
            <a:xfrm rot="5400000">
              <a:off x="8810641" y="1147169"/>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6"/>
            <p:cNvSpPr/>
            <p:nvPr/>
          </p:nvSpPr>
          <p:spPr>
            <a:xfrm rot="5400000">
              <a:off x="536673" y="4491073"/>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6"/>
            <p:cNvSpPr/>
            <p:nvPr/>
          </p:nvSpPr>
          <p:spPr>
            <a:xfrm>
              <a:off x="3561625" y="-30675"/>
              <a:ext cx="5838875" cy="862475"/>
            </a:xfrm>
            <a:custGeom>
              <a:avLst/>
              <a:gdLst/>
              <a:ahLst/>
              <a:cxnLst/>
              <a:rect l="l" t="t" r="r" b="b"/>
              <a:pathLst>
                <a:path w="233555" h="34499" extrusionOk="0">
                  <a:moveTo>
                    <a:pt x="0" y="0"/>
                  </a:moveTo>
                  <a:cubicBezTo>
                    <a:pt x="9116" y="13667"/>
                    <a:pt x="30521" y="15984"/>
                    <a:pt x="46924" y="15074"/>
                  </a:cubicBezTo>
                  <a:cubicBezTo>
                    <a:pt x="64483" y="14100"/>
                    <a:pt x="81705" y="5462"/>
                    <a:pt x="99155" y="7643"/>
                  </a:cubicBezTo>
                  <a:cubicBezTo>
                    <a:pt x="113880" y="9483"/>
                    <a:pt x="127201" y="17354"/>
                    <a:pt x="141195" y="22293"/>
                  </a:cubicBezTo>
                  <a:cubicBezTo>
                    <a:pt x="159677" y="28816"/>
                    <a:pt x="179600" y="30197"/>
                    <a:pt x="198946" y="33334"/>
                  </a:cubicBezTo>
                  <a:cubicBezTo>
                    <a:pt x="210411" y="35193"/>
                    <a:pt x="223705" y="35454"/>
                    <a:pt x="233555" y="29300"/>
                  </a:cubicBezTo>
                </a:path>
              </a:pathLst>
            </a:custGeom>
            <a:noFill/>
            <a:ln w="19050" cap="flat" cmpd="sng">
              <a:solidFill>
                <a:schemeClr val="dk2"/>
              </a:solidFill>
              <a:prstDash val="dash"/>
              <a:round/>
              <a:headEnd type="none" w="med" len="med"/>
              <a:tailEnd type="none" w="med" len="med"/>
            </a:ln>
          </p:spPr>
        </p:sp>
        <p:sp>
          <p:nvSpPr>
            <p:cNvPr id="373" name="Google Shape;373;p26"/>
            <p:cNvSpPr/>
            <p:nvPr/>
          </p:nvSpPr>
          <p:spPr>
            <a:xfrm>
              <a:off x="-63775" y="3103854"/>
              <a:ext cx="1523425" cy="2077975"/>
            </a:xfrm>
            <a:custGeom>
              <a:avLst/>
              <a:gdLst/>
              <a:ahLst/>
              <a:cxnLst/>
              <a:rect l="l" t="t" r="r" b="b"/>
              <a:pathLst>
                <a:path w="60937" h="83119" extrusionOk="0">
                  <a:moveTo>
                    <a:pt x="0" y="950"/>
                  </a:moveTo>
                  <a:cubicBezTo>
                    <a:pt x="12678" y="-1287"/>
                    <a:pt x="33719" y="-260"/>
                    <a:pt x="36945" y="12203"/>
                  </a:cubicBezTo>
                  <a:cubicBezTo>
                    <a:pt x="39011" y="20185"/>
                    <a:pt x="39190" y="20176"/>
                    <a:pt x="40342" y="28340"/>
                  </a:cubicBezTo>
                  <a:cubicBezTo>
                    <a:pt x="41198" y="34408"/>
                    <a:pt x="33292" y="40622"/>
                    <a:pt x="35883" y="46175"/>
                  </a:cubicBezTo>
                  <a:cubicBezTo>
                    <a:pt x="39740" y="54441"/>
                    <a:pt x="50185" y="57635"/>
                    <a:pt x="56266" y="64434"/>
                  </a:cubicBezTo>
                  <a:cubicBezTo>
                    <a:pt x="60546" y="69219"/>
                    <a:pt x="60937" y="76699"/>
                    <a:pt x="60937" y="83119"/>
                  </a:cubicBezTo>
                </a:path>
              </a:pathLst>
            </a:custGeom>
            <a:noFill/>
            <a:ln w="19050" cap="flat" cmpd="sng">
              <a:solidFill>
                <a:schemeClr val="dk2"/>
              </a:solidFill>
              <a:prstDash val="dash"/>
              <a:round/>
              <a:headEnd type="none" w="med" len="med"/>
              <a:tailEnd type="none" w="med" len="med"/>
            </a:ln>
          </p:spPr>
        </p:sp>
        <p:sp>
          <p:nvSpPr>
            <p:cNvPr id="374" name="Google Shape;374;p26"/>
            <p:cNvSpPr/>
            <p:nvPr/>
          </p:nvSpPr>
          <p:spPr>
            <a:xfrm>
              <a:off x="7149875" y="3053300"/>
              <a:ext cx="2091375" cy="2123200"/>
            </a:xfrm>
            <a:custGeom>
              <a:avLst/>
              <a:gdLst/>
              <a:ahLst/>
              <a:cxnLst/>
              <a:rect l="l" t="t" r="r" b="b"/>
              <a:pathLst>
                <a:path w="83655" h="84928" extrusionOk="0">
                  <a:moveTo>
                    <a:pt x="83655" y="0"/>
                  </a:moveTo>
                  <a:cubicBezTo>
                    <a:pt x="66560" y="1552"/>
                    <a:pt x="48811" y="10958"/>
                    <a:pt x="38430" y="24629"/>
                  </a:cubicBezTo>
                  <a:cubicBezTo>
                    <a:pt x="34709" y="29529"/>
                    <a:pt x="32007" y="35515"/>
                    <a:pt x="31211" y="41615"/>
                  </a:cubicBezTo>
                  <a:cubicBezTo>
                    <a:pt x="30651" y="45910"/>
                    <a:pt x="32446" y="50893"/>
                    <a:pt x="30150" y="54566"/>
                  </a:cubicBezTo>
                  <a:cubicBezTo>
                    <a:pt x="22591" y="66661"/>
                    <a:pt x="2795" y="70942"/>
                    <a:pt x="0" y="84928"/>
                  </a:cubicBezTo>
                </a:path>
              </a:pathLst>
            </a:custGeom>
            <a:noFill/>
            <a:ln w="19050" cap="flat" cmpd="sng">
              <a:solidFill>
                <a:schemeClr val="dk2"/>
              </a:solidFill>
              <a:prstDash val="dash"/>
              <a:round/>
              <a:headEnd type="none" w="med" len="med"/>
              <a:tailEnd type="none" w="med" len="med"/>
            </a:ln>
          </p:spPr>
        </p:sp>
        <p:sp>
          <p:nvSpPr>
            <p:cNvPr id="375" name="Google Shape;375;p26"/>
            <p:cNvSpPr/>
            <p:nvPr/>
          </p:nvSpPr>
          <p:spPr>
            <a:xfrm rot="5400000">
              <a:off x="8328880" y="375197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6"/>
            <p:cNvSpPr/>
            <p:nvPr/>
          </p:nvSpPr>
          <p:spPr>
            <a:xfrm rot="5400000">
              <a:off x="3066" y="34767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6"/>
            <p:cNvSpPr/>
            <p:nvPr/>
          </p:nvSpPr>
          <p:spPr>
            <a:xfrm rot="5400000">
              <a:off x="8391073" y="4314123"/>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378"/>
        <p:cNvGrpSpPr/>
        <p:nvPr/>
      </p:nvGrpSpPr>
      <p:grpSpPr>
        <a:xfrm>
          <a:off x="0" y="0"/>
          <a:ext cx="0" cy="0"/>
          <a:chOff x="0" y="0"/>
          <a:chExt cx="0" cy="0"/>
        </a:xfrm>
      </p:grpSpPr>
      <p:sp>
        <p:nvSpPr>
          <p:cNvPr id="379" name="Google Shape;379;p27"/>
          <p:cNvSpPr txBox="1">
            <a:spLocks noGrp="1"/>
          </p:cNvSpPr>
          <p:nvPr>
            <p:ph type="subTitle" idx="1"/>
          </p:nvPr>
        </p:nvSpPr>
        <p:spPr>
          <a:xfrm>
            <a:off x="720000" y="2254475"/>
            <a:ext cx="23055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0" name="Google Shape;380;p27"/>
          <p:cNvSpPr txBox="1">
            <a:spLocks noGrp="1"/>
          </p:cNvSpPr>
          <p:nvPr>
            <p:ph type="subTitle" idx="2"/>
          </p:nvPr>
        </p:nvSpPr>
        <p:spPr>
          <a:xfrm>
            <a:off x="3419275" y="2254475"/>
            <a:ext cx="23055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1" name="Google Shape;381;p27"/>
          <p:cNvSpPr txBox="1">
            <a:spLocks noGrp="1"/>
          </p:cNvSpPr>
          <p:nvPr>
            <p:ph type="subTitle" idx="3"/>
          </p:nvPr>
        </p:nvSpPr>
        <p:spPr>
          <a:xfrm>
            <a:off x="720000" y="3969000"/>
            <a:ext cx="23055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2" name="Google Shape;382;p27"/>
          <p:cNvSpPr txBox="1">
            <a:spLocks noGrp="1"/>
          </p:cNvSpPr>
          <p:nvPr>
            <p:ph type="subTitle" idx="4"/>
          </p:nvPr>
        </p:nvSpPr>
        <p:spPr>
          <a:xfrm>
            <a:off x="3419271" y="3969000"/>
            <a:ext cx="23055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3" name="Google Shape;383;p27"/>
          <p:cNvSpPr txBox="1">
            <a:spLocks noGrp="1"/>
          </p:cNvSpPr>
          <p:nvPr>
            <p:ph type="subTitle" idx="5"/>
          </p:nvPr>
        </p:nvSpPr>
        <p:spPr>
          <a:xfrm>
            <a:off x="6118550" y="2254475"/>
            <a:ext cx="23055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4" name="Google Shape;384;p27"/>
          <p:cNvSpPr txBox="1">
            <a:spLocks noGrp="1"/>
          </p:cNvSpPr>
          <p:nvPr>
            <p:ph type="subTitle" idx="6"/>
          </p:nvPr>
        </p:nvSpPr>
        <p:spPr>
          <a:xfrm>
            <a:off x="6118550" y="3969000"/>
            <a:ext cx="23055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5" name="Google Shape;385;p27"/>
          <p:cNvSpPr txBox="1">
            <a:spLocks noGrp="1"/>
          </p:cNvSpPr>
          <p:nvPr>
            <p:ph type="subTitle" idx="7"/>
          </p:nvPr>
        </p:nvSpPr>
        <p:spPr>
          <a:xfrm>
            <a:off x="720000" y="1850297"/>
            <a:ext cx="23055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6" name="Google Shape;386;p27"/>
          <p:cNvSpPr txBox="1">
            <a:spLocks noGrp="1"/>
          </p:cNvSpPr>
          <p:nvPr>
            <p:ph type="subTitle" idx="8"/>
          </p:nvPr>
        </p:nvSpPr>
        <p:spPr>
          <a:xfrm>
            <a:off x="3419275" y="1850297"/>
            <a:ext cx="23055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7" name="Google Shape;387;p27"/>
          <p:cNvSpPr txBox="1">
            <a:spLocks noGrp="1"/>
          </p:cNvSpPr>
          <p:nvPr>
            <p:ph type="subTitle" idx="9"/>
          </p:nvPr>
        </p:nvSpPr>
        <p:spPr>
          <a:xfrm>
            <a:off x="6118550" y="1850297"/>
            <a:ext cx="23055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8" name="Google Shape;388;p27"/>
          <p:cNvSpPr txBox="1">
            <a:spLocks noGrp="1"/>
          </p:cNvSpPr>
          <p:nvPr>
            <p:ph type="subTitle" idx="13"/>
          </p:nvPr>
        </p:nvSpPr>
        <p:spPr>
          <a:xfrm>
            <a:off x="6118550" y="3564672"/>
            <a:ext cx="23055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9" name="Google Shape;389;p27"/>
          <p:cNvSpPr txBox="1">
            <a:spLocks noGrp="1"/>
          </p:cNvSpPr>
          <p:nvPr>
            <p:ph type="subTitle" idx="14"/>
          </p:nvPr>
        </p:nvSpPr>
        <p:spPr>
          <a:xfrm>
            <a:off x="720000" y="3564672"/>
            <a:ext cx="23055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90" name="Google Shape;390;p27"/>
          <p:cNvSpPr txBox="1">
            <a:spLocks noGrp="1"/>
          </p:cNvSpPr>
          <p:nvPr>
            <p:ph type="subTitle" idx="15"/>
          </p:nvPr>
        </p:nvSpPr>
        <p:spPr>
          <a:xfrm>
            <a:off x="3419275" y="3564672"/>
            <a:ext cx="2305500" cy="4671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91" name="Google Shape;391;p27"/>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92" name="Google Shape;392;p27"/>
          <p:cNvGrpSpPr/>
          <p:nvPr/>
        </p:nvGrpSpPr>
        <p:grpSpPr>
          <a:xfrm>
            <a:off x="-187373" y="-68900"/>
            <a:ext cx="9456973" cy="5270896"/>
            <a:chOff x="-187373" y="-68900"/>
            <a:chExt cx="9456973" cy="5270896"/>
          </a:xfrm>
        </p:grpSpPr>
        <p:sp>
          <p:nvSpPr>
            <p:cNvPr id="393" name="Google Shape;393;p27"/>
            <p:cNvSpPr/>
            <p:nvPr/>
          </p:nvSpPr>
          <p:spPr>
            <a:xfrm rot="5400000">
              <a:off x="7492467" y="-23853"/>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7"/>
            <p:cNvSpPr/>
            <p:nvPr/>
          </p:nvSpPr>
          <p:spPr>
            <a:xfrm rot="5400000">
              <a:off x="1899566" y="45379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7"/>
            <p:cNvSpPr/>
            <p:nvPr/>
          </p:nvSpPr>
          <p:spPr>
            <a:xfrm rot="5400000">
              <a:off x="8429748" y="143523"/>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7"/>
            <p:cNvSpPr/>
            <p:nvPr/>
          </p:nvSpPr>
          <p:spPr>
            <a:xfrm>
              <a:off x="6757268" y="-68900"/>
              <a:ext cx="2462750" cy="2441700"/>
            </a:xfrm>
            <a:custGeom>
              <a:avLst/>
              <a:gdLst/>
              <a:ahLst/>
              <a:cxnLst/>
              <a:rect l="l" t="t" r="r" b="b"/>
              <a:pathLst>
                <a:path w="98510" h="97668" extrusionOk="0">
                  <a:moveTo>
                    <a:pt x="2540" y="0"/>
                  </a:moveTo>
                  <a:cubicBezTo>
                    <a:pt x="149" y="2921"/>
                    <a:pt x="-999" y="8233"/>
                    <a:pt x="1266" y="11253"/>
                  </a:cubicBezTo>
                  <a:cubicBezTo>
                    <a:pt x="6555" y="18304"/>
                    <a:pt x="16085" y="20972"/>
                    <a:pt x="24197" y="24417"/>
                  </a:cubicBezTo>
                  <a:cubicBezTo>
                    <a:pt x="42305" y="32107"/>
                    <a:pt x="64153" y="31919"/>
                    <a:pt x="80038" y="43526"/>
                  </a:cubicBezTo>
                  <a:cubicBezTo>
                    <a:pt x="89538" y="50467"/>
                    <a:pt x="80852" y="67057"/>
                    <a:pt x="81949" y="78771"/>
                  </a:cubicBezTo>
                  <a:cubicBezTo>
                    <a:pt x="82730" y="87110"/>
                    <a:pt x="90296" y="96028"/>
                    <a:pt x="98510" y="97668"/>
                  </a:cubicBezTo>
                </a:path>
              </a:pathLst>
            </a:custGeom>
            <a:noFill/>
            <a:ln w="19050" cap="flat" cmpd="sng">
              <a:solidFill>
                <a:schemeClr val="dk2"/>
              </a:solidFill>
              <a:prstDash val="dash"/>
              <a:round/>
              <a:headEnd type="none" w="med" len="med"/>
              <a:tailEnd type="none" w="med" len="med"/>
            </a:ln>
          </p:spPr>
        </p:sp>
        <p:sp>
          <p:nvSpPr>
            <p:cNvPr id="397" name="Google Shape;397;p27"/>
            <p:cNvSpPr/>
            <p:nvPr/>
          </p:nvSpPr>
          <p:spPr>
            <a:xfrm>
              <a:off x="-90300" y="1911000"/>
              <a:ext cx="504850" cy="2420475"/>
            </a:xfrm>
            <a:custGeom>
              <a:avLst/>
              <a:gdLst/>
              <a:ahLst/>
              <a:cxnLst/>
              <a:rect l="l" t="t" r="r" b="b"/>
              <a:pathLst>
                <a:path w="20194" h="96819" extrusionOk="0">
                  <a:moveTo>
                    <a:pt x="0" y="0"/>
                  </a:moveTo>
                  <a:cubicBezTo>
                    <a:pt x="7249" y="1449"/>
                    <a:pt x="12395" y="11806"/>
                    <a:pt x="11253" y="19109"/>
                  </a:cubicBezTo>
                  <a:cubicBezTo>
                    <a:pt x="9862" y="28009"/>
                    <a:pt x="5790" y="37004"/>
                    <a:pt x="7431" y="45861"/>
                  </a:cubicBezTo>
                  <a:cubicBezTo>
                    <a:pt x="8711" y="52771"/>
                    <a:pt x="14470" y="58069"/>
                    <a:pt x="17198" y="64546"/>
                  </a:cubicBezTo>
                  <a:cubicBezTo>
                    <a:pt x="19696" y="70477"/>
                    <a:pt x="20632" y="77255"/>
                    <a:pt x="19958" y="83655"/>
                  </a:cubicBezTo>
                  <a:cubicBezTo>
                    <a:pt x="19196" y="90890"/>
                    <a:pt x="9606" y="95052"/>
                    <a:pt x="2548" y="96819"/>
                  </a:cubicBezTo>
                </a:path>
              </a:pathLst>
            </a:custGeom>
            <a:noFill/>
            <a:ln w="19050" cap="flat" cmpd="sng">
              <a:solidFill>
                <a:schemeClr val="dk2"/>
              </a:solidFill>
              <a:prstDash val="dash"/>
              <a:round/>
              <a:headEnd type="none" w="med" len="med"/>
              <a:tailEnd type="none" w="med" len="med"/>
            </a:ln>
          </p:spPr>
        </p:sp>
        <p:sp>
          <p:nvSpPr>
            <p:cNvPr id="398" name="Google Shape;398;p27"/>
            <p:cNvSpPr/>
            <p:nvPr/>
          </p:nvSpPr>
          <p:spPr>
            <a:xfrm>
              <a:off x="2728275" y="4881221"/>
              <a:ext cx="3864250" cy="320775"/>
            </a:xfrm>
            <a:custGeom>
              <a:avLst/>
              <a:gdLst/>
              <a:ahLst/>
              <a:cxnLst/>
              <a:rect l="l" t="t" r="r" b="b"/>
              <a:pathLst>
                <a:path w="154570" h="12831" extrusionOk="0">
                  <a:moveTo>
                    <a:pt x="0" y="12406"/>
                  </a:moveTo>
                  <a:cubicBezTo>
                    <a:pt x="18152" y="-10706"/>
                    <a:pt x="58513" y="5612"/>
                    <a:pt x="87901" y="5612"/>
                  </a:cubicBezTo>
                  <a:cubicBezTo>
                    <a:pt x="104692" y="5612"/>
                    <a:pt x="121452" y="2417"/>
                    <a:pt x="138221" y="3276"/>
                  </a:cubicBezTo>
                  <a:cubicBezTo>
                    <a:pt x="144525" y="3599"/>
                    <a:pt x="153534" y="6604"/>
                    <a:pt x="154570" y="12831"/>
                  </a:cubicBezTo>
                </a:path>
              </a:pathLst>
            </a:custGeom>
            <a:noFill/>
            <a:ln w="19050" cap="flat" cmpd="sng">
              <a:solidFill>
                <a:schemeClr val="dk2"/>
              </a:solidFill>
              <a:prstDash val="dash"/>
              <a:round/>
              <a:headEnd type="none" w="med" len="med"/>
              <a:tailEnd type="none" w="med" len="med"/>
            </a:ln>
          </p:spPr>
        </p:sp>
        <p:sp>
          <p:nvSpPr>
            <p:cNvPr id="399" name="Google Shape;399;p27"/>
            <p:cNvSpPr/>
            <p:nvPr/>
          </p:nvSpPr>
          <p:spPr>
            <a:xfrm rot="5400000">
              <a:off x="314467" y="149154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7"/>
            <p:cNvSpPr/>
            <p:nvPr/>
          </p:nvSpPr>
          <p:spPr>
            <a:xfrm rot="5400000">
              <a:off x="8740116" y="232493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7"/>
            <p:cNvSpPr/>
            <p:nvPr/>
          </p:nvSpPr>
          <p:spPr>
            <a:xfrm rot="5400000">
              <a:off x="264448" y="502948"/>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7"/>
            <p:cNvSpPr/>
            <p:nvPr/>
          </p:nvSpPr>
          <p:spPr>
            <a:xfrm rot="5400000">
              <a:off x="8940217" y="307202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7"/>
            <p:cNvSpPr/>
            <p:nvPr/>
          </p:nvSpPr>
          <p:spPr>
            <a:xfrm rot="5400000">
              <a:off x="-17859" y="91198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7"/>
            <p:cNvSpPr/>
            <p:nvPr/>
          </p:nvSpPr>
          <p:spPr>
            <a:xfrm rot="5400000">
              <a:off x="8707998" y="3546573"/>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405"/>
        <p:cNvGrpSpPr/>
        <p:nvPr/>
      </p:nvGrpSpPr>
      <p:grpSpPr>
        <a:xfrm>
          <a:off x="0" y="0"/>
          <a:ext cx="0" cy="0"/>
          <a:chOff x="0" y="0"/>
          <a:chExt cx="0" cy="0"/>
        </a:xfrm>
      </p:grpSpPr>
      <p:sp>
        <p:nvSpPr>
          <p:cNvPr id="406" name="Google Shape;406;p28"/>
          <p:cNvSpPr txBox="1">
            <a:spLocks noGrp="1"/>
          </p:cNvSpPr>
          <p:nvPr>
            <p:ph type="title" hasCustomPrompt="1"/>
          </p:nvPr>
        </p:nvSpPr>
        <p:spPr>
          <a:xfrm rot="-423">
            <a:off x="3453688" y="902475"/>
            <a:ext cx="2436600" cy="9603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6200"/>
              <a:buNone/>
              <a:defRPr sz="4900"/>
            </a:lvl1pPr>
            <a:lvl2pPr lvl="1" rtl="0">
              <a:spcBef>
                <a:spcPts val="0"/>
              </a:spcBef>
              <a:spcAft>
                <a:spcPts val="0"/>
              </a:spcAft>
              <a:buSzPts val="6200"/>
              <a:buNone/>
              <a:defRPr sz="6200"/>
            </a:lvl2pPr>
            <a:lvl3pPr lvl="2" rtl="0">
              <a:spcBef>
                <a:spcPts val="0"/>
              </a:spcBef>
              <a:spcAft>
                <a:spcPts val="0"/>
              </a:spcAft>
              <a:buSzPts val="6200"/>
              <a:buNone/>
              <a:defRPr sz="6200"/>
            </a:lvl3pPr>
            <a:lvl4pPr lvl="3" rtl="0">
              <a:spcBef>
                <a:spcPts val="0"/>
              </a:spcBef>
              <a:spcAft>
                <a:spcPts val="0"/>
              </a:spcAft>
              <a:buSzPts val="6200"/>
              <a:buNone/>
              <a:defRPr sz="6200"/>
            </a:lvl4pPr>
            <a:lvl5pPr lvl="4" rtl="0">
              <a:spcBef>
                <a:spcPts val="0"/>
              </a:spcBef>
              <a:spcAft>
                <a:spcPts val="0"/>
              </a:spcAft>
              <a:buSzPts val="6200"/>
              <a:buNone/>
              <a:defRPr sz="6200"/>
            </a:lvl5pPr>
            <a:lvl6pPr lvl="5" rtl="0">
              <a:spcBef>
                <a:spcPts val="0"/>
              </a:spcBef>
              <a:spcAft>
                <a:spcPts val="0"/>
              </a:spcAft>
              <a:buSzPts val="6200"/>
              <a:buNone/>
              <a:defRPr sz="6200"/>
            </a:lvl6pPr>
            <a:lvl7pPr lvl="6" rtl="0">
              <a:spcBef>
                <a:spcPts val="0"/>
              </a:spcBef>
              <a:spcAft>
                <a:spcPts val="0"/>
              </a:spcAft>
              <a:buSzPts val="6200"/>
              <a:buNone/>
              <a:defRPr sz="6200"/>
            </a:lvl7pPr>
            <a:lvl8pPr lvl="7" rtl="0">
              <a:spcBef>
                <a:spcPts val="0"/>
              </a:spcBef>
              <a:spcAft>
                <a:spcPts val="0"/>
              </a:spcAft>
              <a:buSzPts val="6200"/>
              <a:buNone/>
              <a:defRPr sz="6200"/>
            </a:lvl8pPr>
            <a:lvl9pPr lvl="8" rtl="0">
              <a:spcBef>
                <a:spcPts val="0"/>
              </a:spcBef>
              <a:spcAft>
                <a:spcPts val="0"/>
              </a:spcAft>
              <a:buSzPts val="6200"/>
              <a:buNone/>
              <a:defRPr sz="6200"/>
            </a:lvl9pPr>
          </a:lstStyle>
          <a:p>
            <a:r>
              <a:t>xx%</a:t>
            </a:r>
          </a:p>
        </p:txBody>
      </p:sp>
      <p:sp>
        <p:nvSpPr>
          <p:cNvPr id="407" name="Google Shape;407;p28"/>
          <p:cNvSpPr txBox="1">
            <a:spLocks noGrp="1"/>
          </p:cNvSpPr>
          <p:nvPr>
            <p:ph type="subTitle" idx="1"/>
          </p:nvPr>
        </p:nvSpPr>
        <p:spPr>
          <a:xfrm>
            <a:off x="3453669" y="1862890"/>
            <a:ext cx="2436600" cy="390900"/>
          </a:xfrm>
          <a:prstGeom prst="rect">
            <a:avLst/>
          </a:prstGeom>
          <a:solidFill>
            <a:schemeClr val="dk2"/>
          </a:solidFill>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08" name="Google Shape;408;p28"/>
          <p:cNvSpPr txBox="1">
            <a:spLocks noGrp="1"/>
          </p:cNvSpPr>
          <p:nvPr>
            <p:ph type="title" idx="2" hasCustomPrompt="1"/>
          </p:nvPr>
        </p:nvSpPr>
        <p:spPr>
          <a:xfrm>
            <a:off x="3453688" y="2889797"/>
            <a:ext cx="2436600" cy="960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6200"/>
              <a:buNone/>
              <a:defRPr sz="4900"/>
            </a:lvl1pPr>
            <a:lvl2pPr lvl="1" rtl="0">
              <a:spcBef>
                <a:spcPts val="0"/>
              </a:spcBef>
              <a:spcAft>
                <a:spcPts val="0"/>
              </a:spcAft>
              <a:buSzPts val="6200"/>
              <a:buNone/>
              <a:defRPr sz="6200"/>
            </a:lvl2pPr>
            <a:lvl3pPr lvl="2" rtl="0">
              <a:spcBef>
                <a:spcPts val="0"/>
              </a:spcBef>
              <a:spcAft>
                <a:spcPts val="0"/>
              </a:spcAft>
              <a:buSzPts val="6200"/>
              <a:buNone/>
              <a:defRPr sz="6200"/>
            </a:lvl3pPr>
            <a:lvl4pPr lvl="3" rtl="0">
              <a:spcBef>
                <a:spcPts val="0"/>
              </a:spcBef>
              <a:spcAft>
                <a:spcPts val="0"/>
              </a:spcAft>
              <a:buSzPts val="6200"/>
              <a:buNone/>
              <a:defRPr sz="6200"/>
            </a:lvl4pPr>
            <a:lvl5pPr lvl="4" rtl="0">
              <a:spcBef>
                <a:spcPts val="0"/>
              </a:spcBef>
              <a:spcAft>
                <a:spcPts val="0"/>
              </a:spcAft>
              <a:buSzPts val="6200"/>
              <a:buNone/>
              <a:defRPr sz="6200"/>
            </a:lvl5pPr>
            <a:lvl6pPr lvl="5" rtl="0">
              <a:spcBef>
                <a:spcPts val="0"/>
              </a:spcBef>
              <a:spcAft>
                <a:spcPts val="0"/>
              </a:spcAft>
              <a:buSzPts val="6200"/>
              <a:buNone/>
              <a:defRPr sz="6200"/>
            </a:lvl6pPr>
            <a:lvl7pPr lvl="6" rtl="0">
              <a:spcBef>
                <a:spcPts val="0"/>
              </a:spcBef>
              <a:spcAft>
                <a:spcPts val="0"/>
              </a:spcAft>
              <a:buSzPts val="6200"/>
              <a:buNone/>
              <a:defRPr sz="6200"/>
            </a:lvl7pPr>
            <a:lvl8pPr lvl="7" rtl="0">
              <a:spcBef>
                <a:spcPts val="0"/>
              </a:spcBef>
              <a:spcAft>
                <a:spcPts val="0"/>
              </a:spcAft>
              <a:buSzPts val="6200"/>
              <a:buNone/>
              <a:defRPr sz="6200"/>
            </a:lvl8pPr>
            <a:lvl9pPr lvl="8" rtl="0">
              <a:spcBef>
                <a:spcPts val="0"/>
              </a:spcBef>
              <a:spcAft>
                <a:spcPts val="0"/>
              </a:spcAft>
              <a:buSzPts val="6200"/>
              <a:buNone/>
              <a:defRPr sz="6200"/>
            </a:lvl9pPr>
          </a:lstStyle>
          <a:p>
            <a:r>
              <a:t>xx%</a:t>
            </a:r>
          </a:p>
        </p:txBody>
      </p:sp>
      <p:sp>
        <p:nvSpPr>
          <p:cNvPr id="409" name="Google Shape;409;p28"/>
          <p:cNvSpPr txBox="1">
            <a:spLocks noGrp="1"/>
          </p:cNvSpPr>
          <p:nvPr>
            <p:ph type="subTitle" idx="3"/>
          </p:nvPr>
        </p:nvSpPr>
        <p:spPr>
          <a:xfrm>
            <a:off x="3453669" y="3850275"/>
            <a:ext cx="2436600" cy="390900"/>
          </a:xfrm>
          <a:prstGeom prst="rect">
            <a:avLst/>
          </a:prstGeom>
          <a:solidFill>
            <a:schemeClr val="dk2"/>
          </a:solidFill>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10" name="Google Shape;410;p28"/>
          <p:cNvSpPr txBox="1">
            <a:spLocks noGrp="1"/>
          </p:cNvSpPr>
          <p:nvPr>
            <p:ph type="title" idx="4" hasCustomPrompt="1"/>
          </p:nvPr>
        </p:nvSpPr>
        <p:spPr>
          <a:xfrm rot="-423">
            <a:off x="720019" y="902475"/>
            <a:ext cx="2436600" cy="9603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6200"/>
              <a:buNone/>
              <a:defRPr sz="4900"/>
            </a:lvl1pPr>
            <a:lvl2pPr lvl="1" algn="r" rtl="0">
              <a:spcBef>
                <a:spcPts val="0"/>
              </a:spcBef>
              <a:spcAft>
                <a:spcPts val="0"/>
              </a:spcAft>
              <a:buSzPts val="6200"/>
              <a:buNone/>
              <a:defRPr sz="6200"/>
            </a:lvl2pPr>
            <a:lvl3pPr lvl="2" algn="r" rtl="0">
              <a:spcBef>
                <a:spcPts val="0"/>
              </a:spcBef>
              <a:spcAft>
                <a:spcPts val="0"/>
              </a:spcAft>
              <a:buSzPts val="6200"/>
              <a:buNone/>
              <a:defRPr sz="6200"/>
            </a:lvl3pPr>
            <a:lvl4pPr lvl="3" algn="r" rtl="0">
              <a:spcBef>
                <a:spcPts val="0"/>
              </a:spcBef>
              <a:spcAft>
                <a:spcPts val="0"/>
              </a:spcAft>
              <a:buSzPts val="6200"/>
              <a:buNone/>
              <a:defRPr sz="6200"/>
            </a:lvl4pPr>
            <a:lvl5pPr lvl="4" algn="r" rtl="0">
              <a:spcBef>
                <a:spcPts val="0"/>
              </a:spcBef>
              <a:spcAft>
                <a:spcPts val="0"/>
              </a:spcAft>
              <a:buSzPts val="6200"/>
              <a:buNone/>
              <a:defRPr sz="6200"/>
            </a:lvl5pPr>
            <a:lvl6pPr lvl="5" algn="r" rtl="0">
              <a:spcBef>
                <a:spcPts val="0"/>
              </a:spcBef>
              <a:spcAft>
                <a:spcPts val="0"/>
              </a:spcAft>
              <a:buSzPts val="6200"/>
              <a:buNone/>
              <a:defRPr sz="6200"/>
            </a:lvl6pPr>
            <a:lvl7pPr lvl="6" algn="r" rtl="0">
              <a:spcBef>
                <a:spcPts val="0"/>
              </a:spcBef>
              <a:spcAft>
                <a:spcPts val="0"/>
              </a:spcAft>
              <a:buSzPts val="6200"/>
              <a:buNone/>
              <a:defRPr sz="6200"/>
            </a:lvl7pPr>
            <a:lvl8pPr lvl="7" algn="r" rtl="0">
              <a:spcBef>
                <a:spcPts val="0"/>
              </a:spcBef>
              <a:spcAft>
                <a:spcPts val="0"/>
              </a:spcAft>
              <a:buSzPts val="6200"/>
              <a:buNone/>
              <a:defRPr sz="6200"/>
            </a:lvl8pPr>
            <a:lvl9pPr lvl="8" algn="r" rtl="0">
              <a:spcBef>
                <a:spcPts val="0"/>
              </a:spcBef>
              <a:spcAft>
                <a:spcPts val="0"/>
              </a:spcAft>
              <a:buSzPts val="6200"/>
              <a:buNone/>
              <a:defRPr sz="6200"/>
            </a:lvl9pPr>
          </a:lstStyle>
          <a:p>
            <a:r>
              <a:t>xx%</a:t>
            </a:r>
          </a:p>
        </p:txBody>
      </p:sp>
      <p:sp>
        <p:nvSpPr>
          <p:cNvPr id="411" name="Google Shape;411;p28"/>
          <p:cNvSpPr txBox="1">
            <a:spLocks noGrp="1"/>
          </p:cNvSpPr>
          <p:nvPr>
            <p:ph type="subTitle" idx="5"/>
          </p:nvPr>
        </p:nvSpPr>
        <p:spPr>
          <a:xfrm>
            <a:off x="720000" y="1862890"/>
            <a:ext cx="2436600" cy="390900"/>
          </a:xfrm>
          <a:prstGeom prst="rect">
            <a:avLst/>
          </a:prstGeom>
          <a:solidFill>
            <a:schemeClr val="dk2"/>
          </a:solidFill>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412" name="Google Shape;412;p28"/>
          <p:cNvSpPr txBox="1">
            <a:spLocks noGrp="1"/>
          </p:cNvSpPr>
          <p:nvPr>
            <p:ph type="title" idx="6" hasCustomPrompt="1"/>
          </p:nvPr>
        </p:nvSpPr>
        <p:spPr>
          <a:xfrm>
            <a:off x="720019" y="2889797"/>
            <a:ext cx="2436600" cy="960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6200"/>
              <a:buNone/>
              <a:defRPr sz="4900"/>
            </a:lvl1pPr>
            <a:lvl2pPr lvl="1" algn="r" rtl="0">
              <a:spcBef>
                <a:spcPts val="0"/>
              </a:spcBef>
              <a:spcAft>
                <a:spcPts val="0"/>
              </a:spcAft>
              <a:buSzPts val="6200"/>
              <a:buNone/>
              <a:defRPr sz="6200"/>
            </a:lvl2pPr>
            <a:lvl3pPr lvl="2" algn="r" rtl="0">
              <a:spcBef>
                <a:spcPts val="0"/>
              </a:spcBef>
              <a:spcAft>
                <a:spcPts val="0"/>
              </a:spcAft>
              <a:buSzPts val="6200"/>
              <a:buNone/>
              <a:defRPr sz="6200"/>
            </a:lvl3pPr>
            <a:lvl4pPr lvl="3" algn="r" rtl="0">
              <a:spcBef>
                <a:spcPts val="0"/>
              </a:spcBef>
              <a:spcAft>
                <a:spcPts val="0"/>
              </a:spcAft>
              <a:buSzPts val="6200"/>
              <a:buNone/>
              <a:defRPr sz="6200"/>
            </a:lvl4pPr>
            <a:lvl5pPr lvl="4" algn="r" rtl="0">
              <a:spcBef>
                <a:spcPts val="0"/>
              </a:spcBef>
              <a:spcAft>
                <a:spcPts val="0"/>
              </a:spcAft>
              <a:buSzPts val="6200"/>
              <a:buNone/>
              <a:defRPr sz="6200"/>
            </a:lvl5pPr>
            <a:lvl6pPr lvl="5" algn="r" rtl="0">
              <a:spcBef>
                <a:spcPts val="0"/>
              </a:spcBef>
              <a:spcAft>
                <a:spcPts val="0"/>
              </a:spcAft>
              <a:buSzPts val="6200"/>
              <a:buNone/>
              <a:defRPr sz="6200"/>
            </a:lvl6pPr>
            <a:lvl7pPr lvl="6" algn="r" rtl="0">
              <a:spcBef>
                <a:spcPts val="0"/>
              </a:spcBef>
              <a:spcAft>
                <a:spcPts val="0"/>
              </a:spcAft>
              <a:buSzPts val="6200"/>
              <a:buNone/>
              <a:defRPr sz="6200"/>
            </a:lvl7pPr>
            <a:lvl8pPr lvl="7" algn="r" rtl="0">
              <a:spcBef>
                <a:spcPts val="0"/>
              </a:spcBef>
              <a:spcAft>
                <a:spcPts val="0"/>
              </a:spcAft>
              <a:buSzPts val="6200"/>
              <a:buNone/>
              <a:defRPr sz="6200"/>
            </a:lvl8pPr>
            <a:lvl9pPr lvl="8" algn="r" rtl="0">
              <a:spcBef>
                <a:spcPts val="0"/>
              </a:spcBef>
              <a:spcAft>
                <a:spcPts val="0"/>
              </a:spcAft>
              <a:buSzPts val="6200"/>
              <a:buNone/>
              <a:defRPr sz="6200"/>
            </a:lvl9pPr>
          </a:lstStyle>
          <a:p>
            <a:r>
              <a:t>xx%</a:t>
            </a:r>
          </a:p>
        </p:txBody>
      </p:sp>
      <p:sp>
        <p:nvSpPr>
          <p:cNvPr id="413" name="Google Shape;413;p28"/>
          <p:cNvSpPr txBox="1">
            <a:spLocks noGrp="1"/>
          </p:cNvSpPr>
          <p:nvPr>
            <p:ph type="subTitle" idx="7"/>
          </p:nvPr>
        </p:nvSpPr>
        <p:spPr>
          <a:xfrm>
            <a:off x="720000" y="3850275"/>
            <a:ext cx="2436600" cy="390900"/>
          </a:xfrm>
          <a:prstGeom prst="rect">
            <a:avLst/>
          </a:prstGeom>
          <a:solidFill>
            <a:schemeClr val="dk2"/>
          </a:solidFill>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grpSp>
        <p:nvGrpSpPr>
          <p:cNvPr id="414" name="Google Shape;414;p28"/>
          <p:cNvGrpSpPr/>
          <p:nvPr/>
        </p:nvGrpSpPr>
        <p:grpSpPr>
          <a:xfrm>
            <a:off x="-159300" y="-75050"/>
            <a:ext cx="9485485" cy="5236677"/>
            <a:chOff x="-159300" y="-75050"/>
            <a:chExt cx="9485485" cy="5236677"/>
          </a:xfrm>
        </p:grpSpPr>
        <p:sp>
          <p:nvSpPr>
            <p:cNvPr id="415" name="Google Shape;415;p28"/>
            <p:cNvSpPr/>
            <p:nvPr/>
          </p:nvSpPr>
          <p:spPr>
            <a:xfrm rot="5400000">
              <a:off x="273517" y="836884"/>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8"/>
            <p:cNvSpPr/>
            <p:nvPr/>
          </p:nvSpPr>
          <p:spPr>
            <a:xfrm rot="5400000">
              <a:off x="6059816" y="43374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8"/>
            <p:cNvSpPr/>
            <p:nvPr/>
          </p:nvSpPr>
          <p:spPr>
            <a:xfrm rot="5400000">
              <a:off x="8623048" y="1948273"/>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8"/>
            <p:cNvSpPr/>
            <p:nvPr/>
          </p:nvSpPr>
          <p:spPr>
            <a:xfrm>
              <a:off x="2282400" y="-75050"/>
              <a:ext cx="3306900" cy="675150"/>
            </a:xfrm>
            <a:custGeom>
              <a:avLst/>
              <a:gdLst/>
              <a:ahLst/>
              <a:cxnLst/>
              <a:rect l="l" t="t" r="r" b="b"/>
              <a:pathLst>
                <a:path w="132276" h="27006" extrusionOk="0">
                  <a:moveTo>
                    <a:pt x="0" y="637"/>
                  </a:moveTo>
                  <a:cubicBezTo>
                    <a:pt x="2725" y="10858"/>
                    <a:pt x="9349" y="23529"/>
                    <a:pt x="19746" y="25479"/>
                  </a:cubicBezTo>
                  <a:cubicBezTo>
                    <a:pt x="25461" y="26551"/>
                    <a:pt x="31439" y="27600"/>
                    <a:pt x="37156" y="26541"/>
                  </a:cubicBezTo>
                  <a:cubicBezTo>
                    <a:pt x="48869" y="24371"/>
                    <a:pt x="58937" y="16084"/>
                    <a:pt x="70703" y="14226"/>
                  </a:cubicBezTo>
                  <a:cubicBezTo>
                    <a:pt x="85207" y="11936"/>
                    <a:pt x="100309" y="20337"/>
                    <a:pt x="114654" y="17199"/>
                  </a:cubicBezTo>
                  <a:cubicBezTo>
                    <a:pt x="122672" y="15445"/>
                    <a:pt x="127728" y="6833"/>
                    <a:pt x="132276" y="0"/>
                  </a:cubicBezTo>
                </a:path>
              </a:pathLst>
            </a:custGeom>
            <a:noFill/>
            <a:ln w="19050" cap="flat" cmpd="sng">
              <a:solidFill>
                <a:schemeClr val="dk2"/>
              </a:solidFill>
              <a:prstDash val="dash"/>
              <a:round/>
              <a:headEnd type="none" w="med" len="med"/>
              <a:tailEnd type="none" w="med" len="med"/>
            </a:ln>
          </p:spPr>
        </p:sp>
        <p:sp>
          <p:nvSpPr>
            <p:cNvPr id="419" name="Google Shape;419;p28"/>
            <p:cNvSpPr/>
            <p:nvPr/>
          </p:nvSpPr>
          <p:spPr>
            <a:xfrm>
              <a:off x="-159300" y="4506977"/>
              <a:ext cx="3694400" cy="654650"/>
            </a:xfrm>
            <a:custGeom>
              <a:avLst/>
              <a:gdLst/>
              <a:ahLst/>
              <a:cxnLst/>
              <a:rect l="l" t="t" r="r" b="b"/>
              <a:pathLst>
                <a:path w="147776" h="26186" extrusionOk="0">
                  <a:moveTo>
                    <a:pt x="0" y="8138"/>
                  </a:moveTo>
                  <a:cubicBezTo>
                    <a:pt x="13145" y="3026"/>
                    <a:pt x="27647" y="-1454"/>
                    <a:pt x="41615" y="495"/>
                  </a:cubicBezTo>
                  <a:cubicBezTo>
                    <a:pt x="57458" y="2706"/>
                    <a:pt x="69527" y="17915"/>
                    <a:pt x="85353" y="20241"/>
                  </a:cubicBezTo>
                  <a:cubicBezTo>
                    <a:pt x="102932" y="22825"/>
                    <a:pt x="122063" y="12798"/>
                    <a:pt x="138646" y="19179"/>
                  </a:cubicBezTo>
                  <a:cubicBezTo>
                    <a:pt x="142226" y="20557"/>
                    <a:pt x="146843" y="22465"/>
                    <a:pt x="147776" y="26186"/>
                  </a:cubicBezTo>
                </a:path>
              </a:pathLst>
            </a:custGeom>
            <a:noFill/>
            <a:ln w="19050" cap="flat" cmpd="sng">
              <a:solidFill>
                <a:schemeClr val="dk2"/>
              </a:solidFill>
              <a:prstDash val="dash"/>
              <a:round/>
              <a:headEnd type="none" w="med" len="med"/>
              <a:tailEnd type="none" w="med" len="med"/>
            </a:ln>
          </p:spPr>
        </p:sp>
        <p:sp>
          <p:nvSpPr>
            <p:cNvPr id="420" name="Google Shape;420;p28"/>
            <p:cNvSpPr/>
            <p:nvPr/>
          </p:nvSpPr>
          <p:spPr>
            <a:xfrm>
              <a:off x="8446935" y="2586150"/>
              <a:ext cx="879250" cy="2285475"/>
            </a:xfrm>
            <a:custGeom>
              <a:avLst/>
              <a:gdLst/>
              <a:ahLst/>
              <a:cxnLst/>
              <a:rect l="l" t="t" r="r" b="b"/>
              <a:pathLst>
                <a:path w="35170" h="91419" extrusionOk="0">
                  <a:moveTo>
                    <a:pt x="35170" y="0"/>
                  </a:moveTo>
                  <a:cubicBezTo>
                    <a:pt x="22777" y="619"/>
                    <a:pt x="8469" y="8483"/>
                    <a:pt x="3746" y="19958"/>
                  </a:cubicBezTo>
                  <a:cubicBezTo>
                    <a:pt x="-296" y="29777"/>
                    <a:pt x="11691" y="40669"/>
                    <a:pt x="10116" y="51170"/>
                  </a:cubicBezTo>
                  <a:cubicBezTo>
                    <a:pt x="8642" y="60997"/>
                    <a:pt x="-2583" y="69982"/>
                    <a:pt x="562" y="79408"/>
                  </a:cubicBezTo>
                  <a:cubicBezTo>
                    <a:pt x="1947" y="83561"/>
                    <a:pt x="7209" y="85542"/>
                    <a:pt x="11390" y="86840"/>
                  </a:cubicBezTo>
                  <a:cubicBezTo>
                    <a:pt x="18151" y="88938"/>
                    <a:pt x="25256" y="92472"/>
                    <a:pt x="32198" y="91086"/>
                  </a:cubicBezTo>
                </a:path>
              </a:pathLst>
            </a:custGeom>
            <a:noFill/>
            <a:ln w="19050" cap="flat" cmpd="sng">
              <a:solidFill>
                <a:schemeClr val="dk2"/>
              </a:solidFill>
              <a:prstDash val="dash"/>
              <a:round/>
              <a:headEnd type="none" w="med" len="med"/>
              <a:tailEnd type="none" w="med" len="med"/>
            </a:ln>
          </p:spPr>
        </p:sp>
        <p:sp>
          <p:nvSpPr>
            <p:cNvPr id="421" name="Google Shape;421;p28"/>
            <p:cNvSpPr/>
            <p:nvPr/>
          </p:nvSpPr>
          <p:spPr>
            <a:xfrm rot="5400000">
              <a:off x="540016" y="19888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Numbers and text 1">
  <p:cSld name="TITLE_AND_TWO_COLUMNS_1">
    <p:spTree>
      <p:nvGrpSpPr>
        <p:cNvPr id="1" name="Shape 422"/>
        <p:cNvGrpSpPr/>
        <p:nvPr/>
      </p:nvGrpSpPr>
      <p:grpSpPr>
        <a:xfrm>
          <a:off x="0" y="0"/>
          <a:ext cx="0" cy="0"/>
          <a:chOff x="0" y="0"/>
          <a:chExt cx="0" cy="0"/>
        </a:xfrm>
      </p:grpSpPr>
      <p:sp>
        <p:nvSpPr>
          <p:cNvPr id="423" name="Google Shape;423;p29"/>
          <p:cNvSpPr txBox="1">
            <a:spLocks noGrp="1"/>
          </p:cNvSpPr>
          <p:nvPr>
            <p:ph type="subTitle" idx="1"/>
          </p:nvPr>
        </p:nvSpPr>
        <p:spPr>
          <a:xfrm>
            <a:off x="4258838" y="2101963"/>
            <a:ext cx="2511300" cy="63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24" name="Google Shape;424;p29"/>
          <p:cNvSpPr txBox="1">
            <a:spLocks noGrp="1"/>
          </p:cNvSpPr>
          <p:nvPr>
            <p:ph type="subTitle" idx="2"/>
          </p:nvPr>
        </p:nvSpPr>
        <p:spPr>
          <a:xfrm>
            <a:off x="4258826" y="3857313"/>
            <a:ext cx="2511300" cy="63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25" name="Google Shape;425;p29"/>
          <p:cNvSpPr txBox="1">
            <a:spLocks noGrp="1"/>
          </p:cNvSpPr>
          <p:nvPr>
            <p:ph type="title" hasCustomPrompt="1"/>
          </p:nvPr>
        </p:nvSpPr>
        <p:spPr>
          <a:xfrm>
            <a:off x="2373863" y="1815400"/>
            <a:ext cx="1421700" cy="7602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4000"/>
              <a:buNone/>
              <a:defRPr sz="4000"/>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426" name="Google Shape;426;p29"/>
          <p:cNvSpPr txBox="1">
            <a:spLocks noGrp="1"/>
          </p:cNvSpPr>
          <p:nvPr>
            <p:ph type="title" idx="3" hasCustomPrompt="1"/>
          </p:nvPr>
        </p:nvSpPr>
        <p:spPr>
          <a:xfrm>
            <a:off x="2373863" y="3570750"/>
            <a:ext cx="1421700" cy="7602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4000"/>
              <a:buNone/>
              <a:defRPr sz="4000"/>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427" name="Google Shape;427;p29"/>
          <p:cNvSpPr txBox="1">
            <a:spLocks noGrp="1"/>
          </p:cNvSpPr>
          <p:nvPr>
            <p:ph type="subTitle" idx="4"/>
          </p:nvPr>
        </p:nvSpPr>
        <p:spPr>
          <a:xfrm>
            <a:off x="4258838" y="1654488"/>
            <a:ext cx="2511300" cy="4671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8" name="Google Shape;428;p29"/>
          <p:cNvSpPr txBox="1">
            <a:spLocks noGrp="1"/>
          </p:cNvSpPr>
          <p:nvPr>
            <p:ph type="subTitle" idx="5"/>
          </p:nvPr>
        </p:nvSpPr>
        <p:spPr>
          <a:xfrm>
            <a:off x="4258826" y="3409838"/>
            <a:ext cx="2511300" cy="4671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SzPts val="2000"/>
              <a:buFont typeface="Poller One"/>
              <a:buNone/>
              <a:defRPr sz="2000" b="1">
                <a:latin typeface="Chau Philomene One"/>
                <a:ea typeface="Chau Philomene One"/>
                <a:cs typeface="Chau Philomene One"/>
                <a:sym typeface="Chau Philomene 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9" name="Google Shape;429;p29"/>
          <p:cNvSpPr txBox="1">
            <a:spLocks noGrp="1"/>
          </p:cNvSpPr>
          <p:nvPr>
            <p:ph type="title" idx="6"/>
          </p:nvPr>
        </p:nvSpPr>
        <p:spPr>
          <a:xfrm>
            <a:off x="720000" y="5400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430" name="Google Shape;430;p29"/>
          <p:cNvGrpSpPr/>
          <p:nvPr/>
        </p:nvGrpSpPr>
        <p:grpSpPr>
          <a:xfrm>
            <a:off x="-132775" y="-96975"/>
            <a:ext cx="9600635" cy="5305319"/>
            <a:chOff x="-132775" y="-96975"/>
            <a:chExt cx="9600635" cy="5305319"/>
          </a:xfrm>
        </p:grpSpPr>
        <p:sp>
          <p:nvSpPr>
            <p:cNvPr id="431" name="Google Shape;431;p29"/>
            <p:cNvSpPr/>
            <p:nvPr/>
          </p:nvSpPr>
          <p:spPr>
            <a:xfrm rot="5400000">
              <a:off x="6770567" y="12382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9"/>
            <p:cNvSpPr/>
            <p:nvPr/>
          </p:nvSpPr>
          <p:spPr>
            <a:xfrm rot="5400000">
              <a:off x="8396616" y="105250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9"/>
            <p:cNvSpPr/>
            <p:nvPr/>
          </p:nvSpPr>
          <p:spPr>
            <a:xfrm>
              <a:off x="7779124" y="-96975"/>
              <a:ext cx="1688736" cy="3636925"/>
            </a:xfrm>
            <a:custGeom>
              <a:avLst/>
              <a:gdLst/>
              <a:ahLst/>
              <a:cxnLst/>
              <a:rect l="l" t="t" r="r" b="b"/>
              <a:pathLst>
                <a:path w="81779" h="145477" extrusionOk="0">
                  <a:moveTo>
                    <a:pt x="65855" y="0"/>
                  </a:moveTo>
                  <a:cubicBezTo>
                    <a:pt x="40444" y="12703"/>
                    <a:pt x="1216" y="25758"/>
                    <a:pt x="35" y="54142"/>
                  </a:cubicBezTo>
                  <a:cubicBezTo>
                    <a:pt x="-529" y="67708"/>
                    <a:pt x="13600" y="78316"/>
                    <a:pt x="15747" y="91723"/>
                  </a:cubicBezTo>
                  <a:cubicBezTo>
                    <a:pt x="17862" y="104932"/>
                    <a:pt x="6086" y="122175"/>
                    <a:pt x="15322" y="131852"/>
                  </a:cubicBezTo>
                  <a:cubicBezTo>
                    <a:pt x="22917" y="139810"/>
                    <a:pt x="35413" y="141170"/>
                    <a:pt x="46109" y="143742"/>
                  </a:cubicBezTo>
                  <a:cubicBezTo>
                    <a:pt x="57807" y="146555"/>
                    <a:pt x="73271" y="146729"/>
                    <a:pt x="81779" y="138221"/>
                  </a:cubicBezTo>
                </a:path>
              </a:pathLst>
            </a:custGeom>
            <a:noFill/>
            <a:ln w="19050" cap="flat" cmpd="sng">
              <a:solidFill>
                <a:schemeClr val="dk2"/>
              </a:solidFill>
              <a:prstDash val="dash"/>
              <a:round/>
              <a:headEnd type="none" w="med" len="med"/>
              <a:tailEnd type="none" w="med" len="med"/>
            </a:ln>
          </p:spPr>
        </p:sp>
        <p:sp>
          <p:nvSpPr>
            <p:cNvPr id="434" name="Google Shape;434;p29"/>
            <p:cNvSpPr/>
            <p:nvPr/>
          </p:nvSpPr>
          <p:spPr>
            <a:xfrm>
              <a:off x="-132775" y="1688850"/>
              <a:ext cx="1443746" cy="3498275"/>
            </a:xfrm>
            <a:custGeom>
              <a:avLst/>
              <a:gdLst/>
              <a:ahLst/>
              <a:cxnLst/>
              <a:rect l="l" t="t" r="r" b="b"/>
              <a:pathLst>
                <a:path w="73830" h="139931" extrusionOk="0">
                  <a:moveTo>
                    <a:pt x="0" y="223"/>
                  </a:moveTo>
                  <a:cubicBezTo>
                    <a:pt x="21565" y="-1123"/>
                    <a:pt x="50441" y="4777"/>
                    <a:pt x="60300" y="24003"/>
                  </a:cubicBezTo>
                  <a:cubicBezTo>
                    <a:pt x="69086" y="41137"/>
                    <a:pt x="54352" y="63076"/>
                    <a:pt x="59026" y="81755"/>
                  </a:cubicBezTo>
                  <a:cubicBezTo>
                    <a:pt x="61331" y="90968"/>
                    <a:pt x="69186" y="98012"/>
                    <a:pt x="72190" y="107021"/>
                  </a:cubicBezTo>
                  <a:cubicBezTo>
                    <a:pt x="75763" y="117736"/>
                    <a:pt x="73518" y="133662"/>
                    <a:pt x="64122" y="139931"/>
                  </a:cubicBezTo>
                </a:path>
              </a:pathLst>
            </a:custGeom>
            <a:noFill/>
            <a:ln w="19050" cap="flat" cmpd="sng">
              <a:solidFill>
                <a:schemeClr val="dk2"/>
              </a:solidFill>
              <a:prstDash val="dash"/>
              <a:round/>
              <a:headEnd type="none" w="med" len="med"/>
              <a:tailEnd type="none" w="med" len="med"/>
            </a:ln>
          </p:spPr>
        </p:sp>
        <p:sp>
          <p:nvSpPr>
            <p:cNvPr id="435" name="Google Shape;435;p29"/>
            <p:cNvSpPr/>
            <p:nvPr/>
          </p:nvSpPr>
          <p:spPr>
            <a:xfrm>
              <a:off x="3073300" y="-36000"/>
              <a:ext cx="2197525" cy="469775"/>
            </a:xfrm>
            <a:custGeom>
              <a:avLst/>
              <a:gdLst/>
              <a:ahLst/>
              <a:cxnLst/>
              <a:rect l="l" t="t" r="r" b="b"/>
              <a:pathLst>
                <a:path w="87901" h="18791" extrusionOk="0">
                  <a:moveTo>
                    <a:pt x="0" y="0"/>
                  </a:moveTo>
                  <a:cubicBezTo>
                    <a:pt x="0" y="5195"/>
                    <a:pt x="4459" y="11296"/>
                    <a:pt x="9554" y="12315"/>
                  </a:cubicBezTo>
                  <a:cubicBezTo>
                    <a:pt x="19415" y="14288"/>
                    <a:pt x="29648" y="11253"/>
                    <a:pt x="39704" y="11253"/>
                  </a:cubicBezTo>
                  <a:cubicBezTo>
                    <a:pt x="49027" y="11253"/>
                    <a:pt x="57384" y="19530"/>
                    <a:pt x="66669" y="18685"/>
                  </a:cubicBezTo>
                  <a:cubicBezTo>
                    <a:pt x="75695" y="17864"/>
                    <a:pt x="83236" y="9470"/>
                    <a:pt x="87901" y="1699"/>
                  </a:cubicBezTo>
                </a:path>
              </a:pathLst>
            </a:custGeom>
            <a:noFill/>
            <a:ln w="19050" cap="flat" cmpd="sng">
              <a:solidFill>
                <a:schemeClr val="dk2"/>
              </a:solidFill>
              <a:prstDash val="dash"/>
              <a:round/>
              <a:headEnd type="none" w="med" len="med"/>
              <a:tailEnd type="none" w="med" len="med"/>
            </a:ln>
          </p:spPr>
        </p:sp>
        <p:sp>
          <p:nvSpPr>
            <p:cNvPr id="436" name="Google Shape;436;p29"/>
            <p:cNvSpPr/>
            <p:nvPr/>
          </p:nvSpPr>
          <p:spPr>
            <a:xfrm>
              <a:off x="5791025" y="4694319"/>
              <a:ext cx="2399225" cy="514025"/>
            </a:xfrm>
            <a:custGeom>
              <a:avLst/>
              <a:gdLst/>
              <a:ahLst/>
              <a:cxnLst/>
              <a:rect l="l" t="t" r="r" b="b"/>
              <a:pathLst>
                <a:path w="95969" h="20561" extrusionOk="0">
                  <a:moveTo>
                    <a:pt x="95969" y="19500"/>
                  </a:moveTo>
                  <a:cubicBezTo>
                    <a:pt x="94151" y="12229"/>
                    <a:pt x="85624" y="7774"/>
                    <a:pt x="78559" y="5274"/>
                  </a:cubicBezTo>
                  <a:cubicBezTo>
                    <a:pt x="71568" y="2800"/>
                    <a:pt x="64250" y="-824"/>
                    <a:pt x="56902" y="178"/>
                  </a:cubicBezTo>
                  <a:cubicBezTo>
                    <a:pt x="50337" y="1073"/>
                    <a:pt x="45117" y="6626"/>
                    <a:pt x="38642" y="8034"/>
                  </a:cubicBezTo>
                  <a:cubicBezTo>
                    <a:pt x="29926" y="9929"/>
                    <a:pt x="20612" y="5528"/>
                    <a:pt x="11890" y="7397"/>
                  </a:cubicBezTo>
                  <a:cubicBezTo>
                    <a:pt x="6108" y="8636"/>
                    <a:pt x="2194" y="15070"/>
                    <a:pt x="0" y="20561"/>
                  </a:cubicBezTo>
                </a:path>
              </a:pathLst>
            </a:custGeom>
            <a:noFill/>
            <a:ln w="19050" cap="flat" cmpd="sng">
              <a:solidFill>
                <a:schemeClr val="dk2"/>
              </a:solidFill>
              <a:prstDash val="dash"/>
              <a:round/>
              <a:headEnd type="none" w="med" len="med"/>
              <a:tailEnd type="none" w="med" len="med"/>
            </a:ln>
          </p:spPr>
        </p:sp>
        <p:sp>
          <p:nvSpPr>
            <p:cNvPr id="437" name="Google Shape;437;p29"/>
            <p:cNvSpPr/>
            <p:nvPr/>
          </p:nvSpPr>
          <p:spPr>
            <a:xfrm rot="5400000">
              <a:off x="299967" y="341857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9"/>
            <p:cNvSpPr/>
            <p:nvPr/>
          </p:nvSpPr>
          <p:spPr>
            <a:xfrm rot="5400000">
              <a:off x="379916" y="402348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9"/>
            <p:cNvSpPr/>
            <p:nvPr/>
          </p:nvSpPr>
          <p:spPr>
            <a:xfrm rot="5400000">
              <a:off x="8574923" y="1904273"/>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440"/>
        <p:cNvGrpSpPr/>
        <p:nvPr/>
      </p:nvGrpSpPr>
      <p:grpSpPr>
        <a:xfrm>
          <a:off x="0" y="0"/>
          <a:ext cx="0" cy="0"/>
          <a:chOff x="0" y="0"/>
          <a:chExt cx="0" cy="0"/>
        </a:xfrm>
      </p:grpSpPr>
      <p:sp>
        <p:nvSpPr>
          <p:cNvPr id="441" name="Google Shape;441;p30"/>
          <p:cNvSpPr txBox="1">
            <a:spLocks noGrp="1"/>
          </p:cNvSpPr>
          <p:nvPr>
            <p:ph type="ctrTitle"/>
          </p:nvPr>
        </p:nvSpPr>
        <p:spPr>
          <a:xfrm>
            <a:off x="3106050" y="658150"/>
            <a:ext cx="2931900" cy="1138200"/>
          </a:xfrm>
          <a:prstGeom prst="rect">
            <a:avLst/>
          </a:prstGeom>
          <a:noFill/>
          <a:ln>
            <a:noFill/>
          </a:ln>
          <a:effectLst>
            <a:outerShdw dist="57150" dir="6600000" algn="bl" rotWithShape="0">
              <a:schemeClr val="dk2"/>
            </a:outerShdw>
          </a:effectLst>
        </p:spPr>
        <p:txBody>
          <a:bodyPr spcFirstLastPara="1" wrap="square" lIns="91425" tIns="91425" rIns="91425" bIns="91425" anchor="b" anchorCtr="0">
            <a:noAutofit/>
          </a:bodyPr>
          <a:lstStyle>
            <a:lvl1pPr lvl="0" algn="ctr" rtl="0">
              <a:spcBef>
                <a:spcPts val="0"/>
              </a:spcBef>
              <a:spcAft>
                <a:spcPts val="0"/>
              </a:spcAft>
              <a:buSzPts val="5200"/>
              <a:buNone/>
              <a:defRPr sz="6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442" name="Google Shape;442;p30"/>
          <p:cNvSpPr txBox="1">
            <a:spLocks noGrp="1"/>
          </p:cNvSpPr>
          <p:nvPr>
            <p:ph type="subTitle" idx="1"/>
          </p:nvPr>
        </p:nvSpPr>
        <p:spPr>
          <a:xfrm>
            <a:off x="3106050" y="1894126"/>
            <a:ext cx="2931900" cy="1138200"/>
          </a:xfrm>
          <a:prstGeom prst="rect">
            <a:avLst/>
          </a:prstGeom>
          <a:solidFill>
            <a:schemeClr val="dk2"/>
          </a:solidFill>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100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43" name="Google Shape;443;p30"/>
          <p:cNvSpPr txBox="1">
            <a:spLocks noGrp="1"/>
          </p:cNvSpPr>
          <p:nvPr>
            <p:ph type="subTitle" idx="2"/>
          </p:nvPr>
        </p:nvSpPr>
        <p:spPr>
          <a:xfrm rot="-1407">
            <a:off x="3106050" y="4065950"/>
            <a:ext cx="2931900" cy="418800"/>
          </a:xfrm>
          <a:prstGeom prst="rect">
            <a:avLst/>
          </a:prstGeom>
          <a:solidFill>
            <a:schemeClr val="dk2"/>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444" name="Google Shape;444;p30"/>
          <p:cNvGrpSpPr/>
          <p:nvPr/>
        </p:nvGrpSpPr>
        <p:grpSpPr>
          <a:xfrm>
            <a:off x="-95600" y="-30675"/>
            <a:ext cx="9273215" cy="5175325"/>
            <a:chOff x="-95600" y="-30675"/>
            <a:chExt cx="9273215" cy="5175325"/>
          </a:xfrm>
        </p:grpSpPr>
        <p:sp>
          <p:nvSpPr>
            <p:cNvPr id="445" name="Google Shape;445;p30"/>
            <p:cNvSpPr/>
            <p:nvPr/>
          </p:nvSpPr>
          <p:spPr>
            <a:xfrm rot="5400000">
              <a:off x="3750292" y="12379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0"/>
            <p:cNvSpPr/>
            <p:nvPr/>
          </p:nvSpPr>
          <p:spPr>
            <a:xfrm rot="5400000">
              <a:off x="4741516" y="-19694"/>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0"/>
            <p:cNvSpPr/>
            <p:nvPr/>
          </p:nvSpPr>
          <p:spPr>
            <a:xfrm>
              <a:off x="-95600" y="-30675"/>
              <a:ext cx="1519425" cy="2887575"/>
            </a:xfrm>
            <a:custGeom>
              <a:avLst/>
              <a:gdLst/>
              <a:ahLst/>
              <a:cxnLst/>
              <a:rect l="l" t="t" r="r" b="b"/>
              <a:pathLst>
                <a:path w="60777" h="115503" extrusionOk="0">
                  <a:moveTo>
                    <a:pt x="58813" y="0"/>
                  </a:moveTo>
                  <a:cubicBezTo>
                    <a:pt x="61728" y="12835"/>
                    <a:pt x="62080" y="28327"/>
                    <a:pt x="54779" y="39279"/>
                  </a:cubicBezTo>
                  <a:cubicBezTo>
                    <a:pt x="46966" y="50998"/>
                    <a:pt x="28113" y="52680"/>
                    <a:pt x="21232" y="64970"/>
                  </a:cubicBezTo>
                  <a:cubicBezTo>
                    <a:pt x="14956" y="76178"/>
                    <a:pt x="18923" y="90790"/>
                    <a:pt x="14862" y="102976"/>
                  </a:cubicBezTo>
                  <a:cubicBezTo>
                    <a:pt x="12814" y="109123"/>
                    <a:pt x="6479" y="115503"/>
                    <a:pt x="0" y="115503"/>
                  </a:cubicBezTo>
                </a:path>
              </a:pathLst>
            </a:custGeom>
            <a:noFill/>
            <a:ln w="19050" cap="flat" cmpd="sng">
              <a:solidFill>
                <a:schemeClr val="dk2"/>
              </a:solidFill>
              <a:prstDash val="dash"/>
              <a:round/>
              <a:headEnd type="none" w="med" len="med"/>
              <a:tailEnd type="none" w="med" len="med"/>
            </a:ln>
          </p:spPr>
        </p:sp>
        <p:sp>
          <p:nvSpPr>
            <p:cNvPr id="448" name="Google Shape;448;p30"/>
            <p:cNvSpPr/>
            <p:nvPr/>
          </p:nvSpPr>
          <p:spPr>
            <a:xfrm>
              <a:off x="7404365" y="1498025"/>
              <a:ext cx="1773250" cy="3646625"/>
            </a:xfrm>
            <a:custGeom>
              <a:avLst/>
              <a:gdLst/>
              <a:ahLst/>
              <a:cxnLst/>
              <a:rect l="l" t="t" r="r" b="b"/>
              <a:pathLst>
                <a:path w="70930" h="145865" extrusionOk="0">
                  <a:moveTo>
                    <a:pt x="70930" y="0"/>
                  </a:moveTo>
                  <a:cubicBezTo>
                    <a:pt x="46909" y="5576"/>
                    <a:pt x="19836" y="22696"/>
                    <a:pt x="13390" y="46499"/>
                  </a:cubicBezTo>
                  <a:cubicBezTo>
                    <a:pt x="7670" y="67623"/>
                    <a:pt x="23956" y="89966"/>
                    <a:pt x="21246" y="111682"/>
                  </a:cubicBezTo>
                  <a:cubicBezTo>
                    <a:pt x="20186" y="120175"/>
                    <a:pt x="7020" y="122085"/>
                    <a:pt x="2774" y="129517"/>
                  </a:cubicBezTo>
                  <a:cubicBezTo>
                    <a:pt x="43" y="134297"/>
                    <a:pt x="-469" y="140436"/>
                    <a:pt x="439" y="145865"/>
                  </a:cubicBezTo>
                </a:path>
              </a:pathLst>
            </a:custGeom>
            <a:noFill/>
            <a:ln w="19050" cap="flat" cmpd="sng">
              <a:solidFill>
                <a:schemeClr val="dk2"/>
              </a:solidFill>
              <a:prstDash val="dash"/>
              <a:round/>
              <a:headEnd type="none" w="med" len="med"/>
              <a:tailEnd type="none" w="med" len="med"/>
            </a:ln>
          </p:spPr>
        </p:sp>
        <p:sp>
          <p:nvSpPr>
            <p:cNvPr id="449" name="Google Shape;449;p30"/>
            <p:cNvSpPr/>
            <p:nvPr/>
          </p:nvSpPr>
          <p:spPr>
            <a:xfrm rot="5400000">
              <a:off x="5664967" y="3734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0"/>
            <p:cNvSpPr/>
            <p:nvPr/>
          </p:nvSpPr>
          <p:spPr>
            <a:xfrm rot="5400000">
              <a:off x="8267666" y="438973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0"/>
            <p:cNvSpPr/>
            <p:nvPr/>
          </p:nvSpPr>
          <p:spPr>
            <a:xfrm rot="5400000">
              <a:off x="8614516" y="261000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0"/>
            <p:cNvSpPr/>
            <p:nvPr/>
          </p:nvSpPr>
          <p:spPr>
            <a:xfrm rot="5400000">
              <a:off x="73916" y="356463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0"/>
            <p:cNvSpPr/>
            <p:nvPr/>
          </p:nvSpPr>
          <p:spPr>
            <a:xfrm rot="5400000">
              <a:off x="8765592" y="3364159"/>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4" name="Google Shape;454;p30"/>
          <p:cNvSpPr txBox="1"/>
          <p:nvPr/>
        </p:nvSpPr>
        <p:spPr>
          <a:xfrm>
            <a:off x="3106050" y="3173238"/>
            <a:ext cx="2931900" cy="751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100" b="1">
                <a:solidFill>
                  <a:schemeClr val="dk1"/>
                </a:solidFill>
                <a:latin typeface="Dosis"/>
                <a:ea typeface="Dosis"/>
                <a:cs typeface="Dosis"/>
                <a:sym typeface="Dosis"/>
              </a:rPr>
              <a:t>CREDITS:</a:t>
            </a:r>
            <a:r>
              <a:rPr lang="en" sz="1100">
                <a:solidFill>
                  <a:schemeClr val="dk1"/>
                </a:solidFill>
                <a:latin typeface="Dosis"/>
                <a:ea typeface="Dosis"/>
                <a:cs typeface="Dosis"/>
                <a:sym typeface="Dosis"/>
              </a:rPr>
              <a:t> This presentation template was created by </a:t>
            </a:r>
            <a:r>
              <a:rPr lang="en" sz="1100" b="1">
                <a:solidFill>
                  <a:schemeClr val="dk1"/>
                </a:solidFill>
                <a:uFill>
                  <a:noFill/>
                </a:uFill>
                <a:latin typeface="Dosis"/>
                <a:ea typeface="Dosis"/>
                <a:cs typeface="Dosis"/>
                <a:sym typeface="Dosis"/>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100" b="1">
                <a:solidFill>
                  <a:schemeClr val="dk1"/>
                </a:solidFill>
                <a:latin typeface="Dosis"/>
                <a:ea typeface="Dosis"/>
                <a:cs typeface="Dosis"/>
                <a:sym typeface="Dosis"/>
              </a:rPr>
              <a:t>,</a:t>
            </a:r>
            <a:r>
              <a:rPr lang="en" sz="1100">
                <a:solidFill>
                  <a:schemeClr val="dk1"/>
                </a:solidFill>
                <a:latin typeface="Dosis"/>
                <a:ea typeface="Dosis"/>
                <a:cs typeface="Dosis"/>
                <a:sym typeface="Dosis"/>
              </a:rPr>
              <a:t> including icons by </a:t>
            </a:r>
            <a:r>
              <a:rPr lang="en" sz="1100" b="1">
                <a:solidFill>
                  <a:schemeClr val="dk1"/>
                </a:solidFill>
                <a:uFill>
                  <a:noFill/>
                </a:uFill>
                <a:latin typeface="Dosis"/>
                <a:ea typeface="Dosis"/>
                <a:cs typeface="Dosis"/>
                <a:sym typeface="Dosi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100" b="1">
                <a:solidFill>
                  <a:schemeClr val="dk1"/>
                </a:solidFill>
                <a:latin typeface="Dosis"/>
                <a:ea typeface="Dosis"/>
                <a:cs typeface="Dosis"/>
                <a:sym typeface="Dosis"/>
              </a:rPr>
              <a:t>,</a:t>
            </a:r>
            <a:r>
              <a:rPr lang="en" sz="1100">
                <a:solidFill>
                  <a:schemeClr val="dk1"/>
                </a:solidFill>
                <a:latin typeface="Dosis"/>
                <a:ea typeface="Dosis"/>
                <a:cs typeface="Dosis"/>
                <a:sym typeface="Dosis"/>
              </a:rPr>
              <a:t> and infographics &amp; images by </a:t>
            </a:r>
            <a:r>
              <a:rPr lang="en" sz="1100" b="1">
                <a:solidFill>
                  <a:schemeClr val="dk1"/>
                </a:solidFill>
                <a:uFill>
                  <a:noFill/>
                </a:uFill>
                <a:latin typeface="Dosis"/>
                <a:ea typeface="Dosis"/>
                <a:cs typeface="Dosis"/>
                <a:sym typeface="Dosis"/>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sz="1100" b="1">
              <a:solidFill>
                <a:schemeClr val="dk1"/>
              </a:solidFill>
              <a:latin typeface="Dosis"/>
              <a:ea typeface="Dosis"/>
              <a:cs typeface="Dosis"/>
              <a:sym typeface="Dosi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455"/>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4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634500"/>
          </a:xfrm>
          <a:prstGeom prst="rect">
            <a:avLst/>
          </a:prstGeom>
          <a:noFill/>
          <a:ln>
            <a:noFill/>
          </a:ln>
          <a:effectLst>
            <a:outerShdw dist="38100" dir="7200000" algn="bl" rotWithShape="0">
              <a:schemeClr val="dk2"/>
            </a:outerShdw>
          </a:effectLst>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Chau Philomene One"/>
              <a:buNone/>
              <a:defRPr sz="3000" b="1">
                <a:solidFill>
                  <a:schemeClr val="dk1"/>
                </a:solidFill>
                <a:latin typeface="Chau Philomene One"/>
                <a:ea typeface="Chau Philomene One"/>
                <a:cs typeface="Chau Philomene One"/>
                <a:sym typeface="Chau Philomene One"/>
              </a:defRPr>
            </a:lvl1pPr>
            <a:lvl2pPr lvl="1" rtl="0">
              <a:spcBef>
                <a:spcPts val="0"/>
              </a:spcBef>
              <a:spcAft>
                <a:spcPts val="0"/>
              </a:spcAft>
              <a:buClr>
                <a:schemeClr val="dk1"/>
              </a:buClr>
              <a:buSzPts val="3000"/>
              <a:buFont typeface="Chau Philomene One"/>
              <a:buNone/>
              <a:defRPr sz="3000" b="1">
                <a:solidFill>
                  <a:schemeClr val="dk1"/>
                </a:solidFill>
                <a:latin typeface="Chau Philomene One"/>
                <a:ea typeface="Chau Philomene One"/>
                <a:cs typeface="Chau Philomene One"/>
                <a:sym typeface="Chau Philomene One"/>
              </a:defRPr>
            </a:lvl2pPr>
            <a:lvl3pPr lvl="2" rtl="0">
              <a:spcBef>
                <a:spcPts val="0"/>
              </a:spcBef>
              <a:spcAft>
                <a:spcPts val="0"/>
              </a:spcAft>
              <a:buClr>
                <a:schemeClr val="dk1"/>
              </a:buClr>
              <a:buSzPts val="3000"/>
              <a:buFont typeface="Chau Philomene One"/>
              <a:buNone/>
              <a:defRPr sz="3000" b="1">
                <a:solidFill>
                  <a:schemeClr val="dk1"/>
                </a:solidFill>
                <a:latin typeface="Chau Philomene One"/>
                <a:ea typeface="Chau Philomene One"/>
                <a:cs typeface="Chau Philomene One"/>
                <a:sym typeface="Chau Philomene One"/>
              </a:defRPr>
            </a:lvl3pPr>
            <a:lvl4pPr lvl="3" rtl="0">
              <a:spcBef>
                <a:spcPts val="0"/>
              </a:spcBef>
              <a:spcAft>
                <a:spcPts val="0"/>
              </a:spcAft>
              <a:buClr>
                <a:schemeClr val="dk1"/>
              </a:buClr>
              <a:buSzPts val="3000"/>
              <a:buFont typeface="Chau Philomene One"/>
              <a:buNone/>
              <a:defRPr sz="3000" b="1">
                <a:solidFill>
                  <a:schemeClr val="dk1"/>
                </a:solidFill>
                <a:latin typeface="Chau Philomene One"/>
                <a:ea typeface="Chau Philomene One"/>
                <a:cs typeface="Chau Philomene One"/>
                <a:sym typeface="Chau Philomene One"/>
              </a:defRPr>
            </a:lvl4pPr>
            <a:lvl5pPr lvl="4" rtl="0">
              <a:spcBef>
                <a:spcPts val="0"/>
              </a:spcBef>
              <a:spcAft>
                <a:spcPts val="0"/>
              </a:spcAft>
              <a:buClr>
                <a:schemeClr val="dk1"/>
              </a:buClr>
              <a:buSzPts val="3000"/>
              <a:buFont typeface="Chau Philomene One"/>
              <a:buNone/>
              <a:defRPr sz="3000" b="1">
                <a:solidFill>
                  <a:schemeClr val="dk1"/>
                </a:solidFill>
                <a:latin typeface="Chau Philomene One"/>
                <a:ea typeface="Chau Philomene One"/>
                <a:cs typeface="Chau Philomene One"/>
                <a:sym typeface="Chau Philomene One"/>
              </a:defRPr>
            </a:lvl5pPr>
            <a:lvl6pPr lvl="5" rtl="0">
              <a:spcBef>
                <a:spcPts val="0"/>
              </a:spcBef>
              <a:spcAft>
                <a:spcPts val="0"/>
              </a:spcAft>
              <a:buClr>
                <a:schemeClr val="dk1"/>
              </a:buClr>
              <a:buSzPts val="3000"/>
              <a:buFont typeface="Chau Philomene One"/>
              <a:buNone/>
              <a:defRPr sz="3000" b="1">
                <a:solidFill>
                  <a:schemeClr val="dk1"/>
                </a:solidFill>
                <a:latin typeface="Chau Philomene One"/>
                <a:ea typeface="Chau Philomene One"/>
                <a:cs typeface="Chau Philomene One"/>
                <a:sym typeface="Chau Philomene One"/>
              </a:defRPr>
            </a:lvl6pPr>
            <a:lvl7pPr lvl="6" rtl="0">
              <a:spcBef>
                <a:spcPts val="0"/>
              </a:spcBef>
              <a:spcAft>
                <a:spcPts val="0"/>
              </a:spcAft>
              <a:buClr>
                <a:schemeClr val="dk1"/>
              </a:buClr>
              <a:buSzPts val="3000"/>
              <a:buFont typeface="Chau Philomene One"/>
              <a:buNone/>
              <a:defRPr sz="3000" b="1">
                <a:solidFill>
                  <a:schemeClr val="dk1"/>
                </a:solidFill>
                <a:latin typeface="Chau Philomene One"/>
                <a:ea typeface="Chau Philomene One"/>
                <a:cs typeface="Chau Philomene One"/>
                <a:sym typeface="Chau Philomene One"/>
              </a:defRPr>
            </a:lvl7pPr>
            <a:lvl8pPr lvl="7" rtl="0">
              <a:spcBef>
                <a:spcPts val="0"/>
              </a:spcBef>
              <a:spcAft>
                <a:spcPts val="0"/>
              </a:spcAft>
              <a:buClr>
                <a:schemeClr val="dk1"/>
              </a:buClr>
              <a:buSzPts val="3000"/>
              <a:buFont typeface="Chau Philomene One"/>
              <a:buNone/>
              <a:defRPr sz="3000" b="1">
                <a:solidFill>
                  <a:schemeClr val="dk1"/>
                </a:solidFill>
                <a:latin typeface="Chau Philomene One"/>
                <a:ea typeface="Chau Philomene One"/>
                <a:cs typeface="Chau Philomene One"/>
                <a:sym typeface="Chau Philomene One"/>
              </a:defRPr>
            </a:lvl8pPr>
            <a:lvl9pPr lvl="8" rtl="0">
              <a:spcBef>
                <a:spcPts val="0"/>
              </a:spcBef>
              <a:spcAft>
                <a:spcPts val="0"/>
              </a:spcAft>
              <a:buClr>
                <a:schemeClr val="dk1"/>
              </a:buClr>
              <a:buSzPts val="3000"/>
              <a:buFont typeface="Chau Philomene One"/>
              <a:buNone/>
              <a:defRPr sz="3000" b="1">
                <a:solidFill>
                  <a:schemeClr val="dk1"/>
                </a:solidFill>
                <a:latin typeface="Chau Philomene One"/>
                <a:ea typeface="Chau Philomene One"/>
                <a:cs typeface="Chau Philomene One"/>
                <a:sym typeface="Chau Philomene One"/>
              </a:defRPr>
            </a:lvl9pPr>
          </a:lstStyle>
          <a:p>
            <a:endParaRPr/>
          </a:p>
        </p:txBody>
      </p:sp>
      <p:sp>
        <p:nvSpPr>
          <p:cNvPr id="7" name="Google Shape;7;p1"/>
          <p:cNvSpPr txBox="1">
            <a:spLocks noGrp="1"/>
          </p:cNvSpPr>
          <p:nvPr>
            <p:ph type="body" idx="1"/>
          </p:nvPr>
        </p:nvSpPr>
        <p:spPr>
          <a:xfrm>
            <a:off x="720000" y="1174500"/>
            <a:ext cx="7704000" cy="34290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1pPr>
            <a:lvl2pPr marL="914400" lvl="1" indent="-317500">
              <a:lnSpc>
                <a:spcPct val="100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2pPr>
            <a:lvl3pPr marL="1371600" lvl="2" indent="-317500">
              <a:lnSpc>
                <a:spcPct val="100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3pPr>
            <a:lvl4pPr marL="1828800" lvl="3" indent="-317500">
              <a:lnSpc>
                <a:spcPct val="100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4pPr>
            <a:lvl5pPr marL="2286000" lvl="4" indent="-317500">
              <a:lnSpc>
                <a:spcPct val="100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5pPr>
            <a:lvl6pPr marL="2743200" lvl="5" indent="-317500">
              <a:lnSpc>
                <a:spcPct val="100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6pPr>
            <a:lvl7pPr marL="3200400" lvl="6" indent="-317500">
              <a:lnSpc>
                <a:spcPct val="100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7pPr>
            <a:lvl8pPr marL="3657600" lvl="7" indent="-317500">
              <a:lnSpc>
                <a:spcPct val="100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8pPr>
            <a:lvl9pPr marL="4114800" lvl="8" indent="-317500">
              <a:lnSpc>
                <a:spcPct val="100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5" r:id="rId6"/>
    <p:sldLayoutId id="2147483658" r:id="rId7"/>
    <p:sldLayoutId id="2147483659" r:id="rId8"/>
    <p:sldLayoutId id="2147483660" r:id="rId9"/>
    <p:sldLayoutId id="2147483661" r:id="rId10"/>
    <p:sldLayoutId id="2147483663" r:id="rId11"/>
    <p:sldLayoutId id="2147483664" r:id="rId12"/>
    <p:sldLayoutId id="2147483665" r:id="rId13"/>
    <p:sldLayoutId id="2147483666"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77" r:id="rId23"/>
    <p:sldLayoutId id="2147483678" r:id="rId2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pos="454">
          <p15:clr>
            <a:srgbClr val="EA4335"/>
          </p15:clr>
        </p15:guide>
        <p15:guide id="3" orient="horz" pos="2900">
          <p15:clr>
            <a:srgbClr val="EA4335"/>
          </p15:clr>
        </p15:guide>
        <p15:guide id="4" pos="5306">
          <p15:clr>
            <a:srgbClr val="EA4335"/>
          </p15:clr>
        </p15:guide>
        <p15:guide id="5" orient="horz" pos="1620">
          <p15:clr>
            <a:srgbClr val="EA4335"/>
          </p15:clr>
        </p15:guide>
        <p15:guide id="6" pos="2880">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storyset.com/?utm_source=slidesgo_template&amp;utm_medium=referral-link&amp;utm_campaign=promo-slide&amp;utm_term=slidesgo&amp;utm_content=storyset" TargetMode="External"/><Relationship Id="rId3" Type="http://schemas.openxmlformats.org/officeDocument/2006/relationships/hyperlink" Target="https://bit.ly/3A1uf1Q" TargetMode="External"/><Relationship Id="rId7" Type="http://schemas.openxmlformats.org/officeDocument/2006/relationships/hyperlink" Target="https://www.flaticon.com/?utm_source=slidesgo_template&amp;utm_medium=referral-link&amp;utm_campaign=promo-slide&amp;utm_term=slidesgo&amp;utm_content=flaticon" TargetMode="External"/><Relationship Id="rId12"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hyperlink" Target="https://www.freepik.com/?utm_source=slidesgo_template&amp;utm_medium=referral-link&amp;utm_campaign=promo-slide&amp;utm_term=slidesgo&amp;utm_content=freepik" TargetMode="External"/><Relationship Id="rId11" Type="http://schemas.openxmlformats.org/officeDocument/2006/relationships/slide" Target="slide30.xml"/><Relationship Id="rId5" Type="http://schemas.openxmlformats.org/officeDocument/2006/relationships/hyperlink" Target="http://bit.ly/33VAFh3" TargetMode="External"/><Relationship Id="rId10" Type="http://schemas.openxmlformats.org/officeDocument/2006/relationships/hyperlink" Target="https://www.videvo.net/?utm_source=slidesgo_template&amp;utm_medium=referral-link&amp;utm_campaign=sg_resources&amp;utm_content=videvo" TargetMode="External"/><Relationship Id="rId4" Type="http://schemas.openxmlformats.org/officeDocument/2006/relationships/hyperlink" Target="http://bit.ly/30B07Gq" TargetMode="External"/><Relationship Id="rId9" Type="http://schemas.openxmlformats.org/officeDocument/2006/relationships/hyperlink" Target="https://wepik.com/?utm_source=slidesgo_template&amp;utm_medium=referral-link&amp;utm_campaign=promo-slide&amp;utm_term=slidesgo&amp;utm_content=wepik"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25.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hyperlink" Target="https://docs.google.com/spreadsheets/d/1L9fslB0_DwxvfDj9ue0HFfCoxIZ4s3pCgyW1gRkM8D8/copy"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26.xml"/><Relationship Id="rId1" Type="http://schemas.openxmlformats.org/officeDocument/2006/relationships/slideLayout" Target="../slideLayouts/slideLayout10.xml"/><Relationship Id="rId5" Type="http://schemas.openxmlformats.org/officeDocument/2006/relationships/image" Target="../media/image5.png"/><Relationship Id="rId4" Type="http://schemas.openxmlformats.org/officeDocument/2006/relationships/hyperlink" Target="https://docs.google.com/spreadsheets/d/1L9fslB0_DwxvfDj9ue0HFfCoxIZ4s3pCgyW1gRkM8D8/copy"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36"/>
          <p:cNvSpPr txBox="1">
            <a:spLocks noGrp="1"/>
          </p:cNvSpPr>
          <p:nvPr>
            <p:ph type="subTitle" idx="1"/>
          </p:nvPr>
        </p:nvSpPr>
        <p:spPr>
          <a:xfrm rot="-624">
            <a:off x="5116950" y="3402368"/>
            <a:ext cx="3307200" cy="443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Here is where your presentation begins</a:t>
            </a:r>
            <a:endParaRPr/>
          </a:p>
        </p:txBody>
      </p:sp>
      <p:sp>
        <p:nvSpPr>
          <p:cNvPr id="468" name="Google Shape;468;p36"/>
          <p:cNvSpPr txBox="1">
            <a:spLocks noGrp="1"/>
          </p:cNvSpPr>
          <p:nvPr>
            <p:ph type="ctrTitle"/>
          </p:nvPr>
        </p:nvSpPr>
        <p:spPr>
          <a:xfrm>
            <a:off x="4395075" y="1297025"/>
            <a:ext cx="4029000" cy="21051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chemeClr val="dk1"/>
              </a:buClr>
              <a:buSzPts val="1100"/>
              <a:buFont typeface="Arial"/>
              <a:buNone/>
            </a:pPr>
            <a:r>
              <a:rPr lang="en" sz="3000"/>
              <a:t>Social Studies Subject</a:t>
            </a:r>
            <a:br>
              <a:rPr lang="en" sz="3000"/>
            </a:br>
            <a:r>
              <a:rPr lang="en" sz="3000"/>
              <a:t>for High School: </a:t>
            </a:r>
            <a:r>
              <a:rPr lang="en"/>
              <a:t>Globalization</a:t>
            </a:r>
            <a:endParaRPr/>
          </a:p>
        </p:txBody>
      </p:sp>
      <p:grpSp>
        <p:nvGrpSpPr>
          <p:cNvPr id="469" name="Google Shape;469;p36"/>
          <p:cNvGrpSpPr/>
          <p:nvPr/>
        </p:nvGrpSpPr>
        <p:grpSpPr>
          <a:xfrm>
            <a:off x="318668" y="885513"/>
            <a:ext cx="3981092" cy="3829666"/>
            <a:chOff x="3429081" y="1413724"/>
            <a:chExt cx="3364682" cy="3236702"/>
          </a:xfrm>
        </p:grpSpPr>
        <p:sp>
          <p:nvSpPr>
            <p:cNvPr id="470" name="Google Shape;470;p36"/>
            <p:cNvSpPr/>
            <p:nvPr/>
          </p:nvSpPr>
          <p:spPr>
            <a:xfrm>
              <a:off x="4189976" y="3573555"/>
              <a:ext cx="2039388" cy="1076870"/>
            </a:xfrm>
            <a:custGeom>
              <a:avLst/>
              <a:gdLst/>
              <a:ahLst/>
              <a:cxnLst/>
              <a:rect l="l" t="t" r="r" b="b"/>
              <a:pathLst>
                <a:path w="59263" h="31293" extrusionOk="0">
                  <a:moveTo>
                    <a:pt x="29489" y="1"/>
                  </a:moveTo>
                  <a:cubicBezTo>
                    <a:pt x="22569" y="1"/>
                    <a:pt x="15658" y="1528"/>
                    <a:pt x="10401" y="4583"/>
                  </a:cubicBezTo>
                  <a:cubicBezTo>
                    <a:pt x="691" y="10220"/>
                    <a:pt x="1" y="19151"/>
                    <a:pt x="8343" y="25284"/>
                  </a:cubicBezTo>
                  <a:cubicBezTo>
                    <a:pt x="9009" y="25771"/>
                    <a:pt x="9730" y="26240"/>
                    <a:pt x="10542" y="26710"/>
                  </a:cubicBezTo>
                  <a:cubicBezTo>
                    <a:pt x="11326" y="27168"/>
                    <a:pt x="12147" y="27585"/>
                    <a:pt x="13000" y="27974"/>
                  </a:cubicBezTo>
                  <a:cubicBezTo>
                    <a:pt x="17876" y="30186"/>
                    <a:pt x="23772" y="31293"/>
                    <a:pt x="29661" y="31293"/>
                  </a:cubicBezTo>
                  <a:cubicBezTo>
                    <a:pt x="36582" y="31293"/>
                    <a:pt x="43495" y="29765"/>
                    <a:pt x="48736" y="26710"/>
                  </a:cubicBezTo>
                  <a:cubicBezTo>
                    <a:pt x="59263" y="20614"/>
                    <a:pt x="59188" y="10679"/>
                    <a:pt x="48627" y="4583"/>
                  </a:cubicBezTo>
                  <a:cubicBezTo>
                    <a:pt x="43336" y="1528"/>
                    <a:pt x="36408" y="1"/>
                    <a:pt x="29489"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6"/>
            <p:cNvSpPr/>
            <p:nvPr/>
          </p:nvSpPr>
          <p:spPr>
            <a:xfrm>
              <a:off x="3429081" y="271035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6"/>
            <p:cNvSpPr/>
            <p:nvPr/>
          </p:nvSpPr>
          <p:spPr>
            <a:xfrm>
              <a:off x="6107199" y="1658396"/>
              <a:ext cx="310676" cy="298219"/>
            </a:xfrm>
            <a:custGeom>
              <a:avLst/>
              <a:gdLst/>
              <a:ahLst/>
              <a:cxnLst/>
              <a:rect l="l" t="t" r="r" b="b"/>
              <a:pathLst>
                <a:path w="9028" h="8666" extrusionOk="0">
                  <a:moveTo>
                    <a:pt x="2023" y="0"/>
                  </a:moveTo>
                  <a:cubicBezTo>
                    <a:pt x="1552" y="0"/>
                    <a:pt x="1081" y="179"/>
                    <a:pt x="720" y="538"/>
                  </a:cubicBezTo>
                  <a:cubicBezTo>
                    <a:pt x="2" y="1258"/>
                    <a:pt x="1" y="2422"/>
                    <a:pt x="720" y="3142"/>
                  </a:cubicBezTo>
                  <a:lnTo>
                    <a:pt x="5707" y="8127"/>
                  </a:lnTo>
                  <a:cubicBezTo>
                    <a:pt x="6066" y="8486"/>
                    <a:pt x="6536" y="8665"/>
                    <a:pt x="7008" y="8665"/>
                  </a:cubicBezTo>
                  <a:cubicBezTo>
                    <a:pt x="7479" y="8665"/>
                    <a:pt x="7950" y="8486"/>
                    <a:pt x="8311" y="8127"/>
                  </a:cubicBezTo>
                  <a:cubicBezTo>
                    <a:pt x="9028" y="7408"/>
                    <a:pt x="9028" y="6241"/>
                    <a:pt x="8309" y="5522"/>
                  </a:cubicBezTo>
                  <a:cubicBezTo>
                    <a:pt x="8104" y="5318"/>
                    <a:pt x="7859" y="5177"/>
                    <a:pt x="7601" y="5089"/>
                  </a:cubicBezTo>
                  <a:cubicBezTo>
                    <a:pt x="7652" y="5048"/>
                    <a:pt x="7705" y="5013"/>
                    <a:pt x="7753" y="4966"/>
                  </a:cubicBezTo>
                  <a:cubicBezTo>
                    <a:pt x="8472" y="4248"/>
                    <a:pt x="8472" y="3081"/>
                    <a:pt x="7753" y="2362"/>
                  </a:cubicBezTo>
                  <a:cubicBezTo>
                    <a:pt x="7395" y="2004"/>
                    <a:pt x="6928" y="1827"/>
                    <a:pt x="6459" y="1827"/>
                  </a:cubicBezTo>
                  <a:cubicBezTo>
                    <a:pt x="6250" y="1827"/>
                    <a:pt x="6041" y="1862"/>
                    <a:pt x="5841" y="1932"/>
                  </a:cubicBezTo>
                  <a:cubicBezTo>
                    <a:pt x="5761" y="1626"/>
                    <a:pt x="5610" y="1338"/>
                    <a:pt x="5370" y="1098"/>
                  </a:cubicBezTo>
                  <a:cubicBezTo>
                    <a:pt x="5011" y="740"/>
                    <a:pt x="4543" y="563"/>
                    <a:pt x="4075" y="563"/>
                  </a:cubicBezTo>
                  <a:cubicBezTo>
                    <a:pt x="3859" y="563"/>
                    <a:pt x="3644" y="601"/>
                    <a:pt x="3439" y="675"/>
                  </a:cubicBezTo>
                  <a:cubicBezTo>
                    <a:pt x="3402" y="630"/>
                    <a:pt x="3369" y="583"/>
                    <a:pt x="3328" y="539"/>
                  </a:cubicBezTo>
                  <a:cubicBezTo>
                    <a:pt x="2967" y="180"/>
                    <a:pt x="2495" y="0"/>
                    <a:pt x="20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6"/>
            <p:cNvSpPr/>
            <p:nvPr/>
          </p:nvSpPr>
          <p:spPr>
            <a:xfrm>
              <a:off x="3943892" y="1489569"/>
              <a:ext cx="198835" cy="190852"/>
            </a:xfrm>
            <a:custGeom>
              <a:avLst/>
              <a:gdLst/>
              <a:ahLst/>
              <a:cxnLst/>
              <a:rect l="l" t="t" r="r" b="b"/>
              <a:pathLst>
                <a:path w="5778" h="5546" extrusionOk="0">
                  <a:moveTo>
                    <a:pt x="4486" y="0"/>
                  </a:moveTo>
                  <a:cubicBezTo>
                    <a:pt x="4184" y="0"/>
                    <a:pt x="3881" y="116"/>
                    <a:pt x="3651" y="346"/>
                  </a:cubicBezTo>
                  <a:cubicBezTo>
                    <a:pt x="3624" y="374"/>
                    <a:pt x="3604" y="405"/>
                    <a:pt x="3580" y="434"/>
                  </a:cubicBezTo>
                  <a:cubicBezTo>
                    <a:pt x="3449" y="386"/>
                    <a:pt x="3310" y="362"/>
                    <a:pt x="3172" y="362"/>
                  </a:cubicBezTo>
                  <a:cubicBezTo>
                    <a:pt x="2872" y="362"/>
                    <a:pt x="2572" y="476"/>
                    <a:pt x="2344" y="705"/>
                  </a:cubicBezTo>
                  <a:cubicBezTo>
                    <a:pt x="2190" y="859"/>
                    <a:pt x="2092" y="1043"/>
                    <a:pt x="2041" y="1236"/>
                  </a:cubicBezTo>
                  <a:cubicBezTo>
                    <a:pt x="1914" y="1191"/>
                    <a:pt x="1781" y="1168"/>
                    <a:pt x="1647" y="1168"/>
                  </a:cubicBezTo>
                  <a:cubicBezTo>
                    <a:pt x="1347" y="1168"/>
                    <a:pt x="1047" y="1282"/>
                    <a:pt x="818" y="1511"/>
                  </a:cubicBezTo>
                  <a:cubicBezTo>
                    <a:pt x="357" y="1972"/>
                    <a:pt x="357" y="2717"/>
                    <a:pt x="818" y="3177"/>
                  </a:cubicBezTo>
                  <a:cubicBezTo>
                    <a:pt x="849" y="3208"/>
                    <a:pt x="882" y="3230"/>
                    <a:pt x="915" y="3255"/>
                  </a:cubicBezTo>
                  <a:cubicBezTo>
                    <a:pt x="751" y="3312"/>
                    <a:pt x="593" y="3401"/>
                    <a:pt x="461" y="3533"/>
                  </a:cubicBezTo>
                  <a:cubicBezTo>
                    <a:pt x="0" y="3995"/>
                    <a:pt x="0" y="4739"/>
                    <a:pt x="461" y="5199"/>
                  </a:cubicBezTo>
                  <a:cubicBezTo>
                    <a:pt x="692" y="5430"/>
                    <a:pt x="993" y="5545"/>
                    <a:pt x="1294" y="5545"/>
                  </a:cubicBezTo>
                  <a:cubicBezTo>
                    <a:pt x="1596" y="5545"/>
                    <a:pt x="1897" y="5430"/>
                    <a:pt x="2128" y="5199"/>
                  </a:cubicBezTo>
                  <a:lnTo>
                    <a:pt x="5317" y="2010"/>
                  </a:lnTo>
                  <a:cubicBezTo>
                    <a:pt x="5778" y="1549"/>
                    <a:pt x="5778" y="804"/>
                    <a:pt x="5317" y="344"/>
                  </a:cubicBezTo>
                  <a:cubicBezTo>
                    <a:pt x="5088" y="115"/>
                    <a:pt x="4787" y="0"/>
                    <a:pt x="44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6"/>
            <p:cNvSpPr/>
            <p:nvPr/>
          </p:nvSpPr>
          <p:spPr>
            <a:xfrm>
              <a:off x="3895645" y="1474978"/>
              <a:ext cx="2561598" cy="2410664"/>
            </a:xfrm>
            <a:custGeom>
              <a:avLst/>
              <a:gdLst/>
              <a:ahLst/>
              <a:cxnLst/>
              <a:rect l="l" t="t" r="r" b="b"/>
              <a:pathLst>
                <a:path w="74438" h="70052" extrusionOk="0">
                  <a:moveTo>
                    <a:pt x="37213" y="1"/>
                  </a:moveTo>
                  <a:lnTo>
                    <a:pt x="37191" y="150"/>
                  </a:lnTo>
                  <a:lnTo>
                    <a:pt x="37218" y="466"/>
                  </a:lnTo>
                  <a:cubicBezTo>
                    <a:pt x="37828" y="466"/>
                    <a:pt x="38444" y="481"/>
                    <a:pt x="39045" y="509"/>
                  </a:cubicBezTo>
                  <a:lnTo>
                    <a:pt x="39066" y="42"/>
                  </a:lnTo>
                  <a:cubicBezTo>
                    <a:pt x="38457" y="16"/>
                    <a:pt x="37837" y="1"/>
                    <a:pt x="37215" y="1"/>
                  </a:cubicBezTo>
                  <a:close/>
                  <a:moveTo>
                    <a:pt x="35289" y="48"/>
                  </a:moveTo>
                  <a:cubicBezTo>
                    <a:pt x="34663" y="77"/>
                    <a:pt x="34028" y="122"/>
                    <a:pt x="33405" y="184"/>
                  </a:cubicBezTo>
                  <a:lnTo>
                    <a:pt x="33449" y="648"/>
                  </a:lnTo>
                  <a:cubicBezTo>
                    <a:pt x="34065" y="589"/>
                    <a:pt x="34692" y="544"/>
                    <a:pt x="35311" y="514"/>
                  </a:cubicBezTo>
                  <a:lnTo>
                    <a:pt x="35289" y="48"/>
                  </a:lnTo>
                  <a:close/>
                  <a:moveTo>
                    <a:pt x="40953" y="176"/>
                  </a:moveTo>
                  <a:lnTo>
                    <a:pt x="40909" y="640"/>
                  </a:lnTo>
                  <a:cubicBezTo>
                    <a:pt x="41526" y="699"/>
                    <a:pt x="42151" y="772"/>
                    <a:pt x="42763" y="860"/>
                  </a:cubicBezTo>
                  <a:lnTo>
                    <a:pt x="42829" y="397"/>
                  </a:lnTo>
                  <a:cubicBezTo>
                    <a:pt x="42210" y="310"/>
                    <a:pt x="41579" y="235"/>
                    <a:pt x="40953" y="176"/>
                  </a:cubicBezTo>
                  <a:close/>
                  <a:moveTo>
                    <a:pt x="31529" y="408"/>
                  </a:moveTo>
                  <a:cubicBezTo>
                    <a:pt x="30909" y="498"/>
                    <a:pt x="30281" y="604"/>
                    <a:pt x="29665" y="725"/>
                  </a:cubicBezTo>
                  <a:lnTo>
                    <a:pt x="29755" y="1183"/>
                  </a:lnTo>
                  <a:cubicBezTo>
                    <a:pt x="30363" y="1065"/>
                    <a:pt x="30984" y="959"/>
                    <a:pt x="31597" y="871"/>
                  </a:cubicBezTo>
                  <a:lnTo>
                    <a:pt x="31529" y="408"/>
                  </a:lnTo>
                  <a:close/>
                  <a:moveTo>
                    <a:pt x="44691" y="709"/>
                  </a:moveTo>
                  <a:lnTo>
                    <a:pt x="44603" y="1168"/>
                  </a:lnTo>
                  <a:cubicBezTo>
                    <a:pt x="45212" y="1285"/>
                    <a:pt x="45826" y="1420"/>
                    <a:pt x="46428" y="1566"/>
                  </a:cubicBezTo>
                  <a:lnTo>
                    <a:pt x="46537" y="1111"/>
                  </a:lnTo>
                  <a:cubicBezTo>
                    <a:pt x="45927" y="964"/>
                    <a:pt x="45305" y="829"/>
                    <a:pt x="44691" y="709"/>
                  </a:cubicBezTo>
                  <a:close/>
                  <a:moveTo>
                    <a:pt x="27821" y="1130"/>
                  </a:moveTo>
                  <a:cubicBezTo>
                    <a:pt x="27213" y="1281"/>
                    <a:pt x="26599" y="1446"/>
                    <a:pt x="25996" y="1626"/>
                  </a:cubicBezTo>
                  <a:lnTo>
                    <a:pt x="26131" y="2074"/>
                  </a:lnTo>
                  <a:cubicBezTo>
                    <a:pt x="26725" y="1897"/>
                    <a:pt x="27332" y="1732"/>
                    <a:pt x="27932" y="1584"/>
                  </a:cubicBezTo>
                  <a:lnTo>
                    <a:pt x="27821" y="1130"/>
                  </a:lnTo>
                  <a:close/>
                  <a:moveTo>
                    <a:pt x="48366" y="1604"/>
                  </a:moveTo>
                  <a:lnTo>
                    <a:pt x="48233" y="2052"/>
                  </a:lnTo>
                  <a:cubicBezTo>
                    <a:pt x="48827" y="2229"/>
                    <a:pt x="49425" y="2421"/>
                    <a:pt x="50009" y="2627"/>
                  </a:cubicBezTo>
                  <a:lnTo>
                    <a:pt x="50164" y="2185"/>
                  </a:lnTo>
                  <a:cubicBezTo>
                    <a:pt x="49576" y="1977"/>
                    <a:pt x="48970" y="1783"/>
                    <a:pt x="48366" y="1604"/>
                  </a:cubicBezTo>
                  <a:close/>
                  <a:moveTo>
                    <a:pt x="24198" y="2212"/>
                  </a:moveTo>
                  <a:cubicBezTo>
                    <a:pt x="23608" y="2418"/>
                    <a:pt x="23013" y="2645"/>
                    <a:pt x="22432" y="2883"/>
                  </a:cubicBezTo>
                  <a:lnTo>
                    <a:pt x="22609" y="3316"/>
                  </a:lnTo>
                  <a:cubicBezTo>
                    <a:pt x="23184" y="3079"/>
                    <a:pt x="23771" y="2857"/>
                    <a:pt x="24355" y="2652"/>
                  </a:cubicBezTo>
                  <a:lnTo>
                    <a:pt x="24198" y="2212"/>
                  </a:lnTo>
                  <a:close/>
                  <a:moveTo>
                    <a:pt x="51932" y="2854"/>
                  </a:moveTo>
                  <a:lnTo>
                    <a:pt x="51756" y="3287"/>
                  </a:lnTo>
                  <a:cubicBezTo>
                    <a:pt x="52330" y="3521"/>
                    <a:pt x="52906" y="3771"/>
                    <a:pt x="53468" y="4033"/>
                  </a:cubicBezTo>
                  <a:lnTo>
                    <a:pt x="53665" y="3609"/>
                  </a:lnTo>
                  <a:cubicBezTo>
                    <a:pt x="53096" y="3344"/>
                    <a:pt x="52512" y="3089"/>
                    <a:pt x="51932" y="2854"/>
                  </a:cubicBezTo>
                  <a:close/>
                  <a:moveTo>
                    <a:pt x="20700" y="3641"/>
                  </a:moveTo>
                  <a:cubicBezTo>
                    <a:pt x="20134" y="3907"/>
                    <a:pt x="19563" y="4190"/>
                    <a:pt x="19009" y="4485"/>
                  </a:cubicBezTo>
                  <a:lnTo>
                    <a:pt x="19228" y="4898"/>
                  </a:lnTo>
                  <a:cubicBezTo>
                    <a:pt x="19777" y="4607"/>
                    <a:pt x="20339" y="4327"/>
                    <a:pt x="20897" y="4065"/>
                  </a:cubicBezTo>
                  <a:lnTo>
                    <a:pt x="20700" y="3641"/>
                  </a:lnTo>
                  <a:close/>
                  <a:moveTo>
                    <a:pt x="55357" y="4449"/>
                  </a:moveTo>
                  <a:lnTo>
                    <a:pt x="55139" y="4861"/>
                  </a:lnTo>
                  <a:cubicBezTo>
                    <a:pt x="55687" y="5151"/>
                    <a:pt x="56236" y="5457"/>
                    <a:pt x="56771" y="5776"/>
                  </a:cubicBezTo>
                  <a:lnTo>
                    <a:pt x="57010" y="5373"/>
                  </a:lnTo>
                  <a:cubicBezTo>
                    <a:pt x="56467" y="5051"/>
                    <a:pt x="55910" y="4741"/>
                    <a:pt x="55357" y="4449"/>
                  </a:cubicBezTo>
                  <a:close/>
                  <a:moveTo>
                    <a:pt x="17363" y="5411"/>
                  </a:moveTo>
                  <a:cubicBezTo>
                    <a:pt x="16823" y="5732"/>
                    <a:pt x="16286" y="6073"/>
                    <a:pt x="15766" y="6418"/>
                  </a:cubicBezTo>
                  <a:lnTo>
                    <a:pt x="16025" y="6807"/>
                  </a:lnTo>
                  <a:cubicBezTo>
                    <a:pt x="16537" y="6465"/>
                    <a:pt x="17069" y="6131"/>
                    <a:pt x="17603" y="5814"/>
                  </a:cubicBezTo>
                  <a:lnTo>
                    <a:pt x="17363" y="5411"/>
                  </a:lnTo>
                  <a:close/>
                  <a:moveTo>
                    <a:pt x="58613" y="6381"/>
                  </a:moveTo>
                  <a:lnTo>
                    <a:pt x="58356" y="6770"/>
                  </a:lnTo>
                  <a:cubicBezTo>
                    <a:pt x="58875" y="7114"/>
                    <a:pt x="59390" y="7474"/>
                    <a:pt x="59888" y="7844"/>
                  </a:cubicBezTo>
                  <a:lnTo>
                    <a:pt x="60164" y="7467"/>
                  </a:lnTo>
                  <a:cubicBezTo>
                    <a:pt x="59659" y="7094"/>
                    <a:pt x="59139" y="6728"/>
                    <a:pt x="58613" y="6381"/>
                  </a:cubicBezTo>
                  <a:close/>
                  <a:moveTo>
                    <a:pt x="14223" y="7502"/>
                  </a:moveTo>
                  <a:cubicBezTo>
                    <a:pt x="13720" y="7875"/>
                    <a:pt x="13221" y="8267"/>
                    <a:pt x="12736" y="8665"/>
                  </a:cubicBezTo>
                  <a:lnTo>
                    <a:pt x="13032" y="9025"/>
                  </a:lnTo>
                  <a:cubicBezTo>
                    <a:pt x="13512" y="8633"/>
                    <a:pt x="14005" y="8247"/>
                    <a:pt x="14501" y="7879"/>
                  </a:cubicBezTo>
                  <a:lnTo>
                    <a:pt x="14223" y="7502"/>
                  </a:lnTo>
                  <a:close/>
                  <a:moveTo>
                    <a:pt x="61658" y="8631"/>
                  </a:moveTo>
                  <a:lnTo>
                    <a:pt x="61362" y="8993"/>
                  </a:lnTo>
                  <a:cubicBezTo>
                    <a:pt x="61841" y="9386"/>
                    <a:pt x="62316" y="9797"/>
                    <a:pt x="62776" y="10216"/>
                  </a:cubicBezTo>
                  <a:lnTo>
                    <a:pt x="63090" y="9871"/>
                  </a:lnTo>
                  <a:cubicBezTo>
                    <a:pt x="62627" y="9448"/>
                    <a:pt x="62144" y="9031"/>
                    <a:pt x="61658" y="8631"/>
                  </a:cubicBezTo>
                  <a:close/>
                  <a:moveTo>
                    <a:pt x="11310" y="9901"/>
                  </a:moveTo>
                  <a:cubicBezTo>
                    <a:pt x="10845" y="10326"/>
                    <a:pt x="10388" y="10766"/>
                    <a:pt x="9949" y="11211"/>
                  </a:cubicBezTo>
                  <a:lnTo>
                    <a:pt x="10281" y="11540"/>
                  </a:lnTo>
                  <a:cubicBezTo>
                    <a:pt x="10715" y="11101"/>
                    <a:pt x="11167" y="10667"/>
                    <a:pt x="11626" y="10247"/>
                  </a:cubicBezTo>
                  <a:lnTo>
                    <a:pt x="11310" y="9901"/>
                  </a:lnTo>
                  <a:close/>
                  <a:moveTo>
                    <a:pt x="64458" y="11180"/>
                  </a:moveTo>
                  <a:lnTo>
                    <a:pt x="64126" y="11509"/>
                  </a:lnTo>
                  <a:cubicBezTo>
                    <a:pt x="64561" y="11950"/>
                    <a:pt x="64991" y="12409"/>
                    <a:pt x="65403" y="12871"/>
                  </a:cubicBezTo>
                  <a:lnTo>
                    <a:pt x="65753" y="12561"/>
                  </a:lnTo>
                  <a:cubicBezTo>
                    <a:pt x="65336" y="12090"/>
                    <a:pt x="64899" y="11626"/>
                    <a:pt x="64458" y="11180"/>
                  </a:cubicBezTo>
                  <a:close/>
                  <a:moveTo>
                    <a:pt x="8656" y="12590"/>
                  </a:moveTo>
                  <a:cubicBezTo>
                    <a:pt x="8241" y="13057"/>
                    <a:pt x="7831" y="13544"/>
                    <a:pt x="7440" y="14034"/>
                  </a:cubicBezTo>
                  <a:lnTo>
                    <a:pt x="7806" y="14327"/>
                  </a:lnTo>
                  <a:cubicBezTo>
                    <a:pt x="8191" y="13843"/>
                    <a:pt x="8596" y="13363"/>
                    <a:pt x="9006" y="12901"/>
                  </a:cubicBezTo>
                  <a:lnTo>
                    <a:pt x="8656" y="12590"/>
                  </a:lnTo>
                  <a:close/>
                  <a:moveTo>
                    <a:pt x="66975" y="14007"/>
                  </a:moveTo>
                  <a:lnTo>
                    <a:pt x="66609" y="14299"/>
                  </a:lnTo>
                  <a:cubicBezTo>
                    <a:pt x="66997" y="14785"/>
                    <a:pt x="67376" y="15285"/>
                    <a:pt x="67736" y="15789"/>
                  </a:cubicBezTo>
                  <a:lnTo>
                    <a:pt x="68116" y="15517"/>
                  </a:lnTo>
                  <a:cubicBezTo>
                    <a:pt x="67752" y="15006"/>
                    <a:pt x="67368" y="14500"/>
                    <a:pt x="66975" y="14007"/>
                  </a:cubicBezTo>
                  <a:close/>
                  <a:moveTo>
                    <a:pt x="6302" y="15543"/>
                  </a:moveTo>
                  <a:cubicBezTo>
                    <a:pt x="5935" y="16058"/>
                    <a:pt x="5579" y="16585"/>
                    <a:pt x="5246" y="17111"/>
                  </a:cubicBezTo>
                  <a:lnTo>
                    <a:pt x="5641" y="17361"/>
                  </a:lnTo>
                  <a:cubicBezTo>
                    <a:pt x="5970" y="16842"/>
                    <a:pt x="6321" y="16321"/>
                    <a:pt x="6682" y="15816"/>
                  </a:cubicBezTo>
                  <a:lnTo>
                    <a:pt x="6302" y="15543"/>
                  </a:lnTo>
                  <a:close/>
                  <a:moveTo>
                    <a:pt x="69175" y="17085"/>
                  </a:moveTo>
                  <a:lnTo>
                    <a:pt x="68780" y="17335"/>
                  </a:lnTo>
                  <a:cubicBezTo>
                    <a:pt x="69111" y="17857"/>
                    <a:pt x="69434" y="18394"/>
                    <a:pt x="69738" y="18936"/>
                  </a:cubicBezTo>
                  <a:lnTo>
                    <a:pt x="70147" y="18707"/>
                  </a:lnTo>
                  <a:cubicBezTo>
                    <a:pt x="69839" y="18160"/>
                    <a:pt x="69512" y="17613"/>
                    <a:pt x="69175" y="17085"/>
                  </a:cubicBezTo>
                  <a:close/>
                  <a:moveTo>
                    <a:pt x="4276" y="18732"/>
                  </a:moveTo>
                  <a:cubicBezTo>
                    <a:pt x="3968" y="19281"/>
                    <a:pt x="3673" y="19844"/>
                    <a:pt x="3396" y="20408"/>
                  </a:cubicBezTo>
                  <a:lnTo>
                    <a:pt x="3816" y="20615"/>
                  </a:lnTo>
                  <a:cubicBezTo>
                    <a:pt x="4090" y="20061"/>
                    <a:pt x="4380" y="19505"/>
                    <a:pt x="4684" y="18962"/>
                  </a:cubicBezTo>
                  <a:lnTo>
                    <a:pt x="4276" y="18732"/>
                  </a:lnTo>
                  <a:close/>
                  <a:moveTo>
                    <a:pt x="71026" y="20378"/>
                  </a:moveTo>
                  <a:lnTo>
                    <a:pt x="70605" y="20586"/>
                  </a:lnTo>
                  <a:cubicBezTo>
                    <a:pt x="70880" y="21143"/>
                    <a:pt x="71139" y="21713"/>
                    <a:pt x="71380" y="22280"/>
                  </a:cubicBezTo>
                  <a:lnTo>
                    <a:pt x="71810" y="22097"/>
                  </a:lnTo>
                  <a:cubicBezTo>
                    <a:pt x="71567" y="21522"/>
                    <a:pt x="71302" y="20944"/>
                    <a:pt x="71026" y="20378"/>
                  </a:cubicBezTo>
                  <a:close/>
                  <a:moveTo>
                    <a:pt x="2612" y="22131"/>
                  </a:moveTo>
                  <a:cubicBezTo>
                    <a:pt x="2366" y="22712"/>
                    <a:pt x="2134" y="23304"/>
                    <a:pt x="1923" y="23895"/>
                  </a:cubicBezTo>
                  <a:lnTo>
                    <a:pt x="2365" y="24053"/>
                  </a:lnTo>
                  <a:cubicBezTo>
                    <a:pt x="2573" y="23471"/>
                    <a:pt x="2802" y="22886"/>
                    <a:pt x="3041" y="22312"/>
                  </a:cubicBezTo>
                  <a:lnTo>
                    <a:pt x="2612" y="22131"/>
                  </a:lnTo>
                  <a:close/>
                  <a:moveTo>
                    <a:pt x="72498" y="23857"/>
                  </a:moveTo>
                  <a:lnTo>
                    <a:pt x="72057" y="24014"/>
                  </a:lnTo>
                  <a:cubicBezTo>
                    <a:pt x="72265" y="24596"/>
                    <a:pt x="72460" y="25192"/>
                    <a:pt x="72635" y="25783"/>
                  </a:cubicBezTo>
                  <a:lnTo>
                    <a:pt x="73084" y="25651"/>
                  </a:lnTo>
                  <a:cubicBezTo>
                    <a:pt x="72907" y="25051"/>
                    <a:pt x="72710" y="24448"/>
                    <a:pt x="72498" y="23857"/>
                  </a:cubicBezTo>
                  <a:close/>
                  <a:moveTo>
                    <a:pt x="1341" y="25696"/>
                  </a:moveTo>
                  <a:cubicBezTo>
                    <a:pt x="1161" y="26302"/>
                    <a:pt x="1000" y="26918"/>
                    <a:pt x="858" y="27530"/>
                  </a:cubicBezTo>
                  <a:lnTo>
                    <a:pt x="1313" y="27635"/>
                  </a:lnTo>
                  <a:cubicBezTo>
                    <a:pt x="1452" y="27034"/>
                    <a:pt x="1613" y="26425"/>
                    <a:pt x="1788" y="25828"/>
                  </a:cubicBezTo>
                  <a:lnTo>
                    <a:pt x="1341" y="25696"/>
                  </a:lnTo>
                  <a:close/>
                  <a:moveTo>
                    <a:pt x="73567" y="27480"/>
                  </a:moveTo>
                  <a:lnTo>
                    <a:pt x="73112" y="27587"/>
                  </a:lnTo>
                  <a:cubicBezTo>
                    <a:pt x="73253" y="28189"/>
                    <a:pt x="73380" y="28804"/>
                    <a:pt x="73485" y="29413"/>
                  </a:cubicBezTo>
                  <a:lnTo>
                    <a:pt x="73946" y="29332"/>
                  </a:lnTo>
                  <a:cubicBezTo>
                    <a:pt x="73838" y="28716"/>
                    <a:pt x="73711" y="28090"/>
                    <a:pt x="73567" y="27480"/>
                  </a:cubicBezTo>
                  <a:close/>
                  <a:moveTo>
                    <a:pt x="483" y="29383"/>
                  </a:moveTo>
                  <a:cubicBezTo>
                    <a:pt x="375" y="30004"/>
                    <a:pt x="286" y="30634"/>
                    <a:pt x="214" y="31256"/>
                  </a:cubicBezTo>
                  <a:lnTo>
                    <a:pt x="678" y="31309"/>
                  </a:lnTo>
                  <a:cubicBezTo>
                    <a:pt x="748" y="30696"/>
                    <a:pt x="837" y="30075"/>
                    <a:pt x="944" y="29464"/>
                  </a:cubicBezTo>
                  <a:lnTo>
                    <a:pt x="483" y="29383"/>
                  </a:lnTo>
                  <a:close/>
                  <a:moveTo>
                    <a:pt x="74217" y="31205"/>
                  </a:moveTo>
                  <a:lnTo>
                    <a:pt x="73753" y="31259"/>
                  </a:lnTo>
                  <a:cubicBezTo>
                    <a:pt x="73823" y="31875"/>
                    <a:pt x="73879" y="32500"/>
                    <a:pt x="73914" y="33117"/>
                  </a:cubicBezTo>
                  <a:lnTo>
                    <a:pt x="74379" y="33089"/>
                  </a:lnTo>
                  <a:cubicBezTo>
                    <a:pt x="74343" y="32463"/>
                    <a:pt x="74290" y="31830"/>
                    <a:pt x="74217" y="31205"/>
                  </a:cubicBezTo>
                  <a:close/>
                  <a:moveTo>
                    <a:pt x="53" y="33142"/>
                  </a:moveTo>
                  <a:cubicBezTo>
                    <a:pt x="18" y="33765"/>
                    <a:pt x="1" y="34399"/>
                    <a:pt x="1" y="35022"/>
                  </a:cubicBezTo>
                  <a:lnTo>
                    <a:pt x="1" y="35031"/>
                  </a:lnTo>
                  <a:lnTo>
                    <a:pt x="466" y="35022"/>
                  </a:lnTo>
                  <a:cubicBezTo>
                    <a:pt x="466" y="34406"/>
                    <a:pt x="485" y="33781"/>
                    <a:pt x="520" y="33168"/>
                  </a:cubicBezTo>
                  <a:lnTo>
                    <a:pt x="53" y="33142"/>
                  </a:lnTo>
                  <a:close/>
                  <a:moveTo>
                    <a:pt x="74438" y="34982"/>
                  </a:moveTo>
                  <a:lnTo>
                    <a:pt x="73970" y="35022"/>
                  </a:lnTo>
                  <a:cubicBezTo>
                    <a:pt x="73970" y="35629"/>
                    <a:pt x="73953" y="36242"/>
                    <a:pt x="73918" y="36845"/>
                  </a:cubicBezTo>
                  <a:lnTo>
                    <a:pt x="74385" y="36871"/>
                  </a:lnTo>
                  <a:cubicBezTo>
                    <a:pt x="74420" y="36258"/>
                    <a:pt x="74436" y="35636"/>
                    <a:pt x="74438" y="35022"/>
                  </a:cubicBezTo>
                  <a:lnTo>
                    <a:pt x="74438" y="34982"/>
                  </a:lnTo>
                  <a:close/>
                  <a:moveTo>
                    <a:pt x="521" y="36896"/>
                  </a:moveTo>
                  <a:lnTo>
                    <a:pt x="55" y="36922"/>
                  </a:lnTo>
                  <a:cubicBezTo>
                    <a:pt x="90" y="37550"/>
                    <a:pt x="144" y="38182"/>
                    <a:pt x="216" y="38805"/>
                  </a:cubicBezTo>
                  <a:lnTo>
                    <a:pt x="679" y="38754"/>
                  </a:lnTo>
                  <a:cubicBezTo>
                    <a:pt x="611" y="38140"/>
                    <a:pt x="555" y="37515"/>
                    <a:pt x="521" y="36896"/>
                  </a:cubicBezTo>
                  <a:close/>
                  <a:moveTo>
                    <a:pt x="73763" y="38701"/>
                  </a:moveTo>
                  <a:cubicBezTo>
                    <a:pt x="73695" y="39317"/>
                    <a:pt x="73604" y="39938"/>
                    <a:pt x="73500" y="40548"/>
                  </a:cubicBezTo>
                  <a:lnTo>
                    <a:pt x="73961" y="40627"/>
                  </a:lnTo>
                  <a:cubicBezTo>
                    <a:pt x="74068" y="40009"/>
                    <a:pt x="74157" y="39379"/>
                    <a:pt x="74227" y="38754"/>
                  </a:cubicBezTo>
                  <a:lnTo>
                    <a:pt x="73763" y="38701"/>
                  </a:lnTo>
                  <a:close/>
                  <a:moveTo>
                    <a:pt x="946" y="40598"/>
                  </a:moveTo>
                  <a:lnTo>
                    <a:pt x="485" y="40677"/>
                  </a:lnTo>
                  <a:cubicBezTo>
                    <a:pt x="593" y="41297"/>
                    <a:pt x="719" y="41920"/>
                    <a:pt x="861" y="42532"/>
                  </a:cubicBezTo>
                  <a:lnTo>
                    <a:pt x="1317" y="42425"/>
                  </a:lnTo>
                  <a:cubicBezTo>
                    <a:pt x="1175" y="41824"/>
                    <a:pt x="1051" y="41209"/>
                    <a:pt x="946" y="40598"/>
                  </a:cubicBezTo>
                  <a:close/>
                  <a:moveTo>
                    <a:pt x="73131" y="42378"/>
                  </a:moveTo>
                  <a:cubicBezTo>
                    <a:pt x="72992" y="42981"/>
                    <a:pt x="72831" y="43588"/>
                    <a:pt x="72657" y="44185"/>
                  </a:cubicBezTo>
                  <a:lnTo>
                    <a:pt x="73106" y="44317"/>
                  </a:lnTo>
                  <a:cubicBezTo>
                    <a:pt x="73285" y="43711"/>
                    <a:pt x="73446" y="43095"/>
                    <a:pt x="73586" y="42482"/>
                  </a:cubicBezTo>
                  <a:lnTo>
                    <a:pt x="73131" y="42378"/>
                  </a:lnTo>
                  <a:close/>
                  <a:moveTo>
                    <a:pt x="1793" y="44229"/>
                  </a:moveTo>
                  <a:lnTo>
                    <a:pt x="1344" y="44361"/>
                  </a:lnTo>
                  <a:cubicBezTo>
                    <a:pt x="1519" y="44960"/>
                    <a:pt x="1715" y="45563"/>
                    <a:pt x="1927" y="46156"/>
                  </a:cubicBezTo>
                  <a:lnTo>
                    <a:pt x="2368" y="45999"/>
                  </a:lnTo>
                  <a:cubicBezTo>
                    <a:pt x="2160" y="45415"/>
                    <a:pt x="1966" y="44818"/>
                    <a:pt x="1793" y="44229"/>
                  </a:cubicBezTo>
                  <a:close/>
                  <a:moveTo>
                    <a:pt x="72082" y="45960"/>
                  </a:moveTo>
                  <a:cubicBezTo>
                    <a:pt x="71876" y="46542"/>
                    <a:pt x="71649" y="47127"/>
                    <a:pt x="71408" y="47701"/>
                  </a:cubicBezTo>
                  <a:lnTo>
                    <a:pt x="71839" y="47882"/>
                  </a:lnTo>
                  <a:cubicBezTo>
                    <a:pt x="72082" y="47301"/>
                    <a:pt x="72313" y="46709"/>
                    <a:pt x="72524" y="46118"/>
                  </a:cubicBezTo>
                  <a:lnTo>
                    <a:pt x="72082" y="45960"/>
                  </a:lnTo>
                  <a:close/>
                  <a:moveTo>
                    <a:pt x="3044" y="47736"/>
                  </a:moveTo>
                  <a:lnTo>
                    <a:pt x="2614" y="47917"/>
                  </a:lnTo>
                  <a:cubicBezTo>
                    <a:pt x="2855" y="48491"/>
                    <a:pt x="3118" y="49072"/>
                    <a:pt x="3396" y="49636"/>
                  </a:cubicBezTo>
                  <a:lnTo>
                    <a:pt x="3815" y="49433"/>
                  </a:lnTo>
                  <a:cubicBezTo>
                    <a:pt x="3543" y="48874"/>
                    <a:pt x="3282" y="48303"/>
                    <a:pt x="3044" y="47736"/>
                  </a:cubicBezTo>
                  <a:close/>
                  <a:moveTo>
                    <a:pt x="70637" y="49401"/>
                  </a:moveTo>
                  <a:cubicBezTo>
                    <a:pt x="70366" y="49958"/>
                    <a:pt x="70073" y="50514"/>
                    <a:pt x="69771" y="51054"/>
                  </a:cubicBezTo>
                  <a:lnTo>
                    <a:pt x="70179" y="51282"/>
                  </a:lnTo>
                  <a:cubicBezTo>
                    <a:pt x="70485" y="50734"/>
                    <a:pt x="70780" y="50170"/>
                    <a:pt x="71057" y="49606"/>
                  </a:cubicBezTo>
                  <a:lnTo>
                    <a:pt x="70637" y="49401"/>
                  </a:lnTo>
                  <a:close/>
                  <a:moveTo>
                    <a:pt x="4682" y="51080"/>
                  </a:moveTo>
                  <a:lnTo>
                    <a:pt x="4274" y="51310"/>
                  </a:lnTo>
                  <a:cubicBezTo>
                    <a:pt x="4581" y="51856"/>
                    <a:pt x="4906" y="52403"/>
                    <a:pt x="5243" y="52934"/>
                  </a:cubicBezTo>
                  <a:lnTo>
                    <a:pt x="5638" y="52682"/>
                  </a:lnTo>
                  <a:cubicBezTo>
                    <a:pt x="5306" y="52160"/>
                    <a:pt x="4984" y="51620"/>
                    <a:pt x="4682" y="51080"/>
                  </a:cubicBezTo>
                  <a:close/>
                  <a:moveTo>
                    <a:pt x="68817" y="52657"/>
                  </a:moveTo>
                  <a:cubicBezTo>
                    <a:pt x="68486" y="53180"/>
                    <a:pt x="68136" y="53699"/>
                    <a:pt x="67776" y="54204"/>
                  </a:cubicBezTo>
                  <a:lnTo>
                    <a:pt x="68157" y="54475"/>
                  </a:lnTo>
                  <a:cubicBezTo>
                    <a:pt x="68520" y="53965"/>
                    <a:pt x="68875" y="53436"/>
                    <a:pt x="69212" y="52908"/>
                  </a:cubicBezTo>
                  <a:lnTo>
                    <a:pt x="68817" y="52657"/>
                  </a:lnTo>
                  <a:close/>
                  <a:moveTo>
                    <a:pt x="6681" y="54232"/>
                  </a:moveTo>
                  <a:lnTo>
                    <a:pt x="6301" y="54502"/>
                  </a:lnTo>
                  <a:cubicBezTo>
                    <a:pt x="6662" y="55012"/>
                    <a:pt x="7047" y="55519"/>
                    <a:pt x="7440" y="56014"/>
                  </a:cubicBezTo>
                  <a:lnTo>
                    <a:pt x="7806" y="55723"/>
                  </a:lnTo>
                  <a:cubicBezTo>
                    <a:pt x="7418" y="55234"/>
                    <a:pt x="7039" y="54734"/>
                    <a:pt x="6681" y="54232"/>
                  </a:cubicBezTo>
                  <a:close/>
                  <a:moveTo>
                    <a:pt x="66654" y="55692"/>
                  </a:moveTo>
                  <a:cubicBezTo>
                    <a:pt x="66271" y="56175"/>
                    <a:pt x="65869" y="56653"/>
                    <a:pt x="65455" y="57120"/>
                  </a:cubicBezTo>
                  <a:lnTo>
                    <a:pt x="65804" y="57430"/>
                  </a:lnTo>
                  <a:cubicBezTo>
                    <a:pt x="66221" y="56959"/>
                    <a:pt x="66631" y="56472"/>
                    <a:pt x="67020" y="55982"/>
                  </a:cubicBezTo>
                  <a:lnTo>
                    <a:pt x="66654" y="55692"/>
                  </a:lnTo>
                  <a:close/>
                  <a:moveTo>
                    <a:pt x="9007" y="57149"/>
                  </a:moveTo>
                  <a:lnTo>
                    <a:pt x="8658" y="57459"/>
                  </a:lnTo>
                  <a:cubicBezTo>
                    <a:pt x="9072" y="57926"/>
                    <a:pt x="9506" y="58391"/>
                    <a:pt x="9952" y="58842"/>
                  </a:cubicBezTo>
                  <a:lnTo>
                    <a:pt x="10283" y="58513"/>
                  </a:lnTo>
                  <a:cubicBezTo>
                    <a:pt x="9844" y="58066"/>
                    <a:pt x="9415" y="57608"/>
                    <a:pt x="9007" y="57149"/>
                  </a:cubicBezTo>
                  <a:close/>
                  <a:moveTo>
                    <a:pt x="64182" y="58483"/>
                  </a:moveTo>
                  <a:cubicBezTo>
                    <a:pt x="63749" y="58922"/>
                    <a:pt x="63297" y="59358"/>
                    <a:pt x="62840" y="59777"/>
                  </a:cubicBezTo>
                  <a:lnTo>
                    <a:pt x="63155" y="60122"/>
                  </a:lnTo>
                  <a:cubicBezTo>
                    <a:pt x="63618" y="59698"/>
                    <a:pt x="64076" y="59257"/>
                    <a:pt x="64515" y="58811"/>
                  </a:cubicBezTo>
                  <a:lnTo>
                    <a:pt x="64182" y="58483"/>
                  </a:lnTo>
                  <a:close/>
                  <a:moveTo>
                    <a:pt x="11633" y="59807"/>
                  </a:moveTo>
                  <a:lnTo>
                    <a:pt x="11317" y="60153"/>
                  </a:lnTo>
                  <a:cubicBezTo>
                    <a:pt x="11780" y="60575"/>
                    <a:pt x="12261" y="60992"/>
                    <a:pt x="12747" y="61393"/>
                  </a:cubicBezTo>
                  <a:lnTo>
                    <a:pt x="13045" y="61030"/>
                  </a:lnTo>
                  <a:cubicBezTo>
                    <a:pt x="12565" y="60638"/>
                    <a:pt x="12090" y="60224"/>
                    <a:pt x="11633" y="59807"/>
                  </a:cubicBezTo>
                  <a:close/>
                  <a:moveTo>
                    <a:pt x="61431" y="61000"/>
                  </a:moveTo>
                  <a:cubicBezTo>
                    <a:pt x="60953" y="61395"/>
                    <a:pt x="60458" y="61781"/>
                    <a:pt x="59965" y="62148"/>
                  </a:cubicBezTo>
                  <a:lnTo>
                    <a:pt x="60243" y="62524"/>
                  </a:lnTo>
                  <a:cubicBezTo>
                    <a:pt x="60744" y="62153"/>
                    <a:pt x="61244" y="61761"/>
                    <a:pt x="61730" y="61360"/>
                  </a:cubicBezTo>
                  <a:lnTo>
                    <a:pt x="61431" y="61000"/>
                  </a:lnTo>
                  <a:close/>
                  <a:moveTo>
                    <a:pt x="14518" y="62183"/>
                  </a:moveTo>
                  <a:lnTo>
                    <a:pt x="14241" y="62558"/>
                  </a:lnTo>
                  <a:cubicBezTo>
                    <a:pt x="14744" y="62931"/>
                    <a:pt x="15265" y="63297"/>
                    <a:pt x="15790" y="63646"/>
                  </a:cubicBezTo>
                  <a:lnTo>
                    <a:pt x="16050" y="63259"/>
                  </a:lnTo>
                  <a:cubicBezTo>
                    <a:pt x="15532" y="62913"/>
                    <a:pt x="15016" y="62552"/>
                    <a:pt x="14518" y="62183"/>
                  </a:cubicBezTo>
                  <a:close/>
                  <a:moveTo>
                    <a:pt x="58442" y="63222"/>
                  </a:moveTo>
                  <a:cubicBezTo>
                    <a:pt x="57933" y="63563"/>
                    <a:pt x="57403" y="63897"/>
                    <a:pt x="56867" y="64218"/>
                  </a:cubicBezTo>
                  <a:lnTo>
                    <a:pt x="57106" y="64619"/>
                  </a:lnTo>
                  <a:cubicBezTo>
                    <a:pt x="57649" y="64295"/>
                    <a:pt x="58188" y="63955"/>
                    <a:pt x="58701" y="63611"/>
                  </a:cubicBezTo>
                  <a:lnTo>
                    <a:pt x="58442" y="63222"/>
                  </a:lnTo>
                  <a:close/>
                  <a:moveTo>
                    <a:pt x="17633" y="64254"/>
                  </a:moveTo>
                  <a:lnTo>
                    <a:pt x="17393" y="64656"/>
                  </a:lnTo>
                  <a:cubicBezTo>
                    <a:pt x="17933" y="64978"/>
                    <a:pt x="18489" y="65289"/>
                    <a:pt x="19045" y="65583"/>
                  </a:cubicBezTo>
                  <a:lnTo>
                    <a:pt x="19265" y="65169"/>
                  </a:lnTo>
                  <a:cubicBezTo>
                    <a:pt x="18716" y="64880"/>
                    <a:pt x="18167" y="64573"/>
                    <a:pt x="17633" y="64254"/>
                  </a:cubicBezTo>
                  <a:close/>
                  <a:moveTo>
                    <a:pt x="55245" y="65133"/>
                  </a:moveTo>
                  <a:cubicBezTo>
                    <a:pt x="54697" y="65424"/>
                    <a:pt x="54135" y="65706"/>
                    <a:pt x="53575" y="65967"/>
                  </a:cubicBezTo>
                  <a:lnTo>
                    <a:pt x="53772" y="66391"/>
                  </a:lnTo>
                  <a:cubicBezTo>
                    <a:pt x="54340" y="66125"/>
                    <a:pt x="54909" y="65841"/>
                    <a:pt x="55465" y="65547"/>
                  </a:cubicBezTo>
                  <a:lnTo>
                    <a:pt x="55245" y="65133"/>
                  </a:lnTo>
                  <a:close/>
                  <a:moveTo>
                    <a:pt x="20934" y="66000"/>
                  </a:moveTo>
                  <a:lnTo>
                    <a:pt x="20736" y="66425"/>
                  </a:lnTo>
                  <a:cubicBezTo>
                    <a:pt x="21303" y="66690"/>
                    <a:pt x="21885" y="66944"/>
                    <a:pt x="22469" y="67181"/>
                  </a:cubicBezTo>
                  <a:lnTo>
                    <a:pt x="22644" y="66748"/>
                  </a:lnTo>
                  <a:cubicBezTo>
                    <a:pt x="22071" y="66513"/>
                    <a:pt x="21494" y="66262"/>
                    <a:pt x="20934" y="66000"/>
                  </a:cubicBezTo>
                  <a:close/>
                  <a:moveTo>
                    <a:pt x="51867" y="66719"/>
                  </a:moveTo>
                  <a:cubicBezTo>
                    <a:pt x="51297" y="66953"/>
                    <a:pt x="50710" y="67178"/>
                    <a:pt x="50122" y="67385"/>
                  </a:cubicBezTo>
                  <a:lnTo>
                    <a:pt x="50277" y="67825"/>
                  </a:lnTo>
                  <a:cubicBezTo>
                    <a:pt x="50871" y="67614"/>
                    <a:pt x="51465" y="67389"/>
                    <a:pt x="52044" y="67152"/>
                  </a:cubicBezTo>
                  <a:lnTo>
                    <a:pt x="51867" y="66719"/>
                  </a:lnTo>
                  <a:close/>
                  <a:moveTo>
                    <a:pt x="24393" y="67411"/>
                  </a:moveTo>
                  <a:lnTo>
                    <a:pt x="24238" y="67851"/>
                  </a:lnTo>
                  <a:cubicBezTo>
                    <a:pt x="24829" y="68059"/>
                    <a:pt x="25433" y="68255"/>
                    <a:pt x="26036" y="68435"/>
                  </a:cubicBezTo>
                  <a:lnTo>
                    <a:pt x="26169" y="67986"/>
                  </a:lnTo>
                  <a:cubicBezTo>
                    <a:pt x="25575" y="67809"/>
                    <a:pt x="24978" y="67617"/>
                    <a:pt x="24393" y="67411"/>
                  </a:cubicBezTo>
                  <a:close/>
                  <a:moveTo>
                    <a:pt x="48346" y="67964"/>
                  </a:moveTo>
                  <a:cubicBezTo>
                    <a:pt x="47756" y="68142"/>
                    <a:pt x="47150" y="68306"/>
                    <a:pt x="46545" y="68455"/>
                  </a:cubicBezTo>
                  <a:lnTo>
                    <a:pt x="46656" y="68910"/>
                  </a:lnTo>
                  <a:cubicBezTo>
                    <a:pt x="47269" y="68758"/>
                    <a:pt x="47882" y="68590"/>
                    <a:pt x="48480" y="68413"/>
                  </a:cubicBezTo>
                  <a:lnTo>
                    <a:pt x="48346" y="67964"/>
                  </a:lnTo>
                  <a:close/>
                  <a:moveTo>
                    <a:pt x="27971" y="68476"/>
                  </a:moveTo>
                  <a:lnTo>
                    <a:pt x="27860" y="68929"/>
                  </a:lnTo>
                  <a:cubicBezTo>
                    <a:pt x="28472" y="69080"/>
                    <a:pt x="29093" y="69215"/>
                    <a:pt x="29705" y="69333"/>
                  </a:cubicBezTo>
                  <a:lnTo>
                    <a:pt x="29796" y="68875"/>
                  </a:lnTo>
                  <a:cubicBezTo>
                    <a:pt x="29190" y="68758"/>
                    <a:pt x="28577" y="68624"/>
                    <a:pt x="27971" y="68476"/>
                  </a:cubicBezTo>
                  <a:close/>
                  <a:moveTo>
                    <a:pt x="44722" y="68861"/>
                  </a:moveTo>
                  <a:cubicBezTo>
                    <a:pt x="44115" y="68979"/>
                    <a:pt x="43494" y="69083"/>
                    <a:pt x="42883" y="69172"/>
                  </a:cubicBezTo>
                  <a:lnTo>
                    <a:pt x="42950" y="69636"/>
                  </a:lnTo>
                  <a:cubicBezTo>
                    <a:pt x="43570" y="69544"/>
                    <a:pt x="44196" y="69439"/>
                    <a:pt x="44811" y="69319"/>
                  </a:cubicBezTo>
                  <a:lnTo>
                    <a:pt x="44722" y="68861"/>
                  </a:lnTo>
                  <a:close/>
                  <a:moveTo>
                    <a:pt x="31635" y="69184"/>
                  </a:moveTo>
                  <a:lnTo>
                    <a:pt x="31569" y="69646"/>
                  </a:lnTo>
                  <a:cubicBezTo>
                    <a:pt x="32189" y="69737"/>
                    <a:pt x="32820" y="69812"/>
                    <a:pt x="33446" y="69872"/>
                  </a:cubicBezTo>
                  <a:lnTo>
                    <a:pt x="33488" y="69405"/>
                  </a:lnTo>
                  <a:cubicBezTo>
                    <a:pt x="32871" y="69346"/>
                    <a:pt x="32248" y="69272"/>
                    <a:pt x="31635" y="69184"/>
                  </a:cubicBezTo>
                  <a:close/>
                  <a:moveTo>
                    <a:pt x="41028" y="69398"/>
                  </a:moveTo>
                  <a:cubicBezTo>
                    <a:pt x="40414" y="69459"/>
                    <a:pt x="39788" y="69504"/>
                    <a:pt x="39167" y="69535"/>
                  </a:cubicBezTo>
                  <a:lnTo>
                    <a:pt x="39190" y="70002"/>
                  </a:lnTo>
                  <a:cubicBezTo>
                    <a:pt x="39819" y="69971"/>
                    <a:pt x="40454" y="69924"/>
                    <a:pt x="41071" y="69864"/>
                  </a:cubicBezTo>
                  <a:lnTo>
                    <a:pt x="41028" y="69398"/>
                  </a:lnTo>
                  <a:close/>
                  <a:moveTo>
                    <a:pt x="35351" y="69540"/>
                  </a:moveTo>
                  <a:lnTo>
                    <a:pt x="35329" y="70005"/>
                  </a:lnTo>
                  <a:cubicBezTo>
                    <a:pt x="35958" y="70037"/>
                    <a:pt x="36594" y="70052"/>
                    <a:pt x="37218" y="70052"/>
                  </a:cubicBezTo>
                  <a:lnTo>
                    <a:pt x="37298" y="70052"/>
                  </a:lnTo>
                  <a:lnTo>
                    <a:pt x="37298" y="69583"/>
                  </a:lnTo>
                  <a:lnTo>
                    <a:pt x="37218" y="69583"/>
                  </a:lnTo>
                  <a:cubicBezTo>
                    <a:pt x="36602" y="69583"/>
                    <a:pt x="35973" y="69569"/>
                    <a:pt x="35351" y="6954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6"/>
            <p:cNvSpPr/>
            <p:nvPr/>
          </p:nvSpPr>
          <p:spPr>
            <a:xfrm>
              <a:off x="4042071" y="1760017"/>
              <a:ext cx="2268678" cy="2269917"/>
            </a:xfrm>
            <a:custGeom>
              <a:avLst/>
              <a:gdLst/>
              <a:ahLst/>
              <a:cxnLst/>
              <a:rect l="l" t="t" r="r" b="b"/>
              <a:pathLst>
                <a:path w="65926" h="65962" extrusionOk="0">
                  <a:moveTo>
                    <a:pt x="32963" y="0"/>
                  </a:moveTo>
                  <a:cubicBezTo>
                    <a:pt x="14787" y="0"/>
                    <a:pt x="0" y="14799"/>
                    <a:pt x="0" y="32977"/>
                  </a:cubicBezTo>
                  <a:cubicBezTo>
                    <a:pt x="0" y="51164"/>
                    <a:pt x="14787" y="65962"/>
                    <a:pt x="32963" y="65962"/>
                  </a:cubicBezTo>
                  <a:cubicBezTo>
                    <a:pt x="51138" y="65962"/>
                    <a:pt x="65925" y="51166"/>
                    <a:pt x="65924" y="32977"/>
                  </a:cubicBezTo>
                  <a:cubicBezTo>
                    <a:pt x="65924" y="14796"/>
                    <a:pt x="51138" y="0"/>
                    <a:pt x="329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6"/>
            <p:cNvSpPr/>
            <p:nvPr/>
          </p:nvSpPr>
          <p:spPr>
            <a:xfrm>
              <a:off x="4042174" y="1792571"/>
              <a:ext cx="982855" cy="2002463"/>
            </a:xfrm>
            <a:custGeom>
              <a:avLst/>
              <a:gdLst/>
              <a:ahLst/>
              <a:cxnLst/>
              <a:rect l="l" t="t" r="r" b="b"/>
              <a:pathLst>
                <a:path w="28561" h="58190" extrusionOk="0">
                  <a:moveTo>
                    <a:pt x="8439" y="11763"/>
                  </a:moveTo>
                  <a:cubicBezTo>
                    <a:pt x="8852" y="11763"/>
                    <a:pt x="9307" y="11911"/>
                    <a:pt x="9788" y="12206"/>
                  </a:cubicBezTo>
                  <a:cubicBezTo>
                    <a:pt x="10129" y="12406"/>
                    <a:pt x="10508" y="12593"/>
                    <a:pt x="10912" y="12792"/>
                  </a:cubicBezTo>
                  <a:cubicBezTo>
                    <a:pt x="12123" y="13388"/>
                    <a:pt x="13497" y="14065"/>
                    <a:pt x="13558" y="15212"/>
                  </a:cubicBezTo>
                  <a:cubicBezTo>
                    <a:pt x="13592" y="15808"/>
                    <a:pt x="13326" y="16355"/>
                    <a:pt x="13018" y="16987"/>
                  </a:cubicBezTo>
                  <a:cubicBezTo>
                    <a:pt x="12726" y="17587"/>
                    <a:pt x="12382" y="18296"/>
                    <a:pt x="12306" y="19142"/>
                  </a:cubicBezTo>
                  <a:cubicBezTo>
                    <a:pt x="11734" y="18549"/>
                    <a:pt x="11018" y="18017"/>
                    <a:pt x="10399" y="17557"/>
                  </a:cubicBezTo>
                  <a:cubicBezTo>
                    <a:pt x="10202" y="17410"/>
                    <a:pt x="10018" y="17275"/>
                    <a:pt x="9858" y="17148"/>
                  </a:cubicBezTo>
                  <a:cubicBezTo>
                    <a:pt x="9510" y="16876"/>
                    <a:pt x="9105" y="16620"/>
                    <a:pt x="8676" y="16349"/>
                  </a:cubicBezTo>
                  <a:cubicBezTo>
                    <a:pt x="7429" y="15563"/>
                    <a:pt x="6252" y="14820"/>
                    <a:pt x="6442" y="13809"/>
                  </a:cubicBezTo>
                  <a:lnTo>
                    <a:pt x="6711" y="12369"/>
                  </a:lnTo>
                  <a:lnTo>
                    <a:pt x="7820" y="11888"/>
                  </a:lnTo>
                  <a:cubicBezTo>
                    <a:pt x="8013" y="11804"/>
                    <a:pt x="8220" y="11763"/>
                    <a:pt x="8439" y="11763"/>
                  </a:cubicBezTo>
                  <a:close/>
                  <a:moveTo>
                    <a:pt x="12993" y="22482"/>
                  </a:moveTo>
                  <a:cubicBezTo>
                    <a:pt x="13399" y="23655"/>
                    <a:pt x="13969" y="24927"/>
                    <a:pt x="14655" y="25644"/>
                  </a:cubicBezTo>
                  <a:cubicBezTo>
                    <a:pt x="14379" y="25391"/>
                    <a:pt x="14091" y="25143"/>
                    <a:pt x="13775" y="24924"/>
                  </a:cubicBezTo>
                  <a:cubicBezTo>
                    <a:pt x="13585" y="24791"/>
                    <a:pt x="13343" y="24589"/>
                    <a:pt x="13109" y="24396"/>
                  </a:cubicBezTo>
                  <a:cubicBezTo>
                    <a:pt x="12622" y="23992"/>
                    <a:pt x="12117" y="23575"/>
                    <a:pt x="11621" y="23344"/>
                  </a:cubicBezTo>
                  <a:lnTo>
                    <a:pt x="11545" y="23312"/>
                  </a:lnTo>
                  <a:lnTo>
                    <a:pt x="11545" y="23312"/>
                  </a:lnTo>
                  <a:cubicBezTo>
                    <a:pt x="11587" y="23314"/>
                    <a:pt x="11628" y="23317"/>
                    <a:pt x="11671" y="23317"/>
                  </a:cubicBezTo>
                  <a:cubicBezTo>
                    <a:pt x="12094" y="23317"/>
                    <a:pt x="12619" y="23152"/>
                    <a:pt x="12993" y="22482"/>
                  </a:cubicBezTo>
                  <a:close/>
                  <a:moveTo>
                    <a:pt x="9833" y="22203"/>
                  </a:moveTo>
                  <a:cubicBezTo>
                    <a:pt x="9953" y="22203"/>
                    <a:pt x="10034" y="22208"/>
                    <a:pt x="10085" y="22216"/>
                  </a:cubicBezTo>
                  <a:cubicBezTo>
                    <a:pt x="10111" y="22255"/>
                    <a:pt x="10142" y="22315"/>
                    <a:pt x="10183" y="22385"/>
                  </a:cubicBezTo>
                  <a:cubicBezTo>
                    <a:pt x="10331" y="22655"/>
                    <a:pt x="10483" y="22931"/>
                    <a:pt x="10777" y="23072"/>
                  </a:cubicBezTo>
                  <a:cubicBezTo>
                    <a:pt x="10828" y="23099"/>
                    <a:pt x="10881" y="23123"/>
                    <a:pt x="10931" y="23146"/>
                  </a:cubicBezTo>
                  <a:cubicBezTo>
                    <a:pt x="10860" y="23142"/>
                    <a:pt x="10792" y="23136"/>
                    <a:pt x="10720" y="23136"/>
                  </a:cubicBezTo>
                  <a:cubicBezTo>
                    <a:pt x="9495" y="23136"/>
                    <a:pt x="9071" y="24298"/>
                    <a:pt x="8789" y="25066"/>
                  </a:cubicBezTo>
                  <a:cubicBezTo>
                    <a:pt x="8669" y="25396"/>
                    <a:pt x="8518" y="25809"/>
                    <a:pt x="8366" y="25961"/>
                  </a:cubicBezTo>
                  <a:cubicBezTo>
                    <a:pt x="8025" y="26303"/>
                    <a:pt x="7532" y="26508"/>
                    <a:pt x="7053" y="26508"/>
                  </a:cubicBezTo>
                  <a:cubicBezTo>
                    <a:pt x="6704" y="26508"/>
                    <a:pt x="6419" y="26399"/>
                    <a:pt x="6287" y="26216"/>
                  </a:cubicBezTo>
                  <a:cubicBezTo>
                    <a:pt x="6119" y="25982"/>
                    <a:pt x="6212" y="25597"/>
                    <a:pt x="6281" y="25391"/>
                  </a:cubicBezTo>
                  <a:cubicBezTo>
                    <a:pt x="6799" y="23885"/>
                    <a:pt x="7500" y="22339"/>
                    <a:pt x="8773" y="22271"/>
                  </a:cubicBezTo>
                  <a:cubicBezTo>
                    <a:pt x="8863" y="22267"/>
                    <a:pt x="8980" y="22257"/>
                    <a:pt x="9113" y="22245"/>
                  </a:cubicBezTo>
                  <a:cubicBezTo>
                    <a:pt x="9331" y="22227"/>
                    <a:pt x="9601" y="22203"/>
                    <a:pt x="9833" y="22203"/>
                  </a:cubicBezTo>
                  <a:close/>
                  <a:moveTo>
                    <a:pt x="25087" y="1"/>
                  </a:moveTo>
                  <a:cubicBezTo>
                    <a:pt x="10702" y="3552"/>
                    <a:pt x="0" y="16567"/>
                    <a:pt x="0" y="32031"/>
                  </a:cubicBezTo>
                  <a:cubicBezTo>
                    <a:pt x="0" y="35420"/>
                    <a:pt x="514" y="38690"/>
                    <a:pt x="1466" y="41768"/>
                  </a:cubicBezTo>
                  <a:cubicBezTo>
                    <a:pt x="1511" y="41785"/>
                    <a:pt x="1560" y="41804"/>
                    <a:pt x="1601" y="41819"/>
                  </a:cubicBezTo>
                  <a:cubicBezTo>
                    <a:pt x="2116" y="42011"/>
                    <a:pt x="2631" y="42194"/>
                    <a:pt x="3149" y="42375"/>
                  </a:cubicBezTo>
                  <a:cubicBezTo>
                    <a:pt x="3645" y="42549"/>
                    <a:pt x="3990" y="42729"/>
                    <a:pt x="4356" y="42922"/>
                  </a:cubicBezTo>
                  <a:cubicBezTo>
                    <a:pt x="4654" y="43077"/>
                    <a:pt x="4961" y="43238"/>
                    <a:pt x="5371" y="43412"/>
                  </a:cubicBezTo>
                  <a:cubicBezTo>
                    <a:pt x="6754" y="44002"/>
                    <a:pt x="6756" y="44071"/>
                    <a:pt x="6814" y="45804"/>
                  </a:cubicBezTo>
                  <a:lnTo>
                    <a:pt x="6815" y="45834"/>
                  </a:lnTo>
                  <a:cubicBezTo>
                    <a:pt x="6828" y="46223"/>
                    <a:pt x="7037" y="46494"/>
                    <a:pt x="7203" y="46712"/>
                  </a:cubicBezTo>
                  <a:cubicBezTo>
                    <a:pt x="7337" y="46884"/>
                    <a:pt x="7421" y="46998"/>
                    <a:pt x="7427" y="47124"/>
                  </a:cubicBezTo>
                  <a:cubicBezTo>
                    <a:pt x="7489" y="48362"/>
                    <a:pt x="7558" y="49641"/>
                    <a:pt x="7475" y="50862"/>
                  </a:cubicBezTo>
                  <a:cubicBezTo>
                    <a:pt x="7431" y="51449"/>
                    <a:pt x="7305" y="52030"/>
                    <a:pt x="7172" y="52549"/>
                  </a:cubicBezTo>
                  <a:cubicBezTo>
                    <a:pt x="8847" y="54653"/>
                    <a:pt x="10774" y="56548"/>
                    <a:pt x="12909" y="58189"/>
                  </a:cubicBezTo>
                  <a:lnTo>
                    <a:pt x="12991" y="58053"/>
                  </a:lnTo>
                  <a:cubicBezTo>
                    <a:pt x="13157" y="57775"/>
                    <a:pt x="13318" y="57499"/>
                    <a:pt x="13469" y="57240"/>
                  </a:cubicBezTo>
                  <a:lnTo>
                    <a:pt x="13484" y="57216"/>
                  </a:lnTo>
                  <a:cubicBezTo>
                    <a:pt x="13747" y="56763"/>
                    <a:pt x="13974" y="56371"/>
                    <a:pt x="14143" y="56122"/>
                  </a:cubicBezTo>
                  <a:cubicBezTo>
                    <a:pt x="14385" y="55765"/>
                    <a:pt x="14622" y="55396"/>
                    <a:pt x="14863" y="55026"/>
                  </a:cubicBezTo>
                  <a:cubicBezTo>
                    <a:pt x="15460" y="54107"/>
                    <a:pt x="16309" y="53153"/>
                    <a:pt x="17056" y="52312"/>
                  </a:cubicBezTo>
                  <a:lnTo>
                    <a:pt x="17210" y="52139"/>
                  </a:lnTo>
                  <a:cubicBezTo>
                    <a:pt x="17434" y="51886"/>
                    <a:pt x="17706" y="51608"/>
                    <a:pt x="17997" y="51316"/>
                  </a:cubicBezTo>
                  <a:cubicBezTo>
                    <a:pt x="18202" y="51109"/>
                    <a:pt x="18432" y="50891"/>
                    <a:pt x="18670" y="50669"/>
                  </a:cubicBezTo>
                  <a:cubicBezTo>
                    <a:pt x="19857" y="49551"/>
                    <a:pt x="21334" y="48161"/>
                    <a:pt x="21187" y="46501"/>
                  </a:cubicBezTo>
                  <a:cubicBezTo>
                    <a:pt x="21014" y="44568"/>
                    <a:pt x="17848" y="43592"/>
                    <a:pt x="15539" y="42880"/>
                  </a:cubicBezTo>
                  <a:cubicBezTo>
                    <a:pt x="15280" y="42799"/>
                    <a:pt x="15034" y="42725"/>
                    <a:pt x="14800" y="42649"/>
                  </a:cubicBezTo>
                  <a:cubicBezTo>
                    <a:pt x="14227" y="42466"/>
                    <a:pt x="13734" y="42308"/>
                    <a:pt x="13419" y="42172"/>
                  </a:cubicBezTo>
                  <a:cubicBezTo>
                    <a:pt x="11415" y="41306"/>
                    <a:pt x="9961" y="40431"/>
                    <a:pt x="8277" y="39418"/>
                  </a:cubicBezTo>
                  <a:lnTo>
                    <a:pt x="8152" y="39342"/>
                  </a:lnTo>
                  <a:cubicBezTo>
                    <a:pt x="8048" y="39279"/>
                    <a:pt x="7906" y="39199"/>
                    <a:pt x="7743" y="39107"/>
                  </a:cubicBezTo>
                  <a:cubicBezTo>
                    <a:pt x="6872" y="38621"/>
                    <a:pt x="6527" y="38355"/>
                    <a:pt x="6389" y="38223"/>
                  </a:cubicBezTo>
                  <a:cubicBezTo>
                    <a:pt x="6556" y="38109"/>
                    <a:pt x="7021" y="37869"/>
                    <a:pt x="8301" y="37541"/>
                  </a:cubicBezTo>
                  <a:cubicBezTo>
                    <a:pt x="8502" y="37490"/>
                    <a:pt x="8672" y="37446"/>
                    <a:pt x="8805" y="37407"/>
                  </a:cubicBezTo>
                  <a:cubicBezTo>
                    <a:pt x="8945" y="37363"/>
                    <a:pt x="9081" y="37322"/>
                    <a:pt x="9213" y="37282"/>
                  </a:cubicBezTo>
                  <a:cubicBezTo>
                    <a:pt x="9431" y="37216"/>
                    <a:pt x="9646" y="37172"/>
                    <a:pt x="9857" y="37129"/>
                  </a:cubicBezTo>
                  <a:cubicBezTo>
                    <a:pt x="10449" y="37004"/>
                    <a:pt x="11062" y="36877"/>
                    <a:pt x="11678" y="36311"/>
                  </a:cubicBezTo>
                  <a:cubicBezTo>
                    <a:pt x="12028" y="35995"/>
                    <a:pt x="12130" y="35638"/>
                    <a:pt x="12211" y="35352"/>
                  </a:cubicBezTo>
                  <a:cubicBezTo>
                    <a:pt x="12268" y="35153"/>
                    <a:pt x="12316" y="34981"/>
                    <a:pt x="12439" y="34820"/>
                  </a:cubicBezTo>
                  <a:cubicBezTo>
                    <a:pt x="12841" y="34298"/>
                    <a:pt x="13222" y="33805"/>
                    <a:pt x="13684" y="33420"/>
                  </a:cubicBezTo>
                  <a:cubicBezTo>
                    <a:pt x="13764" y="33351"/>
                    <a:pt x="13991" y="33344"/>
                    <a:pt x="14193" y="33335"/>
                  </a:cubicBezTo>
                  <a:cubicBezTo>
                    <a:pt x="14503" y="33322"/>
                    <a:pt x="14859" y="33310"/>
                    <a:pt x="15165" y="33113"/>
                  </a:cubicBezTo>
                  <a:cubicBezTo>
                    <a:pt x="16345" y="32346"/>
                    <a:pt x="17201" y="30685"/>
                    <a:pt x="17317" y="29587"/>
                  </a:cubicBezTo>
                  <a:cubicBezTo>
                    <a:pt x="17397" y="28820"/>
                    <a:pt x="17052" y="28066"/>
                    <a:pt x="16263" y="27279"/>
                  </a:cubicBezTo>
                  <a:cubicBezTo>
                    <a:pt x="16060" y="27077"/>
                    <a:pt x="15863" y="26867"/>
                    <a:pt x="15656" y="26647"/>
                  </a:cubicBezTo>
                  <a:cubicBezTo>
                    <a:pt x="15403" y="26380"/>
                    <a:pt x="15146" y="26109"/>
                    <a:pt x="14875" y="25844"/>
                  </a:cubicBezTo>
                  <a:lnTo>
                    <a:pt x="14875" y="25844"/>
                  </a:lnTo>
                  <a:cubicBezTo>
                    <a:pt x="14912" y="25873"/>
                    <a:pt x="14947" y="25903"/>
                    <a:pt x="14983" y="25930"/>
                  </a:cubicBezTo>
                  <a:cubicBezTo>
                    <a:pt x="15767" y="26517"/>
                    <a:pt x="17267" y="26726"/>
                    <a:pt x="18312" y="26726"/>
                  </a:cubicBezTo>
                  <a:cubicBezTo>
                    <a:pt x="19293" y="26726"/>
                    <a:pt x="20034" y="26565"/>
                    <a:pt x="20515" y="26246"/>
                  </a:cubicBezTo>
                  <a:cubicBezTo>
                    <a:pt x="21456" y="25619"/>
                    <a:pt x="21744" y="24312"/>
                    <a:pt x="21978" y="23256"/>
                  </a:cubicBezTo>
                  <a:cubicBezTo>
                    <a:pt x="22035" y="23000"/>
                    <a:pt x="22088" y="22761"/>
                    <a:pt x="22143" y="22574"/>
                  </a:cubicBezTo>
                  <a:cubicBezTo>
                    <a:pt x="22417" y="21631"/>
                    <a:pt x="22743" y="20637"/>
                    <a:pt x="23266" y="19759"/>
                  </a:cubicBezTo>
                  <a:cubicBezTo>
                    <a:pt x="23511" y="19331"/>
                    <a:pt x="23870" y="18958"/>
                    <a:pt x="24247" y="18560"/>
                  </a:cubicBezTo>
                  <a:cubicBezTo>
                    <a:pt x="24379" y="18424"/>
                    <a:pt x="24612" y="18264"/>
                    <a:pt x="24859" y="18097"/>
                  </a:cubicBezTo>
                  <a:cubicBezTo>
                    <a:pt x="25289" y="17805"/>
                    <a:pt x="25735" y="17502"/>
                    <a:pt x="25962" y="17110"/>
                  </a:cubicBezTo>
                  <a:cubicBezTo>
                    <a:pt x="26737" y="15787"/>
                    <a:pt x="26603" y="14372"/>
                    <a:pt x="26475" y="13003"/>
                  </a:cubicBezTo>
                  <a:cubicBezTo>
                    <a:pt x="26369" y="11873"/>
                    <a:pt x="26269" y="10810"/>
                    <a:pt x="26748" y="9999"/>
                  </a:cubicBezTo>
                  <a:cubicBezTo>
                    <a:pt x="26930" y="9689"/>
                    <a:pt x="26900" y="9399"/>
                    <a:pt x="26876" y="9187"/>
                  </a:cubicBezTo>
                  <a:cubicBezTo>
                    <a:pt x="26857" y="9026"/>
                    <a:pt x="26857" y="8974"/>
                    <a:pt x="26885" y="8933"/>
                  </a:cubicBezTo>
                  <a:cubicBezTo>
                    <a:pt x="27621" y="7819"/>
                    <a:pt x="28385" y="6668"/>
                    <a:pt x="28468" y="4851"/>
                  </a:cubicBezTo>
                  <a:cubicBezTo>
                    <a:pt x="28560" y="2794"/>
                    <a:pt x="27422" y="1164"/>
                    <a:pt x="25087" y="1"/>
                  </a:cubicBez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6"/>
            <p:cNvSpPr/>
            <p:nvPr/>
          </p:nvSpPr>
          <p:spPr>
            <a:xfrm>
              <a:off x="4761085" y="2160200"/>
              <a:ext cx="1542919" cy="1600904"/>
            </a:xfrm>
            <a:custGeom>
              <a:avLst/>
              <a:gdLst/>
              <a:ahLst/>
              <a:cxnLst/>
              <a:rect l="l" t="t" r="r" b="b"/>
              <a:pathLst>
                <a:path w="44836" h="46521" extrusionOk="0">
                  <a:moveTo>
                    <a:pt x="7270" y="23323"/>
                  </a:moveTo>
                  <a:cubicBezTo>
                    <a:pt x="8550" y="24032"/>
                    <a:pt x="9996" y="24529"/>
                    <a:pt x="11366" y="25002"/>
                  </a:cubicBezTo>
                  <a:lnTo>
                    <a:pt x="12249" y="25307"/>
                  </a:lnTo>
                  <a:cubicBezTo>
                    <a:pt x="12306" y="25328"/>
                    <a:pt x="12361" y="25344"/>
                    <a:pt x="12418" y="25364"/>
                  </a:cubicBezTo>
                  <a:cubicBezTo>
                    <a:pt x="12360" y="25363"/>
                    <a:pt x="12303" y="25359"/>
                    <a:pt x="12241" y="25359"/>
                  </a:cubicBezTo>
                  <a:cubicBezTo>
                    <a:pt x="11687" y="25359"/>
                    <a:pt x="11087" y="25452"/>
                    <a:pt x="10502" y="25541"/>
                  </a:cubicBezTo>
                  <a:cubicBezTo>
                    <a:pt x="9946" y="25628"/>
                    <a:pt x="9369" y="25717"/>
                    <a:pt x="8870" y="25717"/>
                  </a:cubicBezTo>
                  <a:cubicBezTo>
                    <a:pt x="7971" y="25717"/>
                    <a:pt x="7554" y="25440"/>
                    <a:pt x="7334" y="24699"/>
                  </a:cubicBezTo>
                  <a:cubicBezTo>
                    <a:pt x="7318" y="24642"/>
                    <a:pt x="7333" y="24460"/>
                    <a:pt x="7343" y="24340"/>
                  </a:cubicBezTo>
                  <a:cubicBezTo>
                    <a:pt x="7365" y="24075"/>
                    <a:pt x="7394" y="23698"/>
                    <a:pt x="7270" y="23323"/>
                  </a:cubicBezTo>
                  <a:close/>
                  <a:moveTo>
                    <a:pt x="22402" y="1"/>
                  </a:moveTo>
                  <a:cubicBezTo>
                    <a:pt x="21606" y="1"/>
                    <a:pt x="20964" y="238"/>
                    <a:pt x="20496" y="708"/>
                  </a:cubicBezTo>
                  <a:cubicBezTo>
                    <a:pt x="19776" y="1429"/>
                    <a:pt x="19450" y="2981"/>
                    <a:pt x="19454" y="4121"/>
                  </a:cubicBezTo>
                  <a:cubicBezTo>
                    <a:pt x="19457" y="4920"/>
                    <a:pt x="19375" y="5726"/>
                    <a:pt x="19293" y="6516"/>
                  </a:cubicBezTo>
                  <a:cubicBezTo>
                    <a:pt x="19208" y="7331"/>
                    <a:pt x="19124" y="8169"/>
                    <a:pt x="19126" y="9043"/>
                  </a:cubicBezTo>
                  <a:cubicBezTo>
                    <a:pt x="19126" y="9236"/>
                    <a:pt x="19135" y="9419"/>
                    <a:pt x="19144" y="9591"/>
                  </a:cubicBezTo>
                  <a:cubicBezTo>
                    <a:pt x="19179" y="10273"/>
                    <a:pt x="19179" y="10273"/>
                    <a:pt x="18944" y="10352"/>
                  </a:cubicBezTo>
                  <a:cubicBezTo>
                    <a:pt x="18834" y="10387"/>
                    <a:pt x="18742" y="10408"/>
                    <a:pt x="18659" y="10408"/>
                  </a:cubicBezTo>
                  <a:cubicBezTo>
                    <a:pt x="18393" y="10408"/>
                    <a:pt x="18209" y="10195"/>
                    <a:pt x="17786" y="9552"/>
                  </a:cubicBezTo>
                  <a:lnTo>
                    <a:pt x="17693" y="9411"/>
                  </a:lnTo>
                  <a:cubicBezTo>
                    <a:pt x="17568" y="9223"/>
                    <a:pt x="17443" y="9006"/>
                    <a:pt x="17333" y="8813"/>
                  </a:cubicBezTo>
                  <a:cubicBezTo>
                    <a:pt x="16803" y="7896"/>
                    <a:pt x="16143" y="6753"/>
                    <a:pt x="14707" y="6753"/>
                  </a:cubicBezTo>
                  <a:cubicBezTo>
                    <a:pt x="14511" y="6753"/>
                    <a:pt x="14306" y="6776"/>
                    <a:pt x="14094" y="6822"/>
                  </a:cubicBezTo>
                  <a:cubicBezTo>
                    <a:pt x="12375" y="7207"/>
                    <a:pt x="11227" y="8011"/>
                    <a:pt x="10483" y="9353"/>
                  </a:cubicBezTo>
                  <a:cubicBezTo>
                    <a:pt x="10315" y="9657"/>
                    <a:pt x="10247" y="10103"/>
                    <a:pt x="10176" y="10573"/>
                  </a:cubicBezTo>
                  <a:cubicBezTo>
                    <a:pt x="10132" y="10854"/>
                    <a:pt x="10061" y="11328"/>
                    <a:pt x="9982" y="11436"/>
                  </a:cubicBezTo>
                  <a:cubicBezTo>
                    <a:pt x="9776" y="11716"/>
                    <a:pt x="9530" y="11998"/>
                    <a:pt x="9287" y="12276"/>
                  </a:cubicBezTo>
                  <a:cubicBezTo>
                    <a:pt x="8781" y="12857"/>
                    <a:pt x="8259" y="13458"/>
                    <a:pt x="7912" y="14203"/>
                  </a:cubicBezTo>
                  <a:cubicBezTo>
                    <a:pt x="7810" y="14419"/>
                    <a:pt x="7757" y="14653"/>
                    <a:pt x="7707" y="14860"/>
                  </a:cubicBezTo>
                  <a:cubicBezTo>
                    <a:pt x="7696" y="14911"/>
                    <a:pt x="7674" y="15005"/>
                    <a:pt x="7649" y="15092"/>
                  </a:cubicBezTo>
                  <a:cubicBezTo>
                    <a:pt x="7618" y="15060"/>
                    <a:pt x="7589" y="15029"/>
                    <a:pt x="7567" y="15006"/>
                  </a:cubicBezTo>
                  <a:cubicBezTo>
                    <a:pt x="7342" y="14766"/>
                    <a:pt x="7004" y="14406"/>
                    <a:pt x="6462" y="14296"/>
                  </a:cubicBezTo>
                  <a:cubicBezTo>
                    <a:pt x="6327" y="14272"/>
                    <a:pt x="6195" y="14260"/>
                    <a:pt x="6065" y="14260"/>
                  </a:cubicBezTo>
                  <a:cubicBezTo>
                    <a:pt x="5504" y="14260"/>
                    <a:pt x="5001" y="14486"/>
                    <a:pt x="4629" y="14917"/>
                  </a:cubicBezTo>
                  <a:cubicBezTo>
                    <a:pt x="3953" y="15697"/>
                    <a:pt x="3289" y="17189"/>
                    <a:pt x="3416" y="18080"/>
                  </a:cubicBezTo>
                  <a:cubicBezTo>
                    <a:pt x="3672" y="19929"/>
                    <a:pt x="4514" y="21237"/>
                    <a:pt x="5655" y="22220"/>
                  </a:cubicBezTo>
                  <a:cubicBezTo>
                    <a:pt x="5595" y="22217"/>
                    <a:pt x="5538" y="22206"/>
                    <a:pt x="5476" y="22206"/>
                  </a:cubicBezTo>
                  <a:cubicBezTo>
                    <a:pt x="4432" y="22206"/>
                    <a:pt x="3251" y="22810"/>
                    <a:pt x="2841" y="23550"/>
                  </a:cubicBezTo>
                  <a:cubicBezTo>
                    <a:pt x="2411" y="24314"/>
                    <a:pt x="2143" y="25241"/>
                    <a:pt x="1886" y="26135"/>
                  </a:cubicBezTo>
                  <a:cubicBezTo>
                    <a:pt x="1709" y="26754"/>
                    <a:pt x="1541" y="27338"/>
                    <a:pt x="1331" y="27831"/>
                  </a:cubicBezTo>
                  <a:cubicBezTo>
                    <a:pt x="0" y="30978"/>
                    <a:pt x="534" y="33162"/>
                    <a:pt x="2967" y="34511"/>
                  </a:cubicBezTo>
                  <a:cubicBezTo>
                    <a:pt x="3775" y="34953"/>
                    <a:pt x="4679" y="35004"/>
                    <a:pt x="5287" y="35004"/>
                  </a:cubicBezTo>
                  <a:cubicBezTo>
                    <a:pt x="5653" y="35004"/>
                    <a:pt x="6004" y="34984"/>
                    <a:pt x="6342" y="34963"/>
                  </a:cubicBezTo>
                  <a:cubicBezTo>
                    <a:pt x="6631" y="34946"/>
                    <a:pt x="6910" y="34932"/>
                    <a:pt x="7145" y="34932"/>
                  </a:cubicBezTo>
                  <a:cubicBezTo>
                    <a:pt x="7279" y="34932"/>
                    <a:pt x="7399" y="34937"/>
                    <a:pt x="7497" y="34947"/>
                  </a:cubicBezTo>
                  <a:cubicBezTo>
                    <a:pt x="8784" y="35100"/>
                    <a:pt x="9375" y="35418"/>
                    <a:pt x="9682" y="36131"/>
                  </a:cubicBezTo>
                  <a:cubicBezTo>
                    <a:pt x="10079" y="37057"/>
                    <a:pt x="9798" y="38314"/>
                    <a:pt x="9524" y="39533"/>
                  </a:cubicBezTo>
                  <a:cubicBezTo>
                    <a:pt x="9340" y="40359"/>
                    <a:pt x="9165" y="41139"/>
                    <a:pt x="9157" y="41906"/>
                  </a:cubicBezTo>
                  <a:cubicBezTo>
                    <a:pt x="9143" y="43399"/>
                    <a:pt x="9448" y="44409"/>
                    <a:pt x="10117" y="45086"/>
                  </a:cubicBezTo>
                  <a:lnTo>
                    <a:pt x="10158" y="45124"/>
                  </a:lnTo>
                  <a:cubicBezTo>
                    <a:pt x="10707" y="45680"/>
                    <a:pt x="11539" y="46520"/>
                    <a:pt x="12724" y="46520"/>
                  </a:cubicBezTo>
                  <a:cubicBezTo>
                    <a:pt x="13124" y="46520"/>
                    <a:pt x="13789" y="46489"/>
                    <a:pt x="14234" y="46431"/>
                  </a:cubicBezTo>
                  <a:cubicBezTo>
                    <a:pt x="17210" y="46046"/>
                    <a:pt x="17524" y="43209"/>
                    <a:pt x="17735" y="41334"/>
                  </a:cubicBezTo>
                  <a:lnTo>
                    <a:pt x="17747" y="41212"/>
                  </a:lnTo>
                  <a:cubicBezTo>
                    <a:pt x="17845" y="40352"/>
                    <a:pt x="17943" y="39461"/>
                    <a:pt x="18271" y="38795"/>
                  </a:cubicBezTo>
                  <a:cubicBezTo>
                    <a:pt x="18456" y="38418"/>
                    <a:pt x="18549" y="38037"/>
                    <a:pt x="18636" y="37669"/>
                  </a:cubicBezTo>
                  <a:cubicBezTo>
                    <a:pt x="18710" y="37363"/>
                    <a:pt x="18778" y="37075"/>
                    <a:pt x="18900" y="36794"/>
                  </a:cubicBezTo>
                  <a:cubicBezTo>
                    <a:pt x="19444" y="35525"/>
                    <a:pt x="20007" y="34214"/>
                    <a:pt x="20737" y="33170"/>
                  </a:cubicBezTo>
                  <a:cubicBezTo>
                    <a:pt x="20920" y="32908"/>
                    <a:pt x="21192" y="32653"/>
                    <a:pt x="21483" y="32386"/>
                  </a:cubicBezTo>
                  <a:cubicBezTo>
                    <a:pt x="22190" y="31729"/>
                    <a:pt x="23061" y="30918"/>
                    <a:pt x="22963" y="29557"/>
                  </a:cubicBezTo>
                  <a:lnTo>
                    <a:pt x="22963" y="29557"/>
                  </a:lnTo>
                  <a:cubicBezTo>
                    <a:pt x="23178" y="29759"/>
                    <a:pt x="23456" y="30030"/>
                    <a:pt x="23508" y="30135"/>
                  </a:cubicBezTo>
                  <a:cubicBezTo>
                    <a:pt x="23614" y="30388"/>
                    <a:pt x="23633" y="30762"/>
                    <a:pt x="23650" y="31158"/>
                  </a:cubicBezTo>
                  <a:cubicBezTo>
                    <a:pt x="23699" y="32130"/>
                    <a:pt x="23785" y="33938"/>
                    <a:pt x="26180" y="33938"/>
                  </a:cubicBezTo>
                  <a:lnTo>
                    <a:pt x="26266" y="33938"/>
                  </a:lnTo>
                  <a:cubicBezTo>
                    <a:pt x="28433" y="33897"/>
                    <a:pt x="28712" y="32037"/>
                    <a:pt x="28900" y="30807"/>
                  </a:cubicBezTo>
                  <a:cubicBezTo>
                    <a:pt x="28996" y="30171"/>
                    <a:pt x="29096" y="29512"/>
                    <a:pt x="29368" y="29250"/>
                  </a:cubicBezTo>
                  <a:cubicBezTo>
                    <a:pt x="29464" y="29160"/>
                    <a:pt x="29527" y="29133"/>
                    <a:pt x="29545" y="29133"/>
                  </a:cubicBezTo>
                  <a:cubicBezTo>
                    <a:pt x="29571" y="29133"/>
                    <a:pt x="29805" y="29155"/>
                    <a:pt x="30369" y="29893"/>
                  </a:cubicBezTo>
                  <a:cubicBezTo>
                    <a:pt x="30750" y="30408"/>
                    <a:pt x="30750" y="30408"/>
                    <a:pt x="30629" y="31215"/>
                  </a:cubicBezTo>
                  <a:lnTo>
                    <a:pt x="30620" y="31284"/>
                  </a:lnTo>
                  <a:cubicBezTo>
                    <a:pt x="30333" y="33278"/>
                    <a:pt x="30862" y="35016"/>
                    <a:pt x="32107" y="36182"/>
                  </a:cubicBezTo>
                  <a:cubicBezTo>
                    <a:pt x="32344" y="36402"/>
                    <a:pt x="32566" y="36703"/>
                    <a:pt x="32783" y="36991"/>
                  </a:cubicBezTo>
                  <a:cubicBezTo>
                    <a:pt x="33186" y="37533"/>
                    <a:pt x="33533" y="38001"/>
                    <a:pt x="34009" y="38001"/>
                  </a:cubicBezTo>
                  <a:cubicBezTo>
                    <a:pt x="34450" y="38001"/>
                    <a:pt x="34663" y="37524"/>
                    <a:pt x="34865" y="37063"/>
                  </a:cubicBezTo>
                  <a:cubicBezTo>
                    <a:pt x="34916" y="36946"/>
                    <a:pt x="34995" y="36770"/>
                    <a:pt x="35028" y="36728"/>
                  </a:cubicBezTo>
                  <a:cubicBezTo>
                    <a:pt x="35805" y="35849"/>
                    <a:pt x="35631" y="33907"/>
                    <a:pt x="35302" y="31262"/>
                  </a:cubicBezTo>
                  <a:cubicBezTo>
                    <a:pt x="35223" y="30624"/>
                    <a:pt x="35103" y="29658"/>
                    <a:pt x="35138" y="29462"/>
                  </a:cubicBezTo>
                  <a:cubicBezTo>
                    <a:pt x="35262" y="28779"/>
                    <a:pt x="35769" y="28226"/>
                    <a:pt x="36355" y="27588"/>
                  </a:cubicBezTo>
                  <a:cubicBezTo>
                    <a:pt x="36617" y="27303"/>
                    <a:pt x="36888" y="27009"/>
                    <a:pt x="37154" y="26674"/>
                  </a:cubicBezTo>
                  <a:cubicBezTo>
                    <a:pt x="37262" y="26538"/>
                    <a:pt x="37527" y="26367"/>
                    <a:pt x="37760" y="26214"/>
                  </a:cubicBezTo>
                  <a:cubicBezTo>
                    <a:pt x="38067" y="26015"/>
                    <a:pt x="38358" y="25827"/>
                    <a:pt x="38521" y="25600"/>
                  </a:cubicBezTo>
                  <a:cubicBezTo>
                    <a:pt x="38968" y="24971"/>
                    <a:pt x="39476" y="24607"/>
                    <a:pt x="40115" y="24149"/>
                  </a:cubicBezTo>
                  <a:cubicBezTo>
                    <a:pt x="40366" y="23969"/>
                    <a:pt x="40625" y="23784"/>
                    <a:pt x="40898" y="23566"/>
                  </a:cubicBezTo>
                  <a:cubicBezTo>
                    <a:pt x="41758" y="22879"/>
                    <a:pt x="42292" y="21979"/>
                    <a:pt x="42806" y="21108"/>
                  </a:cubicBezTo>
                  <a:cubicBezTo>
                    <a:pt x="43119" y="20580"/>
                    <a:pt x="43407" y="20279"/>
                    <a:pt x="43807" y="19859"/>
                  </a:cubicBezTo>
                  <a:lnTo>
                    <a:pt x="43985" y="19672"/>
                  </a:lnTo>
                  <a:cubicBezTo>
                    <a:pt x="44130" y="19518"/>
                    <a:pt x="44206" y="19263"/>
                    <a:pt x="44326" y="18826"/>
                  </a:cubicBezTo>
                  <a:cubicBezTo>
                    <a:pt x="44370" y="18667"/>
                    <a:pt x="44436" y="18430"/>
                    <a:pt x="44474" y="18348"/>
                  </a:cubicBezTo>
                  <a:cubicBezTo>
                    <a:pt x="44645" y="18162"/>
                    <a:pt x="44758" y="17983"/>
                    <a:pt x="44835" y="17815"/>
                  </a:cubicBezTo>
                  <a:cubicBezTo>
                    <a:pt x="44244" y="12220"/>
                    <a:pt x="42240" y="7041"/>
                    <a:pt x="39192" y="2636"/>
                  </a:cubicBezTo>
                  <a:cubicBezTo>
                    <a:pt x="38879" y="2476"/>
                    <a:pt x="38557" y="2349"/>
                    <a:pt x="38225" y="2349"/>
                  </a:cubicBezTo>
                  <a:cubicBezTo>
                    <a:pt x="38194" y="2349"/>
                    <a:pt x="38162" y="2351"/>
                    <a:pt x="38139" y="2352"/>
                  </a:cubicBezTo>
                  <a:cubicBezTo>
                    <a:pt x="37833" y="2371"/>
                    <a:pt x="37526" y="2436"/>
                    <a:pt x="37230" y="2498"/>
                  </a:cubicBezTo>
                  <a:cubicBezTo>
                    <a:pt x="36930" y="2563"/>
                    <a:pt x="36619" y="2623"/>
                    <a:pt x="36383" y="2623"/>
                  </a:cubicBezTo>
                  <a:cubicBezTo>
                    <a:pt x="36294" y="2623"/>
                    <a:pt x="36238" y="2614"/>
                    <a:pt x="36209" y="2607"/>
                  </a:cubicBezTo>
                  <a:cubicBezTo>
                    <a:pt x="36050" y="2566"/>
                    <a:pt x="35855" y="2393"/>
                    <a:pt x="35646" y="2207"/>
                  </a:cubicBezTo>
                  <a:cubicBezTo>
                    <a:pt x="35499" y="2079"/>
                    <a:pt x="35350" y="1944"/>
                    <a:pt x="35176" y="1820"/>
                  </a:cubicBezTo>
                  <a:lnTo>
                    <a:pt x="34736" y="924"/>
                  </a:lnTo>
                  <a:lnTo>
                    <a:pt x="34055" y="1166"/>
                  </a:lnTo>
                  <a:cubicBezTo>
                    <a:pt x="33488" y="1366"/>
                    <a:pt x="32778" y="1373"/>
                    <a:pt x="32026" y="1384"/>
                  </a:cubicBezTo>
                  <a:cubicBezTo>
                    <a:pt x="31276" y="1392"/>
                    <a:pt x="30544" y="1708"/>
                    <a:pt x="29837" y="2016"/>
                  </a:cubicBezTo>
                  <a:cubicBezTo>
                    <a:pt x="29590" y="2124"/>
                    <a:pt x="29356" y="2225"/>
                    <a:pt x="29125" y="2313"/>
                  </a:cubicBezTo>
                  <a:cubicBezTo>
                    <a:pt x="28446" y="2570"/>
                    <a:pt x="27644" y="2899"/>
                    <a:pt x="26847" y="3400"/>
                  </a:cubicBezTo>
                  <a:cubicBezTo>
                    <a:pt x="26244" y="3770"/>
                    <a:pt x="25549" y="4219"/>
                    <a:pt x="24966" y="4768"/>
                  </a:cubicBezTo>
                  <a:cubicBezTo>
                    <a:pt x="24718" y="5009"/>
                    <a:pt x="24528" y="5322"/>
                    <a:pt x="24344" y="5626"/>
                  </a:cubicBezTo>
                  <a:cubicBezTo>
                    <a:pt x="24233" y="5809"/>
                    <a:pt x="24026" y="6147"/>
                    <a:pt x="23928" y="6213"/>
                  </a:cubicBezTo>
                  <a:cubicBezTo>
                    <a:pt x="23710" y="6341"/>
                    <a:pt x="23493" y="6404"/>
                    <a:pt x="23310" y="6404"/>
                  </a:cubicBezTo>
                  <a:cubicBezTo>
                    <a:pt x="23102" y="6404"/>
                    <a:pt x="22938" y="6324"/>
                    <a:pt x="22863" y="6169"/>
                  </a:cubicBezTo>
                  <a:cubicBezTo>
                    <a:pt x="22758" y="5953"/>
                    <a:pt x="22841" y="5635"/>
                    <a:pt x="23077" y="5338"/>
                  </a:cubicBezTo>
                  <a:cubicBezTo>
                    <a:pt x="23274" y="5089"/>
                    <a:pt x="23602" y="4816"/>
                    <a:pt x="23950" y="4526"/>
                  </a:cubicBezTo>
                  <a:cubicBezTo>
                    <a:pt x="24841" y="3784"/>
                    <a:pt x="26061" y="2769"/>
                    <a:pt x="25801" y="1256"/>
                  </a:cubicBezTo>
                  <a:lnTo>
                    <a:pt x="25720" y="787"/>
                  </a:lnTo>
                  <a:lnTo>
                    <a:pt x="25271" y="630"/>
                  </a:lnTo>
                  <a:cubicBezTo>
                    <a:pt x="24432" y="337"/>
                    <a:pt x="23347" y="1"/>
                    <a:pt x="22402" y="1"/>
                  </a:cubicBez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6"/>
            <p:cNvSpPr/>
            <p:nvPr/>
          </p:nvSpPr>
          <p:spPr>
            <a:xfrm>
              <a:off x="5816689" y="3358821"/>
              <a:ext cx="391305" cy="401972"/>
            </a:xfrm>
            <a:custGeom>
              <a:avLst/>
              <a:gdLst/>
              <a:ahLst/>
              <a:cxnLst/>
              <a:rect l="l" t="t" r="r" b="b"/>
              <a:pathLst>
                <a:path w="11371" h="11681" extrusionOk="0">
                  <a:moveTo>
                    <a:pt x="8963" y="1"/>
                  </a:moveTo>
                  <a:cubicBezTo>
                    <a:pt x="8703" y="1"/>
                    <a:pt x="8487" y="30"/>
                    <a:pt x="8290" y="91"/>
                  </a:cubicBezTo>
                  <a:cubicBezTo>
                    <a:pt x="8166" y="132"/>
                    <a:pt x="8058" y="168"/>
                    <a:pt x="7964" y="192"/>
                  </a:cubicBezTo>
                  <a:cubicBezTo>
                    <a:pt x="5364" y="965"/>
                    <a:pt x="4113" y="3054"/>
                    <a:pt x="3143" y="4953"/>
                  </a:cubicBezTo>
                  <a:cubicBezTo>
                    <a:pt x="3038" y="5161"/>
                    <a:pt x="2773" y="5531"/>
                    <a:pt x="2489" y="5926"/>
                  </a:cubicBezTo>
                  <a:cubicBezTo>
                    <a:pt x="1438" y="7391"/>
                    <a:pt x="1" y="9395"/>
                    <a:pt x="917" y="10820"/>
                  </a:cubicBezTo>
                  <a:cubicBezTo>
                    <a:pt x="1227" y="11304"/>
                    <a:pt x="2052" y="11554"/>
                    <a:pt x="2678" y="11680"/>
                  </a:cubicBezTo>
                  <a:cubicBezTo>
                    <a:pt x="6353" y="8564"/>
                    <a:pt x="9338" y="4659"/>
                    <a:pt x="11370" y="228"/>
                  </a:cubicBezTo>
                  <a:lnTo>
                    <a:pt x="11104" y="176"/>
                  </a:lnTo>
                  <a:cubicBezTo>
                    <a:pt x="10958" y="149"/>
                    <a:pt x="10798" y="134"/>
                    <a:pt x="10625" y="134"/>
                  </a:cubicBezTo>
                  <a:cubicBezTo>
                    <a:pt x="10390" y="134"/>
                    <a:pt x="10125" y="103"/>
                    <a:pt x="9844" y="70"/>
                  </a:cubicBezTo>
                  <a:cubicBezTo>
                    <a:pt x="9552" y="36"/>
                    <a:pt x="9250" y="1"/>
                    <a:pt x="8963" y="1"/>
                  </a:cubicBez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6"/>
            <p:cNvSpPr/>
            <p:nvPr/>
          </p:nvSpPr>
          <p:spPr>
            <a:xfrm>
              <a:off x="4042071" y="2232053"/>
              <a:ext cx="720701" cy="1554516"/>
            </a:xfrm>
            <a:custGeom>
              <a:avLst/>
              <a:gdLst/>
              <a:ahLst/>
              <a:cxnLst/>
              <a:rect l="l" t="t" r="r" b="b"/>
              <a:pathLst>
                <a:path w="20943" h="45173" extrusionOk="0">
                  <a:moveTo>
                    <a:pt x="6225" y="1"/>
                  </a:moveTo>
                  <a:cubicBezTo>
                    <a:pt x="2312" y="5423"/>
                    <a:pt x="0" y="12078"/>
                    <a:pt x="0" y="19262"/>
                  </a:cubicBezTo>
                  <a:cubicBezTo>
                    <a:pt x="0" y="22466"/>
                    <a:pt x="461" y="25562"/>
                    <a:pt x="1315" y="28494"/>
                  </a:cubicBezTo>
                  <a:cubicBezTo>
                    <a:pt x="1459" y="28561"/>
                    <a:pt x="1599" y="28624"/>
                    <a:pt x="1744" y="28671"/>
                  </a:cubicBezTo>
                  <a:cubicBezTo>
                    <a:pt x="2256" y="28861"/>
                    <a:pt x="2770" y="29044"/>
                    <a:pt x="3283" y="29225"/>
                  </a:cubicBezTo>
                  <a:cubicBezTo>
                    <a:pt x="4204" y="29548"/>
                    <a:pt x="4615" y="29885"/>
                    <a:pt x="5531" y="30273"/>
                  </a:cubicBezTo>
                  <a:cubicBezTo>
                    <a:pt x="7160" y="30971"/>
                    <a:pt x="7160" y="31241"/>
                    <a:pt x="7220" y="33055"/>
                  </a:cubicBezTo>
                  <a:cubicBezTo>
                    <a:pt x="7236" y="33570"/>
                    <a:pt x="7804" y="33819"/>
                    <a:pt x="7832" y="34337"/>
                  </a:cubicBezTo>
                  <a:cubicBezTo>
                    <a:pt x="7898" y="35586"/>
                    <a:pt x="7964" y="36877"/>
                    <a:pt x="7880" y="38126"/>
                  </a:cubicBezTo>
                  <a:cubicBezTo>
                    <a:pt x="7830" y="38824"/>
                    <a:pt x="7669" y="39518"/>
                    <a:pt x="7494" y="40175"/>
                  </a:cubicBezTo>
                  <a:cubicBezTo>
                    <a:pt x="9008" y="42018"/>
                    <a:pt x="10716" y="43695"/>
                    <a:pt x="12590" y="45172"/>
                  </a:cubicBezTo>
                  <a:lnTo>
                    <a:pt x="12647" y="45077"/>
                  </a:lnTo>
                  <a:cubicBezTo>
                    <a:pt x="12817" y="44793"/>
                    <a:pt x="12980" y="44513"/>
                    <a:pt x="13134" y="44248"/>
                  </a:cubicBezTo>
                  <a:cubicBezTo>
                    <a:pt x="13402" y="43784"/>
                    <a:pt x="13633" y="43386"/>
                    <a:pt x="13810" y="43128"/>
                  </a:cubicBezTo>
                  <a:cubicBezTo>
                    <a:pt x="14050" y="42773"/>
                    <a:pt x="14287" y="42407"/>
                    <a:pt x="14525" y="42040"/>
                  </a:cubicBezTo>
                  <a:cubicBezTo>
                    <a:pt x="15182" y="41029"/>
                    <a:pt x="16129" y="39983"/>
                    <a:pt x="16909" y="39107"/>
                  </a:cubicBezTo>
                  <a:cubicBezTo>
                    <a:pt x="17137" y="38846"/>
                    <a:pt x="17416" y="38565"/>
                    <a:pt x="17710" y="38267"/>
                  </a:cubicBezTo>
                  <a:cubicBezTo>
                    <a:pt x="18910" y="37054"/>
                    <a:pt x="20942" y="35544"/>
                    <a:pt x="20786" y="33774"/>
                  </a:cubicBezTo>
                  <a:cubicBezTo>
                    <a:pt x="20619" y="31916"/>
                    <a:pt x="16846" y="30966"/>
                    <a:pt x="14682" y="30273"/>
                  </a:cubicBezTo>
                  <a:cubicBezTo>
                    <a:pt x="14097" y="30087"/>
                    <a:pt x="13592" y="29924"/>
                    <a:pt x="13261" y="29780"/>
                  </a:cubicBezTo>
                  <a:cubicBezTo>
                    <a:pt x="11182" y="28881"/>
                    <a:pt x="9708" y="27986"/>
                    <a:pt x="7943" y="26925"/>
                  </a:cubicBezTo>
                  <a:cubicBezTo>
                    <a:pt x="7842" y="26862"/>
                    <a:pt x="7708" y="26786"/>
                    <a:pt x="7550" y="26698"/>
                  </a:cubicBezTo>
                  <a:cubicBezTo>
                    <a:pt x="7155" y="26476"/>
                    <a:pt x="5953" y="25803"/>
                    <a:pt x="5926" y="25467"/>
                  </a:cubicBezTo>
                  <a:cubicBezTo>
                    <a:pt x="5899" y="25143"/>
                    <a:pt x="6667" y="24779"/>
                    <a:pt x="8208" y="24387"/>
                  </a:cubicBezTo>
                  <a:cubicBezTo>
                    <a:pt x="8401" y="24337"/>
                    <a:pt x="8565" y="24295"/>
                    <a:pt x="8689" y="24257"/>
                  </a:cubicBezTo>
                  <a:cubicBezTo>
                    <a:pt x="8833" y="24213"/>
                    <a:pt x="8969" y="24170"/>
                    <a:pt x="9100" y="24131"/>
                  </a:cubicBezTo>
                  <a:cubicBezTo>
                    <a:pt x="9942" y="23876"/>
                    <a:pt x="10669" y="23927"/>
                    <a:pt x="11409" y="23247"/>
                  </a:cubicBezTo>
                  <a:cubicBezTo>
                    <a:pt x="11890" y="22811"/>
                    <a:pt x="11741" y="22302"/>
                    <a:pt x="12122" y="21809"/>
                  </a:cubicBezTo>
                  <a:cubicBezTo>
                    <a:pt x="12539" y="21268"/>
                    <a:pt x="12934" y="20758"/>
                    <a:pt x="13430" y="20344"/>
                  </a:cubicBezTo>
                  <a:cubicBezTo>
                    <a:pt x="13794" y="20042"/>
                    <a:pt x="14512" y="20290"/>
                    <a:pt x="14948" y="20009"/>
                  </a:cubicBezTo>
                  <a:cubicBezTo>
                    <a:pt x="15996" y="19332"/>
                    <a:pt x="16809" y="17818"/>
                    <a:pt x="16917" y="16782"/>
                  </a:cubicBezTo>
                  <a:cubicBezTo>
                    <a:pt x="16983" y="16145"/>
                    <a:pt x="16678" y="15499"/>
                    <a:pt x="15981" y="14805"/>
                  </a:cubicBezTo>
                  <a:cubicBezTo>
                    <a:pt x="15772" y="14596"/>
                    <a:pt x="15570" y="14381"/>
                    <a:pt x="15365" y="14163"/>
                  </a:cubicBezTo>
                  <a:cubicBezTo>
                    <a:pt x="14811" y="13575"/>
                    <a:pt x="14236" y="12965"/>
                    <a:pt x="13544" y="12486"/>
                  </a:cubicBezTo>
                  <a:cubicBezTo>
                    <a:pt x="13342" y="12343"/>
                    <a:pt x="13105" y="12148"/>
                    <a:pt x="12853" y="11939"/>
                  </a:cubicBezTo>
                  <a:cubicBezTo>
                    <a:pt x="12385" y="11552"/>
                    <a:pt x="11901" y="11151"/>
                    <a:pt x="11462" y="10946"/>
                  </a:cubicBezTo>
                  <a:cubicBezTo>
                    <a:pt x="11195" y="10829"/>
                    <a:pt x="10954" y="10773"/>
                    <a:pt x="10724" y="10773"/>
                  </a:cubicBezTo>
                  <a:cubicBezTo>
                    <a:pt x="9784" y="10773"/>
                    <a:pt x="9447" y="11695"/>
                    <a:pt x="9174" y="12435"/>
                  </a:cubicBezTo>
                  <a:cubicBezTo>
                    <a:pt x="9026" y="12840"/>
                    <a:pt x="8872" y="13262"/>
                    <a:pt x="8659" y="13477"/>
                  </a:cubicBezTo>
                  <a:cubicBezTo>
                    <a:pt x="8242" y="13894"/>
                    <a:pt x="7643" y="14143"/>
                    <a:pt x="7059" y="14143"/>
                  </a:cubicBezTo>
                  <a:cubicBezTo>
                    <a:pt x="6574" y="14143"/>
                    <a:pt x="6174" y="13974"/>
                    <a:pt x="5965" y="13682"/>
                  </a:cubicBezTo>
                  <a:cubicBezTo>
                    <a:pt x="5705" y="13320"/>
                    <a:pt x="5789" y="12833"/>
                    <a:pt x="5907" y="12489"/>
                  </a:cubicBezTo>
                  <a:cubicBezTo>
                    <a:pt x="6467" y="10857"/>
                    <a:pt x="7247" y="9178"/>
                    <a:pt x="8759" y="9098"/>
                  </a:cubicBezTo>
                  <a:cubicBezTo>
                    <a:pt x="8847" y="9094"/>
                    <a:pt x="8958" y="9085"/>
                    <a:pt x="9084" y="9073"/>
                  </a:cubicBezTo>
                  <a:cubicBezTo>
                    <a:pt x="9310" y="9054"/>
                    <a:pt x="9589" y="9029"/>
                    <a:pt x="9838" y="9029"/>
                  </a:cubicBezTo>
                  <a:cubicBezTo>
                    <a:pt x="10202" y="9029"/>
                    <a:pt x="10312" y="9080"/>
                    <a:pt x="10328" y="9091"/>
                  </a:cubicBezTo>
                  <a:cubicBezTo>
                    <a:pt x="10383" y="9132"/>
                    <a:pt x="10487" y="9320"/>
                    <a:pt x="10544" y="9423"/>
                  </a:cubicBezTo>
                  <a:cubicBezTo>
                    <a:pt x="10672" y="9655"/>
                    <a:pt x="10781" y="9854"/>
                    <a:pt x="10970" y="9944"/>
                  </a:cubicBezTo>
                  <a:cubicBezTo>
                    <a:pt x="11222" y="10075"/>
                    <a:pt x="11453" y="10141"/>
                    <a:pt x="11674" y="10141"/>
                  </a:cubicBezTo>
                  <a:cubicBezTo>
                    <a:pt x="12275" y="10141"/>
                    <a:pt x="12691" y="9692"/>
                    <a:pt x="12907" y="8808"/>
                  </a:cubicBezTo>
                  <a:cubicBezTo>
                    <a:pt x="13255" y="7410"/>
                    <a:pt x="11475" y="6086"/>
                    <a:pt x="10173" y="5119"/>
                  </a:cubicBezTo>
                  <a:cubicBezTo>
                    <a:pt x="9968" y="4965"/>
                    <a:pt x="9776" y="4823"/>
                    <a:pt x="9611" y="4694"/>
                  </a:cubicBezTo>
                  <a:cubicBezTo>
                    <a:pt x="9279" y="4432"/>
                    <a:pt x="8881" y="4184"/>
                    <a:pt x="8462" y="3919"/>
                  </a:cubicBezTo>
                  <a:cubicBezTo>
                    <a:pt x="7157" y="3094"/>
                    <a:pt x="5807" y="2241"/>
                    <a:pt x="6047" y="961"/>
                  </a:cubicBezTo>
                  <a:lnTo>
                    <a:pt x="62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6"/>
            <p:cNvSpPr/>
            <p:nvPr/>
          </p:nvSpPr>
          <p:spPr>
            <a:xfrm>
              <a:off x="4889238" y="2174274"/>
              <a:ext cx="1411394" cy="1279835"/>
            </a:xfrm>
            <a:custGeom>
              <a:avLst/>
              <a:gdLst/>
              <a:ahLst/>
              <a:cxnLst/>
              <a:rect l="l" t="t" r="r" b="b"/>
              <a:pathLst>
                <a:path w="41014" h="37191" extrusionOk="0">
                  <a:moveTo>
                    <a:pt x="18674" y="1"/>
                  </a:moveTo>
                  <a:cubicBezTo>
                    <a:pt x="18032" y="1"/>
                    <a:pt x="17478" y="167"/>
                    <a:pt x="17056" y="590"/>
                  </a:cubicBezTo>
                  <a:cubicBezTo>
                    <a:pt x="16449" y="1197"/>
                    <a:pt x="16128" y="2631"/>
                    <a:pt x="16131" y="3713"/>
                  </a:cubicBezTo>
                  <a:cubicBezTo>
                    <a:pt x="16134" y="4533"/>
                    <a:pt x="16051" y="5352"/>
                    <a:pt x="15967" y="6144"/>
                  </a:cubicBezTo>
                  <a:cubicBezTo>
                    <a:pt x="15885" y="6948"/>
                    <a:pt x="15798" y="7782"/>
                    <a:pt x="15802" y="8635"/>
                  </a:cubicBezTo>
                  <a:cubicBezTo>
                    <a:pt x="15802" y="8821"/>
                    <a:pt x="15811" y="8996"/>
                    <a:pt x="15819" y="9165"/>
                  </a:cubicBezTo>
                  <a:cubicBezTo>
                    <a:pt x="15860" y="9952"/>
                    <a:pt x="15849" y="10164"/>
                    <a:pt x="15338" y="10332"/>
                  </a:cubicBezTo>
                  <a:cubicBezTo>
                    <a:pt x="15182" y="10383"/>
                    <a:pt x="15037" y="10408"/>
                    <a:pt x="14911" y="10408"/>
                  </a:cubicBezTo>
                  <a:cubicBezTo>
                    <a:pt x="14427" y="10408"/>
                    <a:pt x="14143" y="10013"/>
                    <a:pt x="13720" y="9370"/>
                  </a:cubicBezTo>
                  <a:lnTo>
                    <a:pt x="13626" y="9229"/>
                  </a:lnTo>
                  <a:cubicBezTo>
                    <a:pt x="13499" y="9035"/>
                    <a:pt x="13375" y="8818"/>
                    <a:pt x="13253" y="8609"/>
                  </a:cubicBezTo>
                  <a:cubicBezTo>
                    <a:pt x="12751" y="7738"/>
                    <a:pt x="12182" y="6751"/>
                    <a:pt x="10978" y="6751"/>
                  </a:cubicBezTo>
                  <a:cubicBezTo>
                    <a:pt x="10813" y="6751"/>
                    <a:pt x="10637" y="6771"/>
                    <a:pt x="10454" y="6811"/>
                  </a:cubicBezTo>
                  <a:cubicBezTo>
                    <a:pt x="8936" y="7147"/>
                    <a:pt x="7840" y="7825"/>
                    <a:pt x="7113" y="9138"/>
                  </a:cubicBezTo>
                  <a:cubicBezTo>
                    <a:pt x="6841" y="9630"/>
                    <a:pt x="6852" y="10904"/>
                    <a:pt x="6582" y="11267"/>
                  </a:cubicBezTo>
                  <a:cubicBezTo>
                    <a:pt x="6365" y="11561"/>
                    <a:pt x="6112" y="11849"/>
                    <a:pt x="5869" y="12130"/>
                  </a:cubicBezTo>
                  <a:cubicBezTo>
                    <a:pt x="5382" y="12689"/>
                    <a:pt x="4877" y="13269"/>
                    <a:pt x="4555" y="13964"/>
                  </a:cubicBezTo>
                  <a:cubicBezTo>
                    <a:pt x="4473" y="14139"/>
                    <a:pt x="4427" y="14342"/>
                    <a:pt x="4380" y="14540"/>
                  </a:cubicBezTo>
                  <a:cubicBezTo>
                    <a:pt x="4298" y="14897"/>
                    <a:pt x="4229" y="15153"/>
                    <a:pt x="4078" y="15190"/>
                  </a:cubicBezTo>
                  <a:cubicBezTo>
                    <a:pt x="4049" y="15197"/>
                    <a:pt x="4021" y="15200"/>
                    <a:pt x="3998" y="15200"/>
                  </a:cubicBezTo>
                  <a:cubicBezTo>
                    <a:pt x="3866" y="15200"/>
                    <a:pt x="3742" y="15075"/>
                    <a:pt x="3552" y="14874"/>
                  </a:cubicBezTo>
                  <a:cubicBezTo>
                    <a:pt x="3340" y="14648"/>
                    <a:pt x="3076" y="14366"/>
                    <a:pt x="2671" y="14284"/>
                  </a:cubicBezTo>
                  <a:cubicBezTo>
                    <a:pt x="2560" y="14264"/>
                    <a:pt x="2452" y="14254"/>
                    <a:pt x="2347" y="14254"/>
                  </a:cubicBezTo>
                  <a:cubicBezTo>
                    <a:pt x="1901" y="14254"/>
                    <a:pt x="1510" y="14431"/>
                    <a:pt x="1217" y="14771"/>
                  </a:cubicBezTo>
                  <a:cubicBezTo>
                    <a:pt x="550" y="15542"/>
                    <a:pt x="1" y="16923"/>
                    <a:pt x="99" y="17614"/>
                  </a:cubicBezTo>
                  <a:cubicBezTo>
                    <a:pt x="699" y="21942"/>
                    <a:pt x="4634" y="23119"/>
                    <a:pt x="8231" y="24366"/>
                  </a:cubicBezTo>
                  <a:lnTo>
                    <a:pt x="8664" y="24516"/>
                  </a:lnTo>
                  <a:cubicBezTo>
                    <a:pt x="9745" y="24892"/>
                    <a:pt x="10836" y="25100"/>
                    <a:pt x="11891" y="25296"/>
                  </a:cubicBezTo>
                  <a:cubicBezTo>
                    <a:pt x="13315" y="25564"/>
                    <a:pt x="14656" y="25816"/>
                    <a:pt x="16001" y="26458"/>
                  </a:cubicBezTo>
                  <a:cubicBezTo>
                    <a:pt x="17138" y="26986"/>
                    <a:pt x="18138" y="27486"/>
                    <a:pt x="18883" y="28252"/>
                  </a:cubicBezTo>
                  <a:cubicBezTo>
                    <a:pt x="18991" y="28367"/>
                    <a:pt x="19139" y="28503"/>
                    <a:pt x="19310" y="28660"/>
                  </a:cubicBezTo>
                  <a:cubicBezTo>
                    <a:pt x="19599" y="28923"/>
                    <a:pt x="20077" y="29362"/>
                    <a:pt x="20162" y="29571"/>
                  </a:cubicBezTo>
                  <a:cubicBezTo>
                    <a:pt x="20295" y="29887"/>
                    <a:pt x="20315" y="30297"/>
                    <a:pt x="20334" y="30730"/>
                  </a:cubicBezTo>
                  <a:cubicBezTo>
                    <a:pt x="20384" y="31740"/>
                    <a:pt x="20450" y="33125"/>
                    <a:pt x="22454" y="33125"/>
                  </a:cubicBezTo>
                  <a:lnTo>
                    <a:pt x="22536" y="33125"/>
                  </a:lnTo>
                  <a:cubicBezTo>
                    <a:pt x="24362" y="33091"/>
                    <a:pt x="24592" y="31564"/>
                    <a:pt x="24778" y="30339"/>
                  </a:cubicBezTo>
                  <a:cubicBezTo>
                    <a:pt x="24889" y="29602"/>
                    <a:pt x="24993" y="28907"/>
                    <a:pt x="25367" y="28547"/>
                  </a:cubicBezTo>
                  <a:cubicBezTo>
                    <a:pt x="25528" y="28395"/>
                    <a:pt x="25679" y="28320"/>
                    <a:pt x="25824" y="28320"/>
                  </a:cubicBezTo>
                  <a:cubicBezTo>
                    <a:pt x="26267" y="28320"/>
                    <a:pt x="26800" y="29018"/>
                    <a:pt x="26971" y="29244"/>
                  </a:cubicBezTo>
                  <a:cubicBezTo>
                    <a:pt x="27452" y="29895"/>
                    <a:pt x="27435" y="30022"/>
                    <a:pt x="27307" y="30866"/>
                  </a:cubicBezTo>
                  <a:lnTo>
                    <a:pt x="27299" y="30935"/>
                  </a:lnTo>
                  <a:cubicBezTo>
                    <a:pt x="27032" y="32793"/>
                    <a:pt x="27515" y="34408"/>
                    <a:pt x="28661" y="35479"/>
                  </a:cubicBezTo>
                  <a:cubicBezTo>
                    <a:pt x="29318" y="36094"/>
                    <a:pt x="29835" y="37191"/>
                    <a:pt x="30288" y="37191"/>
                  </a:cubicBezTo>
                  <a:cubicBezTo>
                    <a:pt x="30567" y="37191"/>
                    <a:pt x="30814" y="36269"/>
                    <a:pt x="31002" y="36056"/>
                  </a:cubicBezTo>
                  <a:cubicBezTo>
                    <a:pt x="31666" y="35305"/>
                    <a:pt x="31484" y="33366"/>
                    <a:pt x="31180" y="30907"/>
                  </a:cubicBezTo>
                  <a:cubicBezTo>
                    <a:pt x="31078" y="30088"/>
                    <a:pt x="30974" y="29244"/>
                    <a:pt x="31019" y="28986"/>
                  </a:cubicBezTo>
                  <a:cubicBezTo>
                    <a:pt x="31224" y="27861"/>
                    <a:pt x="32229" y="27135"/>
                    <a:pt x="33117" y="26018"/>
                  </a:cubicBezTo>
                  <a:cubicBezTo>
                    <a:pt x="33413" y="25644"/>
                    <a:pt x="34232" y="25293"/>
                    <a:pt x="34470" y="24960"/>
                  </a:cubicBezTo>
                  <a:cubicBezTo>
                    <a:pt x="34956" y="24277"/>
                    <a:pt x="35514" y="23877"/>
                    <a:pt x="36157" y="23415"/>
                  </a:cubicBezTo>
                  <a:cubicBezTo>
                    <a:pt x="36405" y="23238"/>
                    <a:pt x="36659" y="23055"/>
                    <a:pt x="36924" y="22846"/>
                  </a:cubicBezTo>
                  <a:cubicBezTo>
                    <a:pt x="37727" y="22206"/>
                    <a:pt x="38241" y="21337"/>
                    <a:pt x="38737" y="20497"/>
                  </a:cubicBezTo>
                  <a:cubicBezTo>
                    <a:pt x="39123" y="19846"/>
                    <a:pt x="39486" y="19501"/>
                    <a:pt x="39972" y="18989"/>
                  </a:cubicBezTo>
                  <a:cubicBezTo>
                    <a:pt x="40134" y="18818"/>
                    <a:pt x="40290" y="17845"/>
                    <a:pt x="40441" y="17687"/>
                  </a:cubicBezTo>
                  <a:cubicBezTo>
                    <a:pt x="40830" y="17279"/>
                    <a:pt x="40845" y="16917"/>
                    <a:pt x="41013" y="16557"/>
                  </a:cubicBezTo>
                  <a:cubicBezTo>
                    <a:pt x="40349" y="11590"/>
                    <a:pt x="38577" y="6970"/>
                    <a:pt x="35951" y="2953"/>
                  </a:cubicBezTo>
                  <a:cubicBezTo>
                    <a:pt x="35447" y="2694"/>
                    <a:pt x="34952" y="2351"/>
                    <a:pt x="34498" y="2351"/>
                  </a:cubicBezTo>
                  <a:cubicBezTo>
                    <a:pt x="34478" y="2351"/>
                    <a:pt x="34457" y="2351"/>
                    <a:pt x="34437" y="2353"/>
                  </a:cubicBezTo>
                  <a:cubicBezTo>
                    <a:pt x="34163" y="2369"/>
                    <a:pt x="33872" y="2432"/>
                    <a:pt x="33590" y="2492"/>
                  </a:cubicBezTo>
                  <a:cubicBezTo>
                    <a:pt x="33270" y="2560"/>
                    <a:pt x="32934" y="2624"/>
                    <a:pt x="32659" y="2624"/>
                  </a:cubicBezTo>
                  <a:cubicBezTo>
                    <a:pt x="32558" y="2624"/>
                    <a:pt x="32466" y="2616"/>
                    <a:pt x="32386" y="2596"/>
                  </a:cubicBezTo>
                  <a:cubicBezTo>
                    <a:pt x="32131" y="2531"/>
                    <a:pt x="31898" y="2325"/>
                    <a:pt x="31654" y="2107"/>
                  </a:cubicBezTo>
                  <a:cubicBezTo>
                    <a:pt x="31490" y="1964"/>
                    <a:pt x="31325" y="1817"/>
                    <a:pt x="31135" y="1690"/>
                  </a:cubicBezTo>
                  <a:lnTo>
                    <a:pt x="30807" y="1023"/>
                  </a:lnTo>
                  <a:lnTo>
                    <a:pt x="30466" y="1144"/>
                  </a:lnTo>
                  <a:cubicBezTo>
                    <a:pt x="29835" y="1367"/>
                    <a:pt x="29094" y="1375"/>
                    <a:pt x="28307" y="1386"/>
                  </a:cubicBezTo>
                  <a:cubicBezTo>
                    <a:pt x="27392" y="1396"/>
                    <a:pt x="26449" y="1946"/>
                    <a:pt x="25543" y="2288"/>
                  </a:cubicBezTo>
                  <a:cubicBezTo>
                    <a:pt x="24885" y="2539"/>
                    <a:pt x="24106" y="2859"/>
                    <a:pt x="23334" y="3343"/>
                  </a:cubicBezTo>
                  <a:cubicBezTo>
                    <a:pt x="22748" y="3702"/>
                    <a:pt x="22075" y="4138"/>
                    <a:pt x="21524" y="4656"/>
                  </a:cubicBezTo>
                  <a:cubicBezTo>
                    <a:pt x="21313" y="4862"/>
                    <a:pt x="21136" y="5153"/>
                    <a:pt x="20964" y="5434"/>
                  </a:cubicBezTo>
                  <a:cubicBezTo>
                    <a:pt x="20785" y="5728"/>
                    <a:pt x="20582" y="6062"/>
                    <a:pt x="20411" y="6160"/>
                  </a:cubicBezTo>
                  <a:cubicBezTo>
                    <a:pt x="20128" y="6326"/>
                    <a:pt x="19841" y="6414"/>
                    <a:pt x="19581" y="6414"/>
                  </a:cubicBezTo>
                  <a:cubicBezTo>
                    <a:pt x="19218" y="6414"/>
                    <a:pt x="18914" y="6239"/>
                    <a:pt x="18772" y="5945"/>
                  </a:cubicBezTo>
                  <a:cubicBezTo>
                    <a:pt x="18598" y="5582"/>
                    <a:pt x="18694" y="5112"/>
                    <a:pt x="19032" y="4686"/>
                  </a:cubicBezTo>
                  <a:cubicBezTo>
                    <a:pt x="19256" y="4404"/>
                    <a:pt x="19600" y="4117"/>
                    <a:pt x="19964" y="3814"/>
                  </a:cubicBezTo>
                  <a:cubicBezTo>
                    <a:pt x="20825" y="3097"/>
                    <a:pt x="21896" y="2206"/>
                    <a:pt x="21676" y="922"/>
                  </a:cubicBezTo>
                  <a:lnTo>
                    <a:pt x="21635" y="686"/>
                  </a:lnTo>
                  <a:lnTo>
                    <a:pt x="21410" y="607"/>
                  </a:lnTo>
                  <a:cubicBezTo>
                    <a:pt x="20418" y="261"/>
                    <a:pt x="19477" y="1"/>
                    <a:pt x="186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6"/>
            <p:cNvSpPr/>
            <p:nvPr/>
          </p:nvSpPr>
          <p:spPr>
            <a:xfrm>
              <a:off x="5833551" y="3372724"/>
              <a:ext cx="368351" cy="376163"/>
            </a:xfrm>
            <a:custGeom>
              <a:avLst/>
              <a:gdLst/>
              <a:ahLst/>
              <a:cxnLst/>
              <a:rect l="l" t="t" r="r" b="b"/>
              <a:pathLst>
                <a:path w="10704" h="10931" extrusionOk="0">
                  <a:moveTo>
                    <a:pt x="8473" y="1"/>
                  </a:moveTo>
                  <a:cubicBezTo>
                    <a:pt x="8276" y="1"/>
                    <a:pt x="8092" y="19"/>
                    <a:pt x="7931" y="71"/>
                  </a:cubicBezTo>
                  <a:cubicBezTo>
                    <a:pt x="7799" y="113"/>
                    <a:pt x="7683" y="150"/>
                    <a:pt x="7590" y="176"/>
                  </a:cubicBezTo>
                  <a:cubicBezTo>
                    <a:pt x="5249" y="871"/>
                    <a:pt x="4040" y="2725"/>
                    <a:pt x="3016" y="4732"/>
                  </a:cubicBezTo>
                  <a:cubicBezTo>
                    <a:pt x="2898" y="4966"/>
                    <a:pt x="2634" y="5333"/>
                    <a:pt x="2330" y="5756"/>
                  </a:cubicBezTo>
                  <a:cubicBezTo>
                    <a:pt x="1348" y="7126"/>
                    <a:pt x="1" y="9003"/>
                    <a:pt x="769" y="10197"/>
                  </a:cubicBezTo>
                  <a:cubicBezTo>
                    <a:pt x="1013" y="10578"/>
                    <a:pt x="1877" y="10826"/>
                    <a:pt x="2586" y="10931"/>
                  </a:cubicBezTo>
                  <a:cubicBezTo>
                    <a:pt x="5976" y="7967"/>
                    <a:pt x="8753" y="4317"/>
                    <a:pt x="10703" y="202"/>
                  </a:cubicBezTo>
                  <a:lnTo>
                    <a:pt x="10536" y="169"/>
                  </a:lnTo>
                  <a:cubicBezTo>
                    <a:pt x="10416" y="145"/>
                    <a:pt x="10282" y="134"/>
                    <a:pt x="10135" y="134"/>
                  </a:cubicBezTo>
                  <a:cubicBezTo>
                    <a:pt x="9614" y="134"/>
                    <a:pt x="8998" y="1"/>
                    <a:pt x="84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6"/>
            <p:cNvSpPr/>
            <p:nvPr/>
          </p:nvSpPr>
          <p:spPr>
            <a:xfrm>
              <a:off x="4776674" y="2938335"/>
              <a:ext cx="765781" cy="808763"/>
            </a:xfrm>
            <a:custGeom>
              <a:avLst/>
              <a:gdLst/>
              <a:ahLst/>
              <a:cxnLst/>
              <a:rect l="l" t="t" r="r" b="b"/>
              <a:pathLst>
                <a:path w="22253" h="23502" extrusionOk="0">
                  <a:moveTo>
                    <a:pt x="5022" y="0"/>
                  </a:moveTo>
                  <a:cubicBezTo>
                    <a:pt x="4125" y="0"/>
                    <a:pt x="3079" y="521"/>
                    <a:pt x="2739" y="1136"/>
                  </a:cubicBezTo>
                  <a:cubicBezTo>
                    <a:pt x="2333" y="1860"/>
                    <a:pt x="2074" y="2763"/>
                    <a:pt x="1821" y="3636"/>
                  </a:cubicBezTo>
                  <a:cubicBezTo>
                    <a:pt x="1639" y="4267"/>
                    <a:pt x="1468" y="4861"/>
                    <a:pt x="1250" y="5377"/>
                  </a:cubicBezTo>
                  <a:cubicBezTo>
                    <a:pt x="296" y="7633"/>
                    <a:pt x="1" y="10044"/>
                    <a:pt x="2706" y="11544"/>
                  </a:cubicBezTo>
                  <a:cubicBezTo>
                    <a:pt x="3360" y="11900"/>
                    <a:pt x="4108" y="11985"/>
                    <a:pt x="4831" y="11985"/>
                  </a:cubicBezTo>
                  <a:cubicBezTo>
                    <a:pt x="5501" y="11985"/>
                    <a:pt x="6148" y="11912"/>
                    <a:pt x="6680" y="11912"/>
                  </a:cubicBezTo>
                  <a:cubicBezTo>
                    <a:pt x="6825" y="11912"/>
                    <a:pt x="6962" y="11918"/>
                    <a:pt x="7088" y="11932"/>
                  </a:cubicBezTo>
                  <a:cubicBezTo>
                    <a:pt x="8287" y="12072"/>
                    <a:pt x="9172" y="12368"/>
                    <a:pt x="9597" y="13355"/>
                  </a:cubicBezTo>
                  <a:cubicBezTo>
                    <a:pt x="10044" y="14404"/>
                    <a:pt x="9750" y="15725"/>
                    <a:pt x="9464" y="17004"/>
                  </a:cubicBezTo>
                  <a:cubicBezTo>
                    <a:pt x="9282" y="17810"/>
                    <a:pt x="9112" y="18571"/>
                    <a:pt x="9107" y="19295"/>
                  </a:cubicBezTo>
                  <a:cubicBezTo>
                    <a:pt x="9093" y="20675"/>
                    <a:pt x="9361" y="21592"/>
                    <a:pt x="9949" y="22188"/>
                  </a:cubicBezTo>
                  <a:cubicBezTo>
                    <a:pt x="10466" y="22708"/>
                    <a:pt x="11225" y="23501"/>
                    <a:pt x="12267" y="23501"/>
                  </a:cubicBezTo>
                  <a:cubicBezTo>
                    <a:pt x="12283" y="23501"/>
                    <a:pt x="12301" y="23502"/>
                    <a:pt x="12318" y="23502"/>
                  </a:cubicBezTo>
                  <a:cubicBezTo>
                    <a:pt x="12691" y="23502"/>
                    <a:pt x="13310" y="23472"/>
                    <a:pt x="13730" y="23416"/>
                  </a:cubicBezTo>
                  <a:cubicBezTo>
                    <a:pt x="16448" y="23065"/>
                    <a:pt x="16684" y="20417"/>
                    <a:pt x="16891" y="18555"/>
                  </a:cubicBezTo>
                  <a:cubicBezTo>
                    <a:pt x="16992" y="17659"/>
                    <a:pt x="17098" y="16733"/>
                    <a:pt x="17455" y="16003"/>
                  </a:cubicBezTo>
                  <a:cubicBezTo>
                    <a:pt x="17768" y="15371"/>
                    <a:pt x="17791" y="14686"/>
                    <a:pt x="18075" y="14025"/>
                  </a:cubicBezTo>
                  <a:cubicBezTo>
                    <a:pt x="18628" y="12738"/>
                    <a:pt x="19200" y="11406"/>
                    <a:pt x="19954" y="10327"/>
                  </a:cubicBezTo>
                  <a:cubicBezTo>
                    <a:pt x="20160" y="10030"/>
                    <a:pt x="20450" y="9760"/>
                    <a:pt x="20757" y="9477"/>
                  </a:cubicBezTo>
                  <a:cubicBezTo>
                    <a:pt x="21456" y="8826"/>
                    <a:pt x="22252" y="8088"/>
                    <a:pt x="22096" y="6837"/>
                  </a:cubicBezTo>
                  <a:cubicBezTo>
                    <a:pt x="21848" y="4859"/>
                    <a:pt x="19006" y="4457"/>
                    <a:pt x="17126" y="4189"/>
                  </a:cubicBezTo>
                  <a:cubicBezTo>
                    <a:pt x="16801" y="4144"/>
                    <a:pt x="16494" y="4100"/>
                    <a:pt x="16248" y="4055"/>
                  </a:cubicBezTo>
                  <a:cubicBezTo>
                    <a:pt x="15860" y="3981"/>
                    <a:pt x="15469" y="3882"/>
                    <a:pt x="15055" y="3777"/>
                  </a:cubicBezTo>
                  <a:cubicBezTo>
                    <a:pt x="14425" y="3617"/>
                    <a:pt x="13774" y="3450"/>
                    <a:pt x="13130" y="3384"/>
                  </a:cubicBezTo>
                  <a:lnTo>
                    <a:pt x="12729" y="3285"/>
                  </a:lnTo>
                  <a:cubicBezTo>
                    <a:pt x="12463" y="3194"/>
                    <a:pt x="12154" y="3150"/>
                    <a:pt x="11785" y="3150"/>
                  </a:cubicBezTo>
                  <a:cubicBezTo>
                    <a:pt x="11262" y="3150"/>
                    <a:pt x="10676" y="3243"/>
                    <a:pt x="10109" y="3330"/>
                  </a:cubicBezTo>
                  <a:cubicBezTo>
                    <a:pt x="9537" y="3420"/>
                    <a:pt x="8946" y="3512"/>
                    <a:pt x="8416" y="3512"/>
                  </a:cubicBezTo>
                  <a:cubicBezTo>
                    <a:pt x="7338" y="3512"/>
                    <a:pt x="6763" y="3120"/>
                    <a:pt x="6492" y="2204"/>
                  </a:cubicBezTo>
                  <a:cubicBezTo>
                    <a:pt x="6453" y="2078"/>
                    <a:pt x="6470" y="1892"/>
                    <a:pt x="6485" y="1698"/>
                  </a:cubicBezTo>
                  <a:cubicBezTo>
                    <a:pt x="6516" y="1303"/>
                    <a:pt x="6559" y="763"/>
                    <a:pt x="6119" y="368"/>
                  </a:cubicBezTo>
                  <a:cubicBezTo>
                    <a:pt x="5844" y="126"/>
                    <a:pt x="5465" y="0"/>
                    <a:pt x="50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6"/>
            <p:cNvSpPr/>
            <p:nvPr/>
          </p:nvSpPr>
          <p:spPr>
            <a:xfrm>
              <a:off x="4280549" y="1798421"/>
              <a:ext cx="730474" cy="900231"/>
            </a:xfrm>
            <a:custGeom>
              <a:avLst/>
              <a:gdLst/>
              <a:ahLst/>
              <a:cxnLst/>
              <a:rect l="l" t="t" r="r" b="b"/>
              <a:pathLst>
                <a:path w="21227" h="26160" extrusionOk="0">
                  <a:moveTo>
                    <a:pt x="17547" y="1"/>
                  </a:moveTo>
                  <a:cubicBezTo>
                    <a:pt x="10489" y="1879"/>
                    <a:pt x="4361" y="6049"/>
                    <a:pt x="1" y="11662"/>
                  </a:cubicBezTo>
                  <a:lnTo>
                    <a:pt x="732" y="11344"/>
                  </a:lnTo>
                  <a:cubicBezTo>
                    <a:pt x="978" y="11237"/>
                    <a:pt x="1239" y="11184"/>
                    <a:pt x="1513" y="11184"/>
                  </a:cubicBezTo>
                  <a:cubicBezTo>
                    <a:pt x="2000" y="11184"/>
                    <a:pt x="2526" y="11351"/>
                    <a:pt x="3069" y="11683"/>
                  </a:cubicBezTo>
                  <a:cubicBezTo>
                    <a:pt x="3396" y="11879"/>
                    <a:pt x="3769" y="12063"/>
                    <a:pt x="4164" y="12258"/>
                  </a:cubicBezTo>
                  <a:cubicBezTo>
                    <a:pt x="5475" y="12903"/>
                    <a:pt x="6962" y="13636"/>
                    <a:pt x="7038" y="15017"/>
                  </a:cubicBezTo>
                  <a:cubicBezTo>
                    <a:pt x="7077" y="15718"/>
                    <a:pt x="6776" y="16338"/>
                    <a:pt x="6457" y="16992"/>
                  </a:cubicBezTo>
                  <a:cubicBezTo>
                    <a:pt x="6069" y="17790"/>
                    <a:pt x="5629" y="18694"/>
                    <a:pt x="5810" y="19837"/>
                  </a:cubicBezTo>
                  <a:cubicBezTo>
                    <a:pt x="6006" y="21057"/>
                    <a:pt x="7035" y="24518"/>
                    <a:pt x="8301" y="25446"/>
                  </a:cubicBezTo>
                  <a:cubicBezTo>
                    <a:pt x="8962" y="25939"/>
                    <a:pt x="10327" y="26160"/>
                    <a:pt x="11386" y="26160"/>
                  </a:cubicBezTo>
                  <a:cubicBezTo>
                    <a:pt x="12005" y="26160"/>
                    <a:pt x="12851" y="26090"/>
                    <a:pt x="13366" y="25749"/>
                  </a:cubicBezTo>
                  <a:cubicBezTo>
                    <a:pt x="14170" y="25212"/>
                    <a:pt x="14441" y="23992"/>
                    <a:pt x="14656" y="23013"/>
                  </a:cubicBezTo>
                  <a:cubicBezTo>
                    <a:pt x="14715" y="22749"/>
                    <a:pt x="14770" y="22499"/>
                    <a:pt x="14829" y="22302"/>
                  </a:cubicBezTo>
                  <a:cubicBezTo>
                    <a:pt x="15110" y="21332"/>
                    <a:pt x="15445" y="20311"/>
                    <a:pt x="15989" y="19399"/>
                  </a:cubicBezTo>
                  <a:cubicBezTo>
                    <a:pt x="16260" y="18928"/>
                    <a:pt x="16633" y="18534"/>
                    <a:pt x="17031" y="18120"/>
                  </a:cubicBezTo>
                  <a:cubicBezTo>
                    <a:pt x="17429" y="17703"/>
                    <a:pt x="18381" y="17272"/>
                    <a:pt x="18687" y="16745"/>
                  </a:cubicBezTo>
                  <a:cubicBezTo>
                    <a:pt x="19396" y="15535"/>
                    <a:pt x="19271" y="14188"/>
                    <a:pt x="19146" y="12881"/>
                  </a:cubicBezTo>
                  <a:cubicBezTo>
                    <a:pt x="19032" y="11686"/>
                    <a:pt x="18927" y="10556"/>
                    <a:pt x="19471" y="9635"/>
                  </a:cubicBezTo>
                  <a:cubicBezTo>
                    <a:pt x="19701" y="9247"/>
                    <a:pt x="19395" y="8893"/>
                    <a:pt x="19622" y="8551"/>
                  </a:cubicBezTo>
                  <a:cubicBezTo>
                    <a:pt x="20362" y="7433"/>
                    <a:pt x="21061" y="6378"/>
                    <a:pt x="21139" y="4675"/>
                  </a:cubicBezTo>
                  <a:cubicBezTo>
                    <a:pt x="21227" y="2669"/>
                    <a:pt x="20018" y="1101"/>
                    <a:pt x="175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6"/>
            <p:cNvSpPr/>
            <p:nvPr/>
          </p:nvSpPr>
          <p:spPr>
            <a:xfrm>
              <a:off x="4800247" y="2939436"/>
              <a:ext cx="729545" cy="784984"/>
            </a:xfrm>
            <a:custGeom>
              <a:avLst/>
              <a:gdLst/>
              <a:ahLst/>
              <a:cxnLst/>
              <a:rect l="l" t="t" r="r" b="b"/>
              <a:pathLst>
                <a:path w="21200" h="22811" extrusionOk="0">
                  <a:moveTo>
                    <a:pt x="15491" y="4420"/>
                  </a:moveTo>
                  <a:cubicBezTo>
                    <a:pt x="14471" y="4229"/>
                    <a:pt x="13403" y="3856"/>
                    <a:pt x="12376" y="3753"/>
                  </a:cubicBezTo>
                  <a:lnTo>
                    <a:pt x="11931" y="3642"/>
                  </a:lnTo>
                  <a:cubicBezTo>
                    <a:pt x="10095" y="3009"/>
                    <a:pt x="6312" y="5295"/>
                    <a:pt x="5422" y="2289"/>
                  </a:cubicBezTo>
                  <a:cubicBezTo>
                    <a:pt x="5267" y="1771"/>
                    <a:pt x="5640" y="1061"/>
                    <a:pt x="5171" y="641"/>
                  </a:cubicBezTo>
                  <a:cubicBezTo>
                    <a:pt x="4442" y="1"/>
                    <a:pt x="2787" y="624"/>
                    <a:pt x="2413" y="1303"/>
                  </a:cubicBezTo>
                  <a:cubicBezTo>
                    <a:pt x="1749" y="2485"/>
                    <a:pt x="1482" y="4230"/>
                    <a:pt x="944" y="5503"/>
                  </a:cubicBezTo>
                  <a:cubicBezTo>
                    <a:pt x="0" y="7734"/>
                    <a:pt x="88" y="9014"/>
                    <a:pt x="2489" y="10346"/>
                  </a:cubicBezTo>
                  <a:cubicBezTo>
                    <a:pt x="3699" y="11003"/>
                    <a:pt x="5122" y="11352"/>
                    <a:pt x="6457" y="11497"/>
                  </a:cubicBezTo>
                  <a:cubicBezTo>
                    <a:pt x="7592" y="11630"/>
                    <a:pt x="8751" y="11908"/>
                    <a:pt x="9291" y="13165"/>
                  </a:cubicBezTo>
                  <a:cubicBezTo>
                    <a:pt x="10079" y="15006"/>
                    <a:pt x="8850" y="17404"/>
                    <a:pt x="8831" y="19267"/>
                  </a:cubicBezTo>
                  <a:cubicBezTo>
                    <a:pt x="8806" y="21980"/>
                    <a:pt x="9914" y="22811"/>
                    <a:pt x="12723" y="22442"/>
                  </a:cubicBezTo>
                  <a:cubicBezTo>
                    <a:pt x="16335" y="21976"/>
                    <a:pt x="14972" y="18161"/>
                    <a:pt x="16138" y="15793"/>
                  </a:cubicBezTo>
                  <a:cubicBezTo>
                    <a:pt x="17046" y="13951"/>
                    <a:pt x="17762" y="11743"/>
                    <a:pt x="18937" y="10063"/>
                  </a:cubicBezTo>
                  <a:cubicBezTo>
                    <a:pt x="19665" y="9013"/>
                    <a:pt x="21200" y="8388"/>
                    <a:pt x="21008" y="6855"/>
                  </a:cubicBezTo>
                  <a:cubicBezTo>
                    <a:pt x="20761" y="4870"/>
                    <a:pt x="17089" y="4717"/>
                    <a:pt x="15491" y="442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6"/>
            <p:cNvSpPr/>
            <p:nvPr/>
          </p:nvSpPr>
          <p:spPr>
            <a:xfrm>
              <a:off x="4300096" y="1805166"/>
              <a:ext cx="697335" cy="888015"/>
            </a:xfrm>
            <a:custGeom>
              <a:avLst/>
              <a:gdLst/>
              <a:ahLst/>
              <a:cxnLst/>
              <a:rect l="l" t="t" r="r" b="b"/>
              <a:pathLst>
                <a:path w="20264" h="25805" extrusionOk="0">
                  <a:moveTo>
                    <a:pt x="17226" y="16341"/>
                  </a:moveTo>
                  <a:cubicBezTo>
                    <a:pt x="18504" y="14166"/>
                    <a:pt x="16779" y="11317"/>
                    <a:pt x="18013" y="9231"/>
                  </a:cubicBezTo>
                  <a:cubicBezTo>
                    <a:pt x="18998" y="7556"/>
                    <a:pt x="20069" y="6540"/>
                    <a:pt x="20164" y="4458"/>
                  </a:cubicBezTo>
                  <a:cubicBezTo>
                    <a:pt x="20264" y="2195"/>
                    <a:pt x="18533" y="852"/>
                    <a:pt x="16413" y="1"/>
                  </a:cubicBezTo>
                  <a:cubicBezTo>
                    <a:pt x="14670" y="497"/>
                    <a:pt x="12967" y="1134"/>
                    <a:pt x="11323" y="1922"/>
                  </a:cubicBezTo>
                  <a:cubicBezTo>
                    <a:pt x="6916" y="4008"/>
                    <a:pt x="3062" y="7055"/>
                    <a:pt x="0" y="10776"/>
                  </a:cubicBezTo>
                  <a:cubicBezTo>
                    <a:pt x="798" y="10431"/>
                    <a:pt x="1734" y="10546"/>
                    <a:pt x="2707" y="11140"/>
                  </a:cubicBezTo>
                  <a:cubicBezTo>
                    <a:pt x="4158" y="12008"/>
                    <a:pt x="6760" y="12735"/>
                    <a:pt x="6872" y="14798"/>
                  </a:cubicBezTo>
                  <a:cubicBezTo>
                    <a:pt x="6970" y="16526"/>
                    <a:pt x="5339" y="17673"/>
                    <a:pt x="5639" y="19575"/>
                  </a:cubicBezTo>
                  <a:cubicBezTo>
                    <a:pt x="5850" y="20883"/>
                    <a:pt x="6880" y="24122"/>
                    <a:pt x="7972" y="24922"/>
                  </a:cubicBezTo>
                  <a:cubicBezTo>
                    <a:pt x="8858" y="25585"/>
                    <a:pt x="11675" y="25804"/>
                    <a:pt x="12568" y="25213"/>
                  </a:cubicBezTo>
                  <a:cubicBezTo>
                    <a:pt x="13437" y="24634"/>
                    <a:pt x="13598" y="22909"/>
                    <a:pt x="13867" y="21989"/>
                  </a:cubicBezTo>
                  <a:cubicBezTo>
                    <a:pt x="14169" y="20954"/>
                    <a:pt x="14512" y="19924"/>
                    <a:pt x="15065" y="18997"/>
                  </a:cubicBezTo>
                  <a:cubicBezTo>
                    <a:pt x="15648" y="17981"/>
                    <a:pt x="16654" y="17327"/>
                    <a:pt x="17226" y="1634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6"/>
            <p:cNvSpPr/>
            <p:nvPr/>
          </p:nvSpPr>
          <p:spPr>
            <a:xfrm>
              <a:off x="4013405" y="2262680"/>
              <a:ext cx="708381" cy="1513565"/>
            </a:xfrm>
            <a:custGeom>
              <a:avLst/>
              <a:gdLst/>
              <a:ahLst/>
              <a:cxnLst/>
              <a:rect l="l" t="t" r="r" b="b"/>
              <a:pathLst>
                <a:path w="20585" h="43983" extrusionOk="0">
                  <a:moveTo>
                    <a:pt x="13935" y="29258"/>
                  </a:moveTo>
                  <a:cubicBezTo>
                    <a:pt x="11951" y="28401"/>
                    <a:pt x="9856" y="27478"/>
                    <a:pt x="8024" y="26376"/>
                  </a:cubicBezTo>
                  <a:cubicBezTo>
                    <a:pt x="7489" y="26045"/>
                    <a:pt x="5872" y="25282"/>
                    <a:pt x="5815" y="24610"/>
                  </a:cubicBezTo>
                  <a:cubicBezTo>
                    <a:pt x="5733" y="23624"/>
                    <a:pt x="8131" y="23204"/>
                    <a:pt x="8862" y="22980"/>
                  </a:cubicBezTo>
                  <a:cubicBezTo>
                    <a:pt x="9887" y="22659"/>
                    <a:pt x="10646" y="22509"/>
                    <a:pt x="11432" y="21788"/>
                  </a:cubicBezTo>
                  <a:cubicBezTo>
                    <a:pt x="12391" y="20917"/>
                    <a:pt x="12998" y="19715"/>
                    <a:pt x="14005" y="18875"/>
                  </a:cubicBezTo>
                  <a:cubicBezTo>
                    <a:pt x="15717" y="17449"/>
                    <a:pt x="18854" y="16518"/>
                    <a:pt x="16529" y="14202"/>
                  </a:cubicBezTo>
                  <a:cubicBezTo>
                    <a:pt x="15759" y="13434"/>
                    <a:pt x="15057" y="12558"/>
                    <a:pt x="14145" y="11929"/>
                  </a:cubicBezTo>
                  <a:cubicBezTo>
                    <a:pt x="13560" y="11516"/>
                    <a:pt x="12739" y="10711"/>
                    <a:pt x="12134" y="10429"/>
                  </a:cubicBezTo>
                  <a:cubicBezTo>
                    <a:pt x="10457" y="9694"/>
                    <a:pt x="10596" y="12048"/>
                    <a:pt x="9780" y="12877"/>
                  </a:cubicBezTo>
                  <a:cubicBezTo>
                    <a:pt x="8353" y="14305"/>
                    <a:pt x="5581" y="13754"/>
                    <a:pt x="6359" y="11471"/>
                  </a:cubicBezTo>
                  <a:cubicBezTo>
                    <a:pt x="6924" y="9826"/>
                    <a:pt x="7790" y="7898"/>
                    <a:pt x="9575" y="7806"/>
                  </a:cubicBezTo>
                  <a:cubicBezTo>
                    <a:pt x="9993" y="7785"/>
                    <a:pt x="10991" y="7637"/>
                    <a:pt x="11366" y="7851"/>
                  </a:cubicBezTo>
                  <a:cubicBezTo>
                    <a:pt x="11630" y="7997"/>
                    <a:pt x="11810" y="8610"/>
                    <a:pt x="11993" y="8698"/>
                  </a:cubicBezTo>
                  <a:cubicBezTo>
                    <a:pt x="12633" y="9032"/>
                    <a:pt x="13099" y="8837"/>
                    <a:pt x="13348" y="7823"/>
                  </a:cubicBezTo>
                  <a:cubicBezTo>
                    <a:pt x="13683" y="6486"/>
                    <a:pt x="11313" y="5004"/>
                    <a:pt x="10197" y="4128"/>
                  </a:cubicBezTo>
                  <a:cubicBezTo>
                    <a:pt x="8836" y="3061"/>
                    <a:pt x="6106" y="2022"/>
                    <a:pt x="6485" y="0"/>
                  </a:cubicBezTo>
                  <a:cubicBezTo>
                    <a:pt x="5508" y="1456"/>
                    <a:pt x="4630" y="2967"/>
                    <a:pt x="3891" y="4574"/>
                  </a:cubicBezTo>
                  <a:cubicBezTo>
                    <a:pt x="3891" y="4574"/>
                    <a:pt x="3891" y="4577"/>
                    <a:pt x="3888" y="4577"/>
                  </a:cubicBezTo>
                  <a:cubicBezTo>
                    <a:pt x="671" y="11566"/>
                    <a:pt x="1" y="19498"/>
                    <a:pt x="2009" y="26923"/>
                  </a:cubicBezTo>
                  <a:cubicBezTo>
                    <a:pt x="2026" y="26983"/>
                    <a:pt x="2046" y="27039"/>
                    <a:pt x="2058" y="27099"/>
                  </a:cubicBezTo>
                  <a:cubicBezTo>
                    <a:pt x="2251" y="27210"/>
                    <a:pt x="2463" y="27315"/>
                    <a:pt x="2723" y="27403"/>
                  </a:cubicBezTo>
                  <a:cubicBezTo>
                    <a:pt x="4167" y="27942"/>
                    <a:pt x="5633" y="28402"/>
                    <a:pt x="7069" y="29010"/>
                  </a:cubicBezTo>
                  <a:cubicBezTo>
                    <a:pt x="8934" y="29807"/>
                    <a:pt x="8937" y="29895"/>
                    <a:pt x="9003" y="31882"/>
                  </a:cubicBezTo>
                  <a:cubicBezTo>
                    <a:pt x="9061" y="33666"/>
                    <a:pt x="9241" y="35475"/>
                    <a:pt x="9121" y="37269"/>
                  </a:cubicBezTo>
                  <a:cubicBezTo>
                    <a:pt x="9061" y="38066"/>
                    <a:pt x="8871" y="38853"/>
                    <a:pt x="8658" y="39628"/>
                  </a:cubicBezTo>
                  <a:cubicBezTo>
                    <a:pt x="10004" y="41219"/>
                    <a:pt x="11505" y="42670"/>
                    <a:pt x="13135" y="43982"/>
                  </a:cubicBezTo>
                  <a:cubicBezTo>
                    <a:pt x="13603" y="43198"/>
                    <a:pt x="14021" y="42437"/>
                    <a:pt x="14311" y="42015"/>
                  </a:cubicBezTo>
                  <a:cubicBezTo>
                    <a:pt x="15222" y="40663"/>
                    <a:pt x="16090" y="39168"/>
                    <a:pt x="17171" y="37952"/>
                  </a:cubicBezTo>
                  <a:cubicBezTo>
                    <a:pt x="18330" y="36635"/>
                    <a:pt x="20584" y="34912"/>
                    <a:pt x="20407" y="32920"/>
                  </a:cubicBezTo>
                  <a:cubicBezTo>
                    <a:pt x="20222" y="30856"/>
                    <a:pt x="15471" y="29924"/>
                    <a:pt x="13935" y="2925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6"/>
            <p:cNvSpPr/>
            <p:nvPr/>
          </p:nvSpPr>
          <p:spPr>
            <a:xfrm>
              <a:off x="4919452" y="2176718"/>
              <a:ext cx="1376397" cy="1324021"/>
            </a:xfrm>
            <a:custGeom>
              <a:avLst/>
              <a:gdLst/>
              <a:ahLst/>
              <a:cxnLst/>
              <a:rect l="l" t="t" r="r" b="b"/>
              <a:pathLst>
                <a:path w="39997" h="38475" extrusionOk="0">
                  <a:moveTo>
                    <a:pt x="39262" y="12288"/>
                  </a:moveTo>
                  <a:lnTo>
                    <a:pt x="39262" y="12276"/>
                  </a:lnTo>
                  <a:cubicBezTo>
                    <a:pt x="38409" y="9129"/>
                    <a:pt x="37107" y="6173"/>
                    <a:pt x="35431" y="3468"/>
                  </a:cubicBezTo>
                  <a:cubicBezTo>
                    <a:pt x="34826" y="3274"/>
                    <a:pt x="34207" y="3174"/>
                    <a:pt x="33585" y="3220"/>
                  </a:cubicBezTo>
                  <a:cubicBezTo>
                    <a:pt x="32917" y="3259"/>
                    <a:pt x="32075" y="3619"/>
                    <a:pt x="31408" y="3451"/>
                  </a:cubicBezTo>
                  <a:cubicBezTo>
                    <a:pt x="30830" y="3304"/>
                    <a:pt x="30454" y="2729"/>
                    <a:pt x="29945" y="2437"/>
                  </a:cubicBezTo>
                  <a:lnTo>
                    <a:pt x="29726" y="1989"/>
                  </a:lnTo>
                  <a:cubicBezTo>
                    <a:pt x="28277" y="2503"/>
                    <a:pt x="26418" y="1982"/>
                    <a:pt x="24810" y="2590"/>
                  </a:cubicBezTo>
                  <a:cubicBezTo>
                    <a:pt x="24053" y="2879"/>
                    <a:pt x="23355" y="3182"/>
                    <a:pt x="22668" y="3613"/>
                  </a:cubicBezTo>
                  <a:cubicBezTo>
                    <a:pt x="22074" y="3977"/>
                    <a:pt x="21443" y="4387"/>
                    <a:pt x="20931" y="4870"/>
                  </a:cubicBezTo>
                  <a:cubicBezTo>
                    <a:pt x="20523" y="5268"/>
                    <a:pt x="20192" y="6173"/>
                    <a:pt x="19739" y="6434"/>
                  </a:cubicBezTo>
                  <a:cubicBezTo>
                    <a:pt x="18043" y="7433"/>
                    <a:pt x="16672" y="5828"/>
                    <a:pt x="17838" y="4359"/>
                  </a:cubicBezTo>
                  <a:cubicBezTo>
                    <a:pt x="18643" y="3342"/>
                    <a:pt x="20662" y="2440"/>
                    <a:pt x="20399" y="918"/>
                  </a:cubicBezTo>
                  <a:cubicBezTo>
                    <a:pt x="17778" y="1"/>
                    <a:pt x="15652" y="926"/>
                    <a:pt x="15658" y="3638"/>
                  </a:cubicBezTo>
                  <a:cubicBezTo>
                    <a:pt x="15667" y="5313"/>
                    <a:pt x="15323" y="6892"/>
                    <a:pt x="15331" y="8560"/>
                  </a:cubicBezTo>
                  <a:cubicBezTo>
                    <a:pt x="15336" y="9578"/>
                    <a:pt x="15593" y="10312"/>
                    <a:pt x="14587" y="10645"/>
                  </a:cubicBezTo>
                  <a:cubicBezTo>
                    <a:pt x="13411" y="11023"/>
                    <a:pt x="12966" y="10214"/>
                    <a:pt x="12412" y="9379"/>
                  </a:cubicBezTo>
                  <a:cubicBezTo>
                    <a:pt x="11685" y="8279"/>
                    <a:pt x="11231" y="6792"/>
                    <a:pt x="9666" y="7133"/>
                  </a:cubicBezTo>
                  <a:cubicBezTo>
                    <a:pt x="7787" y="7552"/>
                    <a:pt x="7032" y="10096"/>
                    <a:pt x="6026" y="11439"/>
                  </a:cubicBezTo>
                  <a:cubicBezTo>
                    <a:pt x="5367" y="12324"/>
                    <a:pt x="4497" y="13083"/>
                    <a:pt x="4040" y="14068"/>
                  </a:cubicBezTo>
                  <a:cubicBezTo>
                    <a:pt x="3830" y="14513"/>
                    <a:pt x="3873" y="15373"/>
                    <a:pt x="3294" y="15514"/>
                  </a:cubicBezTo>
                  <a:cubicBezTo>
                    <a:pt x="2563" y="15695"/>
                    <a:pt x="2348" y="14744"/>
                    <a:pt x="1714" y="14614"/>
                  </a:cubicBezTo>
                  <a:cubicBezTo>
                    <a:pt x="223" y="14345"/>
                    <a:pt x="1" y="16397"/>
                    <a:pt x="157" y="17489"/>
                  </a:cubicBezTo>
                  <a:cubicBezTo>
                    <a:pt x="747" y="21737"/>
                    <a:pt x="4252" y="22786"/>
                    <a:pt x="7911" y="24064"/>
                  </a:cubicBezTo>
                  <a:cubicBezTo>
                    <a:pt x="10368" y="24921"/>
                    <a:pt x="12857" y="24861"/>
                    <a:pt x="15287" y="26020"/>
                  </a:cubicBezTo>
                  <a:cubicBezTo>
                    <a:pt x="16366" y="26522"/>
                    <a:pt x="17474" y="27060"/>
                    <a:pt x="18293" y="27904"/>
                  </a:cubicBezTo>
                  <a:cubicBezTo>
                    <a:pt x="18618" y="28249"/>
                    <a:pt x="19480" y="28930"/>
                    <a:pt x="19651" y="29341"/>
                  </a:cubicBezTo>
                  <a:cubicBezTo>
                    <a:pt x="20179" y="30598"/>
                    <a:pt x="19212" y="32690"/>
                    <a:pt x="21647" y="32646"/>
                  </a:cubicBezTo>
                  <a:cubicBezTo>
                    <a:pt x="24094" y="32601"/>
                    <a:pt x="22996" y="29336"/>
                    <a:pt x="24207" y="28178"/>
                  </a:cubicBezTo>
                  <a:cubicBezTo>
                    <a:pt x="25025" y="27404"/>
                    <a:pt x="25775" y="28091"/>
                    <a:pt x="26415" y="28927"/>
                  </a:cubicBezTo>
                  <a:cubicBezTo>
                    <a:pt x="27012" y="29731"/>
                    <a:pt x="26957" y="29979"/>
                    <a:pt x="26817" y="30918"/>
                  </a:cubicBezTo>
                  <a:cubicBezTo>
                    <a:pt x="26605" y="32390"/>
                    <a:pt x="26858" y="33987"/>
                    <a:pt x="28058" y="35107"/>
                  </a:cubicBezTo>
                  <a:cubicBezTo>
                    <a:pt x="31655" y="38475"/>
                    <a:pt x="29516" y="30086"/>
                    <a:pt x="29739" y="28836"/>
                  </a:cubicBezTo>
                  <a:cubicBezTo>
                    <a:pt x="30033" y="27218"/>
                    <a:pt x="31768" y="25433"/>
                    <a:pt x="32719" y="24109"/>
                  </a:cubicBezTo>
                  <a:cubicBezTo>
                    <a:pt x="33442" y="23094"/>
                    <a:pt x="34311" y="22656"/>
                    <a:pt x="35252" y="21911"/>
                  </a:cubicBezTo>
                  <a:cubicBezTo>
                    <a:pt x="36586" y="20848"/>
                    <a:pt x="37086" y="19061"/>
                    <a:pt x="38258" y="17824"/>
                  </a:cubicBezTo>
                  <a:cubicBezTo>
                    <a:pt x="38949" y="17095"/>
                    <a:pt x="39528" y="16519"/>
                    <a:pt x="39996" y="15939"/>
                  </a:cubicBezTo>
                  <a:cubicBezTo>
                    <a:pt x="39815" y="14710"/>
                    <a:pt x="39584" y="13495"/>
                    <a:pt x="39262" y="1228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6"/>
            <p:cNvSpPr/>
            <p:nvPr/>
          </p:nvSpPr>
          <p:spPr>
            <a:xfrm>
              <a:off x="5861597" y="3386936"/>
              <a:ext cx="331943" cy="349321"/>
            </a:xfrm>
            <a:custGeom>
              <a:avLst/>
              <a:gdLst/>
              <a:ahLst/>
              <a:cxnLst/>
              <a:rect l="l" t="t" r="r" b="b"/>
              <a:pathLst>
                <a:path w="9646" h="10151" extrusionOk="0">
                  <a:moveTo>
                    <a:pt x="6890" y="692"/>
                  </a:moveTo>
                  <a:cubicBezTo>
                    <a:pt x="4710" y="1340"/>
                    <a:pt x="4119" y="2506"/>
                    <a:pt x="3103" y="4503"/>
                  </a:cubicBezTo>
                  <a:cubicBezTo>
                    <a:pt x="2588" y="5520"/>
                    <a:pt x="1" y="8269"/>
                    <a:pt x="835" y="9566"/>
                  </a:cubicBezTo>
                  <a:cubicBezTo>
                    <a:pt x="1062" y="9920"/>
                    <a:pt x="1527" y="10092"/>
                    <a:pt x="2071" y="10151"/>
                  </a:cubicBezTo>
                  <a:cubicBezTo>
                    <a:pt x="5201" y="7353"/>
                    <a:pt x="7780" y="3974"/>
                    <a:pt x="9645" y="155"/>
                  </a:cubicBezTo>
                  <a:cubicBezTo>
                    <a:pt x="8845" y="0"/>
                    <a:pt x="7436" y="537"/>
                    <a:pt x="6890" y="69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6"/>
            <p:cNvSpPr/>
            <p:nvPr/>
          </p:nvSpPr>
          <p:spPr>
            <a:xfrm>
              <a:off x="4581934" y="1759913"/>
              <a:ext cx="1226909" cy="645751"/>
            </a:xfrm>
            <a:custGeom>
              <a:avLst/>
              <a:gdLst/>
              <a:ahLst/>
              <a:cxnLst/>
              <a:rect l="l" t="t" r="r" b="b"/>
              <a:pathLst>
                <a:path w="35653" h="18765" extrusionOk="0">
                  <a:moveTo>
                    <a:pt x="17152" y="0"/>
                  </a:moveTo>
                  <a:cubicBezTo>
                    <a:pt x="13317" y="0"/>
                    <a:pt x="9523" y="787"/>
                    <a:pt x="6553" y="2387"/>
                  </a:cubicBezTo>
                  <a:cubicBezTo>
                    <a:pt x="138" y="5835"/>
                    <a:pt x="0" y="11766"/>
                    <a:pt x="6213" y="15630"/>
                  </a:cubicBezTo>
                  <a:cubicBezTo>
                    <a:pt x="9550" y="17707"/>
                    <a:pt x="14040" y="18765"/>
                    <a:pt x="18476" y="18765"/>
                  </a:cubicBezTo>
                  <a:cubicBezTo>
                    <a:pt x="22301" y="18765"/>
                    <a:pt x="26087" y="17978"/>
                    <a:pt x="29058" y="16381"/>
                  </a:cubicBezTo>
                  <a:cubicBezTo>
                    <a:pt x="35469" y="12931"/>
                    <a:pt x="35652" y="7004"/>
                    <a:pt x="29437" y="3136"/>
                  </a:cubicBezTo>
                  <a:cubicBezTo>
                    <a:pt x="26101" y="1058"/>
                    <a:pt x="21599" y="0"/>
                    <a:pt x="17152" y="0"/>
                  </a:cubicBezTo>
                  <a:close/>
                </a:path>
              </a:pathLst>
            </a:custGeom>
            <a:solidFill>
              <a:srgbClr val="FFFFFF">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6"/>
            <p:cNvSpPr/>
            <p:nvPr/>
          </p:nvSpPr>
          <p:spPr>
            <a:xfrm>
              <a:off x="4038939" y="2706636"/>
              <a:ext cx="2292939" cy="1323298"/>
            </a:xfrm>
            <a:custGeom>
              <a:avLst/>
              <a:gdLst/>
              <a:ahLst/>
              <a:cxnLst/>
              <a:rect l="l" t="t" r="r" b="b"/>
              <a:pathLst>
                <a:path w="66631" h="38454" extrusionOk="0">
                  <a:moveTo>
                    <a:pt x="546" y="0"/>
                  </a:moveTo>
                  <a:cubicBezTo>
                    <a:pt x="142" y="2417"/>
                    <a:pt x="0" y="4893"/>
                    <a:pt x="150" y="7393"/>
                  </a:cubicBezTo>
                  <a:cubicBezTo>
                    <a:pt x="720" y="17093"/>
                    <a:pt x="5699" y="26237"/>
                    <a:pt x="13499" y="31993"/>
                  </a:cubicBezTo>
                  <a:cubicBezTo>
                    <a:pt x="19190" y="36196"/>
                    <a:pt x="26104" y="38453"/>
                    <a:pt x="33143" y="38453"/>
                  </a:cubicBezTo>
                  <a:cubicBezTo>
                    <a:pt x="33775" y="38453"/>
                    <a:pt x="34408" y="38435"/>
                    <a:pt x="35042" y="38398"/>
                  </a:cubicBezTo>
                  <a:cubicBezTo>
                    <a:pt x="35042" y="38399"/>
                    <a:pt x="35043" y="38399"/>
                    <a:pt x="35044" y="38399"/>
                  </a:cubicBezTo>
                  <a:cubicBezTo>
                    <a:pt x="35047" y="38399"/>
                    <a:pt x="35052" y="38396"/>
                    <a:pt x="35055" y="38395"/>
                  </a:cubicBezTo>
                  <a:cubicBezTo>
                    <a:pt x="42752" y="37940"/>
                    <a:pt x="50082" y="34780"/>
                    <a:pt x="55696" y="29503"/>
                  </a:cubicBezTo>
                  <a:cubicBezTo>
                    <a:pt x="62859" y="22776"/>
                    <a:pt x="66631" y="13283"/>
                    <a:pt x="66051" y="3494"/>
                  </a:cubicBezTo>
                  <a:cubicBezTo>
                    <a:pt x="66050" y="3488"/>
                    <a:pt x="66050" y="3488"/>
                    <a:pt x="66048" y="3487"/>
                  </a:cubicBezTo>
                  <a:cubicBezTo>
                    <a:pt x="66034" y="3245"/>
                    <a:pt x="65988" y="3017"/>
                    <a:pt x="65969" y="2779"/>
                  </a:cubicBezTo>
                  <a:cubicBezTo>
                    <a:pt x="65514" y="7367"/>
                    <a:pt x="62227" y="11807"/>
                    <a:pt x="56072" y="15121"/>
                  </a:cubicBezTo>
                  <a:cubicBezTo>
                    <a:pt x="50055" y="18358"/>
                    <a:pt x="42389" y="19950"/>
                    <a:pt x="34640" y="19950"/>
                  </a:cubicBezTo>
                  <a:cubicBezTo>
                    <a:pt x="25653" y="19950"/>
                    <a:pt x="16555" y="17808"/>
                    <a:pt x="9791" y="13604"/>
                  </a:cubicBezTo>
                  <a:cubicBezTo>
                    <a:pt x="3551" y="9721"/>
                    <a:pt x="483" y="4814"/>
                    <a:pt x="54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6"/>
            <p:cNvSpPr/>
            <p:nvPr/>
          </p:nvSpPr>
          <p:spPr>
            <a:xfrm>
              <a:off x="4528216" y="1417853"/>
              <a:ext cx="142709" cy="172820"/>
            </a:xfrm>
            <a:custGeom>
              <a:avLst/>
              <a:gdLst/>
              <a:ahLst/>
              <a:cxnLst/>
              <a:rect l="l" t="t" r="r" b="b"/>
              <a:pathLst>
                <a:path w="4147" h="5022" extrusionOk="0">
                  <a:moveTo>
                    <a:pt x="1269" y="0"/>
                  </a:moveTo>
                  <a:cubicBezTo>
                    <a:pt x="1238" y="0"/>
                    <a:pt x="1209" y="5"/>
                    <a:pt x="1184" y="16"/>
                  </a:cubicBezTo>
                  <a:lnTo>
                    <a:pt x="116" y="507"/>
                  </a:lnTo>
                  <a:cubicBezTo>
                    <a:pt x="43" y="539"/>
                    <a:pt x="0" y="631"/>
                    <a:pt x="21" y="707"/>
                  </a:cubicBezTo>
                  <a:lnTo>
                    <a:pt x="1133" y="4928"/>
                  </a:lnTo>
                  <a:cubicBezTo>
                    <a:pt x="1149" y="4986"/>
                    <a:pt x="1195" y="5022"/>
                    <a:pt x="1248" y="5022"/>
                  </a:cubicBezTo>
                  <a:cubicBezTo>
                    <a:pt x="1266" y="5022"/>
                    <a:pt x="1285" y="5017"/>
                    <a:pt x="1304" y="5008"/>
                  </a:cubicBezTo>
                  <a:lnTo>
                    <a:pt x="4147" y="3705"/>
                  </a:lnTo>
                  <a:lnTo>
                    <a:pt x="1487" y="30"/>
                  </a:lnTo>
                  <a:cubicBezTo>
                    <a:pt x="1401" y="16"/>
                    <a:pt x="1329" y="0"/>
                    <a:pt x="12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6"/>
            <p:cNvSpPr/>
            <p:nvPr/>
          </p:nvSpPr>
          <p:spPr>
            <a:xfrm>
              <a:off x="4787514" y="1451061"/>
              <a:ext cx="46939" cy="46147"/>
            </a:xfrm>
            <a:custGeom>
              <a:avLst/>
              <a:gdLst/>
              <a:ahLst/>
              <a:cxnLst/>
              <a:rect l="l" t="t" r="r" b="b"/>
              <a:pathLst>
                <a:path w="1364" h="1341" extrusionOk="0">
                  <a:moveTo>
                    <a:pt x="534" y="0"/>
                  </a:moveTo>
                  <a:cubicBezTo>
                    <a:pt x="507" y="0"/>
                    <a:pt x="480" y="5"/>
                    <a:pt x="457" y="16"/>
                  </a:cubicBezTo>
                  <a:lnTo>
                    <a:pt x="127" y="165"/>
                  </a:lnTo>
                  <a:cubicBezTo>
                    <a:pt x="56" y="200"/>
                    <a:pt x="0" y="291"/>
                    <a:pt x="7" y="371"/>
                  </a:cubicBezTo>
                  <a:lnTo>
                    <a:pt x="85" y="1245"/>
                  </a:lnTo>
                  <a:cubicBezTo>
                    <a:pt x="90" y="1305"/>
                    <a:pt x="128" y="1340"/>
                    <a:pt x="177" y="1340"/>
                  </a:cubicBezTo>
                  <a:cubicBezTo>
                    <a:pt x="194" y="1340"/>
                    <a:pt x="211" y="1336"/>
                    <a:pt x="230" y="1328"/>
                  </a:cubicBezTo>
                  <a:lnTo>
                    <a:pt x="1293" y="842"/>
                  </a:lnTo>
                  <a:lnTo>
                    <a:pt x="1337" y="822"/>
                  </a:lnTo>
                  <a:cubicBezTo>
                    <a:pt x="1364" y="810"/>
                    <a:pt x="1337" y="754"/>
                    <a:pt x="1283" y="696"/>
                  </a:cubicBezTo>
                  <a:lnTo>
                    <a:pt x="689" y="62"/>
                  </a:lnTo>
                  <a:cubicBezTo>
                    <a:pt x="651" y="23"/>
                    <a:pt x="591" y="0"/>
                    <a:pt x="5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6"/>
            <p:cNvSpPr/>
            <p:nvPr/>
          </p:nvSpPr>
          <p:spPr>
            <a:xfrm>
              <a:off x="4413622" y="1467923"/>
              <a:ext cx="463640" cy="241060"/>
            </a:xfrm>
            <a:custGeom>
              <a:avLst/>
              <a:gdLst/>
              <a:ahLst/>
              <a:cxnLst/>
              <a:rect l="l" t="t" r="r" b="b"/>
              <a:pathLst>
                <a:path w="13473" h="7005" extrusionOk="0">
                  <a:moveTo>
                    <a:pt x="12770" y="0"/>
                  </a:moveTo>
                  <a:cubicBezTo>
                    <a:pt x="12310" y="0"/>
                    <a:pt x="11729" y="171"/>
                    <a:pt x="11294" y="377"/>
                  </a:cubicBezTo>
                  <a:lnTo>
                    <a:pt x="3054" y="4298"/>
                  </a:lnTo>
                  <a:cubicBezTo>
                    <a:pt x="2303" y="4649"/>
                    <a:pt x="0" y="6270"/>
                    <a:pt x="257" y="6809"/>
                  </a:cubicBezTo>
                  <a:cubicBezTo>
                    <a:pt x="322" y="6948"/>
                    <a:pt x="547" y="7004"/>
                    <a:pt x="858" y="7004"/>
                  </a:cubicBezTo>
                  <a:cubicBezTo>
                    <a:pt x="1769" y="7004"/>
                    <a:pt x="3420" y="6526"/>
                    <a:pt x="3976" y="6263"/>
                  </a:cubicBezTo>
                  <a:lnTo>
                    <a:pt x="9739" y="3552"/>
                  </a:lnTo>
                  <a:lnTo>
                    <a:pt x="13472" y="313"/>
                  </a:lnTo>
                  <a:cubicBezTo>
                    <a:pt x="13366" y="88"/>
                    <a:pt x="13099" y="0"/>
                    <a:pt x="12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6"/>
            <p:cNvSpPr/>
            <p:nvPr/>
          </p:nvSpPr>
          <p:spPr>
            <a:xfrm>
              <a:off x="4811913" y="1482962"/>
              <a:ext cx="97009" cy="28218"/>
            </a:xfrm>
            <a:custGeom>
              <a:avLst/>
              <a:gdLst/>
              <a:ahLst/>
              <a:cxnLst/>
              <a:rect l="l" t="t" r="r" b="b"/>
              <a:pathLst>
                <a:path w="2819" h="820" extrusionOk="0">
                  <a:moveTo>
                    <a:pt x="1228" y="0"/>
                  </a:moveTo>
                  <a:lnTo>
                    <a:pt x="1139" y="41"/>
                  </a:lnTo>
                  <a:lnTo>
                    <a:pt x="77" y="527"/>
                  </a:lnTo>
                  <a:cubicBezTo>
                    <a:pt x="1" y="560"/>
                    <a:pt x="7" y="596"/>
                    <a:pt x="87" y="606"/>
                  </a:cubicBezTo>
                  <a:lnTo>
                    <a:pt x="868" y="707"/>
                  </a:lnTo>
                  <a:lnTo>
                    <a:pt x="2138" y="818"/>
                  </a:lnTo>
                  <a:cubicBezTo>
                    <a:pt x="2149" y="819"/>
                    <a:pt x="2160" y="819"/>
                    <a:pt x="2172" y="819"/>
                  </a:cubicBezTo>
                  <a:cubicBezTo>
                    <a:pt x="2250" y="819"/>
                    <a:pt x="2353" y="799"/>
                    <a:pt x="2416" y="771"/>
                  </a:cubicBezTo>
                  <a:lnTo>
                    <a:pt x="2747" y="622"/>
                  </a:lnTo>
                  <a:cubicBezTo>
                    <a:pt x="2819" y="590"/>
                    <a:pt x="2816" y="541"/>
                    <a:pt x="2740" y="515"/>
                  </a:cubicBezTo>
                  <a:lnTo>
                    <a:pt x="12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6"/>
            <p:cNvSpPr/>
            <p:nvPr/>
          </p:nvSpPr>
          <p:spPr>
            <a:xfrm>
              <a:off x="4792435" y="1413724"/>
              <a:ext cx="65281" cy="80284"/>
            </a:xfrm>
            <a:custGeom>
              <a:avLst/>
              <a:gdLst/>
              <a:ahLst/>
              <a:cxnLst/>
              <a:rect l="l" t="t" r="r" b="b"/>
              <a:pathLst>
                <a:path w="1897" h="2333" extrusionOk="0">
                  <a:moveTo>
                    <a:pt x="1738" y="1"/>
                  </a:moveTo>
                  <a:cubicBezTo>
                    <a:pt x="1722" y="1"/>
                    <a:pt x="1704" y="5"/>
                    <a:pt x="1686" y="14"/>
                  </a:cubicBezTo>
                  <a:lnTo>
                    <a:pt x="1357" y="161"/>
                  </a:lnTo>
                  <a:cubicBezTo>
                    <a:pt x="1282" y="195"/>
                    <a:pt x="1191" y="277"/>
                    <a:pt x="1150" y="349"/>
                  </a:cubicBezTo>
                  <a:lnTo>
                    <a:pt x="0" y="2332"/>
                  </a:lnTo>
                  <a:cubicBezTo>
                    <a:pt x="0" y="2332"/>
                    <a:pt x="495" y="2034"/>
                    <a:pt x="1124" y="1815"/>
                  </a:cubicBezTo>
                  <a:cubicBezTo>
                    <a:pt x="1615" y="1645"/>
                    <a:pt x="1879" y="1642"/>
                    <a:pt x="1896" y="1642"/>
                  </a:cubicBezTo>
                  <a:cubicBezTo>
                    <a:pt x="1896" y="1642"/>
                    <a:pt x="1897" y="1642"/>
                    <a:pt x="1897" y="1642"/>
                  </a:cubicBezTo>
                  <a:lnTo>
                    <a:pt x="1826" y="98"/>
                  </a:lnTo>
                  <a:cubicBezTo>
                    <a:pt x="1823" y="38"/>
                    <a:pt x="1787" y="1"/>
                    <a:pt x="17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6"/>
            <p:cNvSpPr/>
            <p:nvPr/>
          </p:nvSpPr>
          <p:spPr>
            <a:xfrm>
              <a:off x="4636375" y="1584100"/>
              <a:ext cx="297152" cy="101620"/>
            </a:xfrm>
            <a:custGeom>
              <a:avLst/>
              <a:gdLst/>
              <a:ahLst/>
              <a:cxnLst/>
              <a:rect l="l" t="t" r="r" b="b"/>
              <a:pathLst>
                <a:path w="8635" h="2953" extrusionOk="0">
                  <a:moveTo>
                    <a:pt x="2833" y="0"/>
                  </a:moveTo>
                  <a:lnTo>
                    <a:pt x="2449" y="176"/>
                  </a:lnTo>
                  <a:lnTo>
                    <a:pt x="75" y="1260"/>
                  </a:lnTo>
                  <a:cubicBezTo>
                    <a:pt x="0" y="1294"/>
                    <a:pt x="6" y="1335"/>
                    <a:pt x="83" y="1352"/>
                  </a:cubicBezTo>
                  <a:lnTo>
                    <a:pt x="7214" y="2944"/>
                  </a:lnTo>
                  <a:cubicBezTo>
                    <a:pt x="7239" y="2950"/>
                    <a:pt x="7269" y="2953"/>
                    <a:pt x="7299" y="2953"/>
                  </a:cubicBezTo>
                  <a:cubicBezTo>
                    <a:pt x="7366" y="2953"/>
                    <a:pt x="7439" y="2940"/>
                    <a:pt x="7489" y="2918"/>
                  </a:cubicBezTo>
                  <a:lnTo>
                    <a:pt x="8562" y="2430"/>
                  </a:lnTo>
                  <a:cubicBezTo>
                    <a:pt x="8635" y="2398"/>
                    <a:pt x="8634" y="2347"/>
                    <a:pt x="8560" y="2318"/>
                  </a:cubicBezTo>
                  <a:lnTo>
                    <a:pt x="28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6"/>
            <p:cNvSpPr/>
            <p:nvPr/>
          </p:nvSpPr>
          <p:spPr>
            <a:xfrm>
              <a:off x="4451889" y="1651342"/>
              <a:ext cx="38198" cy="21129"/>
            </a:xfrm>
            <a:custGeom>
              <a:avLst/>
              <a:gdLst/>
              <a:ahLst/>
              <a:cxnLst/>
              <a:rect l="l" t="t" r="r" b="b"/>
              <a:pathLst>
                <a:path w="1110" h="614" extrusionOk="0">
                  <a:moveTo>
                    <a:pt x="357" y="1"/>
                  </a:moveTo>
                  <a:cubicBezTo>
                    <a:pt x="235" y="96"/>
                    <a:pt x="116" y="191"/>
                    <a:pt x="0" y="289"/>
                  </a:cubicBezTo>
                  <a:cubicBezTo>
                    <a:pt x="167" y="395"/>
                    <a:pt x="548" y="594"/>
                    <a:pt x="1076" y="614"/>
                  </a:cubicBezTo>
                  <a:lnTo>
                    <a:pt x="1109" y="289"/>
                  </a:lnTo>
                  <a:cubicBezTo>
                    <a:pt x="1109" y="289"/>
                    <a:pt x="725" y="231"/>
                    <a:pt x="3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6"/>
            <p:cNvSpPr/>
            <p:nvPr/>
          </p:nvSpPr>
          <p:spPr>
            <a:xfrm>
              <a:off x="4655749" y="1598691"/>
              <a:ext cx="6504" cy="13352"/>
            </a:xfrm>
            <a:custGeom>
              <a:avLst/>
              <a:gdLst/>
              <a:ahLst/>
              <a:cxnLst/>
              <a:rect l="l" t="t" r="r" b="b"/>
              <a:pathLst>
                <a:path w="189" h="388" extrusionOk="0">
                  <a:moveTo>
                    <a:pt x="104" y="0"/>
                  </a:moveTo>
                  <a:cubicBezTo>
                    <a:pt x="102" y="0"/>
                    <a:pt x="99" y="0"/>
                    <a:pt x="97" y="1"/>
                  </a:cubicBezTo>
                  <a:cubicBezTo>
                    <a:pt x="46" y="12"/>
                    <a:pt x="5" y="105"/>
                    <a:pt x="2" y="211"/>
                  </a:cubicBezTo>
                  <a:cubicBezTo>
                    <a:pt x="0" y="311"/>
                    <a:pt x="37" y="388"/>
                    <a:pt x="85" y="388"/>
                  </a:cubicBezTo>
                  <a:cubicBezTo>
                    <a:pt x="87" y="388"/>
                    <a:pt x="90" y="387"/>
                    <a:pt x="92" y="387"/>
                  </a:cubicBezTo>
                  <a:cubicBezTo>
                    <a:pt x="144" y="375"/>
                    <a:pt x="185" y="283"/>
                    <a:pt x="188" y="176"/>
                  </a:cubicBezTo>
                  <a:cubicBezTo>
                    <a:pt x="189" y="74"/>
                    <a:pt x="154" y="0"/>
                    <a:pt x="1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6"/>
            <p:cNvSpPr/>
            <p:nvPr/>
          </p:nvSpPr>
          <p:spPr>
            <a:xfrm>
              <a:off x="4679253" y="1587403"/>
              <a:ext cx="6470" cy="13352"/>
            </a:xfrm>
            <a:custGeom>
              <a:avLst/>
              <a:gdLst/>
              <a:ahLst/>
              <a:cxnLst/>
              <a:rect l="l" t="t" r="r" b="b"/>
              <a:pathLst>
                <a:path w="188" h="388" extrusionOk="0">
                  <a:moveTo>
                    <a:pt x="104" y="1"/>
                  </a:moveTo>
                  <a:cubicBezTo>
                    <a:pt x="102" y="1"/>
                    <a:pt x="100" y="1"/>
                    <a:pt x="99" y="1"/>
                  </a:cubicBezTo>
                  <a:cubicBezTo>
                    <a:pt x="49" y="13"/>
                    <a:pt x="5" y="106"/>
                    <a:pt x="3" y="212"/>
                  </a:cubicBezTo>
                  <a:cubicBezTo>
                    <a:pt x="1" y="313"/>
                    <a:pt x="36" y="388"/>
                    <a:pt x="83" y="388"/>
                  </a:cubicBezTo>
                  <a:cubicBezTo>
                    <a:pt x="86" y="388"/>
                    <a:pt x="89" y="388"/>
                    <a:pt x="91" y="387"/>
                  </a:cubicBezTo>
                  <a:cubicBezTo>
                    <a:pt x="141" y="378"/>
                    <a:pt x="183" y="285"/>
                    <a:pt x="186" y="178"/>
                  </a:cubicBezTo>
                  <a:cubicBezTo>
                    <a:pt x="188" y="76"/>
                    <a:pt x="150" y="1"/>
                    <a:pt x="1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6"/>
            <p:cNvSpPr/>
            <p:nvPr/>
          </p:nvSpPr>
          <p:spPr>
            <a:xfrm>
              <a:off x="4702756" y="1576323"/>
              <a:ext cx="6435" cy="13318"/>
            </a:xfrm>
            <a:custGeom>
              <a:avLst/>
              <a:gdLst/>
              <a:ahLst/>
              <a:cxnLst/>
              <a:rect l="l" t="t" r="r" b="b"/>
              <a:pathLst>
                <a:path w="187" h="387" extrusionOk="0">
                  <a:moveTo>
                    <a:pt x="106" y="0"/>
                  </a:moveTo>
                  <a:cubicBezTo>
                    <a:pt x="103" y="0"/>
                    <a:pt x="100" y="0"/>
                    <a:pt x="97" y="1"/>
                  </a:cubicBezTo>
                  <a:cubicBezTo>
                    <a:pt x="46" y="11"/>
                    <a:pt x="4" y="103"/>
                    <a:pt x="2" y="210"/>
                  </a:cubicBezTo>
                  <a:cubicBezTo>
                    <a:pt x="1" y="310"/>
                    <a:pt x="36" y="386"/>
                    <a:pt x="83" y="386"/>
                  </a:cubicBezTo>
                  <a:cubicBezTo>
                    <a:pt x="85" y="386"/>
                    <a:pt x="88" y="386"/>
                    <a:pt x="90" y="386"/>
                  </a:cubicBezTo>
                  <a:cubicBezTo>
                    <a:pt x="141" y="377"/>
                    <a:pt x="184" y="280"/>
                    <a:pt x="185" y="175"/>
                  </a:cubicBezTo>
                  <a:cubicBezTo>
                    <a:pt x="187" y="76"/>
                    <a:pt x="152"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6"/>
            <p:cNvSpPr/>
            <p:nvPr/>
          </p:nvSpPr>
          <p:spPr>
            <a:xfrm>
              <a:off x="4726191" y="1565139"/>
              <a:ext cx="6504" cy="13283"/>
            </a:xfrm>
            <a:custGeom>
              <a:avLst/>
              <a:gdLst/>
              <a:ahLst/>
              <a:cxnLst/>
              <a:rect l="l" t="t" r="r" b="b"/>
              <a:pathLst>
                <a:path w="189" h="386" extrusionOk="0">
                  <a:moveTo>
                    <a:pt x="107" y="0"/>
                  </a:moveTo>
                  <a:cubicBezTo>
                    <a:pt x="103" y="0"/>
                    <a:pt x="100" y="0"/>
                    <a:pt x="97" y="1"/>
                  </a:cubicBezTo>
                  <a:cubicBezTo>
                    <a:pt x="47" y="10"/>
                    <a:pt x="3" y="104"/>
                    <a:pt x="2" y="209"/>
                  </a:cubicBezTo>
                  <a:cubicBezTo>
                    <a:pt x="0" y="310"/>
                    <a:pt x="35" y="385"/>
                    <a:pt x="82" y="385"/>
                  </a:cubicBezTo>
                  <a:cubicBezTo>
                    <a:pt x="85" y="385"/>
                    <a:pt x="88" y="385"/>
                    <a:pt x="91" y="385"/>
                  </a:cubicBezTo>
                  <a:cubicBezTo>
                    <a:pt x="141" y="374"/>
                    <a:pt x="184" y="281"/>
                    <a:pt x="186" y="175"/>
                  </a:cubicBezTo>
                  <a:cubicBezTo>
                    <a:pt x="189" y="76"/>
                    <a:pt x="153" y="0"/>
                    <a:pt x="1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6"/>
            <p:cNvSpPr/>
            <p:nvPr/>
          </p:nvSpPr>
          <p:spPr>
            <a:xfrm>
              <a:off x="4749695" y="1553851"/>
              <a:ext cx="6470" cy="13318"/>
            </a:xfrm>
            <a:custGeom>
              <a:avLst/>
              <a:gdLst/>
              <a:ahLst/>
              <a:cxnLst/>
              <a:rect l="l" t="t" r="r" b="b"/>
              <a:pathLst>
                <a:path w="188" h="387" extrusionOk="0">
                  <a:moveTo>
                    <a:pt x="106" y="1"/>
                  </a:moveTo>
                  <a:cubicBezTo>
                    <a:pt x="103" y="1"/>
                    <a:pt x="101" y="1"/>
                    <a:pt x="98" y="2"/>
                  </a:cubicBezTo>
                  <a:cubicBezTo>
                    <a:pt x="49" y="10"/>
                    <a:pt x="5" y="104"/>
                    <a:pt x="2" y="211"/>
                  </a:cubicBezTo>
                  <a:cubicBezTo>
                    <a:pt x="0" y="311"/>
                    <a:pt x="37" y="387"/>
                    <a:pt x="82" y="387"/>
                  </a:cubicBezTo>
                  <a:cubicBezTo>
                    <a:pt x="85" y="387"/>
                    <a:pt x="87" y="387"/>
                    <a:pt x="90" y="386"/>
                  </a:cubicBezTo>
                  <a:cubicBezTo>
                    <a:pt x="139" y="376"/>
                    <a:pt x="182" y="284"/>
                    <a:pt x="185" y="177"/>
                  </a:cubicBezTo>
                  <a:cubicBezTo>
                    <a:pt x="187" y="77"/>
                    <a:pt x="151" y="1"/>
                    <a:pt x="1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6"/>
            <p:cNvSpPr/>
            <p:nvPr/>
          </p:nvSpPr>
          <p:spPr>
            <a:xfrm>
              <a:off x="4538505" y="1654714"/>
              <a:ext cx="6470" cy="13249"/>
            </a:xfrm>
            <a:custGeom>
              <a:avLst/>
              <a:gdLst/>
              <a:ahLst/>
              <a:cxnLst/>
              <a:rect l="l" t="t" r="r" b="b"/>
              <a:pathLst>
                <a:path w="188" h="385" extrusionOk="0">
                  <a:moveTo>
                    <a:pt x="106" y="0"/>
                  </a:moveTo>
                  <a:cubicBezTo>
                    <a:pt x="103" y="0"/>
                    <a:pt x="101" y="0"/>
                    <a:pt x="98" y="1"/>
                  </a:cubicBezTo>
                  <a:cubicBezTo>
                    <a:pt x="47" y="10"/>
                    <a:pt x="4" y="103"/>
                    <a:pt x="3" y="209"/>
                  </a:cubicBezTo>
                  <a:cubicBezTo>
                    <a:pt x="0" y="310"/>
                    <a:pt x="35" y="385"/>
                    <a:pt x="83" y="385"/>
                  </a:cubicBezTo>
                  <a:cubicBezTo>
                    <a:pt x="85" y="385"/>
                    <a:pt x="88" y="385"/>
                    <a:pt x="91" y="384"/>
                  </a:cubicBezTo>
                  <a:cubicBezTo>
                    <a:pt x="142" y="376"/>
                    <a:pt x="183" y="282"/>
                    <a:pt x="186" y="177"/>
                  </a:cubicBezTo>
                  <a:cubicBezTo>
                    <a:pt x="187" y="77"/>
                    <a:pt x="151"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6"/>
            <p:cNvSpPr/>
            <p:nvPr/>
          </p:nvSpPr>
          <p:spPr>
            <a:xfrm>
              <a:off x="4562009" y="1643496"/>
              <a:ext cx="6401" cy="13318"/>
            </a:xfrm>
            <a:custGeom>
              <a:avLst/>
              <a:gdLst/>
              <a:ahLst/>
              <a:cxnLst/>
              <a:rect l="l" t="t" r="r" b="b"/>
              <a:pathLst>
                <a:path w="186" h="387" extrusionOk="0">
                  <a:moveTo>
                    <a:pt x="103" y="0"/>
                  </a:moveTo>
                  <a:cubicBezTo>
                    <a:pt x="101" y="0"/>
                    <a:pt x="99" y="0"/>
                    <a:pt x="97" y="1"/>
                  </a:cubicBezTo>
                  <a:cubicBezTo>
                    <a:pt x="47" y="11"/>
                    <a:pt x="3" y="105"/>
                    <a:pt x="2" y="211"/>
                  </a:cubicBezTo>
                  <a:cubicBezTo>
                    <a:pt x="0" y="310"/>
                    <a:pt x="34" y="386"/>
                    <a:pt x="82" y="386"/>
                  </a:cubicBezTo>
                  <a:cubicBezTo>
                    <a:pt x="84" y="386"/>
                    <a:pt x="87" y="386"/>
                    <a:pt x="89" y="386"/>
                  </a:cubicBezTo>
                  <a:cubicBezTo>
                    <a:pt x="139" y="375"/>
                    <a:pt x="183" y="282"/>
                    <a:pt x="184" y="176"/>
                  </a:cubicBezTo>
                  <a:cubicBezTo>
                    <a:pt x="186" y="76"/>
                    <a:pt x="150"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6"/>
            <p:cNvSpPr/>
            <p:nvPr/>
          </p:nvSpPr>
          <p:spPr>
            <a:xfrm>
              <a:off x="4585410" y="1632312"/>
              <a:ext cx="6470" cy="13249"/>
            </a:xfrm>
            <a:custGeom>
              <a:avLst/>
              <a:gdLst/>
              <a:ahLst/>
              <a:cxnLst/>
              <a:rect l="l" t="t" r="r" b="b"/>
              <a:pathLst>
                <a:path w="188" h="385" extrusionOk="0">
                  <a:moveTo>
                    <a:pt x="106" y="0"/>
                  </a:moveTo>
                  <a:cubicBezTo>
                    <a:pt x="103" y="0"/>
                    <a:pt x="100" y="0"/>
                    <a:pt x="97" y="1"/>
                  </a:cubicBezTo>
                  <a:cubicBezTo>
                    <a:pt x="47" y="10"/>
                    <a:pt x="3" y="103"/>
                    <a:pt x="2" y="209"/>
                  </a:cubicBezTo>
                  <a:cubicBezTo>
                    <a:pt x="1" y="310"/>
                    <a:pt x="36" y="385"/>
                    <a:pt x="82" y="385"/>
                  </a:cubicBezTo>
                  <a:cubicBezTo>
                    <a:pt x="85" y="385"/>
                    <a:pt x="87" y="385"/>
                    <a:pt x="90" y="384"/>
                  </a:cubicBezTo>
                  <a:cubicBezTo>
                    <a:pt x="141" y="375"/>
                    <a:pt x="183" y="282"/>
                    <a:pt x="185" y="177"/>
                  </a:cubicBezTo>
                  <a:cubicBezTo>
                    <a:pt x="188" y="76"/>
                    <a:pt x="153"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6"/>
            <p:cNvSpPr/>
            <p:nvPr/>
          </p:nvSpPr>
          <p:spPr>
            <a:xfrm>
              <a:off x="4608913" y="1621128"/>
              <a:ext cx="6470" cy="13318"/>
            </a:xfrm>
            <a:custGeom>
              <a:avLst/>
              <a:gdLst/>
              <a:ahLst/>
              <a:cxnLst/>
              <a:rect l="l" t="t" r="r" b="b"/>
              <a:pathLst>
                <a:path w="188" h="387" extrusionOk="0">
                  <a:moveTo>
                    <a:pt x="105" y="0"/>
                  </a:moveTo>
                  <a:cubicBezTo>
                    <a:pt x="102" y="0"/>
                    <a:pt x="100" y="1"/>
                    <a:pt x="97" y="1"/>
                  </a:cubicBezTo>
                  <a:cubicBezTo>
                    <a:pt x="46" y="11"/>
                    <a:pt x="5" y="104"/>
                    <a:pt x="2" y="210"/>
                  </a:cubicBezTo>
                  <a:cubicBezTo>
                    <a:pt x="1" y="310"/>
                    <a:pt x="36" y="387"/>
                    <a:pt x="82" y="387"/>
                  </a:cubicBezTo>
                  <a:cubicBezTo>
                    <a:pt x="85" y="387"/>
                    <a:pt x="87" y="386"/>
                    <a:pt x="90" y="386"/>
                  </a:cubicBezTo>
                  <a:cubicBezTo>
                    <a:pt x="141" y="374"/>
                    <a:pt x="184" y="282"/>
                    <a:pt x="185" y="175"/>
                  </a:cubicBezTo>
                  <a:cubicBezTo>
                    <a:pt x="188" y="75"/>
                    <a:pt x="151" y="0"/>
                    <a:pt x="1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6"/>
            <p:cNvSpPr/>
            <p:nvPr/>
          </p:nvSpPr>
          <p:spPr>
            <a:xfrm>
              <a:off x="4632279" y="1609875"/>
              <a:ext cx="6538" cy="13283"/>
            </a:xfrm>
            <a:custGeom>
              <a:avLst/>
              <a:gdLst/>
              <a:ahLst/>
              <a:cxnLst/>
              <a:rect l="l" t="t" r="r" b="b"/>
              <a:pathLst>
                <a:path w="190" h="386" extrusionOk="0">
                  <a:moveTo>
                    <a:pt x="106" y="1"/>
                  </a:moveTo>
                  <a:cubicBezTo>
                    <a:pt x="103" y="1"/>
                    <a:pt x="100" y="1"/>
                    <a:pt x="97" y="2"/>
                  </a:cubicBezTo>
                  <a:cubicBezTo>
                    <a:pt x="47" y="11"/>
                    <a:pt x="3" y="104"/>
                    <a:pt x="2" y="210"/>
                  </a:cubicBezTo>
                  <a:cubicBezTo>
                    <a:pt x="1" y="311"/>
                    <a:pt x="36" y="386"/>
                    <a:pt x="83" y="386"/>
                  </a:cubicBezTo>
                  <a:cubicBezTo>
                    <a:pt x="86" y="386"/>
                    <a:pt x="89" y="386"/>
                    <a:pt x="91" y="385"/>
                  </a:cubicBezTo>
                  <a:cubicBezTo>
                    <a:pt x="142" y="376"/>
                    <a:pt x="185" y="281"/>
                    <a:pt x="186" y="177"/>
                  </a:cubicBezTo>
                  <a:cubicBezTo>
                    <a:pt x="189" y="77"/>
                    <a:pt x="153" y="1"/>
                    <a:pt x="1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6"/>
            <p:cNvSpPr/>
            <p:nvPr/>
          </p:nvSpPr>
          <p:spPr>
            <a:xfrm>
              <a:off x="6491346" y="3025364"/>
              <a:ext cx="109604" cy="124814"/>
            </a:xfrm>
            <a:custGeom>
              <a:avLst/>
              <a:gdLst/>
              <a:ahLst/>
              <a:cxnLst/>
              <a:rect l="l" t="t" r="r" b="b"/>
              <a:pathLst>
                <a:path w="3185" h="3627" extrusionOk="0">
                  <a:moveTo>
                    <a:pt x="845" y="0"/>
                  </a:moveTo>
                  <a:cubicBezTo>
                    <a:pt x="820" y="0"/>
                    <a:pt x="795" y="7"/>
                    <a:pt x="775" y="21"/>
                  </a:cubicBezTo>
                  <a:lnTo>
                    <a:pt x="97" y="509"/>
                  </a:lnTo>
                  <a:cubicBezTo>
                    <a:pt x="52" y="541"/>
                    <a:pt x="33" y="611"/>
                    <a:pt x="1" y="699"/>
                  </a:cubicBezTo>
                  <a:lnTo>
                    <a:pt x="1334" y="3626"/>
                  </a:lnTo>
                  <a:lnTo>
                    <a:pt x="3133" y="2332"/>
                  </a:lnTo>
                  <a:cubicBezTo>
                    <a:pt x="3181" y="2298"/>
                    <a:pt x="3184" y="2238"/>
                    <a:pt x="3142" y="2199"/>
                  </a:cubicBezTo>
                  <a:lnTo>
                    <a:pt x="931" y="35"/>
                  </a:lnTo>
                  <a:cubicBezTo>
                    <a:pt x="909" y="12"/>
                    <a:pt x="877" y="0"/>
                    <a:pt x="8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6"/>
            <p:cNvSpPr/>
            <p:nvPr/>
          </p:nvSpPr>
          <p:spPr>
            <a:xfrm>
              <a:off x="6430642" y="3192747"/>
              <a:ext cx="34619" cy="34585"/>
            </a:xfrm>
            <a:custGeom>
              <a:avLst/>
              <a:gdLst/>
              <a:ahLst/>
              <a:cxnLst/>
              <a:rect l="l" t="t" r="r" b="b"/>
              <a:pathLst>
                <a:path w="1006" h="1005" extrusionOk="0">
                  <a:moveTo>
                    <a:pt x="366" y="1"/>
                  </a:moveTo>
                  <a:cubicBezTo>
                    <a:pt x="334" y="1"/>
                    <a:pt x="303" y="9"/>
                    <a:pt x="280" y="27"/>
                  </a:cubicBezTo>
                  <a:lnTo>
                    <a:pt x="73" y="179"/>
                  </a:lnTo>
                  <a:cubicBezTo>
                    <a:pt x="25" y="211"/>
                    <a:pt x="0" y="283"/>
                    <a:pt x="18" y="335"/>
                  </a:cubicBezTo>
                  <a:lnTo>
                    <a:pt x="199" y="925"/>
                  </a:lnTo>
                  <a:cubicBezTo>
                    <a:pt x="213" y="972"/>
                    <a:pt x="236" y="1005"/>
                    <a:pt x="251" y="1005"/>
                  </a:cubicBezTo>
                  <a:cubicBezTo>
                    <a:pt x="254" y="1005"/>
                    <a:pt x="256" y="1004"/>
                    <a:pt x="258" y="1002"/>
                  </a:cubicBezTo>
                  <a:lnTo>
                    <a:pt x="286" y="983"/>
                  </a:lnTo>
                  <a:lnTo>
                    <a:pt x="959" y="496"/>
                  </a:lnTo>
                  <a:cubicBezTo>
                    <a:pt x="1005" y="464"/>
                    <a:pt x="1004" y="410"/>
                    <a:pt x="959" y="378"/>
                  </a:cubicBezTo>
                  <a:lnTo>
                    <a:pt x="448" y="25"/>
                  </a:lnTo>
                  <a:cubicBezTo>
                    <a:pt x="426" y="9"/>
                    <a:pt x="396" y="1"/>
                    <a:pt x="3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6"/>
            <p:cNvSpPr/>
            <p:nvPr/>
          </p:nvSpPr>
          <p:spPr>
            <a:xfrm>
              <a:off x="6415432" y="3049212"/>
              <a:ext cx="314048" cy="204720"/>
            </a:xfrm>
            <a:custGeom>
              <a:avLst/>
              <a:gdLst/>
              <a:ahLst/>
              <a:cxnLst/>
              <a:rect l="l" t="t" r="r" b="b"/>
              <a:pathLst>
                <a:path w="9126" h="5949" extrusionOk="0">
                  <a:moveTo>
                    <a:pt x="8646" y="1"/>
                  </a:moveTo>
                  <a:cubicBezTo>
                    <a:pt x="8079" y="1"/>
                    <a:pt x="6751" y="642"/>
                    <a:pt x="6350" y="926"/>
                  </a:cubicBezTo>
                  <a:lnTo>
                    <a:pt x="1046" y="4629"/>
                  </a:lnTo>
                  <a:cubicBezTo>
                    <a:pt x="567" y="4966"/>
                    <a:pt x="0" y="5602"/>
                    <a:pt x="245" y="5949"/>
                  </a:cubicBezTo>
                  <a:lnTo>
                    <a:pt x="3548" y="4786"/>
                  </a:lnTo>
                  <a:lnTo>
                    <a:pt x="7238" y="2183"/>
                  </a:lnTo>
                  <a:cubicBezTo>
                    <a:pt x="7717" y="1848"/>
                    <a:pt x="9125" y="433"/>
                    <a:pt x="8878" y="82"/>
                  </a:cubicBezTo>
                  <a:cubicBezTo>
                    <a:pt x="8838" y="25"/>
                    <a:pt x="8757" y="1"/>
                    <a:pt x="86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6"/>
            <p:cNvSpPr/>
            <p:nvPr/>
          </p:nvSpPr>
          <p:spPr>
            <a:xfrm>
              <a:off x="6426960" y="3222582"/>
              <a:ext cx="34688" cy="58914"/>
            </a:xfrm>
            <a:custGeom>
              <a:avLst/>
              <a:gdLst/>
              <a:ahLst/>
              <a:cxnLst/>
              <a:rect l="l" t="t" r="r" b="b"/>
              <a:pathLst>
                <a:path w="1008" h="1712" extrusionOk="0">
                  <a:moveTo>
                    <a:pt x="988" y="1"/>
                  </a:moveTo>
                  <a:cubicBezTo>
                    <a:pt x="979" y="1"/>
                    <a:pt x="966" y="6"/>
                    <a:pt x="950" y="18"/>
                  </a:cubicBezTo>
                  <a:lnTo>
                    <a:pt x="277" y="504"/>
                  </a:lnTo>
                  <a:lnTo>
                    <a:pt x="221" y="544"/>
                  </a:lnTo>
                  <a:lnTo>
                    <a:pt x="8" y="1654"/>
                  </a:lnTo>
                  <a:cubicBezTo>
                    <a:pt x="1" y="1691"/>
                    <a:pt x="11" y="1712"/>
                    <a:pt x="33" y="1712"/>
                  </a:cubicBezTo>
                  <a:cubicBezTo>
                    <a:pt x="43" y="1712"/>
                    <a:pt x="56" y="1707"/>
                    <a:pt x="72" y="1696"/>
                  </a:cubicBezTo>
                  <a:lnTo>
                    <a:pt x="278" y="1544"/>
                  </a:lnTo>
                  <a:cubicBezTo>
                    <a:pt x="324" y="1511"/>
                    <a:pt x="381" y="1442"/>
                    <a:pt x="404" y="1391"/>
                  </a:cubicBezTo>
                  <a:lnTo>
                    <a:pt x="782" y="570"/>
                  </a:lnTo>
                  <a:lnTo>
                    <a:pt x="994" y="53"/>
                  </a:lnTo>
                  <a:cubicBezTo>
                    <a:pt x="1007" y="19"/>
                    <a:pt x="1004" y="1"/>
                    <a:pt x="9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6"/>
            <p:cNvSpPr/>
            <p:nvPr/>
          </p:nvSpPr>
          <p:spPr>
            <a:xfrm>
              <a:off x="6391756" y="3207097"/>
              <a:ext cx="71199" cy="31900"/>
            </a:xfrm>
            <a:custGeom>
              <a:avLst/>
              <a:gdLst/>
              <a:ahLst/>
              <a:cxnLst/>
              <a:rect l="l" t="t" r="r" b="b"/>
              <a:pathLst>
                <a:path w="2069" h="927" extrusionOk="0">
                  <a:moveTo>
                    <a:pt x="2068" y="0"/>
                  </a:moveTo>
                  <a:lnTo>
                    <a:pt x="443" y="13"/>
                  </a:lnTo>
                  <a:cubicBezTo>
                    <a:pt x="386" y="13"/>
                    <a:pt x="301" y="41"/>
                    <a:pt x="255" y="76"/>
                  </a:cubicBezTo>
                  <a:lnTo>
                    <a:pt x="48" y="225"/>
                  </a:lnTo>
                  <a:cubicBezTo>
                    <a:pt x="1" y="259"/>
                    <a:pt x="4" y="310"/>
                    <a:pt x="51" y="341"/>
                  </a:cubicBezTo>
                  <a:lnTo>
                    <a:pt x="978" y="926"/>
                  </a:lnTo>
                  <a:cubicBezTo>
                    <a:pt x="978" y="926"/>
                    <a:pt x="1069" y="764"/>
                    <a:pt x="1357" y="511"/>
                  </a:cubicBezTo>
                  <a:cubicBezTo>
                    <a:pt x="1711" y="201"/>
                    <a:pt x="2068" y="0"/>
                    <a:pt x="20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6"/>
            <p:cNvSpPr/>
            <p:nvPr/>
          </p:nvSpPr>
          <p:spPr>
            <a:xfrm>
              <a:off x="6518876" y="3158678"/>
              <a:ext cx="82315" cy="195257"/>
            </a:xfrm>
            <a:custGeom>
              <a:avLst/>
              <a:gdLst/>
              <a:ahLst/>
              <a:cxnLst/>
              <a:rect l="l" t="t" r="r" b="b"/>
              <a:pathLst>
                <a:path w="2392" h="5674" extrusionOk="0">
                  <a:moveTo>
                    <a:pt x="2366" y="1"/>
                  </a:moveTo>
                  <a:cubicBezTo>
                    <a:pt x="2356" y="1"/>
                    <a:pt x="2342" y="6"/>
                    <a:pt x="2326" y="17"/>
                  </a:cubicBezTo>
                  <a:lnTo>
                    <a:pt x="826" y="1100"/>
                  </a:lnTo>
                  <a:lnTo>
                    <a:pt x="583" y="1275"/>
                  </a:lnTo>
                  <a:lnTo>
                    <a:pt x="4" y="5618"/>
                  </a:lnTo>
                  <a:cubicBezTo>
                    <a:pt x="0" y="5653"/>
                    <a:pt x="12" y="5674"/>
                    <a:pt x="33" y="5674"/>
                  </a:cubicBezTo>
                  <a:cubicBezTo>
                    <a:pt x="45" y="5674"/>
                    <a:pt x="58" y="5668"/>
                    <a:pt x="74" y="5656"/>
                  </a:cubicBezTo>
                  <a:lnTo>
                    <a:pt x="750" y="5166"/>
                  </a:lnTo>
                  <a:cubicBezTo>
                    <a:pt x="795" y="5131"/>
                    <a:pt x="847" y="5062"/>
                    <a:pt x="863" y="5006"/>
                  </a:cubicBezTo>
                  <a:lnTo>
                    <a:pt x="2381" y="57"/>
                  </a:lnTo>
                  <a:cubicBezTo>
                    <a:pt x="2392" y="20"/>
                    <a:pt x="2385" y="1"/>
                    <a:pt x="2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6"/>
            <p:cNvSpPr/>
            <p:nvPr/>
          </p:nvSpPr>
          <p:spPr>
            <a:xfrm>
              <a:off x="6671943" y="3055888"/>
              <a:ext cx="13731" cy="26739"/>
            </a:xfrm>
            <a:custGeom>
              <a:avLst/>
              <a:gdLst/>
              <a:ahLst/>
              <a:cxnLst/>
              <a:rect l="l" t="t" r="r" b="b"/>
              <a:pathLst>
                <a:path w="399" h="777" extrusionOk="0">
                  <a:moveTo>
                    <a:pt x="388" y="1"/>
                  </a:moveTo>
                  <a:lnTo>
                    <a:pt x="388" y="1"/>
                  </a:lnTo>
                  <a:cubicBezTo>
                    <a:pt x="290" y="37"/>
                    <a:pt x="189" y="77"/>
                    <a:pt x="87" y="119"/>
                  </a:cubicBezTo>
                  <a:cubicBezTo>
                    <a:pt x="99" y="425"/>
                    <a:pt x="1" y="682"/>
                    <a:pt x="1" y="682"/>
                  </a:cubicBezTo>
                  <a:lnTo>
                    <a:pt x="213" y="776"/>
                  </a:lnTo>
                  <a:cubicBezTo>
                    <a:pt x="387" y="442"/>
                    <a:pt x="399" y="140"/>
                    <a:pt x="3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6"/>
            <p:cNvSpPr/>
            <p:nvPr/>
          </p:nvSpPr>
          <p:spPr>
            <a:xfrm>
              <a:off x="6573420" y="3161087"/>
              <a:ext cx="9842" cy="5678"/>
            </a:xfrm>
            <a:custGeom>
              <a:avLst/>
              <a:gdLst/>
              <a:ahLst/>
              <a:cxnLst/>
              <a:rect l="l" t="t" r="r" b="b"/>
              <a:pathLst>
                <a:path w="286" h="165" extrusionOk="0">
                  <a:moveTo>
                    <a:pt x="74" y="0"/>
                  </a:moveTo>
                  <a:cubicBezTo>
                    <a:pt x="51" y="0"/>
                    <a:pt x="32" y="6"/>
                    <a:pt x="22" y="17"/>
                  </a:cubicBezTo>
                  <a:cubicBezTo>
                    <a:pt x="0" y="45"/>
                    <a:pt x="33" y="96"/>
                    <a:pt x="98" y="133"/>
                  </a:cubicBezTo>
                  <a:cubicBezTo>
                    <a:pt x="136" y="154"/>
                    <a:pt x="177" y="165"/>
                    <a:pt x="209" y="165"/>
                  </a:cubicBezTo>
                  <a:cubicBezTo>
                    <a:pt x="233" y="165"/>
                    <a:pt x="252" y="159"/>
                    <a:pt x="262" y="148"/>
                  </a:cubicBezTo>
                  <a:cubicBezTo>
                    <a:pt x="286" y="120"/>
                    <a:pt x="251" y="67"/>
                    <a:pt x="185" y="32"/>
                  </a:cubicBezTo>
                  <a:cubicBezTo>
                    <a:pt x="147" y="11"/>
                    <a:pt x="106" y="0"/>
                    <a:pt x="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6"/>
            <p:cNvSpPr/>
            <p:nvPr/>
          </p:nvSpPr>
          <p:spPr>
            <a:xfrm>
              <a:off x="6558278" y="3171583"/>
              <a:ext cx="9773" cy="5678"/>
            </a:xfrm>
            <a:custGeom>
              <a:avLst/>
              <a:gdLst/>
              <a:ahLst/>
              <a:cxnLst/>
              <a:rect l="l" t="t" r="r" b="b"/>
              <a:pathLst>
                <a:path w="284" h="165" extrusionOk="0">
                  <a:moveTo>
                    <a:pt x="73" y="1"/>
                  </a:moveTo>
                  <a:cubicBezTo>
                    <a:pt x="50" y="1"/>
                    <a:pt x="31" y="7"/>
                    <a:pt x="21" y="18"/>
                  </a:cubicBezTo>
                  <a:cubicBezTo>
                    <a:pt x="0" y="45"/>
                    <a:pt x="34" y="96"/>
                    <a:pt x="100" y="132"/>
                  </a:cubicBezTo>
                  <a:cubicBezTo>
                    <a:pt x="138" y="154"/>
                    <a:pt x="178" y="164"/>
                    <a:pt x="209" y="164"/>
                  </a:cubicBezTo>
                  <a:cubicBezTo>
                    <a:pt x="232" y="164"/>
                    <a:pt x="251" y="159"/>
                    <a:pt x="261" y="147"/>
                  </a:cubicBezTo>
                  <a:cubicBezTo>
                    <a:pt x="284" y="121"/>
                    <a:pt x="250" y="69"/>
                    <a:pt x="184" y="33"/>
                  </a:cubicBezTo>
                  <a:cubicBezTo>
                    <a:pt x="146" y="12"/>
                    <a:pt x="106" y="1"/>
                    <a:pt x="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6"/>
            <p:cNvSpPr/>
            <p:nvPr/>
          </p:nvSpPr>
          <p:spPr>
            <a:xfrm>
              <a:off x="6543171" y="3182044"/>
              <a:ext cx="9876" cy="5747"/>
            </a:xfrm>
            <a:custGeom>
              <a:avLst/>
              <a:gdLst/>
              <a:ahLst/>
              <a:cxnLst/>
              <a:rect l="l" t="t" r="r" b="b"/>
              <a:pathLst>
                <a:path w="287" h="167" extrusionOk="0">
                  <a:moveTo>
                    <a:pt x="75" y="1"/>
                  </a:moveTo>
                  <a:cubicBezTo>
                    <a:pt x="52" y="1"/>
                    <a:pt x="33" y="6"/>
                    <a:pt x="24" y="19"/>
                  </a:cubicBezTo>
                  <a:cubicBezTo>
                    <a:pt x="0" y="48"/>
                    <a:pt x="34" y="99"/>
                    <a:pt x="100" y="134"/>
                  </a:cubicBezTo>
                  <a:cubicBezTo>
                    <a:pt x="138" y="155"/>
                    <a:pt x="178" y="166"/>
                    <a:pt x="211" y="166"/>
                  </a:cubicBezTo>
                  <a:cubicBezTo>
                    <a:pt x="234" y="166"/>
                    <a:pt x="253" y="160"/>
                    <a:pt x="264" y="149"/>
                  </a:cubicBezTo>
                  <a:cubicBezTo>
                    <a:pt x="287" y="121"/>
                    <a:pt x="252" y="68"/>
                    <a:pt x="186" y="33"/>
                  </a:cubicBezTo>
                  <a:cubicBezTo>
                    <a:pt x="148" y="12"/>
                    <a:pt x="107" y="1"/>
                    <a:pt x="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6"/>
            <p:cNvSpPr/>
            <p:nvPr/>
          </p:nvSpPr>
          <p:spPr>
            <a:xfrm>
              <a:off x="6527961" y="3192609"/>
              <a:ext cx="9842" cy="5747"/>
            </a:xfrm>
            <a:custGeom>
              <a:avLst/>
              <a:gdLst/>
              <a:ahLst/>
              <a:cxnLst/>
              <a:rect l="l" t="t" r="r" b="b"/>
              <a:pathLst>
                <a:path w="286" h="167" extrusionOk="0">
                  <a:moveTo>
                    <a:pt x="74" y="0"/>
                  </a:moveTo>
                  <a:cubicBezTo>
                    <a:pt x="52" y="0"/>
                    <a:pt x="34" y="6"/>
                    <a:pt x="24" y="17"/>
                  </a:cubicBezTo>
                  <a:cubicBezTo>
                    <a:pt x="0" y="45"/>
                    <a:pt x="35" y="98"/>
                    <a:pt x="101" y="134"/>
                  </a:cubicBezTo>
                  <a:cubicBezTo>
                    <a:pt x="140" y="155"/>
                    <a:pt x="181" y="166"/>
                    <a:pt x="212" y="166"/>
                  </a:cubicBezTo>
                  <a:cubicBezTo>
                    <a:pt x="235" y="166"/>
                    <a:pt x="253" y="161"/>
                    <a:pt x="262" y="149"/>
                  </a:cubicBezTo>
                  <a:cubicBezTo>
                    <a:pt x="286" y="120"/>
                    <a:pt x="251" y="69"/>
                    <a:pt x="185" y="32"/>
                  </a:cubicBezTo>
                  <a:cubicBezTo>
                    <a:pt x="146" y="11"/>
                    <a:pt x="106" y="0"/>
                    <a:pt x="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6"/>
            <p:cNvSpPr/>
            <p:nvPr/>
          </p:nvSpPr>
          <p:spPr>
            <a:xfrm>
              <a:off x="6512854" y="3203105"/>
              <a:ext cx="9911" cy="5747"/>
            </a:xfrm>
            <a:custGeom>
              <a:avLst/>
              <a:gdLst/>
              <a:ahLst/>
              <a:cxnLst/>
              <a:rect l="l" t="t" r="r" b="b"/>
              <a:pathLst>
                <a:path w="288" h="167" extrusionOk="0">
                  <a:moveTo>
                    <a:pt x="76" y="0"/>
                  </a:moveTo>
                  <a:cubicBezTo>
                    <a:pt x="53" y="0"/>
                    <a:pt x="34" y="6"/>
                    <a:pt x="24" y="18"/>
                  </a:cubicBezTo>
                  <a:cubicBezTo>
                    <a:pt x="0" y="47"/>
                    <a:pt x="36" y="100"/>
                    <a:pt x="101" y="135"/>
                  </a:cubicBezTo>
                  <a:cubicBezTo>
                    <a:pt x="140" y="155"/>
                    <a:pt x="181" y="166"/>
                    <a:pt x="212" y="166"/>
                  </a:cubicBezTo>
                  <a:cubicBezTo>
                    <a:pt x="235" y="166"/>
                    <a:pt x="254" y="161"/>
                    <a:pt x="264" y="148"/>
                  </a:cubicBezTo>
                  <a:cubicBezTo>
                    <a:pt x="287" y="121"/>
                    <a:pt x="254" y="69"/>
                    <a:pt x="188" y="33"/>
                  </a:cubicBezTo>
                  <a:cubicBezTo>
                    <a:pt x="149" y="11"/>
                    <a:pt x="108" y="0"/>
                    <a:pt x="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6"/>
            <p:cNvSpPr/>
            <p:nvPr/>
          </p:nvSpPr>
          <p:spPr>
            <a:xfrm>
              <a:off x="6648990" y="3108402"/>
              <a:ext cx="9842" cy="5644"/>
            </a:xfrm>
            <a:custGeom>
              <a:avLst/>
              <a:gdLst/>
              <a:ahLst/>
              <a:cxnLst/>
              <a:rect l="l" t="t" r="r" b="b"/>
              <a:pathLst>
                <a:path w="286" h="164" extrusionOk="0">
                  <a:moveTo>
                    <a:pt x="74" y="1"/>
                  </a:moveTo>
                  <a:cubicBezTo>
                    <a:pt x="51" y="1"/>
                    <a:pt x="32" y="6"/>
                    <a:pt x="22" y="18"/>
                  </a:cubicBezTo>
                  <a:cubicBezTo>
                    <a:pt x="1" y="44"/>
                    <a:pt x="36" y="96"/>
                    <a:pt x="101" y="132"/>
                  </a:cubicBezTo>
                  <a:cubicBezTo>
                    <a:pt x="140" y="153"/>
                    <a:pt x="181" y="164"/>
                    <a:pt x="213" y="164"/>
                  </a:cubicBezTo>
                  <a:cubicBezTo>
                    <a:pt x="235" y="164"/>
                    <a:pt x="253" y="158"/>
                    <a:pt x="262" y="147"/>
                  </a:cubicBezTo>
                  <a:cubicBezTo>
                    <a:pt x="286" y="121"/>
                    <a:pt x="251" y="66"/>
                    <a:pt x="185" y="33"/>
                  </a:cubicBezTo>
                  <a:cubicBezTo>
                    <a:pt x="147" y="12"/>
                    <a:pt x="106" y="1"/>
                    <a:pt x="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6"/>
            <p:cNvSpPr/>
            <p:nvPr/>
          </p:nvSpPr>
          <p:spPr>
            <a:xfrm>
              <a:off x="6633883" y="3118897"/>
              <a:ext cx="9842" cy="5712"/>
            </a:xfrm>
            <a:custGeom>
              <a:avLst/>
              <a:gdLst/>
              <a:ahLst/>
              <a:cxnLst/>
              <a:rect l="l" t="t" r="r" b="b"/>
              <a:pathLst>
                <a:path w="286" h="166" extrusionOk="0">
                  <a:moveTo>
                    <a:pt x="75" y="1"/>
                  </a:moveTo>
                  <a:cubicBezTo>
                    <a:pt x="51" y="1"/>
                    <a:pt x="32" y="6"/>
                    <a:pt x="23" y="17"/>
                  </a:cubicBezTo>
                  <a:cubicBezTo>
                    <a:pt x="1" y="45"/>
                    <a:pt x="36" y="96"/>
                    <a:pt x="102" y="133"/>
                  </a:cubicBezTo>
                  <a:cubicBezTo>
                    <a:pt x="140" y="154"/>
                    <a:pt x="180" y="165"/>
                    <a:pt x="211" y="165"/>
                  </a:cubicBezTo>
                  <a:cubicBezTo>
                    <a:pt x="234" y="165"/>
                    <a:pt x="253" y="159"/>
                    <a:pt x="262" y="148"/>
                  </a:cubicBezTo>
                  <a:cubicBezTo>
                    <a:pt x="286" y="120"/>
                    <a:pt x="251" y="67"/>
                    <a:pt x="185" y="32"/>
                  </a:cubicBezTo>
                  <a:cubicBezTo>
                    <a:pt x="147" y="11"/>
                    <a:pt x="107" y="1"/>
                    <a:pt x="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6"/>
            <p:cNvSpPr/>
            <p:nvPr/>
          </p:nvSpPr>
          <p:spPr>
            <a:xfrm>
              <a:off x="6618775" y="3129428"/>
              <a:ext cx="9842" cy="5712"/>
            </a:xfrm>
            <a:custGeom>
              <a:avLst/>
              <a:gdLst/>
              <a:ahLst/>
              <a:cxnLst/>
              <a:rect l="l" t="t" r="r" b="b"/>
              <a:pathLst>
                <a:path w="286" h="166" extrusionOk="0">
                  <a:moveTo>
                    <a:pt x="73" y="0"/>
                  </a:moveTo>
                  <a:cubicBezTo>
                    <a:pt x="51" y="0"/>
                    <a:pt x="32" y="6"/>
                    <a:pt x="23" y="17"/>
                  </a:cubicBezTo>
                  <a:cubicBezTo>
                    <a:pt x="1" y="45"/>
                    <a:pt x="34" y="98"/>
                    <a:pt x="100" y="134"/>
                  </a:cubicBezTo>
                  <a:cubicBezTo>
                    <a:pt x="138" y="155"/>
                    <a:pt x="179" y="166"/>
                    <a:pt x="211" y="166"/>
                  </a:cubicBezTo>
                  <a:cubicBezTo>
                    <a:pt x="234" y="166"/>
                    <a:pt x="253" y="160"/>
                    <a:pt x="263" y="147"/>
                  </a:cubicBezTo>
                  <a:cubicBezTo>
                    <a:pt x="286" y="120"/>
                    <a:pt x="251" y="68"/>
                    <a:pt x="185" y="32"/>
                  </a:cubicBezTo>
                  <a:cubicBezTo>
                    <a:pt x="146" y="11"/>
                    <a:pt x="105" y="0"/>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6"/>
            <p:cNvSpPr/>
            <p:nvPr/>
          </p:nvSpPr>
          <p:spPr>
            <a:xfrm>
              <a:off x="6603634" y="3139992"/>
              <a:ext cx="9911" cy="5678"/>
            </a:xfrm>
            <a:custGeom>
              <a:avLst/>
              <a:gdLst/>
              <a:ahLst/>
              <a:cxnLst/>
              <a:rect l="l" t="t" r="r" b="b"/>
              <a:pathLst>
                <a:path w="288" h="165" extrusionOk="0">
                  <a:moveTo>
                    <a:pt x="74" y="0"/>
                  </a:moveTo>
                  <a:cubicBezTo>
                    <a:pt x="52" y="0"/>
                    <a:pt x="33" y="6"/>
                    <a:pt x="24" y="17"/>
                  </a:cubicBezTo>
                  <a:cubicBezTo>
                    <a:pt x="0" y="45"/>
                    <a:pt x="35" y="96"/>
                    <a:pt x="101" y="133"/>
                  </a:cubicBezTo>
                  <a:cubicBezTo>
                    <a:pt x="140" y="154"/>
                    <a:pt x="181" y="165"/>
                    <a:pt x="213" y="165"/>
                  </a:cubicBezTo>
                  <a:cubicBezTo>
                    <a:pt x="236" y="165"/>
                    <a:pt x="254" y="159"/>
                    <a:pt x="264" y="148"/>
                  </a:cubicBezTo>
                  <a:cubicBezTo>
                    <a:pt x="287" y="120"/>
                    <a:pt x="252" y="67"/>
                    <a:pt x="186" y="32"/>
                  </a:cubicBezTo>
                  <a:cubicBezTo>
                    <a:pt x="148" y="12"/>
                    <a:pt x="106" y="0"/>
                    <a:pt x="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6"/>
            <p:cNvSpPr/>
            <p:nvPr/>
          </p:nvSpPr>
          <p:spPr>
            <a:xfrm>
              <a:off x="6588527" y="3150454"/>
              <a:ext cx="9911" cy="5712"/>
            </a:xfrm>
            <a:custGeom>
              <a:avLst/>
              <a:gdLst/>
              <a:ahLst/>
              <a:cxnLst/>
              <a:rect l="l" t="t" r="r" b="b"/>
              <a:pathLst>
                <a:path w="288" h="166" extrusionOk="0">
                  <a:moveTo>
                    <a:pt x="76" y="0"/>
                  </a:moveTo>
                  <a:cubicBezTo>
                    <a:pt x="53" y="0"/>
                    <a:pt x="34" y="6"/>
                    <a:pt x="25" y="18"/>
                  </a:cubicBezTo>
                  <a:cubicBezTo>
                    <a:pt x="0" y="47"/>
                    <a:pt x="35" y="100"/>
                    <a:pt x="101" y="135"/>
                  </a:cubicBezTo>
                  <a:cubicBezTo>
                    <a:pt x="140" y="155"/>
                    <a:pt x="182" y="165"/>
                    <a:pt x="214" y="165"/>
                  </a:cubicBezTo>
                  <a:cubicBezTo>
                    <a:pt x="236" y="165"/>
                    <a:pt x="254" y="160"/>
                    <a:pt x="264" y="149"/>
                  </a:cubicBezTo>
                  <a:cubicBezTo>
                    <a:pt x="287" y="122"/>
                    <a:pt x="252" y="69"/>
                    <a:pt x="186" y="32"/>
                  </a:cubicBezTo>
                  <a:cubicBezTo>
                    <a:pt x="148" y="11"/>
                    <a:pt x="107" y="0"/>
                    <a:pt x="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6"/>
            <p:cNvSpPr/>
            <p:nvPr/>
          </p:nvSpPr>
          <p:spPr>
            <a:xfrm>
              <a:off x="3653141" y="2474695"/>
              <a:ext cx="3140622" cy="980722"/>
            </a:xfrm>
            <a:custGeom>
              <a:avLst/>
              <a:gdLst/>
              <a:ahLst/>
              <a:cxnLst/>
              <a:rect l="l" t="t" r="r" b="b"/>
              <a:pathLst>
                <a:path w="91264" h="28499" extrusionOk="0">
                  <a:moveTo>
                    <a:pt x="75836" y="0"/>
                  </a:moveTo>
                  <a:lnTo>
                    <a:pt x="75697" y="446"/>
                  </a:lnTo>
                  <a:cubicBezTo>
                    <a:pt x="76304" y="637"/>
                    <a:pt x="76895" y="834"/>
                    <a:pt x="77473" y="1035"/>
                  </a:cubicBezTo>
                  <a:lnTo>
                    <a:pt x="77627" y="594"/>
                  </a:lnTo>
                  <a:cubicBezTo>
                    <a:pt x="77044" y="389"/>
                    <a:pt x="76449" y="192"/>
                    <a:pt x="75836" y="0"/>
                  </a:cubicBezTo>
                  <a:close/>
                  <a:moveTo>
                    <a:pt x="13204" y="738"/>
                  </a:moveTo>
                  <a:cubicBezTo>
                    <a:pt x="12603" y="953"/>
                    <a:pt x="12009" y="1178"/>
                    <a:pt x="11440" y="1406"/>
                  </a:cubicBezTo>
                  <a:lnTo>
                    <a:pt x="11614" y="1839"/>
                  </a:lnTo>
                  <a:cubicBezTo>
                    <a:pt x="12177" y="1612"/>
                    <a:pt x="12765" y="1390"/>
                    <a:pt x="13362" y="1178"/>
                  </a:cubicBezTo>
                  <a:lnTo>
                    <a:pt x="13204" y="738"/>
                  </a:lnTo>
                  <a:close/>
                  <a:moveTo>
                    <a:pt x="79398" y="1247"/>
                  </a:moveTo>
                  <a:lnTo>
                    <a:pt x="79229" y="1683"/>
                  </a:lnTo>
                  <a:cubicBezTo>
                    <a:pt x="79821" y="1915"/>
                    <a:pt x="80401" y="2157"/>
                    <a:pt x="80955" y="2400"/>
                  </a:cubicBezTo>
                  <a:lnTo>
                    <a:pt x="81144" y="1971"/>
                  </a:lnTo>
                  <a:cubicBezTo>
                    <a:pt x="80584" y="1725"/>
                    <a:pt x="79997" y="1481"/>
                    <a:pt x="79398" y="1247"/>
                  </a:cubicBezTo>
                  <a:close/>
                  <a:moveTo>
                    <a:pt x="9703" y="2146"/>
                  </a:moveTo>
                  <a:cubicBezTo>
                    <a:pt x="9115" y="2413"/>
                    <a:pt x="8541" y="2691"/>
                    <a:pt x="8000" y="2970"/>
                  </a:cubicBezTo>
                  <a:lnTo>
                    <a:pt x="8214" y="3386"/>
                  </a:lnTo>
                  <a:cubicBezTo>
                    <a:pt x="8748" y="3109"/>
                    <a:pt x="9315" y="2837"/>
                    <a:pt x="9896" y="2574"/>
                  </a:cubicBezTo>
                  <a:lnTo>
                    <a:pt x="9703" y="2146"/>
                  </a:lnTo>
                  <a:close/>
                  <a:moveTo>
                    <a:pt x="82857" y="2774"/>
                  </a:moveTo>
                  <a:lnTo>
                    <a:pt x="82646" y="3193"/>
                  </a:lnTo>
                  <a:cubicBezTo>
                    <a:pt x="83218" y="3481"/>
                    <a:pt x="83771" y="3776"/>
                    <a:pt x="84289" y="4076"/>
                  </a:cubicBezTo>
                  <a:lnTo>
                    <a:pt x="84525" y="3670"/>
                  </a:lnTo>
                  <a:cubicBezTo>
                    <a:pt x="83998" y="3367"/>
                    <a:pt x="83438" y="3065"/>
                    <a:pt x="82857" y="2774"/>
                  </a:cubicBezTo>
                  <a:close/>
                  <a:moveTo>
                    <a:pt x="6345" y="3890"/>
                  </a:moveTo>
                  <a:cubicBezTo>
                    <a:pt x="5782" y="4227"/>
                    <a:pt x="5248" y="4575"/>
                    <a:pt x="4755" y="4926"/>
                  </a:cubicBezTo>
                  <a:lnTo>
                    <a:pt x="5029" y="5307"/>
                  </a:lnTo>
                  <a:cubicBezTo>
                    <a:pt x="5508" y="4966"/>
                    <a:pt x="6032" y="4623"/>
                    <a:pt x="6587" y="4290"/>
                  </a:cubicBezTo>
                  <a:lnTo>
                    <a:pt x="6345" y="3890"/>
                  </a:lnTo>
                  <a:close/>
                  <a:moveTo>
                    <a:pt x="86128" y="4680"/>
                  </a:moveTo>
                  <a:lnTo>
                    <a:pt x="85865" y="5065"/>
                  </a:lnTo>
                  <a:cubicBezTo>
                    <a:pt x="86398" y="5430"/>
                    <a:pt x="86895" y="5807"/>
                    <a:pt x="87344" y="6183"/>
                  </a:cubicBezTo>
                  <a:lnTo>
                    <a:pt x="87644" y="5825"/>
                  </a:lnTo>
                  <a:cubicBezTo>
                    <a:pt x="87185" y="5438"/>
                    <a:pt x="86676" y="5054"/>
                    <a:pt x="86128" y="4680"/>
                  </a:cubicBezTo>
                  <a:close/>
                  <a:moveTo>
                    <a:pt x="3263" y="6108"/>
                  </a:moveTo>
                  <a:cubicBezTo>
                    <a:pt x="2762" y="6553"/>
                    <a:pt x="2310" y="7010"/>
                    <a:pt x="1923" y="7469"/>
                  </a:cubicBezTo>
                  <a:lnTo>
                    <a:pt x="2280" y="7770"/>
                  </a:lnTo>
                  <a:cubicBezTo>
                    <a:pt x="2654" y="7330"/>
                    <a:pt x="3090" y="6887"/>
                    <a:pt x="3573" y="6458"/>
                  </a:cubicBezTo>
                  <a:lnTo>
                    <a:pt x="3263" y="6108"/>
                  </a:lnTo>
                  <a:close/>
                  <a:moveTo>
                    <a:pt x="89025" y="7143"/>
                  </a:moveTo>
                  <a:lnTo>
                    <a:pt x="88680" y="7457"/>
                  </a:lnTo>
                  <a:cubicBezTo>
                    <a:pt x="89117" y="7936"/>
                    <a:pt x="89491" y="8426"/>
                    <a:pt x="89792" y="8913"/>
                  </a:cubicBezTo>
                  <a:lnTo>
                    <a:pt x="90188" y="8669"/>
                  </a:lnTo>
                  <a:cubicBezTo>
                    <a:pt x="89872" y="8157"/>
                    <a:pt x="89480" y="7643"/>
                    <a:pt x="89025" y="7143"/>
                  </a:cubicBezTo>
                  <a:close/>
                  <a:moveTo>
                    <a:pt x="827" y="9048"/>
                  </a:moveTo>
                  <a:cubicBezTo>
                    <a:pt x="502" y="9640"/>
                    <a:pt x="268" y="10247"/>
                    <a:pt x="129" y="10852"/>
                  </a:cubicBezTo>
                  <a:lnTo>
                    <a:pt x="584" y="10957"/>
                  </a:lnTo>
                  <a:cubicBezTo>
                    <a:pt x="714" y="10394"/>
                    <a:pt x="934" y="9826"/>
                    <a:pt x="1236" y="9272"/>
                  </a:cubicBezTo>
                  <a:lnTo>
                    <a:pt x="827" y="9048"/>
                  </a:lnTo>
                  <a:close/>
                  <a:moveTo>
                    <a:pt x="90995" y="10424"/>
                  </a:moveTo>
                  <a:lnTo>
                    <a:pt x="90547" y="10559"/>
                  </a:lnTo>
                  <a:cubicBezTo>
                    <a:pt x="90712" y="11106"/>
                    <a:pt x="90796" y="11662"/>
                    <a:pt x="90796" y="12212"/>
                  </a:cubicBezTo>
                  <a:lnTo>
                    <a:pt x="90794" y="12337"/>
                  </a:lnTo>
                  <a:lnTo>
                    <a:pt x="91262" y="12347"/>
                  </a:lnTo>
                  <a:lnTo>
                    <a:pt x="91264" y="12212"/>
                  </a:lnTo>
                  <a:cubicBezTo>
                    <a:pt x="91264" y="11615"/>
                    <a:pt x="91175" y="11013"/>
                    <a:pt x="90995" y="10424"/>
                  </a:cubicBezTo>
                  <a:close/>
                  <a:moveTo>
                    <a:pt x="465" y="12743"/>
                  </a:moveTo>
                  <a:lnTo>
                    <a:pt x="0" y="12789"/>
                  </a:lnTo>
                  <a:cubicBezTo>
                    <a:pt x="62" y="13416"/>
                    <a:pt x="222" y="14045"/>
                    <a:pt x="480" y="14661"/>
                  </a:cubicBezTo>
                  <a:lnTo>
                    <a:pt x="912" y="14480"/>
                  </a:lnTo>
                  <a:cubicBezTo>
                    <a:pt x="672" y="13908"/>
                    <a:pt x="522" y="13323"/>
                    <a:pt x="465" y="12743"/>
                  </a:cubicBezTo>
                  <a:close/>
                  <a:moveTo>
                    <a:pt x="90472" y="14097"/>
                  </a:moveTo>
                  <a:cubicBezTo>
                    <a:pt x="90284" y="14638"/>
                    <a:pt x="90011" y="15182"/>
                    <a:pt x="89662" y="15715"/>
                  </a:cubicBezTo>
                  <a:lnTo>
                    <a:pt x="90054" y="15971"/>
                  </a:lnTo>
                  <a:cubicBezTo>
                    <a:pt x="90424" y="15408"/>
                    <a:pt x="90715" y="14828"/>
                    <a:pt x="90914" y="14249"/>
                  </a:cubicBezTo>
                  <a:lnTo>
                    <a:pt x="90472" y="14097"/>
                  </a:lnTo>
                  <a:close/>
                  <a:moveTo>
                    <a:pt x="1811" y="16059"/>
                  </a:moveTo>
                  <a:lnTo>
                    <a:pt x="1432" y="16334"/>
                  </a:lnTo>
                  <a:cubicBezTo>
                    <a:pt x="1785" y="16819"/>
                    <a:pt x="2206" y="17304"/>
                    <a:pt x="2685" y="17778"/>
                  </a:cubicBezTo>
                  <a:lnTo>
                    <a:pt x="3014" y="17446"/>
                  </a:lnTo>
                  <a:cubicBezTo>
                    <a:pt x="2552" y="16989"/>
                    <a:pt x="2148" y="16524"/>
                    <a:pt x="1811" y="16059"/>
                  </a:cubicBezTo>
                  <a:close/>
                  <a:moveTo>
                    <a:pt x="88518" y="17146"/>
                  </a:moveTo>
                  <a:cubicBezTo>
                    <a:pt x="88118" y="17566"/>
                    <a:pt x="87663" y="17987"/>
                    <a:pt x="87160" y="18397"/>
                  </a:cubicBezTo>
                  <a:lnTo>
                    <a:pt x="87457" y="18758"/>
                  </a:lnTo>
                  <a:cubicBezTo>
                    <a:pt x="87973" y="18335"/>
                    <a:pt x="88444" y="17901"/>
                    <a:pt x="88857" y="17468"/>
                  </a:cubicBezTo>
                  <a:lnTo>
                    <a:pt x="88518" y="17146"/>
                  </a:lnTo>
                  <a:close/>
                  <a:moveTo>
                    <a:pt x="4408" y="18657"/>
                  </a:moveTo>
                  <a:lnTo>
                    <a:pt x="4122" y="19027"/>
                  </a:lnTo>
                  <a:cubicBezTo>
                    <a:pt x="4598" y="19399"/>
                    <a:pt x="5121" y="19766"/>
                    <a:pt x="5674" y="20120"/>
                  </a:cubicBezTo>
                  <a:lnTo>
                    <a:pt x="5925" y="19725"/>
                  </a:lnTo>
                  <a:cubicBezTo>
                    <a:pt x="5384" y="19378"/>
                    <a:pt x="4875" y="19020"/>
                    <a:pt x="4408" y="18657"/>
                  </a:cubicBezTo>
                  <a:close/>
                  <a:moveTo>
                    <a:pt x="85668" y="19495"/>
                  </a:moveTo>
                  <a:cubicBezTo>
                    <a:pt x="85175" y="19826"/>
                    <a:pt x="84641" y="20154"/>
                    <a:pt x="84082" y="20470"/>
                  </a:cubicBezTo>
                  <a:lnTo>
                    <a:pt x="84313" y="20876"/>
                  </a:lnTo>
                  <a:cubicBezTo>
                    <a:pt x="84879" y="20555"/>
                    <a:pt x="85423" y="20221"/>
                    <a:pt x="85928" y="19884"/>
                  </a:cubicBezTo>
                  <a:lnTo>
                    <a:pt x="85668" y="19495"/>
                  </a:lnTo>
                  <a:close/>
                  <a:moveTo>
                    <a:pt x="7528" y="20676"/>
                  </a:moveTo>
                  <a:lnTo>
                    <a:pt x="7304" y="21086"/>
                  </a:lnTo>
                  <a:cubicBezTo>
                    <a:pt x="7833" y="21378"/>
                    <a:pt x="8401" y="21668"/>
                    <a:pt x="8988" y="21949"/>
                  </a:cubicBezTo>
                  <a:lnTo>
                    <a:pt x="9190" y="21527"/>
                  </a:lnTo>
                  <a:cubicBezTo>
                    <a:pt x="8610" y="21249"/>
                    <a:pt x="8051" y="20964"/>
                    <a:pt x="7528" y="20676"/>
                  </a:cubicBezTo>
                  <a:close/>
                  <a:moveTo>
                    <a:pt x="82433" y="21340"/>
                  </a:moveTo>
                  <a:cubicBezTo>
                    <a:pt x="81891" y="21608"/>
                    <a:pt x="81321" y="21871"/>
                    <a:pt x="80737" y="22123"/>
                  </a:cubicBezTo>
                  <a:lnTo>
                    <a:pt x="80921" y="22553"/>
                  </a:lnTo>
                  <a:cubicBezTo>
                    <a:pt x="81511" y="22297"/>
                    <a:pt x="82089" y="22029"/>
                    <a:pt x="82639" y="21759"/>
                  </a:cubicBezTo>
                  <a:lnTo>
                    <a:pt x="82433" y="21340"/>
                  </a:lnTo>
                  <a:close/>
                  <a:moveTo>
                    <a:pt x="10893" y="22291"/>
                  </a:moveTo>
                  <a:lnTo>
                    <a:pt x="10713" y="22723"/>
                  </a:lnTo>
                  <a:cubicBezTo>
                    <a:pt x="11280" y="22963"/>
                    <a:pt x="11871" y="23197"/>
                    <a:pt x="12468" y="23422"/>
                  </a:cubicBezTo>
                  <a:lnTo>
                    <a:pt x="12631" y="22983"/>
                  </a:lnTo>
                  <a:cubicBezTo>
                    <a:pt x="12040" y="22759"/>
                    <a:pt x="11454" y="22530"/>
                    <a:pt x="10893" y="22291"/>
                  </a:cubicBezTo>
                  <a:close/>
                  <a:moveTo>
                    <a:pt x="79005" y="22831"/>
                  </a:moveTo>
                  <a:cubicBezTo>
                    <a:pt x="78440" y="23051"/>
                    <a:pt x="77849" y="23266"/>
                    <a:pt x="77248" y="23473"/>
                  </a:cubicBezTo>
                  <a:lnTo>
                    <a:pt x="77400" y="23915"/>
                  </a:lnTo>
                  <a:cubicBezTo>
                    <a:pt x="78006" y="23707"/>
                    <a:pt x="78601" y="23489"/>
                    <a:pt x="79173" y="23269"/>
                  </a:cubicBezTo>
                  <a:lnTo>
                    <a:pt x="79005" y="22831"/>
                  </a:lnTo>
                  <a:close/>
                  <a:moveTo>
                    <a:pt x="14394" y="23612"/>
                  </a:moveTo>
                  <a:lnTo>
                    <a:pt x="14246" y="24054"/>
                  </a:lnTo>
                  <a:cubicBezTo>
                    <a:pt x="14831" y="24252"/>
                    <a:pt x="15431" y="24443"/>
                    <a:pt x="16042" y="24629"/>
                  </a:cubicBezTo>
                  <a:lnTo>
                    <a:pt x="16177" y="24180"/>
                  </a:lnTo>
                  <a:cubicBezTo>
                    <a:pt x="15570" y="23996"/>
                    <a:pt x="14973" y="23805"/>
                    <a:pt x="14394" y="23612"/>
                  </a:cubicBezTo>
                  <a:close/>
                  <a:moveTo>
                    <a:pt x="75469" y="24056"/>
                  </a:moveTo>
                  <a:cubicBezTo>
                    <a:pt x="74882" y="24237"/>
                    <a:pt x="74284" y="24414"/>
                    <a:pt x="73671" y="24585"/>
                  </a:cubicBezTo>
                  <a:lnTo>
                    <a:pt x="73796" y="25034"/>
                  </a:lnTo>
                  <a:cubicBezTo>
                    <a:pt x="74414" y="24863"/>
                    <a:pt x="75015" y="24685"/>
                    <a:pt x="75606" y="24502"/>
                  </a:cubicBezTo>
                  <a:lnTo>
                    <a:pt x="75469" y="24056"/>
                  </a:lnTo>
                  <a:close/>
                  <a:moveTo>
                    <a:pt x="17978" y="24698"/>
                  </a:moveTo>
                  <a:lnTo>
                    <a:pt x="17855" y="25150"/>
                  </a:lnTo>
                  <a:cubicBezTo>
                    <a:pt x="18452" y="25312"/>
                    <a:pt x="19061" y="25470"/>
                    <a:pt x="19681" y="25624"/>
                  </a:cubicBezTo>
                  <a:lnTo>
                    <a:pt x="19792" y="25168"/>
                  </a:lnTo>
                  <a:cubicBezTo>
                    <a:pt x="19175" y="25017"/>
                    <a:pt x="18571" y="24860"/>
                    <a:pt x="17978" y="24698"/>
                  </a:cubicBezTo>
                  <a:close/>
                  <a:moveTo>
                    <a:pt x="71861" y="25067"/>
                  </a:moveTo>
                  <a:cubicBezTo>
                    <a:pt x="71262" y="25217"/>
                    <a:pt x="70655" y="25364"/>
                    <a:pt x="70036" y="25503"/>
                  </a:cubicBezTo>
                  <a:lnTo>
                    <a:pt x="70142" y="25958"/>
                  </a:lnTo>
                  <a:cubicBezTo>
                    <a:pt x="70761" y="25816"/>
                    <a:pt x="71372" y="25671"/>
                    <a:pt x="71975" y="25522"/>
                  </a:cubicBezTo>
                  <a:lnTo>
                    <a:pt x="71861" y="25067"/>
                  </a:lnTo>
                  <a:close/>
                  <a:moveTo>
                    <a:pt x="21617" y="25595"/>
                  </a:moveTo>
                  <a:lnTo>
                    <a:pt x="21517" y="26051"/>
                  </a:lnTo>
                  <a:cubicBezTo>
                    <a:pt x="22121" y="26184"/>
                    <a:pt x="22739" y="26315"/>
                    <a:pt x="23362" y="26439"/>
                  </a:cubicBezTo>
                  <a:lnTo>
                    <a:pt x="23451" y="25980"/>
                  </a:lnTo>
                  <a:cubicBezTo>
                    <a:pt x="22831" y="25855"/>
                    <a:pt x="22219" y="25728"/>
                    <a:pt x="21617" y="25595"/>
                  </a:cubicBezTo>
                  <a:close/>
                  <a:moveTo>
                    <a:pt x="68203" y="25895"/>
                  </a:moveTo>
                  <a:cubicBezTo>
                    <a:pt x="67599" y="26019"/>
                    <a:pt x="66984" y="26138"/>
                    <a:pt x="66363" y="26250"/>
                  </a:cubicBezTo>
                  <a:lnTo>
                    <a:pt x="66448" y="26711"/>
                  </a:lnTo>
                  <a:cubicBezTo>
                    <a:pt x="67072" y="26598"/>
                    <a:pt x="67688" y="26477"/>
                    <a:pt x="68295" y="26353"/>
                  </a:cubicBezTo>
                  <a:lnTo>
                    <a:pt x="68203" y="25895"/>
                  </a:lnTo>
                  <a:close/>
                  <a:moveTo>
                    <a:pt x="25295" y="26328"/>
                  </a:moveTo>
                  <a:lnTo>
                    <a:pt x="25213" y="26789"/>
                  </a:lnTo>
                  <a:cubicBezTo>
                    <a:pt x="25826" y="26898"/>
                    <a:pt x="26443" y="27001"/>
                    <a:pt x="27071" y="27102"/>
                  </a:cubicBezTo>
                  <a:lnTo>
                    <a:pt x="27144" y="26638"/>
                  </a:lnTo>
                  <a:cubicBezTo>
                    <a:pt x="26521" y="26540"/>
                    <a:pt x="25903" y="26436"/>
                    <a:pt x="25295" y="26328"/>
                  </a:cubicBezTo>
                  <a:close/>
                  <a:moveTo>
                    <a:pt x="64516" y="26572"/>
                  </a:moveTo>
                  <a:cubicBezTo>
                    <a:pt x="63905" y="26672"/>
                    <a:pt x="63287" y="26767"/>
                    <a:pt x="62661" y="26856"/>
                  </a:cubicBezTo>
                  <a:lnTo>
                    <a:pt x="62727" y="27318"/>
                  </a:lnTo>
                  <a:cubicBezTo>
                    <a:pt x="63356" y="27228"/>
                    <a:pt x="63976" y="27132"/>
                    <a:pt x="64591" y="27033"/>
                  </a:cubicBezTo>
                  <a:lnTo>
                    <a:pt x="64516" y="26572"/>
                  </a:lnTo>
                  <a:close/>
                  <a:moveTo>
                    <a:pt x="29001" y="26914"/>
                  </a:moveTo>
                  <a:lnTo>
                    <a:pt x="28936" y="27377"/>
                  </a:lnTo>
                  <a:cubicBezTo>
                    <a:pt x="29552" y="27463"/>
                    <a:pt x="30174" y="27545"/>
                    <a:pt x="30803" y="27623"/>
                  </a:cubicBezTo>
                  <a:lnTo>
                    <a:pt x="30860" y="27157"/>
                  </a:lnTo>
                  <a:cubicBezTo>
                    <a:pt x="30234" y="27081"/>
                    <a:pt x="29612" y="27001"/>
                    <a:pt x="29001" y="26914"/>
                  </a:cubicBezTo>
                  <a:close/>
                  <a:moveTo>
                    <a:pt x="60803" y="27105"/>
                  </a:moveTo>
                  <a:cubicBezTo>
                    <a:pt x="60189" y="27184"/>
                    <a:pt x="59567" y="27257"/>
                    <a:pt x="58939" y="27324"/>
                  </a:cubicBezTo>
                  <a:lnTo>
                    <a:pt x="58990" y="27789"/>
                  </a:lnTo>
                  <a:cubicBezTo>
                    <a:pt x="59619" y="27721"/>
                    <a:pt x="60244" y="27646"/>
                    <a:pt x="60862" y="27570"/>
                  </a:cubicBezTo>
                  <a:lnTo>
                    <a:pt x="60803" y="27105"/>
                  </a:lnTo>
                  <a:close/>
                  <a:moveTo>
                    <a:pt x="32724" y="27369"/>
                  </a:moveTo>
                  <a:lnTo>
                    <a:pt x="32674" y="27835"/>
                  </a:lnTo>
                  <a:cubicBezTo>
                    <a:pt x="33293" y="27901"/>
                    <a:pt x="33918" y="27960"/>
                    <a:pt x="34549" y="28018"/>
                  </a:cubicBezTo>
                  <a:lnTo>
                    <a:pt x="34591" y="27551"/>
                  </a:lnTo>
                  <a:cubicBezTo>
                    <a:pt x="33963" y="27494"/>
                    <a:pt x="33340" y="27435"/>
                    <a:pt x="32724" y="27369"/>
                  </a:cubicBezTo>
                  <a:close/>
                  <a:moveTo>
                    <a:pt x="57072" y="27513"/>
                  </a:moveTo>
                  <a:cubicBezTo>
                    <a:pt x="56453" y="27570"/>
                    <a:pt x="55830" y="27623"/>
                    <a:pt x="55202" y="27669"/>
                  </a:cubicBezTo>
                  <a:lnTo>
                    <a:pt x="55239" y="28136"/>
                  </a:lnTo>
                  <a:cubicBezTo>
                    <a:pt x="55871" y="28089"/>
                    <a:pt x="56496" y="28035"/>
                    <a:pt x="57116" y="27980"/>
                  </a:cubicBezTo>
                  <a:lnTo>
                    <a:pt x="57072" y="27513"/>
                  </a:lnTo>
                  <a:close/>
                  <a:moveTo>
                    <a:pt x="36459" y="27702"/>
                  </a:moveTo>
                  <a:lnTo>
                    <a:pt x="36427" y="28167"/>
                  </a:lnTo>
                  <a:cubicBezTo>
                    <a:pt x="37049" y="28214"/>
                    <a:pt x="37674" y="28253"/>
                    <a:pt x="38304" y="28290"/>
                  </a:cubicBezTo>
                  <a:lnTo>
                    <a:pt x="38332" y="27823"/>
                  </a:lnTo>
                  <a:cubicBezTo>
                    <a:pt x="37703" y="27786"/>
                    <a:pt x="37080" y="27747"/>
                    <a:pt x="36459" y="27702"/>
                  </a:cubicBezTo>
                  <a:close/>
                  <a:moveTo>
                    <a:pt x="53331" y="27798"/>
                  </a:moveTo>
                  <a:cubicBezTo>
                    <a:pt x="52711" y="27836"/>
                    <a:pt x="52088" y="27870"/>
                    <a:pt x="51459" y="27899"/>
                  </a:cubicBezTo>
                  <a:lnTo>
                    <a:pt x="51480" y="28364"/>
                  </a:lnTo>
                  <a:cubicBezTo>
                    <a:pt x="52111" y="28335"/>
                    <a:pt x="52739" y="28303"/>
                    <a:pt x="53361" y="28265"/>
                  </a:cubicBezTo>
                  <a:lnTo>
                    <a:pt x="53331" y="27798"/>
                  </a:lnTo>
                  <a:close/>
                  <a:moveTo>
                    <a:pt x="40208" y="27917"/>
                  </a:moveTo>
                  <a:lnTo>
                    <a:pt x="40187" y="28385"/>
                  </a:lnTo>
                  <a:cubicBezTo>
                    <a:pt x="40810" y="28413"/>
                    <a:pt x="41438" y="28433"/>
                    <a:pt x="42069" y="28451"/>
                  </a:cubicBezTo>
                  <a:lnTo>
                    <a:pt x="42082" y="27982"/>
                  </a:lnTo>
                  <a:cubicBezTo>
                    <a:pt x="41453" y="27965"/>
                    <a:pt x="40829" y="27943"/>
                    <a:pt x="40208" y="27917"/>
                  </a:cubicBezTo>
                  <a:close/>
                  <a:moveTo>
                    <a:pt x="49586" y="27969"/>
                  </a:moveTo>
                  <a:cubicBezTo>
                    <a:pt x="48964" y="27990"/>
                    <a:pt x="48338" y="28004"/>
                    <a:pt x="47709" y="28013"/>
                  </a:cubicBezTo>
                  <a:lnTo>
                    <a:pt x="47716" y="28481"/>
                  </a:lnTo>
                  <a:cubicBezTo>
                    <a:pt x="48347" y="28471"/>
                    <a:pt x="48974" y="28456"/>
                    <a:pt x="49600" y="28437"/>
                  </a:cubicBezTo>
                  <a:lnTo>
                    <a:pt x="49586" y="27969"/>
                  </a:lnTo>
                  <a:close/>
                  <a:moveTo>
                    <a:pt x="43957" y="28019"/>
                  </a:moveTo>
                  <a:lnTo>
                    <a:pt x="43950" y="28487"/>
                  </a:lnTo>
                  <a:cubicBezTo>
                    <a:pt x="44505" y="28495"/>
                    <a:pt x="45061" y="28499"/>
                    <a:pt x="45618" y="28499"/>
                  </a:cubicBezTo>
                  <a:lnTo>
                    <a:pt x="45835" y="28499"/>
                  </a:lnTo>
                  <a:lnTo>
                    <a:pt x="45835" y="28031"/>
                  </a:lnTo>
                  <a:lnTo>
                    <a:pt x="45620" y="28031"/>
                  </a:lnTo>
                  <a:cubicBezTo>
                    <a:pt x="45064" y="28031"/>
                    <a:pt x="44511" y="28026"/>
                    <a:pt x="43957" y="2801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 name="Google Shape;526;p36"/>
          <p:cNvGrpSpPr/>
          <p:nvPr/>
        </p:nvGrpSpPr>
        <p:grpSpPr>
          <a:xfrm>
            <a:off x="2971053" y="861975"/>
            <a:ext cx="627648" cy="1486890"/>
            <a:chOff x="1413814" y="203347"/>
            <a:chExt cx="860735" cy="2039070"/>
          </a:xfrm>
        </p:grpSpPr>
        <p:sp>
          <p:nvSpPr>
            <p:cNvPr id="527" name="Google Shape;527;p36"/>
            <p:cNvSpPr/>
            <p:nvPr/>
          </p:nvSpPr>
          <p:spPr>
            <a:xfrm>
              <a:off x="1413814" y="1885956"/>
              <a:ext cx="675900" cy="356461"/>
            </a:xfrm>
            <a:custGeom>
              <a:avLst/>
              <a:gdLst/>
              <a:ahLst/>
              <a:cxnLst/>
              <a:rect l="l" t="t" r="r" b="b"/>
              <a:pathLst>
                <a:path w="22054" h="11631" extrusionOk="0">
                  <a:moveTo>
                    <a:pt x="10994" y="1"/>
                  </a:moveTo>
                  <a:cubicBezTo>
                    <a:pt x="8425" y="1"/>
                    <a:pt x="5859" y="569"/>
                    <a:pt x="3907" y="1705"/>
                  </a:cubicBezTo>
                  <a:cubicBezTo>
                    <a:pt x="1" y="3976"/>
                    <a:pt x="22" y="7656"/>
                    <a:pt x="3954" y="9927"/>
                  </a:cubicBezTo>
                  <a:cubicBezTo>
                    <a:pt x="5921" y="11063"/>
                    <a:pt x="8493" y="11630"/>
                    <a:pt x="11061" y="11630"/>
                  </a:cubicBezTo>
                  <a:cubicBezTo>
                    <a:pt x="13630" y="11630"/>
                    <a:pt x="16195" y="11063"/>
                    <a:pt x="18149" y="9927"/>
                  </a:cubicBezTo>
                  <a:cubicBezTo>
                    <a:pt x="22053" y="7656"/>
                    <a:pt x="22033" y="3975"/>
                    <a:pt x="18103" y="1705"/>
                  </a:cubicBezTo>
                  <a:cubicBezTo>
                    <a:pt x="16136" y="569"/>
                    <a:pt x="13563" y="1"/>
                    <a:pt x="10994"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6"/>
            <p:cNvSpPr/>
            <p:nvPr/>
          </p:nvSpPr>
          <p:spPr>
            <a:xfrm>
              <a:off x="1543055" y="1106192"/>
              <a:ext cx="401084" cy="928864"/>
            </a:xfrm>
            <a:custGeom>
              <a:avLst/>
              <a:gdLst/>
              <a:ahLst/>
              <a:cxnLst/>
              <a:rect l="l" t="t" r="r" b="b"/>
              <a:pathLst>
                <a:path w="13087" h="30308" extrusionOk="0">
                  <a:moveTo>
                    <a:pt x="12840" y="1"/>
                  </a:moveTo>
                  <a:cubicBezTo>
                    <a:pt x="10713" y="2217"/>
                    <a:pt x="7762" y="2664"/>
                    <a:pt x="7763" y="2666"/>
                  </a:cubicBezTo>
                  <a:cubicBezTo>
                    <a:pt x="6846" y="5295"/>
                    <a:pt x="6172" y="12301"/>
                    <a:pt x="6172" y="12301"/>
                  </a:cubicBezTo>
                  <a:cubicBezTo>
                    <a:pt x="3992" y="14428"/>
                    <a:pt x="3900" y="18655"/>
                    <a:pt x="2926" y="20702"/>
                  </a:cubicBezTo>
                  <a:cubicBezTo>
                    <a:pt x="1666" y="23350"/>
                    <a:pt x="1073" y="23661"/>
                    <a:pt x="1073" y="23661"/>
                  </a:cubicBezTo>
                  <a:cubicBezTo>
                    <a:pt x="1" y="27826"/>
                    <a:pt x="2186" y="30202"/>
                    <a:pt x="2706" y="30305"/>
                  </a:cubicBezTo>
                  <a:cubicBezTo>
                    <a:pt x="2717" y="30307"/>
                    <a:pt x="2727" y="30308"/>
                    <a:pt x="2737" y="30308"/>
                  </a:cubicBezTo>
                  <a:cubicBezTo>
                    <a:pt x="3205" y="30308"/>
                    <a:pt x="2682" y="27989"/>
                    <a:pt x="3024" y="26022"/>
                  </a:cubicBezTo>
                  <a:cubicBezTo>
                    <a:pt x="3371" y="24012"/>
                    <a:pt x="7323" y="17326"/>
                    <a:pt x="9255" y="15076"/>
                  </a:cubicBezTo>
                  <a:cubicBezTo>
                    <a:pt x="13086" y="10614"/>
                    <a:pt x="12840" y="1"/>
                    <a:pt x="12840" y="1"/>
                  </a:cubicBezTo>
                  <a:close/>
                </a:path>
              </a:pathLst>
            </a:custGeom>
            <a:solidFill>
              <a:srgbClr val="DDB1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6"/>
            <p:cNvSpPr/>
            <p:nvPr/>
          </p:nvSpPr>
          <p:spPr>
            <a:xfrm>
              <a:off x="1559175" y="1145053"/>
              <a:ext cx="497807" cy="965335"/>
            </a:xfrm>
            <a:custGeom>
              <a:avLst/>
              <a:gdLst/>
              <a:ahLst/>
              <a:cxnLst/>
              <a:rect l="l" t="t" r="r" b="b"/>
              <a:pathLst>
                <a:path w="16243" h="31498" extrusionOk="0">
                  <a:moveTo>
                    <a:pt x="2593" y="1"/>
                  </a:moveTo>
                  <a:cubicBezTo>
                    <a:pt x="2593" y="1"/>
                    <a:pt x="2593" y="1"/>
                    <a:pt x="2593" y="1"/>
                  </a:cubicBezTo>
                  <a:lnTo>
                    <a:pt x="2593" y="1"/>
                  </a:lnTo>
                  <a:cubicBezTo>
                    <a:pt x="2593" y="1"/>
                    <a:pt x="2593" y="1"/>
                    <a:pt x="2593" y="1"/>
                  </a:cubicBezTo>
                  <a:close/>
                  <a:moveTo>
                    <a:pt x="2593" y="1"/>
                  </a:moveTo>
                  <a:cubicBezTo>
                    <a:pt x="1" y="6678"/>
                    <a:pt x="8294" y="14775"/>
                    <a:pt x="8294" y="14775"/>
                  </a:cubicBezTo>
                  <a:cubicBezTo>
                    <a:pt x="7926" y="17892"/>
                    <a:pt x="9144" y="20364"/>
                    <a:pt x="10217" y="22744"/>
                  </a:cubicBezTo>
                  <a:cubicBezTo>
                    <a:pt x="11245" y="25022"/>
                    <a:pt x="11762" y="27462"/>
                    <a:pt x="11762" y="27462"/>
                  </a:cubicBezTo>
                  <a:cubicBezTo>
                    <a:pt x="11745" y="30450"/>
                    <a:pt x="14613" y="31498"/>
                    <a:pt x="15667" y="31498"/>
                  </a:cubicBezTo>
                  <a:cubicBezTo>
                    <a:pt x="15837" y="31498"/>
                    <a:pt x="15960" y="31470"/>
                    <a:pt x="16016" y="31420"/>
                  </a:cubicBezTo>
                  <a:cubicBezTo>
                    <a:pt x="16243" y="31216"/>
                    <a:pt x="16084" y="30835"/>
                    <a:pt x="15533" y="30223"/>
                  </a:cubicBezTo>
                  <a:cubicBezTo>
                    <a:pt x="14933" y="29557"/>
                    <a:pt x="14138" y="27396"/>
                    <a:pt x="13823" y="26104"/>
                  </a:cubicBezTo>
                  <a:cubicBezTo>
                    <a:pt x="13305" y="23989"/>
                    <a:pt x="12299" y="17664"/>
                    <a:pt x="12094" y="14631"/>
                  </a:cubicBezTo>
                  <a:cubicBezTo>
                    <a:pt x="11888" y="11596"/>
                    <a:pt x="6950" y="1401"/>
                    <a:pt x="6950" y="1401"/>
                  </a:cubicBezTo>
                  <a:cubicBezTo>
                    <a:pt x="6672" y="1464"/>
                    <a:pt x="6398" y="1492"/>
                    <a:pt x="6131" y="1492"/>
                  </a:cubicBezTo>
                  <a:cubicBezTo>
                    <a:pt x="4175" y="1492"/>
                    <a:pt x="2594" y="3"/>
                    <a:pt x="2593" y="1"/>
                  </a:cubicBezTo>
                  <a:close/>
                </a:path>
              </a:pathLst>
            </a:custGeom>
            <a:solidFill>
              <a:srgbClr val="FCD2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6"/>
            <p:cNvSpPr/>
            <p:nvPr/>
          </p:nvSpPr>
          <p:spPr>
            <a:xfrm>
              <a:off x="1898811" y="1974987"/>
              <a:ext cx="178185" cy="178368"/>
            </a:xfrm>
            <a:custGeom>
              <a:avLst/>
              <a:gdLst/>
              <a:ahLst/>
              <a:cxnLst/>
              <a:rect l="l" t="t" r="r" b="b"/>
              <a:pathLst>
                <a:path w="5814" h="5820" extrusionOk="0">
                  <a:moveTo>
                    <a:pt x="590" y="1"/>
                  </a:moveTo>
                  <a:cubicBezTo>
                    <a:pt x="590" y="1"/>
                    <a:pt x="1" y="1269"/>
                    <a:pt x="525" y="2124"/>
                  </a:cubicBezTo>
                  <a:cubicBezTo>
                    <a:pt x="1050" y="2981"/>
                    <a:pt x="1485" y="3165"/>
                    <a:pt x="1856" y="3957"/>
                  </a:cubicBezTo>
                  <a:cubicBezTo>
                    <a:pt x="2228" y="4748"/>
                    <a:pt x="2243" y="5271"/>
                    <a:pt x="3491" y="5579"/>
                  </a:cubicBezTo>
                  <a:cubicBezTo>
                    <a:pt x="4041" y="5715"/>
                    <a:pt x="4581" y="5819"/>
                    <a:pt x="4989" y="5819"/>
                  </a:cubicBezTo>
                  <a:cubicBezTo>
                    <a:pt x="5507" y="5819"/>
                    <a:pt x="5814" y="5651"/>
                    <a:pt x="5659" y="5166"/>
                  </a:cubicBezTo>
                  <a:cubicBezTo>
                    <a:pt x="5381" y="4301"/>
                    <a:pt x="4534" y="3172"/>
                    <a:pt x="4534" y="3172"/>
                  </a:cubicBezTo>
                  <a:cubicBezTo>
                    <a:pt x="4534" y="3172"/>
                    <a:pt x="4522" y="4063"/>
                    <a:pt x="3719" y="4063"/>
                  </a:cubicBezTo>
                  <a:cubicBezTo>
                    <a:pt x="3524" y="4063"/>
                    <a:pt x="3283" y="4010"/>
                    <a:pt x="2984" y="3880"/>
                  </a:cubicBezTo>
                  <a:cubicBezTo>
                    <a:pt x="1938" y="3423"/>
                    <a:pt x="935" y="1242"/>
                    <a:pt x="59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6"/>
            <p:cNvSpPr/>
            <p:nvPr/>
          </p:nvSpPr>
          <p:spPr>
            <a:xfrm>
              <a:off x="1913062" y="2036527"/>
              <a:ext cx="27276" cy="81124"/>
            </a:xfrm>
            <a:custGeom>
              <a:avLst/>
              <a:gdLst/>
              <a:ahLst/>
              <a:cxnLst/>
              <a:rect l="l" t="t" r="r" b="b"/>
              <a:pathLst>
                <a:path w="890" h="2647" extrusionOk="0">
                  <a:moveTo>
                    <a:pt x="1" y="0"/>
                  </a:moveTo>
                  <a:cubicBezTo>
                    <a:pt x="1" y="0"/>
                    <a:pt x="0" y="0"/>
                    <a:pt x="0" y="0"/>
                  </a:cubicBezTo>
                  <a:cubicBezTo>
                    <a:pt x="0" y="0"/>
                    <a:pt x="401" y="1604"/>
                    <a:pt x="418" y="2309"/>
                  </a:cubicBezTo>
                  <a:lnTo>
                    <a:pt x="890" y="2647"/>
                  </a:lnTo>
                  <a:cubicBezTo>
                    <a:pt x="890" y="2647"/>
                    <a:pt x="692" y="1092"/>
                    <a:pt x="754" y="917"/>
                  </a:cubicBezTo>
                  <a:cubicBezTo>
                    <a:pt x="754" y="917"/>
                    <a:pt x="73" y="0"/>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6"/>
            <p:cNvSpPr/>
            <p:nvPr/>
          </p:nvSpPr>
          <p:spPr>
            <a:xfrm>
              <a:off x="1933167" y="2060677"/>
              <a:ext cx="16396" cy="57066"/>
            </a:xfrm>
            <a:custGeom>
              <a:avLst/>
              <a:gdLst/>
              <a:ahLst/>
              <a:cxnLst/>
              <a:rect l="l" t="t" r="r" b="b"/>
              <a:pathLst>
                <a:path w="535" h="1862" extrusionOk="0">
                  <a:moveTo>
                    <a:pt x="0" y="0"/>
                  </a:moveTo>
                  <a:lnTo>
                    <a:pt x="204" y="1862"/>
                  </a:lnTo>
                  <a:lnTo>
                    <a:pt x="535" y="1585"/>
                  </a:lnTo>
                  <a:lnTo>
                    <a:pt x="452" y="652"/>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6"/>
            <p:cNvSpPr/>
            <p:nvPr/>
          </p:nvSpPr>
          <p:spPr>
            <a:xfrm>
              <a:off x="1543545" y="1831281"/>
              <a:ext cx="109779" cy="227588"/>
            </a:xfrm>
            <a:custGeom>
              <a:avLst/>
              <a:gdLst/>
              <a:ahLst/>
              <a:cxnLst/>
              <a:rect l="l" t="t" r="r" b="b"/>
              <a:pathLst>
                <a:path w="3582" h="7426" extrusionOk="0">
                  <a:moveTo>
                    <a:pt x="1055" y="0"/>
                  </a:moveTo>
                  <a:cubicBezTo>
                    <a:pt x="1055" y="0"/>
                    <a:pt x="1" y="867"/>
                    <a:pt x="118" y="1879"/>
                  </a:cubicBezTo>
                  <a:cubicBezTo>
                    <a:pt x="237" y="2893"/>
                    <a:pt x="548" y="3260"/>
                    <a:pt x="555" y="4145"/>
                  </a:cubicBezTo>
                  <a:cubicBezTo>
                    <a:pt x="562" y="5028"/>
                    <a:pt x="360" y="5507"/>
                    <a:pt x="1355" y="6362"/>
                  </a:cubicBezTo>
                  <a:cubicBezTo>
                    <a:pt x="2014" y="6932"/>
                    <a:pt x="2685" y="7426"/>
                    <a:pt x="3093" y="7426"/>
                  </a:cubicBezTo>
                  <a:cubicBezTo>
                    <a:pt x="3298" y="7426"/>
                    <a:pt x="3437" y="7301"/>
                    <a:pt x="3474" y="6997"/>
                  </a:cubicBezTo>
                  <a:cubicBezTo>
                    <a:pt x="3582" y="6090"/>
                    <a:pt x="2932" y="4462"/>
                    <a:pt x="2932" y="4462"/>
                  </a:cubicBezTo>
                  <a:cubicBezTo>
                    <a:pt x="2932" y="4462"/>
                    <a:pt x="2822" y="5148"/>
                    <a:pt x="2395" y="5148"/>
                  </a:cubicBezTo>
                  <a:cubicBezTo>
                    <a:pt x="2201" y="5148"/>
                    <a:pt x="1943" y="5008"/>
                    <a:pt x="1600" y="4600"/>
                  </a:cubicBezTo>
                  <a:cubicBezTo>
                    <a:pt x="849" y="3704"/>
                    <a:pt x="850" y="1277"/>
                    <a:pt x="105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6"/>
            <p:cNvSpPr/>
            <p:nvPr/>
          </p:nvSpPr>
          <p:spPr>
            <a:xfrm>
              <a:off x="1529141" y="1884853"/>
              <a:ext cx="26970" cy="85568"/>
            </a:xfrm>
            <a:custGeom>
              <a:avLst/>
              <a:gdLst/>
              <a:ahLst/>
              <a:cxnLst/>
              <a:rect l="l" t="t" r="r" b="b"/>
              <a:pathLst>
                <a:path w="880" h="2792" extrusionOk="0">
                  <a:moveTo>
                    <a:pt x="581" y="0"/>
                  </a:moveTo>
                  <a:cubicBezTo>
                    <a:pt x="581" y="0"/>
                    <a:pt x="276" y="1628"/>
                    <a:pt x="1" y="2270"/>
                  </a:cubicBezTo>
                  <a:lnTo>
                    <a:pt x="284" y="2791"/>
                  </a:lnTo>
                  <a:cubicBezTo>
                    <a:pt x="284" y="2791"/>
                    <a:pt x="752" y="1303"/>
                    <a:pt x="879" y="1174"/>
                  </a:cubicBezTo>
                  <a:cubicBezTo>
                    <a:pt x="879" y="1174"/>
                    <a:pt x="646" y="27"/>
                    <a:pt x="58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6"/>
            <p:cNvSpPr/>
            <p:nvPr/>
          </p:nvSpPr>
          <p:spPr>
            <a:xfrm>
              <a:off x="1536956" y="1915929"/>
              <a:ext cx="22250" cy="54123"/>
            </a:xfrm>
            <a:custGeom>
              <a:avLst/>
              <a:gdLst/>
              <a:ahLst/>
              <a:cxnLst/>
              <a:rect l="l" t="t" r="r" b="b"/>
              <a:pathLst>
                <a:path w="726" h="1766" extrusionOk="0">
                  <a:moveTo>
                    <a:pt x="591" y="1"/>
                  </a:moveTo>
                  <a:lnTo>
                    <a:pt x="1" y="1766"/>
                  </a:lnTo>
                  <a:lnTo>
                    <a:pt x="412" y="1670"/>
                  </a:lnTo>
                  <a:lnTo>
                    <a:pt x="726" y="796"/>
                  </a:lnTo>
                  <a:lnTo>
                    <a:pt x="5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6"/>
            <p:cNvSpPr/>
            <p:nvPr/>
          </p:nvSpPr>
          <p:spPr>
            <a:xfrm>
              <a:off x="1598619" y="1009591"/>
              <a:ext cx="383676" cy="829383"/>
            </a:xfrm>
            <a:custGeom>
              <a:avLst/>
              <a:gdLst/>
              <a:ahLst/>
              <a:cxnLst/>
              <a:rect l="l" t="t" r="r" b="b"/>
              <a:pathLst>
                <a:path w="12519" h="27062" extrusionOk="0">
                  <a:moveTo>
                    <a:pt x="10906" y="0"/>
                  </a:moveTo>
                  <a:cubicBezTo>
                    <a:pt x="9280" y="1511"/>
                    <a:pt x="7102" y="1769"/>
                    <a:pt x="5803" y="1769"/>
                  </a:cubicBezTo>
                  <a:cubicBezTo>
                    <a:pt x="5128" y="1769"/>
                    <a:pt x="4690" y="1700"/>
                    <a:pt x="4690" y="1700"/>
                  </a:cubicBezTo>
                  <a:lnTo>
                    <a:pt x="4690" y="1700"/>
                  </a:lnTo>
                  <a:cubicBezTo>
                    <a:pt x="4690" y="1700"/>
                    <a:pt x="6573" y="12956"/>
                    <a:pt x="6106" y="13406"/>
                  </a:cubicBezTo>
                  <a:cubicBezTo>
                    <a:pt x="5635" y="13855"/>
                    <a:pt x="3113" y="15599"/>
                    <a:pt x="2240" y="18717"/>
                  </a:cubicBezTo>
                  <a:cubicBezTo>
                    <a:pt x="1346" y="21912"/>
                    <a:pt x="1" y="24927"/>
                    <a:pt x="1" y="24927"/>
                  </a:cubicBezTo>
                  <a:cubicBezTo>
                    <a:pt x="194" y="26471"/>
                    <a:pt x="2319" y="27062"/>
                    <a:pt x="2319" y="27062"/>
                  </a:cubicBezTo>
                  <a:cubicBezTo>
                    <a:pt x="2978" y="25662"/>
                    <a:pt x="7834" y="18222"/>
                    <a:pt x="10368" y="13406"/>
                  </a:cubicBezTo>
                  <a:cubicBezTo>
                    <a:pt x="12518" y="9314"/>
                    <a:pt x="10906" y="1"/>
                    <a:pt x="1090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6"/>
            <p:cNvSpPr/>
            <p:nvPr/>
          </p:nvSpPr>
          <p:spPr>
            <a:xfrm>
              <a:off x="1564355" y="1009529"/>
              <a:ext cx="412270" cy="902477"/>
            </a:xfrm>
            <a:custGeom>
              <a:avLst/>
              <a:gdLst/>
              <a:ahLst/>
              <a:cxnLst/>
              <a:rect l="l" t="t" r="r" b="b"/>
              <a:pathLst>
                <a:path w="13452" h="29447" extrusionOk="0">
                  <a:moveTo>
                    <a:pt x="12024" y="1"/>
                  </a:moveTo>
                  <a:cubicBezTo>
                    <a:pt x="10791" y="1157"/>
                    <a:pt x="8610" y="1524"/>
                    <a:pt x="7516" y="1639"/>
                  </a:cubicBezTo>
                  <a:cubicBezTo>
                    <a:pt x="7409" y="1649"/>
                    <a:pt x="7142" y="1671"/>
                    <a:pt x="6772" y="1671"/>
                  </a:cubicBezTo>
                  <a:cubicBezTo>
                    <a:pt x="5801" y="1671"/>
                    <a:pt x="4118" y="1523"/>
                    <a:pt x="2746" y="649"/>
                  </a:cubicBezTo>
                  <a:cubicBezTo>
                    <a:pt x="2746" y="649"/>
                    <a:pt x="1" y="5648"/>
                    <a:pt x="1922" y="10033"/>
                  </a:cubicBezTo>
                  <a:cubicBezTo>
                    <a:pt x="3844" y="14417"/>
                    <a:pt x="7814" y="19166"/>
                    <a:pt x="7814" y="19166"/>
                  </a:cubicBezTo>
                  <a:cubicBezTo>
                    <a:pt x="7814" y="19166"/>
                    <a:pt x="7181" y="21229"/>
                    <a:pt x="8782" y="24174"/>
                  </a:cubicBezTo>
                  <a:lnTo>
                    <a:pt x="10526" y="29435"/>
                  </a:lnTo>
                  <a:cubicBezTo>
                    <a:pt x="10526" y="29435"/>
                    <a:pt x="10629" y="29446"/>
                    <a:pt x="10800" y="29446"/>
                  </a:cubicBezTo>
                  <a:cubicBezTo>
                    <a:pt x="11363" y="29446"/>
                    <a:pt x="12659" y="29326"/>
                    <a:pt x="13451" y="28296"/>
                  </a:cubicBezTo>
                  <a:cubicBezTo>
                    <a:pt x="13451" y="28295"/>
                    <a:pt x="12436" y="18081"/>
                    <a:pt x="11222" y="15128"/>
                  </a:cubicBezTo>
                  <a:cubicBezTo>
                    <a:pt x="10626" y="13679"/>
                    <a:pt x="9042" y="10465"/>
                    <a:pt x="8264" y="7541"/>
                  </a:cubicBezTo>
                  <a:cubicBezTo>
                    <a:pt x="8004" y="6558"/>
                    <a:pt x="7840" y="5592"/>
                    <a:pt x="7736" y="4734"/>
                  </a:cubicBezTo>
                  <a:cubicBezTo>
                    <a:pt x="9236" y="2747"/>
                    <a:pt x="12024" y="2"/>
                    <a:pt x="120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6"/>
            <p:cNvSpPr/>
            <p:nvPr/>
          </p:nvSpPr>
          <p:spPr>
            <a:xfrm>
              <a:off x="1564293" y="1009591"/>
              <a:ext cx="368597" cy="902416"/>
            </a:xfrm>
            <a:custGeom>
              <a:avLst/>
              <a:gdLst/>
              <a:ahLst/>
              <a:cxnLst/>
              <a:rect l="l" t="t" r="r" b="b"/>
              <a:pathLst>
                <a:path w="12027" h="29445" extrusionOk="0">
                  <a:moveTo>
                    <a:pt x="12026" y="0"/>
                  </a:moveTo>
                  <a:cubicBezTo>
                    <a:pt x="10793" y="1157"/>
                    <a:pt x="8612" y="1525"/>
                    <a:pt x="7518" y="1640"/>
                  </a:cubicBezTo>
                  <a:cubicBezTo>
                    <a:pt x="7412" y="1649"/>
                    <a:pt x="7149" y="1670"/>
                    <a:pt x="6784" y="1670"/>
                  </a:cubicBezTo>
                  <a:cubicBezTo>
                    <a:pt x="5814" y="1670"/>
                    <a:pt x="4124" y="1525"/>
                    <a:pt x="2747" y="647"/>
                  </a:cubicBezTo>
                  <a:cubicBezTo>
                    <a:pt x="2747" y="647"/>
                    <a:pt x="0" y="5646"/>
                    <a:pt x="1923" y="10031"/>
                  </a:cubicBezTo>
                  <a:cubicBezTo>
                    <a:pt x="3845" y="14415"/>
                    <a:pt x="7815" y="19164"/>
                    <a:pt x="7815" y="19164"/>
                  </a:cubicBezTo>
                  <a:cubicBezTo>
                    <a:pt x="7815" y="19164"/>
                    <a:pt x="7182" y="21227"/>
                    <a:pt x="8782" y="24172"/>
                  </a:cubicBezTo>
                  <a:lnTo>
                    <a:pt x="10525" y="29433"/>
                  </a:lnTo>
                  <a:cubicBezTo>
                    <a:pt x="10525" y="29433"/>
                    <a:pt x="10627" y="29444"/>
                    <a:pt x="10797" y="29444"/>
                  </a:cubicBezTo>
                  <a:cubicBezTo>
                    <a:pt x="11005" y="29444"/>
                    <a:pt x="11313" y="29428"/>
                    <a:pt x="11660" y="29354"/>
                  </a:cubicBezTo>
                  <a:cubicBezTo>
                    <a:pt x="10818" y="27692"/>
                    <a:pt x="9546" y="22359"/>
                    <a:pt x="9199" y="19819"/>
                  </a:cubicBezTo>
                  <a:cubicBezTo>
                    <a:pt x="8830" y="17108"/>
                    <a:pt x="6303" y="15504"/>
                    <a:pt x="4700" y="12608"/>
                  </a:cubicBezTo>
                  <a:cubicBezTo>
                    <a:pt x="3098" y="9711"/>
                    <a:pt x="3468" y="7060"/>
                    <a:pt x="2806" y="5202"/>
                  </a:cubicBezTo>
                  <a:cubicBezTo>
                    <a:pt x="2145" y="3342"/>
                    <a:pt x="3776" y="3319"/>
                    <a:pt x="3776" y="3319"/>
                  </a:cubicBezTo>
                  <a:cubicBezTo>
                    <a:pt x="8146" y="3055"/>
                    <a:pt x="10586" y="1339"/>
                    <a:pt x="11545" y="482"/>
                  </a:cubicBezTo>
                  <a:cubicBezTo>
                    <a:pt x="11841" y="181"/>
                    <a:pt x="12026" y="1"/>
                    <a:pt x="1202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6"/>
            <p:cNvSpPr/>
            <p:nvPr/>
          </p:nvSpPr>
          <p:spPr>
            <a:xfrm>
              <a:off x="1803037" y="467314"/>
              <a:ext cx="158662" cy="408592"/>
            </a:xfrm>
            <a:custGeom>
              <a:avLst/>
              <a:gdLst/>
              <a:ahLst/>
              <a:cxnLst/>
              <a:rect l="l" t="t" r="r" b="b"/>
              <a:pathLst>
                <a:path w="5177" h="13332" extrusionOk="0">
                  <a:moveTo>
                    <a:pt x="2851" y="0"/>
                  </a:moveTo>
                  <a:cubicBezTo>
                    <a:pt x="1999" y="0"/>
                    <a:pt x="1147" y="579"/>
                    <a:pt x="948" y="1832"/>
                  </a:cubicBezTo>
                  <a:cubicBezTo>
                    <a:pt x="946" y="1832"/>
                    <a:pt x="1" y="11742"/>
                    <a:pt x="1199" y="12794"/>
                  </a:cubicBezTo>
                  <a:cubicBezTo>
                    <a:pt x="1624" y="13166"/>
                    <a:pt x="2905" y="13301"/>
                    <a:pt x="2905" y="13301"/>
                  </a:cubicBezTo>
                  <a:cubicBezTo>
                    <a:pt x="3011" y="13322"/>
                    <a:pt x="3109" y="13331"/>
                    <a:pt x="3199" y="13331"/>
                  </a:cubicBezTo>
                  <a:cubicBezTo>
                    <a:pt x="3935" y="13331"/>
                    <a:pt x="4176" y="12698"/>
                    <a:pt x="4265" y="12388"/>
                  </a:cubicBezTo>
                  <a:lnTo>
                    <a:pt x="4894" y="4658"/>
                  </a:lnTo>
                  <a:cubicBezTo>
                    <a:pt x="5176" y="3067"/>
                    <a:pt x="5039" y="1520"/>
                    <a:pt x="4286" y="652"/>
                  </a:cubicBezTo>
                  <a:cubicBezTo>
                    <a:pt x="3913" y="225"/>
                    <a:pt x="3382" y="0"/>
                    <a:pt x="28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6"/>
            <p:cNvSpPr/>
            <p:nvPr/>
          </p:nvSpPr>
          <p:spPr>
            <a:xfrm>
              <a:off x="2086833" y="834931"/>
              <a:ext cx="176775" cy="95222"/>
            </a:xfrm>
            <a:custGeom>
              <a:avLst/>
              <a:gdLst/>
              <a:ahLst/>
              <a:cxnLst/>
              <a:rect l="l" t="t" r="r" b="b"/>
              <a:pathLst>
                <a:path w="5768" h="3107" extrusionOk="0">
                  <a:moveTo>
                    <a:pt x="2148" y="0"/>
                  </a:moveTo>
                  <a:cubicBezTo>
                    <a:pt x="2001" y="0"/>
                    <a:pt x="1885" y="23"/>
                    <a:pt x="1784" y="48"/>
                  </a:cubicBezTo>
                  <a:cubicBezTo>
                    <a:pt x="1526" y="113"/>
                    <a:pt x="1294" y="133"/>
                    <a:pt x="1102" y="133"/>
                  </a:cubicBezTo>
                  <a:cubicBezTo>
                    <a:pt x="748" y="133"/>
                    <a:pt x="529" y="62"/>
                    <a:pt x="529" y="62"/>
                  </a:cubicBezTo>
                  <a:cubicBezTo>
                    <a:pt x="481" y="52"/>
                    <a:pt x="424" y="34"/>
                    <a:pt x="364" y="12"/>
                  </a:cubicBezTo>
                  <a:lnTo>
                    <a:pt x="0" y="1703"/>
                  </a:lnTo>
                  <a:cubicBezTo>
                    <a:pt x="514" y="1869"/>
                    <a:pt x="947" y="2047"/>
                    <a:pt x="1596" y="2467"/>
                  </a:cubicBezTo>
                  <a:cubicBezTo>
                    <a:pt x="2399" y="2988"/>
                    <a:pt x="3223" y="3106"/>
                    <a:pt x="3753" y="3106"/>
                  </a:cubicBezTo>
                  <a:cubicBezTo>
                    <a:pt x="4028" y="3106"/>
                    <a:pt x="4224" y="3074"/>
                    <a:pt x="4297" y="3050"/>
                  </a:cubicBezTo>
                  <a:cubicBezTo>
                    <a:pt x="5544" y="2632"/>
                    <a:pt x="5767" y="2205"/>
                    <a:pt x="5444" y="2174"/>
                  </a:cubicBezTo>
                  <a:cubicBezTo>
                    <a:pt x="3658" y="1998"/>
                    <a:pt x="3167" y="1027"/>
                    <a:pt x="3167" y="1027"/>
                  </a:cubicBezTo>
                  <a:lnTo>
                    <a:pt x="3167" y="1027"/>
                  </a:lnTo>
                  <a:cubicBezTo>
                    <a:pt x="3385" y="1095"/>
                    <a:pt x="3589" y="1123"/>
                    <a:pt x="3773" y="1123"/>
                  </a:cubicBezTo>
                  <a:cubicBezTo>
                    <a:pt x="4214" y="1123"/>
                    <a:pt x="4540" y="966"/>
                    <a:pt x="4677" y="843"/>
                  </a:cubicBezTo>
                  <a:cubicBezTo>
                    <a:pt x="4820" y="720"/>
                    <a:pt x="4734" y="391"/>
                    <a:pt x="4448" y="391"/>
                  </a:cubicBezTo>
                  <a:cubicBezTo>
                    <a:pt x="4412" y="391"/>
                    <a:pt x="4374" y="396"/>
                    <a:pt x="4332" y="408"/>
                  </a:cubicBezTo>
                  <a:cubicBezTo>
                    <a:pt x="4237" y="433"/>
                    <a:pt x="4136" y="443"/>
                    <a:pt x="4032" y="443"/>
                  </a:cubicBezTo>
                  <a:cubicBezTo>
                    <a:pt x="3720" y="443"/>
                    <a:pt x="3389" y="348"/>
                    <a:pt x="3193" y="264"/>
                  </a:cubicBezTo>
                  <a:cubicBezTo>
                    <a:pt x="2710" y="60"/>
                    <a:pt x="2387" y="0"/>
                    <a:pt x="2148" y="0"/>
                  </a:cubicBezTo>
                  <a:close/>
                </a:path>
              </a:pathLst>
            </a:custGeom>
            <a:solidFill>
              <a:srgbClr val="DDB1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6"/>
            <p:cNvSpPr/>
            <p:nvPr/>
          </p:nvSpPr>
          <p:spPr>
            <a:xfrm>
              <a:off x="1832459" y="781481"/>
              <a:ext cx="292561" cy="127677"/>
            </a:xfrm>
            <a:custGeom>
              <a:avLst/>
              <a:gdLst/>
              <a:ahLst/>
              <a:cxnLst/>
              <a:rect l="l" t="t" r="r" b="b"/>
              <a:pathLst>
                <a:path w="9546" h="4166" extrusionOk="0">
                  <a:moveTo>
                    <a:pt x="2248" y="1"/>
                  </a:moveTo>
                  <a:cubicBezTo>
                    <a:pt x="1078" y="91"/>
                    <a:pt x="1" y="1142"/>
                    <a:pt x="290" y="2278"/>
                  </a:cubicBezTo>
                  <a:cubicBezTo>
                    <a:pt x="696" y="3862"/>
                    <a:pt x="4125" y="4166"/>
                    <a:pt x="6692" y="4166"/>
                  </a:cubicBezTo>
                  <a:cubicBezTo>
                    <a:pt x="8285" y="4166"/>
                    <a:pt x="9545" y="4049"/>
                    <a:pt x="9545" y="4049"/>
                  </a:cubicBezTo>
                  <a:cubicBezTo>
                    <a:pt x="9545" y="4049"/>
                    <a:pt x="9024" y="3656"/>
                    <a:pt x="9014" y="2650"/>
                  </a:cubicBezTo>
                  <a:cubicBezTo>
                    <a:pt x="9008" y="2222"/>
                    <a:pt x="9418" y="1434"/>
                    <a:pt x="9418" y="1434"/>
                  </a:cubicBezTo>
                  <a:lnTo>
                    <a:pt x="2248" y="1"/>
                  </a:lnTo>
                  <a:close/>
                </a:path>
              </a:pathLst>
            </a:custGeom>
            <a:solidFill>
              <a:srgbClr val="D6D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6"/>
            <p:cNvSpPr/>
            <p:nvPr/>
          </p:nvSpPr>
          <p:spPr>
            <a:xfrm>
              <a:off x="1569994" y="462655"/>
              <a:ext cx="425510" cy="652179"/>
            </a:xfrm>
            <a:custGeom>
              <a:avLst/>
              <a:gdLst/>
              <a:ahLst/>
              <a:cxnLst/>
              <a:rect l="l" t="t" r="r" b="b"/>
              <a:pathLst>
                <a:path w="13884" h="21280" extrusionOk="0">
                  <a:moveTo>
                    <a:pt x="10422" y="0"/>
                  </a:moveTo>
                  <a:cubicBezTo>
                    <a:pt x="10326" y="0"/>
                    <a:pt x="10266" y="28"/>
                    <a:pt x="10266" y="28"/>
                  </a:cubicBezTo>
                  <a:cubicBezTo>
                    <a:pt x="2218" y="1470"/>
                    <a:pt x="545" y="4880"/>
                    <a:pt x="545" y="4880"/>
                  </a:cubicBezTo>
                  <a:cubicBezTo>
                    <a:pt x="0" y="6720"/>
                    <a:pt x="1632" y="6421"/>
                    <a:pt x="2670" y="9971"/>
                  </a:cubicBezTo>
                  <a:cubicBezTo>
                    <a:pt x="3707" y="13520"/>
                    <a:pt x="2670" y="16958"/>
                    <a:pt x="2256" y="18922"/>
                  </a:cubicBezTo>
                  <a:cubicBezTo>
                    <a:pt x="1840" y="20878"/>
                    <a:pt x="3088" y="21205"/>
                    <a:pt x="3650" y="21235"/>
                  </a:cubicBezTo>
                  <a:cubicBezTo>
                    <a:pt x="4121" y="21264"/>
                    <a:pt x="4591" y="21279"/>
                    <a:pt x="5053" y="21279"/>
                  </a:cubicBezTo>
                  <a:cubicBezTo>
                    <a:pt x="9052" y="21279"/>
                    <a:pt x="12526" y="20173"/>
                    <a:pt x="11928" y="17739"/>
                  </a:cubicBezTo>
                  <a:cubicBezTo>
                    <a:pt x="11290" y="15145"/>
                    <a:pt x="11943" y="10388"/>
                    <a:pt x="11943" y="10388"/>
                  </a:cubicBezTo>
                  <a:cubicBezTo>
                    <a:pt x="13884" y="8606"/>
                    <a:pt x="13121" y="6314"/>
                    <a:pt x="12674" y="5780"/>
                  </a:cubicBezTo>
                  <a:cubicBezTo>
                    <a:pt x="12236" y="5251"/>
                    <a:pt x="11570" y="4235"/>
                    <a:pt x="11564" y="3634"/>
                  </a:cubicBezTo>
                  <a:cubicBezTo>
                    <a:pt x="11544" y="358"/>
                    <a:pt x="10762" y="0"/>
                    <a:pt x="104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6"/>
            <p:cNvSpPr/>
            <p:nvPr/>
          </p:nvSpPr>
          <p:spPr>
            <a:xfrm>
              <a:off x="1570637" y="556896"/>
              <a:ext cx="365502" cy="557447"/>
            </a:xfrm>
            <a:custGeom>
              <a:avLst/>
              <a:gdLst/>
              <a:ahLst/>
              <a:cxnLst/>
              <a:rect l="l" t="t" r="r" b="b"/>
              <a:pathLst>
                <a:path w="11926" h="18189" extrusionOk="0">
                  <a:moveTo>
                    <a:pt x="2639" y="1"/>
                  </a:moveTo>
                  <a:cubicBezTo>
                    <a:pt x="2495" y="1"/>
                    <a:pt x="2339" y="23"/>
                    <a:pt x="2170" y="71"/>
                  </a:cubicBezTo>
                  <a:cubicBezTo>
                    <a:pt x="750" y="1125"/>
                    <a:pt x="544" y="2123"/>
                    <a:pt x="544" y="2123"/>
                  </a:cubicBezTo>
                  <a:cubicBezTo>
                    <a:pt x="1" y="3963"/>
                    <a:pt x="1611" y="3347"/>
                    <a:pt x="2650" y="6896"/>
                  </a:cubicBezTo>
                  <a:cubicBezTo>
                    <a:pt x="3688" y="10445"/>
                    <a:pt x="2650" y="13883"/>
                    <a:pt x="2236" y="15847"/>
                  </a:cubicBezTo>
                  <a:cubicBezTo>
                    <a:pt x="2220" y="15919"/>
                    <a:pt x="2361" y="17429"/>
                    <a:pt x="2349" y="17500"/>
                  </a:cubicBezTo>
                  <a:cubicBezTo>
                    <a:pt x="3487" y="18148"/>
                    <a:pt x="5349" y="18188"/>
                    <a:pt x="5788" y="18188"/>
                  </a:cubicBezTo>
                  <a:cubicBezTo>
                    <a:pt x="5849" y="18188"/>
                    <a:pt x="5883" y="18187"/>
                    <a:pt x="5883" y="18187"/>
                  </a:cubicBezTo>
                  <a:cubicBezTo>
                    <a:pt x="4612" y="15581"/>
                    <a:pt x="6053" y="9074"/>
                    <a:pt x="6053" y="9074"/>
                  </a:cubicBezTo>
                  <a:cubicBezTo>
                    <a:pt x="6132" y="9078"/>
                    <a:pt x="6212" y="9080"/>
                    <a:pt x="6293" y="9080"/>
                  </a:cubicBezTo>
                  <a:cubicBezTo>
                    <a:pt x="8833" y="9080"/>
                    <a:pt x="11925" y="7313"/>
                    <a:pt x="11925" y="7313"/>
                  </a:cubicBezTo>
                  <a:lnTo>
                    <a:pt x="11925" y="7313"/>
                  </a:lnTo>
                  <a:cubicBezTo>
                    <a:pt x="10135" y="7658"/>
                    <a:pt x="8822" y="7810"/>
                    <a:pt x="7848" y="7810"/>
                  </a:cubicBezTo>
                  <a:cubicBezTo>
                    <a:pt x="5235" y="7810"/>
                    <a:pt x="5055" y="6719"/>
                    <a:pt x="4635" y="5336"/>
                  </a:cubicBezTo>
                  <a:cubicBezTo>
                    <a:pt x="4306" y="4254"/>
                    <a:pt x="4610" y="1"/>
                    <a:pt x="2639"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6"/>
            <p:cNvSpPr/>
            <p:nvPr/>
          </p:nvSpPr>
          <p:spPr>
            <a:xfrm>
              <a:off x="1675789" y="203347"/>
              <a:ext cx="255600" cy="314719"/>
            </a:xfrm>
            <a:custGeom>
              <a:avLst/>
              <a:gdLst/>
              <a:ahLst/>
              <a:cxnLst/>
              <a:rect l="l" t="t" r="r" b="b"/>
              <a:pathLst>
                <a:path w="8340" h="10269" extrusionOk="0">
                  <a:moveTo>
                    <a:pt x="3043" y="1"/>
                  </a:moveTo>
                  <a:cubicBezTo>
                    <a:pt x="2100" y="1"/>
                    <a:pt x="1060" y="389"/>
                    <a:pt x="0" y="1381"/>
                  </a:cubicBezTo>
                  <a:lnTo>
                    <a:pt x="4928" y="1890"/>
                  </a:lnTo>
                  <a:cubicBezTo>
                    <a:pt x="4928" y="1890"/>
                    <a:pt x="1810" y="4129"/>
                    <a:pt x="2112" y="7789"/>
                  </a:cubicBezTo>
                  <a:cubicBezTo>
                    <a:pt x="2151" y="8275"/>
                    <a:pt x="3023" y="10269"/>
                    <a:pt x="3884" y="10269"/>
                  </a:cubicBezTo>
                  <a:cubicBezTo>
                    <a:pt x="3956" y="10269"/>
                    <a:pt x="4028" y="10255"/>
                    <a:pt x="4100" y="10225"/>
                  </a:cubicBezTo>
                  <a:cubicBezTo>
                    <a:pt x="4100" y="10225"/>
                    <a:pt x="8340" y="4480"/>
                    <a:pt x="6268" y="1749"/>
                  </a:cubicBezTo>
                  <a:cubicBezTo>
                    <a:pt x="5544" y="796"/>
                    <a:pt x="4393"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6"/>
            <p:cNvSpPr/>
            <p:nvPr/>
          </p:nvSpPr>
          <p:spPr>
            <a:xfrm>
              <a:off x="1706988" y="366606"/>
              <a:ext cx="183058" cy="204082"/>
            </a:xfrm>
            <a:custGeom>
              <a:avLst/>
              <a:gdLst/>
              <a:ahLst/>
              <a:cxnLst/>
              <a:rect l="l" t="t" r="r" b="b"/>
              <a:pathLst>
                <a:path w="5973" h="6659" extrusionOk="0">
                  <a:moveTo>
                    <a:pt x="406" y="0"/>
                  </a:moveTo>
                  <a:lnTo>
                    <a:pt x="406" y="0"/>
                  </a:lnTo>
                  <a:cubicBezTo>
                    <a:pt x="1703" y="2916"/>
                    <a:pt x="1259" y="3853"/>
                    <a:pt x="753" y="4527"/>
                  </a:cubicBezTo>
                  <a:cubicBezTo>
                    <a:pt x="1" y="5542"/>
                    <a:pt x="3152" y="6611"/>
                    <a:pt x="3152" y="6611"/>
                  </a:cubicBezTo>
                  <a:cubicBezTo>
                    <a:pt x="3414" y="6643"/>
                    <a:pt x="3647" y="6658"/>
                    <a:pt x="3855" y="6658"/>
                  </a:cubicBezTo>
                  <a:cubicBezTo>
                    <a:pt x="5973" y="6658"/>
                    <a:pt x="5388" y="5123"/>
                    <a:pt x="5174" y="4730"/>
                  </a:cubicBezTo>
                  <a:cubicBezTo>
                    <a:pt x="4325" y="3164"/>
                    <a:pt x="5417" y="1434"/>
                    <a:pt x="5417" y="1434"/>
                  </a:cubicBezTo>
                  <a:lnTo>
                    <a:pt x="406" y="0"/>
                  </a:lnTo>
                  <a:close/>
                </a:path>
              </a:pathLst>
            </a:custGeom>
            <a:solidFill>
              <a:srgbClr val="DDB1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6"/>
            <p:cNvSpPr/>
            <p:nvPr/>
          </p:nvSpPr>
          <p:spPr>
            <a:xfrm>
              <a:off x="1726664" y="373532"/>
              <a:ext cx="133930" cy="141714"/>
            </a:xfrm>
            <a:custGeom>
              <a:avLst/>
              <a:gdLst/>
              <a:ahLst/>
              <a:cxnLst/>
              <a:rect l="l" t="t" r="r" b="b"/>
              <a:pathLst>
                <a:path w="4370" h="4624" extrusionOk="0">
                  <a:moveTo>
                    <a:pt x="422" y="0"/>
                  </a:moveTo>
                  <a:cubicBezTo>
                    <a:pt x="422" y="0"/>
                    <a:pt x="260" y="145"/>
                    <a:pt x="24" y="383"/>
                  </a:cubicBezTo>
                  <a:cubicBezTo>
                    <a:pt x="997" y="2823"/>
                    <a:pt x="580" y="3676"/>
                    <a:pt x="114" y="4299"/>
                  </a:cubicBezTo>
                  <a:cubicBezTo>
                    <a:pt x="32" y="4408"/>
                    <a:pt x="1" y="4514"/>
                    <a:pt x="8" y="4616"/>
                  </a:cubicBezTo>
                  <a:cubicBezTo>
                    <a:pt x="103" y="4621"/>
                    <a:pt x="197" y="4624"/>
                    <a:pt x="289" y="4624"/>
                  </a:cubicBezTo>
                  <a:cubicBezTo>
                    <a:pt x="2894" y="4624"/>
                    <a:pt x="4370" y="2601"/>
                    <a:pt x="4370" y="2601"/>
                  </a:cubicBezTo>
                  <a:lnTo>
                    <a:pt x="422" y="0"/>
                  </a:lnTo>
                  <a:close/>
                </a:path>
              </a:pathLst>
            </a:custGeom>
            <a:solidFill>
              <a:srgbClr val="C494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6"/>
            <p:cNvSpPr/>
            <p:nvPr/>
          </p:nvSpPr>
          <p:spPr>
            <a:xfrm>
              <a:off x="1684033" y="239848"/>
              <a:ext cx="228171" cy="229243"/>
            </a:xfrm>
            <a:custGeom>
              <a:avLst/>
              <a:gdLst/>
              <a:ahLst/>
              <a:cxnLst/>
              <a:rect l="l" t="t" r="r" b="b"/>
              <a:pathLst>
                <a:path w="7445" h="7480" extrusionOk="0">
                  <a:moveTo>
                    <a:pt x="3604" y="1"/>
                  </a:moveTo>
                  <a:cubicBezTo>
                    <a:pt x="1106" y="1"/>
                    <a:pt x="0" y="2933"/>
                    <a:pt x="1058" y="5003"/>
                  </a:cubicBezTo>
                  <a:cubicBezTo>
                    <a:pt x="2028" y="6891"/>
                    <a:pt x="3896" y="7480"/>
                    <a:pt x="5155" y="7480"/>
                  </a:cubicBezTo>
                  <a:cubicBezTo>
                    <a:pt x="5502" y="7480"/>
                    <a:pt x="5803" y="7435"/>
                    <a:pt x="6026" y="7360"/>
                  </a:cubicBezTo>
                  <a:cubicBezTo>
                    <a:pt x="7444" y="6887"/>
                    <a:pt x="6944" y="4394"/>
                    <a:pt x="6751" y="3781"/>
                  </a:cubicBezTo>
                  <a:cubicBezTo>
                    <a:pt x="6557" y="3177"/>
                    <a:pt x="6113" y="2905"/>
                    <a:pt x="6073" y="2656"/>
                  </a:cubicBezTo>
                  <a:cubicBezTo>
                    <a:pt x="5725" y="400"/>
                    <a:pt x="4927" y="249"/>
                    <a:pt x="4927" y="249"/>
                  </a:cubicBezTo>
                  <a:cubicBezTo>
                    <a:pt x="4451" y="78"/>
                    <a:pt x="4010" y="1"/>
                    <a:pt x="3604" y="1"/>
                  </a:cubicBezTo>
                  <a:close/>
                </a:path>
              </a:pathLst>
            </a:custGeom>
            <a:solidFill>
              <a:srgbClr val="FCD2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6"/>
            <p:cNvSpPr/>
            <p:nvPr/>
          </p:nvSpPr>
          <p:spPr>
            <a:xfrm>
              <a:off x="1638889" y="216587"/>
              <a:ext cx="195715" cy="242881"/>
            </a:xfrm>
            <a:custGeom>
              <a:avLst/>
              <a:gdLst/>
              <a:ahLst/>
              <a:cxnLst/>
              <a:rect l="l" t="t" r="r" b="b"/>
              <a:pathLst>
                <a:path w="6386" h="7925" extrusionOk="0">
                  <a:moveTo>
                    <a:pt x="3389" y="0"/>
                  </a:moveTo>
                  <a:cubicBezTo>
                    <a:pt x="1" y="0"/>
                    <a:pt x="138" y="3703"/>
                    <a:pt x="138" y="3703"/>
                  </a:cubicBezTo>
                  <a:cubicBezTo>
                    <a:pt x="138" y="3703"/>
                    <a:pt x="306" y="6381"/>
                    <a:pt x="3520" y="7924"/>
                  </a:cubicBezTo>
                  <a:lnTo>
                    <a:pt x="3567" y="7556"/>
                  </a:lnTo>
                  <a:cubicBezTo>
                    <a:pt x="3001" y="2469"/>
                    <a:pt x="4968" y="1880"/>
                    <a:pt x="5910" y="1880"/>
                  </a:cubicBezTo>
                  <a:cubicBezTo>
                    <a:pt x="6195" y="1880"/>
                    <a:pt x="6386" y="1933"/>
                    <a:pt x="6386" y="1933"/>
                  </a:cubicBezTo>
                  <a:cubicBezTo>
                    <a:pt x="5967" y="545"/>
                    <a:pt x="3548" y="3"/>
                    <a:pt x="3548" y="3"/>
                  </a:cubicBezTo>
                  <a:cubicBezTo>
                    <a:pt x="3495" y="1"/>
                    <a:pt x="3442" y="0"/>
                    <a:pt x="33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6"/>
            <p:cNvSpPr/>
            <p:nvPr/>
          </p:nvSpPr>
          <p:spPr>
            <a:xfrm>
              <a:off x="1699939" y="205063"/>
              <a:ext cx="184467" cy="119372"/>
            </a:xfrm>
            <a:custGeom>
              <a:avLst/>
              <a:gdLst/>
              <a:ahLst/>
              <a:cxnLst/>
              <a:rect l="l" t="t" r="r" b="b"/>
              <a:pathLst>
                <a:path w="6019" h="3895" extrusionOk="0">
                  <a:moveTo>
                    <a:pt x="2467" y="0"/>
                  </a:moveTo>
                  <a:cubicBezTo>
                    <a:pt x="1782" y="0"/>
                    <a:pt x="967" y="193"/>
                    <a:pt x="0" y="664"/>
                  </a:cubicBezTo>
                  <a:cubicBezTo>
                    <a:pt x="0" y="664"/>
                    <a:pt x="201" y="645"/>
                    <a:pt x="519" y="645"/>
                  </a:cubicBezTo>
                  <a:cubicBezTo>
                    <a:pt x="1500" y="645"/>
                    <a:pt x="3601" y="827"/>
                    <a:pt x="4394" y="2309"/>
                  </a:cubicBezTo>
                  <a:cubicBezTo>
                    <a:pt x="4394" y="2309"/>
                    <a:pt x="4460" y="2273"/>
                    <a:pt x="4577" y="2273"/>
                  </a:cubicBezTo>
                  <a:cubicBezTo>
                    <a:pt x="4855" y="2273"/>
                    <a:pt x="5418" y="2481"/>
                    <a:pt x="6018" y="3894"/>
                  </a:cubicBezTo>
                  <a:cubicBezTo>
                    <a:pt x="6018" y="3894"/>
                    <a:pt x="5547" y="0"/>
                    <a:pt x="24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6"/>
            <p:cNvSpPr/>
            <p:nvPr/>
          </p:nvSpPr>
          <p:spPr>
            <a:xfrm>
              <a:off x="1707172" y="375525"/>
              <a:ext cx="68160" cy="64697"/>
            </a:xfrm>
            <a:custGeom>
              <a:avLst/>
              <a:gdLst/>
              <a:ahLst/>
              <a:cxnLst/>
              <a:rect l="l" t="t" r="r" b="b"/>
              <a:pathLst>
                <a:path w="2224" h="2111" extrusionOk="0">
                  <a:moveTo>
                    <a:pt x="743" y="1"/>
                  </a:moveTo>
                  <a:cubicBezTo>
                    <a:pt x="639" y="1"/>
                    <a:pt x="529" y="35"/>
                    <a:pt x="418" y="116"/>
                  </a:cubicBezTo>
                  <a:cubicBezTo>
                    <a:pt x="208" y="271"/>
                    <a:pt x="1" y="564"/>
                    <a:pt x="436" y="1159"/>
                  </a:cubicBezTo>
                  <a:cubicBezTo>
                    <a:pt x="818" y="1677"/>
                    <a:pt x="1473" y="2110"/>
                    <a:pt x="2002" y="2110"/>
                  </a:cubicBezTo>
                  <a:cubicBezTo>
                    <a:pt x="2079" y="2110"/>
                    <a:pt x="2153" y="2101"/>
                    <a:pt x="2223" y="2082"/>
                  </a:cubicBezTo>
                  <a:lnTo>
                    <a:pt x="1660" y="824"/>
                  </a:lnTo>
                  <a:cubicBezTo>
                    <a:pt x="1660" y="824"/>
                    <a:pt x="1259" y="1"/>
                    <a:pt x="743" y="1"/>
                  </a:cubicBezTo>
                  <a:close/>
                </a:path>
              </a:pathLst>
            </a:custGeom>
            <a:solidFill>
              <a:srgbClr val="FCD2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6"/>
            <p:cNvSpPr/>
            <p:nvPr/>
          </p:nvSpPr>
          <p:spPr>
            <a:xfrm>
              <a:off x="1622462" y="241074"/>
              <a:ext cx="174599" cy="496857"/>
            </a:xfrm>
            <a:custGeom>
              <a:avLst/>
              <a:gdLst/>
              <a:ahLst/>
              <a:cxnLst/>
              <a:rect l="l" t="t" r="r" b="b"/>
              <a:pathLst>
                <a:path w="5697" h="16212" extrusionOk="0">
                  <a:moveTo>
                    <a:pt x="1730" y="1"/>
                  </a:moveTo>
                  <a:cubicBezTo>
                    <a:pt x="1730" y="1"/>
                    <a:pt x="1" y="1948"/>
                    <a:pt x="372" y="4092"/>
                  </a:cubicBezTo>
                  <a:cubicBezTo>
                    <a:pt x="743" y="6235"/>
                    <a:pt x="1403" y="6525"/>
                    <a:pt x="1405" y="7654"/>
                  </a:cubicBezTo>
                  <a:cubicBezTo>
                    <a:pt x="1405" y="8782"/>
                    <a:pt x="667" y="8671"/>
                    <a:pt x="1315" y="9777"/>
                  </a:cubicBezTo>
                  <a:cubicBezTo>
                    <a:pt x="1961" y="10886"/>
                    <a:pt x="2965" y="10948"/>
                    <a:pt x="3081" y="12276"/>
                  </a:cubicBezTo>
                  <a:cubicBezTo>
                    <a:pt x="3197" y="13606"/>
                    <a:pt x="2819" y="13686"/>
                    <a:pt x="3225" y="14489"/>
                  </a:cubicBezTo>
                  <a:cubicBezTo>
                    <a:pt x="3633" y="15290"/>
                    <a:pt x="4443" y="16029"/>
                    <a:pt x="4646" y="16200"/>
                  </a:cubicBezTo>
                  <a:cubicBezTo>
                    <a:pt x="4656" y="16208"/>
                    <a:pt x="4666" y="16212"/>
                    <a:pt x="4677" y="16212"/>
                  </a:cubicBezTo>
                  <a:cubicBezTo>
                    <a:pt x="4883" y="16212"/>
                    <a:pt x="5199" y="14683"/>
                    <a:pt x="5222" y="13199"/>
                  </a:cubicBezTo>
                  <a:cubicBezTo>
                    <a:pt x="5246" y="11639"/>
                    <a:pt x="5696" y="10800"/>
                    <a:pt x="4981" y="9515"/>
                  </a:cubicBezTo>
                  <a:cubicBezTo>
                    <a:pt x="4268" y="8228"/>
                    <a:pt x="4117" y="8433"/>
                    <a:pt x="4358" y="7022"/>
                  </a:cubicBezTo>
                  <a:cubicBezTo>
                    <a:pt x="4600" y="5611"/>
                    <a:pt x="4923" y="5449"/>
                    <a:pt x="4563" y="4321"/>
                  </a:cubicBezTo>
                  <a:cubicBezTo>
                    <a:pt x="4203" y="3192"/>
                    <a:pt x="4349" y="2589"/>
                    <a:pt x="4557" y="2260"/>
                  </a:cubicBezTo>
                  <a:cubicBezTo>
                    <a:pt x="4765" y="1934"/>
                    <a:pt x="1730" y="1"/>
                    <a:pt x="17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6"/>
            <p:cNvSpPr/>
            <p:nvPr/>
          </p:nvSpPr>
          <p:spPr>
            <a:xfrm>
              <a:off x="1552525" y="593827"/>
              <a:ext cx="259523" cy="761560"/>
            </a:xfrm>
            <a:custGeom>
              <a:avLst/>
              <a:gdLst/>
              <a:ahLst/>
              <a:cxnLst/>
              <a:rect l="l" t="t" r="r" b="b"/>
              <a:pathLst>
                <a:path w="8468" h="24849" extrusionOk="0">
                  <a:moveTo>
                    <a:pt x="2549" y="0"/>
                  </a:moveTo>
                  <a:cubicBezTo>
                    <a:pt x="2157" y="0"/>
                    <a:pt x="1866" y="162"/>
                    <a:pt x="1866" y="162"/>
                  </a:cubicBezTo>
                  <a:cubicBezTo>
                    <a:pt x="0" y="736"/>
                    <a:pt x="897" y="7071"/>
                    <a:pt x="1185" y="9324"/>
                  </a:cubicBezTo>
                  <a:cubicBezTo>
                    <a:pt x="1738" y="13661"/>
                    <a:pt x="3905" y="18411"/>
                    <a:pt x="4239" y="19327"/>
                  </a:cubicBezTo>
                  <a:cubicBezTo>
                    <a:pt x="4574" y="20242"/>
                    <a:pt x="4790" y="20688"/>
                    <a:pt x="4882" y="21793"/>
                  </a:cubicBezTo>
                  <a:cubicBezTo>
                    <a:pt x="5001" y="23237"/>
                    <a:pt x="5879" y="24154"/>
                    <a:pt x="6068" y="24279"/>
                  </a:cubicBezTo>
                  <a:cubicBezTo>
                    <a:pt x="6695" y="24698"/>
                    <a:pt x="7117" y="24849"/>
                    <a:pt x="7330" y="24849"/>
                  </a:cubicBezTo>
                  <a:cubicBezTo>
                    <a:pt x="7488" y="24849"/>
                    <a:pt x="7531" y="24767"/>
                    <a:pt x="7458" y="24650"/>
                  </a:cubicBezTo>
                  <a:cubicBezTo>
                    <a:pt x="6507" y="23132"/>
                    <a:pt x="6975" y="22155"/>
                    <a:pt x="6975" y="22155"/>
                  </a:cubicBezTo>
                  <a:lnTo>
                    <a:pt x="6975" y="22155"/>
                  </a:lnTo>
                  <a:cubicBezTo>
                    <a:pt x="7243" y="22882"/>
                    <a:pt x="7784" y="23187"/>
                    <a:pt x="8040" y="23237"/>
                  </a:cubicBezTo>
                  <a:cubicBezTo>
                    <a:pt x="8051" y="23239"/>
                    <a:pt x="8063" y="23240"/>
                    <a:pt x="8074" y="23240"/>
                  </a:cubicBezTo>
                  <a:cubicBezTo>
                    <a:pt x="8273" y="23240"/>
                    <a:pt x="8467" y="22920"/>
                    <a:pt x="8175" y="22697"/>
                  </a:cubicBezTo>
                  <a:cubicBezTo>
                    <a:pt x="7867" y="22463"/>
                    <a:pt x="7663" y="21986"/>
                    <a:pt x="7592" y="21711"/>
                  </a:cubicBezTo>
                  <a:cubicBezTo>
                    <a:pt x="7379" y="20894"/>
                    <a:pt x="7119" y="20636"/>
                    <a:pt x="6907" y="20469"/>
                  </a:cubicBezTo>
                  <a:cubicBezTo>
                    <a:pt x="6313" y="20000"/>
                    <a:pt x="6129" y="19486"/>
                    <a:pt x="6129" y="19486"/>
                  </a:cubicBezTo>
                  <a:cubicBezTo>
                    <a:pt x="5578" y="18255"/>
                    <a:pt x="4528" y="10756"/>
                    <a:pt x="4528" y="10756"/>
                  </a:cubicBezTo>
                  <a:cubicBezTo>
                    <a:pt x="4528" y="10756"/>
                    <a:pt x="5002" y="6511"/>
                    <a:pt x="4458" y="2770"/>
                  </a:cubicBezTo>
                  <a:cubicBezTo>
                    <a:pt x="4117" y="440"/>
                    <a:pt x="3195" y="0"/>
                    <a:pt x="2549" y="0"/>
                  </a:cubicBezTo>
                  <a:close/>
                </a:path>
              </a:pathLst>
            </a:custGeom>
            <a:solidFill>
              <a:srgbClr val="FCD2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6"/>
            <p:cNvSpPr/>
            <p:nvPr/>
          </p:nvSpPr>
          <p:spPr>
            <a:xfrm>
              <a:off x="1523440" y="586717"/>
              <a:ext cx="235986" cy="632442"/>
            </a:xfrm>
            <a:custGeom>
              <a:avLst/>
              <a:gdLst/>
              <a:ahLst/>
              <a:cxnLst/>
              <a:rect l="l" t="t" r="r" b="b"/>
              <a:pathLst>
                <a:path w="7700" h="20636" extrusionOk="0">
                  <a:moveTo>
                    <a:pt x="3446" y="0"/>
                  </a:moveTo>
                  <a:cubicBezTo>
                    <a:pt x="3370" y="0"/>
                    <a:pt x="3291" y="7"/>
                    <a:pt x="3210" y="20"/>
                  </a:cubicBezTo>
                  <a:cubicBezTo>
                    <a:pt x="0" y="537"/>
                    <a:pt x="2011" y="11255"/>
                    <a:pt x="3014" y="13891"/>
                  </a:cubicBezTo>
                  <a:lnTo>
                    <a:pt x="5248" y="20615"/>
                  </a:lnTo>
                  <a:cubicBezTo>
                    <a:pt x="5248" y="20615"/>
                    <a:pt x="5352" y="20636"/>
                    <a:pt x="5529" y="20636"/>
                  </a:cubicBezTo>
                  <a:cubicBezTo>
                    <a:pt x="5971" y="20636"/>
                    <a:pt x="6862" y="20503"/>
                    <a:pt x="7699" y="19573"/>
                  </a:cubicBezTo>
                  <a:lnTo>
                    <a:pt x="5861" y="12729"/>
                  </a:lnTo>
                  <a:cubicBezTo>
                    <a:pt x="5921" y="11933"/>
                    <a:pt x="6749" y="0"/>
                    <a:pt x="34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6"/>
            <p:cNvSpPr/>
            <p:nvPr/>
          </p:nvSpPr>
          <p:spPr>
            <a:xfrm>
              <a:off x="2130966" y="775812"/>
              <a:ext cx="135309" cy="71409"/>
            </a:xfrm>
            <a:custGeom>
              <a:avLst/>
              <a:gdLst/>
              <a:ahLst/>
              <a:cxnLst/>
              <a:rect l="l" t="t" r="r" b="b"/>
              <a:pathLst>
                <a:path w="4415" h="2330" extrusionOk="0">
                  <a:moveTo>
                    <a:pt x="2202" y="0"/>
                  </a:moveTo>
                  <a:cubicBezTo>
                    <a:pt x="1688" y="0"/>
                    <a:pt x="1174" y="114"/>
                    <a:pt x="782" y="342"/>
                  </a:cubicBezTo>
                  <a:cubicBezTo>
                    <a:pt x="0" y="796"/>
                    <a:pt x="4" y="1533"/>
                    <a:pt x="792" y="1988"/>
                  </a:cubicBezTo>
                  <a:cubicBezTo>
                    <a:pt x="1185" y="2216"/>
                    <a:pt x="1700" y="2329"/>
                    <a:pt x="2214" y="2329"/>
                  </a:cubicBezTo>
                  <a:cubicBezTo>
                    <a:pt x="2728" y="2329"/>
                    <a:pt x="3241" y="2216"/>
                    <a:pt x="3632" y="1988"/>
                  </a:cubicBezTo>
                  <a:cubicBezTo>
                    <a:pt x="4415" y="1533"/>
                    <a:pt x="4412" y="796"/>
                    <a:pt x="3624" y="342"/>
                  </a:cubicBezTo>
                  <a:cubicBezTo>
                    <a:pt x="3231" y="114"/>
                    <a:pt x="2716" y="0"/>
                    <a:pt x="2202" y="0"/>
                  </a:cubicBezTo>
                  <a:close/>
                </a:path>
              </a:pathLst>
            </a:custGeom>
            <a:solidFill>
              <a:srgbClr val="CACA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6"/>
            <p:cNvSpPr/>
            <p:nvPr/>
          </p:nvSpPr>
          <p:spPr>
            <a:xfrm>
              <a:off x="2137064" y="811547"/>
              <a:ext cx="123203" cy="149621"/>
            </a:xfrm>
            <a:custGeom>
              <a:avLst/>
              <a:gdLst/>
              <a:ahLst/>
              <a:cxnLst/>
              <a:rect l="l" t="t" r="r" b="b"/>
              <a:pathLst>
                <a:path w="4020" h="4882" extrusionOk="0">
                  <a:moveTo>
                    <a:pt x="0" y="0"/>
                  </a:moveTo>
                  <a:lnTo>
                    <a:pt x="444" y="3975"/>
                  </a:lnTo>
                  <a:cubicBezTo>
                    <a:pt x="446" y="4206"/>
                    <a:pt x="601" y="4438"/>
                    <a:pt x="906" y="4615"/>
                  </a:cubicBezTo>
                  <a:cubicBezTo>
                    <a:pt x="1213" y="4793"/>
                    <a:pt x="1614" y="4882"/>
                    <a:pt x="2015" y="4882"/>
                  </a:cubicBezTo>
                  <a:cubicBezTo>
                    <a:pt x="2415" y="4882"/>
                    <a:pt x="2815" y="4793"/>
                    <a:pt x="3120" y="4615"/>
                  </a:cubicBezTo>
                  <a:cubicBezTo>
                    <a:pt x="3425" y="4438"/>
                    <a:pt x="3577" y="4207"/>
                    <a:pt x="3575" y="3975"/>
                  </a:cubicBezTo>
                  <a:lnTo>
                    <a:pt x="40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6"/>
            <p:cNvSpPr/>
            <p:nvPr/>
          </p:nvSpPr>
          <p:spPr>
            <a:xfrm>
              <a:off x="2147914" y="854576"/>
              <a:ext cx="108063" cy="82013"/>
            </a:xfrm>
            <a:custGeom>
              <a:avLst/>
              <a:gdLst/>
              <a:ahLst/>
              <a:cxnLst/>
              <a:rect l="l" t="t" r="r" b="b"/>
              <a:pathLst>
                <a:path w="3526" h="2676" extrusionOk="0">
                  <a:moveTo>
                    <a:pt x="0" y="0"/>
                  </a:moveTo>
                  <a:lnTo>
                    <a:pt x="198" y="1768"/>
                  </a:lnTo>
                  <a:cubicBezTo>
                    <a:pt x="199" y="1999"/>
                    <a:pt x="353" y="2231"/>
                    <a:pt x="659" y="2409"/>
                  </a:cubicBezTo>
                  <a:cubicBezTo>
                    <a:pt x="967" y="2587"/>
                    <a:pt x="1368" y="2675"/>
                    <a:pt x="1768" y="2675"/>
                  </a:cubicBezTo>
                  <a:cubicBezTo>
                    <a:pt x="2169" y="2675"/>
                    <a:pt x="2569" y="2587"/>
                    <a:pt x="2873" y="2409"/>
                  </a:cubicBezTo>
                  <a:cubicBezTo>
                    <a:pt x="3178" y="2231"/>
                    <a:pt x="3330" y="1999"/>
                    <a:pt x="3329" y="1768"/>
                  </a:cubicBezTo>
                  <a:lnTo>
                    <a:pt x="3525" y="7"/>
                  </a:lnTo>
                  <a:lnTo>
                    <a:pt x="3525" y="7"/>
                  </a:lnTo>
                  <a:cubicBezTo>
                    <a:pt x="3439" y="92"/>
                    <a:pt x="3337" y="172"/>
                    <a:pt x="3213" y="244"/>
                  </a:cubicBezTo>
                  <a:cubicBezTo>
                    <a:pt x="2815" y="475"/>
                    <a:pt x="2293" y="590"/>
                    <a:pt x="1770" y="590"/>
                  </a:cubicBezTo>
                  <a:cubicBezTo>
                    <a:pt x="1247" y="590"/>
                    <a:pt x="723" y="475"/>
                    <a:pt x="323" y="244"/>
                  </a:cubicBezTo>
                  <a:cubicBezTo>
                    <a:pt x="194" y="168"/>
                    <a:pt x="89" y="86"/>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6"/>
            <p:cNvSpPr/>
            <p:nvPr/>
          </p:nvSpPr>
          <p:spPr>
            <a:xfrm>
              <a:off x="2122752" y="771521"/>
              <a:ext cx="151797" cy="79990"/>
            </a:xfrm>
            <a:custGeom>
              <a:avLst/>
              <a:gdLst/>
              <a:ahLst/>
              <a:cxnLst/>
              <a:rect l="l" t="t" r="r" b="b"/>
              <a:pathLst>
                <a:path w="4953" h="2610" extrusionOk="0">
                  <a:moveTo>
                    <a:pt x="2469" y="0"/>
                  </a:moveTo>
                  <a:cubicBezTo>
                    <a:pt x="1892" y="0"/>
                    <a:pt x="1316" y="127"/>
                    <a:pt x="877" y="382"/>
                  </a:cubicBezTo>
                  <a:cubicBezTo>
                    <a:pt x="0" y="890"/>
                    <a:pt x="4" y="1716"/>
                    <a:pt x="887" y="2226"/>
                  </a:cubicBezTo>
                  <a:cubicBezTo>
                    <a:pt x="1329" y="2482"/>
                    <a:pt x="1907" y="2610"/>
                    <a:pt x="2483" y="2610"/>
                  </a:cubicBezTo>
                  <a:cubicBezTo>
                    <a:pt x="3060" y="2610"/>
                    <a:pt x="3635" y="2482"/>
                    <a:pt x="4074" y="2226"/>
                  </a:cubicBezTo>
                  <a:cubicBezTo>
                    <a:pt x="4952" y="1717"/>
                    <a:pt x="4946" y="892"/>
                    <a:pt x="4064" y="382"/>
                  </a:cubicBezTo>
                  <a:cubicBezTo>
                    <a:pt x="3622" y="127"/>
                    <a:pt x="3045" y="0"/>
                    <a:pt x="246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6"/>
            <p:cNvSpPr/>
            <p:nvPr/>
          </p:nvSpPr>
          <p:spPr>
            <a:xfrm>
              <a:off x="2122752" y="754818"/>
              <a:ext cx="151797" cy="80021"/>
            </a:xfrm>
            <a:custGeom>
              <a:avLst/>
              <a:gdLst/>
              <a:ahLst/>
              <a:cxnLst/>
              <a:rect l="l" t="t" r="r" b="b"/>
              <a:pathLst>
                <a:path w="4953" h="2611" extrusionOk="0">
                  <a:moveTo>
                    <a:pt x="2469" y="1"/>
                  </a:moveTo>
                  <a:cubicBezTo>
                    <a:pt x="1892" y="1"/>
                    <a:pt x="1316" y="128"/>
                    <a:pt x="877" y="382"/>
                  </a:cubicBezTo>
                  <a:cubicBezTo>
                    <a:pt x="0" y="891"/>
                    <a:pt x="4" y="1716"/>
                    <a:pt x="887" y="2226"/>
                  </a:cubicBezTo>
                  <a:cubicBezTo>
                    <a:pt x="1329" y="2482"/>
                    <a:pt x="1907" y="2610"/>
                    <a:pt x="2483" y="2610"/>
                  </a:cubicBezTo>
                  <a:cubicBezTo>
                    <a:pt x="3060" y="2610"/>
                    <a:pt x="3635" y="2482"/>
                    <a:pt x="4074" y="2226"/>
                  </a:cubicBezTo>
                  <a:cubicBezTo>
                    <a:pt x="4952" y="1718"/>
                    <a:pt x="4946" y="892"/>
                    <a:pt x="4064" y="382"/>
                  </a:cubicBezTo>
                  <a:cubicBezTo>
                    <a:pt x="3622" y="128"/>
                    <a:pt x="3045" y="1"/>
                    <a:pt x="24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6"/>
            <p:cNvSpPr/>
            <p:nvPr/>
          </p:nvSpPr>
          <p:spPr>
            <a:xfrm>
              <a:off x="2160632" y="771490"/>
              <a:ext cx="75975" cy="40087"/>
            </a:xfrm>
            <a:custGeom>
              <a:avLst/>
              <a:gdLst/>
              <a:ahLst/>
              <a:cxnLst/>
              <a:rect l="l" t="t" r="r" b="b"/>
              <a:pathLst>
                <a:path w="2479" h="1308" extrusionOk="0">
                  <a:moveTo>
                    <a:pt x="1237" y="1"/>
                  </a:moveTo>
                  <a:cubicBezTo>
                    <a:pt x="948" y="1"/>
                    <a:pt x="660" y="65"/>
                    <a:pt x="441" y="192"/>
                  </a:cubicBezTo>
                  <a:cubicBezTo>
                    <a:pt x="1" y="449"/>
                    <a:pt x="5" y="863"/>
                    <a:pt x="445" y="1116"/>
                  </a:cubicBezTo>
                  <a:cubicBezTo>
                    <a:pt x="666" y="1244"/>
                    <a:pt x="955" y="1308"/>
                    <a:pt x="1244" y="1308"/>
                  </a:cubicBezTo>
                  <a:cubicBezTo>
                    <a:pt x="1532" y="1308"/>
                    <a:pt x="1820" y="1244"/>
                    <a:pt x="2040" y="1116"/>
                  </a:cubicBezTo>
                  <a:cubicBezTo>
                    <a:pt x="2478" y="861"/>
                    <a:pt x="2477" y="447"/>
                    <a:pt x="2034" y="192"/>
                  </a:cubicBezTo>
                  <a:cubicBezTo>
                    <a:pt x="1814" y="65"/>
                    <a:pt x="1525" y="1"/>
                    <a:pt x="12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6"/>
            <p:cNvSpPr/>
            <p:nvPr/>
          </p:nvSpPr>
          <p:spPr>
            <a:xfrm>
              <a:off x="2209944" y="854729"/>
              <a:ext cx="60498" cy="60069"/>
            </a:xfrm>
            <a:custGeom>
              <a:avLst/>
              <a:gdLst/>
              <a:ahLst/>
              <a:cxnLst/>
              <a:rect l="l" t="t" r="r" b="b"/>
              <a:pathLst>
                <a:path w="1974" h="1960" extrusionOk="0">
                  <a:moveTo>
                    <a:pt x="1501" y="1"/>
                  </a:moveTo>
                  <a:cubicBezTo>
                    <a:pt x="1501" y="1"/>
                    <a:pt x="1" y="439"/>
                    <a:pt x="482" y="1030"/>
                  </a:cubicBezTo>
                  <a:cubicBezTo>
                    <a:pt x="964" y="1622"/>
                    <a:pt x="1265" y="1960"/>
                    <a:pt x="1265" y="1960"/>
                  </a:cubicBezTo>
                  <a:cubicBezTo>
                    <a:pt x="1265" y="1960"/>
                    <a:pt x="1974" y="1849"/>
                    <a:pt x="1501" y="1"/>
                  </a:cubicBezTo>
                  <a:close/>
                </a:path>
              </a:pathLst>
            </a:custGeom>
            <a:solidFill>
              <a:srgbClr val="E6A3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1" name="Google Shape;561;p36"/>
          <p:cNvGrpSpPr/>
          <p:nvPr/>
        </p:nvGrpSpPr>
        <p:grpSpPr>
          <a:xfrm>
            <a:off x="1309744" y="1993302"/>
            <a:ext cx="703408" cy="1486689"/>
            <a:chOff x="2507470" y="190383"/>
            <a:chExt cx="964630" cy="2038794"/>
          </a:xfrm>
        </p:grpSpPr>
        <p:sp>
          <p:nvSpPr>
            <p:cNvPr id="562" name="Google Shape;562;p36"/>
            <p:cNvSpPr/>
            <p:nvPr/>
          </p:nvSpPr>
          <p:spPr>
            <a:xfrm>
              <a:off x="2730952" y="457660"/>
              <a:ext cx="196021" cy="353672"/>
            </a:xfrm>
            <a:custGeom>
              <a:avLst/>
              <a:gdLst/>
              <a:ahLst/>
              <a:cxnLst/>
              <a:rect l="l" t="t" r="r" b="b"/>
              <a:pathLst>
                <a:path w="6396" h="11540" extrusionOk="0">
                  <a:moveTo>
                    <a:pt x="1915" y="1"/>
                  </a:moveTo>
                  <a:cubicBezTo>
                    <a:pt x="935" y="1"/>
                    <a:pt x="0" y="832"/>
                    <a:pt x="277" y="2253"/>
                  </a:cubicBezTo>
                  <a:cubicBezTo>
                    <a:pt x="277" y="2253"/>
                    <a:pt x="277" y="2253"/>
                    <a:pt x="277" y="2253"/>
                  </a:cubicBezTo>
                  <a:cubicBezTo>
                    <a:pt x="278" y="2253"/>
                    <a:pt x="2553" y="10958"/>
                    <a:pt x="3897" y="11477"/>
                  </a:cubicBezTo>
                  <a:cubicBezTo>
                    <a:pt x="4014" y="11522"/>
                    <a:pt x="4171" y="11539"/>
                    <a:pt x="4340" y="11539"/>
                  </a:cubicBezTo>
                  <a:cubicBezTo>
                    <a:pt x="4861" y="11539"/>
                    <a:pt x="5503" y="11378"/>
                    <a:pt x="5503" y="11378"/>
                  </a:cubicBezTo>
                  <a:cubicBezTo>
                    <a:pt x="6384" y="11240"/>
                    <a:pt x="6396" y="10508"/>
                    <a:pt x="6373" y="10181"/>
                  </a:cubicBezTo>
                  <a:lnTo>
                    <a:pt x="4504" y="3424"/>
                  </a:lnTo>
                  <a:cubicBezTo>
                    <a:pt x="4252" y="1988"/>
                    <a:pt x="3655" y="717"/>
                    <a:pt x="2745" y="213"/>
                  </a:cubicBezTo>
                  <a:cubicBezTo>
                    <a:pt x="2483" y="69"/>
                    <a:pt x="2197" y="1"/>
                    <a:pt x="1915" y="1"/>
                  </a:cubicBezTo>
                  <a:close/>
                </a:path>
              </a:pathLst>
            </a:custGeom>
            <a:solidFill>
              <a:srgbClr val="3233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6"/>
            <p:cNvSpPr/>
            <p:nvPr/>
          </p:nvSpPr>
          <p:spPr>
            <a:xfrm>
              <a:off x="3062067" y="679149"/>
              <a:ext cx="161022" cy="84495"/>
            </a:xfrm>
            <a:custGeom>
              <a:avLst/>
              <a:gdLst/>
              <a:ahLst/>
              <a:cxnLst/>
              <a:rect l="l" t="t" r="r" b="b"/>
              <a:pathLst>
                <a:path w="5254" h="2757" extrusionOk="0">
                  <a:moveTo>
                    <a:pt x="3683" y="1"/>
                  </a:moveTo>
                  <a:cubicBezTo>
                    <a:pt x="3625" y="1"/>
                    <a:pt x="3559" y="21"/>
                    <a:pt x="3491" y="69"/>
                  </a:cubicBezTo>
                  <a:cubicBezTo>
                    <a:pt x="3235" y="249"/>
                    <a:pt x="2839" y="305"/>
                    <a:pt x="2573" y="305"/>
                  </a:cubicBezTo>
                  <a:cubicBezTo>
                    <a:pt x="2540" y="305"/>
                    <a:pt x="2508" y="304"/>
                    <a:pt x="2480" y="302"/>
                  </a:cubicBezTo>
                  <a:cubicBezTo>
                    <a:pt x="2400" y="298"/>
                    <a:pt x="2325" y="296"/>
                    <a:pt x="2255" y="296"/>
                  </a:cubicBezTo>
                  <a:cubicBezTo>
                    <a:pt x="1653" y="296"/>
                    <a:pt x="1400" y="431"/>
                    <a:pt x="1219" y="557"/>
                  </a:cubicBezTo>
                  <a:cubicBezTo>
                    <a:pt x="650" y="940"/>
                    <a:pt x="155" y="960"/>
                    <a:pt x="155" y="960"/>
                  </a:cubicBezTo>
                  <a:cubicBezTo>
                    <a:pt x="111" y="964"/>
                    <a:pt x="58" y="967"/>
                    <a:pt x="1" y="968"/>
                  </a:cubicBezTo>
                  <a:lnTo>
                    <a:pt x="217" y="2516"/>
                  </a:lnTo>
                  <a:cubicBezTo>
                    <a:pt x="314" y="2513"/>
                    <a:pt x="408" y="2510"/>
                    <a:pt x="503" y="2510"/>
                  </a:cubicBezTo>
                  <a:cubicBezTo>
                    <a:pt x="883" y="2510"/>
                    <a:pt x="1263" y="2545"/>
                    <a:pt x="1808" y="2668"/>
                  </a:cubicBezTo>
                  <a:cubicBezTo>
                    <a:pt x="2085" y="2731"/>
                    <a:pt x="2351" y="2756"/>
                    <a:pt x="2599" y="2756"/>
                  </a:cubicBezTo>
                  <a:cubicBezTo>
                    <a:pt x="3496" y="2756"/>
                    <a:pt x="4156" y="2422"/>
                    <a:pt x="4281" y="2323"/>
                  </a:cubicBezTo>
                  <a:cubicBezTo>
                    <a:pt x="5141" y="1637"/>
                    <a:pt x="5253" y="1215"/>
                    <a:pt x="5039" y="1215"/>
                  </a:cubicBezTo>
                  <a:cubicBezTo>
                    <a:pt x="5022" y="1215"/>
                    <a:pt x="5003" y="1218"/>
                    <a:pt x="4981" y="1224"/>
                  </a:cubicBezTo>
                  <a:cubicBezTo>
                    <a:pt x="4618" y="1317"/>
                    <a:pt x="4300" y="1353"/>
                    <a:pt x="4027" y="1353"/>
                  </a:cubicBezTo>
                  <a:cubicBezTo>
                    <a:pt x="3118" y="1353"/>
                    <a:pt x="2695" y="956"/>
                    <a:pt x="2695" y="956"/>
                  </a:cubicBezTo>
                  <a:cubicBezTo>
                    <a:pt x="3398" y="926"/>
                    <a:pt x="3806" y="540"/>
                    <a:pt x="3920" y="332"/>
                  </a:cubicBezTo>
                  <a:cubicBezTo>
                    <a:pt x="3991" y="203"/>
                    <a:pt x="3871" y="1"/>
                    <a:pt x="3683" y="1"/>
                  </a:cubicBezTo>
                  <a:close/>
                </a:path>
              </a:pathLst>
            </a:custGeom>
            <a:solidFill>
              <a:srgbClr val="AA8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6"/>
            <p:cNvSpPr/>
            <p:nvPr/>
          </p:nvSpPr>
          <p:spPr>
            <a:xfrm>
              <a:off x="2830863" y="693186"/>
              <a:ext cx="276042" cy="127923"/>
            </a:xfrm>
            <a:custGeom>
              <a:avLst/>
              <a:gdLst/>
              <a:ahLst/>
              <a:cxnLst/>
              <a:rect l="l" t="t" r="r" b="b"/>
              <a:pathLst>
                <a:path w="9007" h="4174" extrusionOk="0">
                  <a:moveTo>
                    <a:pt x="8083" y="0"/>
                  </a:moveTo>
                  <a:lnTo>
                    <a:pt x="1555" y="1011"/>
                  </a:lnTo>
                  <a:cubicBezTo>
                    <a:pt x="588" y="1449"/>
                    <a:pt x="1" y="2676"/>
                    <a:pt x="599" y="3550"/>
                  </a:cubicBezTo>
                  <a:cubicBezTo>
                    <a:pt x="908" y="4000"/>
                    <a:pt x="1513" y="4174"/>
                    <a:pt x="2262" y="4174"/>
                  </a:cubicBezTo>
                  <a:cubicBezTo>
                    <a:pt x="4802" y="4174"/>
                    <a:pt x="9006" y="2180"/>
                    <a:pt x="9006" y="2180"/>
                  </a:cubicBezTo>
                  <a:cubicBezTo>
                    <a:pt x="9006" y="2180"/>
                    <a:pt x="8440" y="2009"/>
                    <a:pt x="8118" y="1157"/>
                  </a:cubicBezTo>
                  <a:cubicBezTo>
                    <a:pt x="7982" y="797"/>
                    <a:pt x="8083" y="0"/>
                    <a:pt x="8083" y="0"/>
                  </a:cubicBezTo>
                  <a:close/>
                </a:path>
              </a:pathLst>
            </a:custGeom>
            <a:solidFill>
              <a:srgbClr val="1376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6"/>
            <p:cNvSpPr/>
            <p:nvPr/>
          </p:nvSpPr>
          <p:spPr>
            <a:xfrm>
              <a:off x="3293333" y="671855"/>
              <a:ext cx="155934" cy="100279"/>
            </a:xfrm>
            <a:custGeom>
              <a:avLst/>
              <a:gdLst/>
              <a:ahLst/>
              <a:cxnLst/>
              <a:rect l="l" t="t" r="r" b="b"/>
              <a:pathLst>
                <a:path w="5088" h="3272" extrusionOk="0">
                  <a:moveTo>
                    <a:pt x="0" y="0"/>
                  </a:moveTo>
                  <a:lnTo>
                    <a:pt x="0" y="367"/>
                  </a:lnTo>
                  <a:lnTo>
                    <a:pt x="5087" y="3271"/>
                  </a:lnTo>
                  <a:lnTo>
                    <a:pt x="5087" y="2904"/>
                  </a:lnTo>
                  <a:lnTo>
                    <a:pt x="0" y="0"/>
                  </a:lnTo>
                  <a:close/>
                </a:path>
              </a:pathLst>
            </a:custGeom>
            <a:solidFill>
              <a:srgbClr val="7784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6"/>
            <p:cNvSpPr/>
            <p:nvPr/>
          </p:nvSpPr>
          <p:spPr>
            <a:xfrm>
              <a:off x="3107334" y="671855"/>
              <a:ext cx="186030" cy="120475"/>
            </a:xfrm>
            <a:custGeom>
              <a:avLst/>
              <a:gdLst/>
              <a:ahLst/>
              <a:cxnLst/>
              <a:rect l="l" t="t" r="r" b="b"/>
              <a:pathLst>
                <a:path w="6070" h="3931" extrusionOk="0">
                  <a:moveTo>
                    <a:pt x="6069" y="0"/>
                  </a:moveTo>
                  <a:lnTo>
                    <a:pt x="1" y="3564"/>
                  </a:lnTo>
                  <a:lnTo>
                    <a:pt x="1" y="3930"/>
                  </a:lnTo>
                  <a:lnTo>
                    <a:pt x="6069" y="367"/>
                  </a:lnTo>
                  <a:lnTo>
                    <a:pt x="6069" y="0"/>
                  </a:lnTo>
                  <a:close/>
                </a:path>
              </a:pathLst>
            </a:custGeom>
            <a:solidFill>
              <a:srgbClr val="ABBE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6"/>
            <p:cNvSpPr/>
            <p:nvPr/>
          </p:nvSpPr>
          <p:spPr>
            <a:xfrm>
              <a:off x="3170774" y="827514"/>
              <a:ext cx="5057" cy="16734"/>
            </a:xfrm>
            <a:custGeom>
              <a:avLst/>
              <a:gdLst/>
              <a:ahLst/>
              <a:cxnLst/>
              <a:rect l="l" t="t" r="r" b="b"/>
              <a:pathLst>
                <a:path w="165" h="546" extrusionOk="0">
                  <a:moveTo>
                    <a:pt x="0" y="1"/>
                  </a:moveTo>
                  <a:lnTo>
                    <a:pt x="0" y="367"/>
                  </a:lnTo>
                  <a:cubicBezTo>
                    <a:pt x="19" y="375"/>
                    <a:pt x="37" y="383"/>
                    <a:pt x="53" y="392"/>
                  </a:cubicBezTo>
                  <a:cubicBezTo>
                    <a:pt x="125" y="434"/>
                    <a:pt x="164" y="488"/>
                    <a:pt x="165" y="543"/>
                  </a:cubicBezTo>
                  <a:lnTo>
                    <a:pt x="165" y="543"/>
                  </a:lnTo>
                  <a:lnTo>
                    <a:pt x="162" y="180"/>
                  </a:lnTo>
                  <a:cubicBezTo>
                    <a:pt x="162" y="125"/>
                    <a:pt x="126" y="69"/>
                    <a:pt x="53" y="26"/>
                  </a:cubicBezTo>
                  <a:cubicBezTo>
                    <a:pt x="36" y="16"/>
                    <a:pt x="17" y="8"/>
                    <a:pt x="0" y="1"/>
                  </a:cubicBezTo>
                  <a:close/>
                  <a:moveTo>
                    <a:pt x="165" y="543"/>
                  </a:moveTo>
                  <a:lnTo>
                    <a:pt x="165" y="545"/>
                  </a:lnTo>
                  <a:cubicBezTo>
                    <a:pt x="165" y="544"/>
                    <a:pt x="165" y="544"/>
                    <a:pt x="165" y="543"/>
                  </a:cubicBezTo>
                  <a:close/>
                </a:path>
              </a:pathLst>
            </a:custGeom>
            <a:solidFill>
              <a:srgbClr val="7380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6"/>
            <p:cNvSpPr/>
            <p:nvPr/>
          </p:nvSpPr>
          <p:spPr>
            <a:xfrm>
              <a:off x="3169364" y="827085"/>
              <a:ext cx="1440" cy="11738"/>
            </a:xfrm>
            <a:custGeom>
              <a:avLst/>
              <a:gdLst/>
              <a:ahLst/>
              <a:cxnLst/>
              <a:rect l="l" t="t" r="r" b="b"/>
              <a:pathLst>
                <a:path w="47" h="383" extrusionOk="0">
                  <a:moveTo>
                    <a:pt x="0" y="0"/>
                  </a:moveTo>
                  <a:lnTo>
                    <a:pt x="0" y="367"/>
                  </a:lnTo>
                  <a:cubicBezTo>
                    <a:pt x="15" y="373"/>
                    <a:pt x="32" y="377"/>
                    <a:pt x="46" y="383"/>
                  </a:cubicBezTo>
                  <a:lnTo>
                    <a:pt x="46" y="16"/>
                  </a:lnTo>
                  <a:cubicBezTo>
                    <a:pt x="32" y="10"/>
                    <a:pt x="15" y="5"/>
                    <a:pt x="0" y="0"/>
                  </a:cubicBezTo>
                  <a:close/>
                </a:path>
              </a:pathLst>
            </a:custGeom>
            <a:solidFill>
              <a:srgbClr val="788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6"/>
            <p:cNvSpPr/>
            <p:nvPr/>
          </p:nvSpPr>
          <p:spPr>
            <a:xfrm>
              <a:off x="3168169" y="826901"/>
              <a:ext cx="1226" cy="11493"/>
            </a:xfrm>
            <a:custGeom>
              <a:avLst/>
              <a:gdLst/>
              <a:ahLst/>
              <a:cxnLst/>
              <a:rect l="l" t="t" r="r" b="b"/>
              <a:pathLst>
                <a:path w="40" h="375" extrusionOk="0">
                  <a:moveTo>
                    <a:pt x="1" y="1"/>
                  </a:moveTo>
                  <a:lnTo>
                    <a:pt x="1" y="366"/>
                  </a:lnTo>
                  <a:cubicBezTo>
                    <a:pt x="15" y="367"/>
                    <a:pt x="28" y="372"/>
                    <a:pt x="39" y="375"/>
                  </a:cubicBezTo>
                  <a:lnTo>
                    <a:pt x="39" y="8"/>
                  </a:lnTo>
                  <a:cubicBezTo>
                    <a:pt x="28" y="3"/>
                    <a:pt x="13" y="1"/>
                    <a:pt x="1" y="1"/>
                  </a:cubicBezTo>
                  <a:close/>
                </a:path>
              </a:pathLst>
            </a:custGeom>
            <a:solidFill>
              <a:srgbClr val="7C8A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6"/>
            <p:cNvSpPr/>
            <p:nvPr/>
          </p:nvSpPr>
          <p:spPr>
            <a:xfrm>
              <a:off x="3167035" y="826625"/>
              <a:ext cx="1165" cy="11462"/>
            </a:xfrm>
            <a:custGeom>
              <a:avLst/>
              <a:gdLst/>
              <a:ahLst/>
              <a:cxnLst/>
              <a:rect l="l" t="t" r="r" b="b"/>
              <a:pathLst>
                <a:path w="38" h="374" extrusionOk="0">
                  <a:moveTo>
                    <a:pt x="0" y="1"/>
                  </a:moveTo>
                  <a:lnTo>
                    <a:pt x="0" y="368"/>
                  </a:lnTo>
                  <a:lnTo>
                    <a:pt x="38" y="373"/>
                  </a:lnTo>
                  <a:lnTo>
                    <a:pt x="38" y="8"/>
                  </a:lnTo>
                  <a:cubicBezTo>
                    <a:pt x="25" y="4"/>
                    <a:pt x="12" y="2"/>
                    <a:pt x="0" y="1"/>
                  </a:cubicBezTo>
                  <a:close/>
                </a:path>
              </a:pathLst>
            </a:custGeom>
            <a:solidFill>
              <a:srgbClr val="818F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6"/>
            <p:cNvSpPr/>
            <p:nvPr/>
          </p:nvSpPr>
          <p:spPr>
            <a:xfrm>
              <a:off x="3165932" y="826503"/>
              <a:ext cx="1134" cy="11401"/>
            </a:xfrm>
            <a:custGeom>
              <a:avLst/>
              <a:gdLst/>
              <a:ahLst/>
              <a:cxnLst/>
              <a:rect l="l" t="t" r="r" b="b"/>
              <a:pathLst>
                <a:path w="37" h="372" extrusionOk="0">
                  <a:moveTo>
                    <a:pt x="0" y="1"/>
                  </a:moveTo>
                  <a:lnTo>
                    <a:pt x="0" y="367"/>
                  </a:lnTo>
                  <a:cubicBezTo>
                    <a:pt x="12" y="367"/>
                    <a:pt x="23" y="370"/>
                    <a:pt x="36" y="372"/>
                  </a:cubicBezTo>
                  <a:lnTo>
                    <a:pt x="36" y="5"/>
                  </a:lnTo>
                  <a:cubicBezTo>
                    <a:pt x="25" y="2"/>
                    <a:pt x="12" y="1"/>
                    <a:pt x="0" y="1"/>
                  </a:cubicBezTo>
                  <a:close/>
                </a:path>
              </a:pathLst>
            </a:custGeom>
            <a:solidFill>
              <a:srgbClr val="8594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6"/>
            <p:cNvSpPr/>
            <p:nvPr/>
          </p:nvSpPr>
          <p:spPr>
            <a:xfrm>
              <a:off x="3164828" y="826472"/>
              <a:ext cx="1134" cy="11309"/>
            </a:xfrm>
            <a:custGeom>
              <a:avLst/>
              <a:gdLst/>
              <a:ahLst/>
              <a:cxnLst/>
              <a:rect l="l" t="t" r="r" b="b"/>
              <a:pathLst>
                <a:path w="37" h="369" extrusionOk="0">
                  <a:moveTo>
                    <a:pt x="1" y="0"/>
                  </a:moveTo>
                  <a:lnTo>
                    <a:pt x="1" y="367"/>
                  </a:lnTo>
                  <a:cubicBezTo>
                    <a:pt x="12" y="367"/>
                    <a:pt x="25" y="368"/>
                    <a:pt x="36" y="368"/>
                  </a:cubicBezTo>
                  <a:lnTo>
                    <a:pt x="36" y="2"/>
                  </a:lnTo>
                  <a:cubicBezTo>
                    <a:pt x="24" y="0"/>
                    <a:pt x="11" y="0"/>
                    <a:pt x="1" y="0"/>
                  </a:cubicBezTo>
                  <a:close/>
                </a:path>
              </a:pathLst>
            </a:custGeom>
            <a:solidFill>
              <a:srgbClr val="8A99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6"/>
            <p:cNvSpPr/>
            <p:nvPr/>
          </p:nvSpPr>
          <p:spPr>
            <a:xfrm>
              <a:off x="3163633" y="826472"/>
              <a:ext cx="1226" cy="11278"/>
            </a:xfrm>
            <a:custGeom>
              <a:avLst/>
              <a:gdLst/>
              <a:ahLst/>
              <a:cxnLst/>
              <a:rect l="l" t="t" r="r" b="b"/>
              <a:pathLst>
                <a:path w="40" h="368" extrusionOk="0">
                  <a:moveTo>
                    <a:pt x="1" y="0"/>
                  </a:moveTo>
                  <a:lnTo>
                    <a:pt x="1" y="367"/>
                  </a:lnTo>
                  <a:lnTo>
                    <a:pt x="40" y="367"/>
                  </a:lnTo>
                  <a:lnTo>
                    <a:pt x="40" y="0"/>
                  </a:lnTo>
                  <a:close/>
                </a:path>
              </a:pathLst>
            </a:custGeom>
            <a:solidFill>
              <a:srgbClr val="8E9D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6"/>
            <p:cNvSpPr/>
            <p:nvPr/>
          </p:nvSpPr>
          <p:spPr>
            <a:xfrm>
              <a:off x="3162285" y="826472"/>
              <a:ext cx="1348" cy="11401"/>
            </a:xfrm>
            <a:custGeom>
              <a:avLst/>
              <a:gdLst/>
              <a:ahLst/>
              <a:cxnLst/>
              <a:rect l="l" t="t" r="r" b="b"/>
              <a:pathLst>
                <a:path w="44" h="372" extrusionOk="0">
                  <a:moveTo>
                    <a:pt x="44" y="0"/>
                  </a:moveTo>
                  <a:cubicBezTo>
                    <a:pt x="31" y="0"/>
                    <a:pt x="16" y="2"/>
                    <a:pt x="1" y="3"/>
                  </a:cubicBezTo>
                  <a:lnTo>
                    <a:pt x="2" y="371"/>
                  </a:lnTo>
                  <a:cubicBezTo>
                    <a:pt x="16" y="368"/>
                    <a:pt x="29" y="367"/>
                    <a:pt x="44" y="367"/>
                  </a:cubicBezTo>
                  <a:lnTo>
                    <a:pt x="44" y="0"/>
                  </a:lnTo>
                  <a:close/>
                </a:path>
              </a:pathLst>
            </a:custGeom>
            <a:solidFill>
              <a:srgbClr val="93A2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6"/>
            <p:cNvSpPr/>
            <p:nvPr/>
          </p:nvSpPr>
          <p:spPr>
            <a:xfrm>
              <a:off x="3160936" y="826564"/>
              <a:ext cx="1502" cy="11523"/>
            </a:xfrm>
            <a:custGeom>
              <a:avLst/>
              <a:gdLst/>
              <a:ahLst/>
              <a:cxnLst/>
              <a:rect l="l" t="t" r="r" b="b"/>
              <a:pathLst>
                <a:path w="49" h="376" extrusionOk="0">
                  <a:moveTo>
                    <a:pt x="46" y="0"/>
                  </a:moveTo>
                  <a:cubicBezTo>
                    <a:pt x="32" y="0"/>
                    <a:pt x="16" y="4"/>
                    <a:pt x="0" y="10"/>
                  </a:cubicBezTo>
                  <a:lnTo>
                    <a:pt x="2" y="375"/>
                  </a:lnTo>
                  <a:cubicBezTo>
                    <a:pt x="16" y="371"/>
                    <a:pt x="32" y="370"/>
                    <a:pt x="49" y="368"/>
                  </a:cubicBezTo>
                  <a:lnTo>
                    <a:pt x="46" y="0"/>
                  </a:lnTo>
                  <a:close/>
                </a:path>
              </a:pathLst>
            </a:custGeom>
            <a:solidFill>
              <a:srgbClr val="97A7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6"/>
            <p:cNvSpPr/>
            <p:nvPr/>
          </p:nvSpPr>
          <p:spPr>
            <a:xfrm>
              <a:off x="3158821" y="826778"/>
              <a:ext cx="2176" cy="11799"/>
            </a:xfrm>
            <a:custGeom>
              <a:avLst/>
              <a:gdLst/>
              <a:ahLst/>
              <a:cxnLst/>
              <a:rect l="l" t="t" r="r" b="b"/>
              <a:pathLst>
                <a:path w="71" h="385" extrusionOk="0">
                  <a:moveTo>
                    <a:pt x="69" y="0"/>
                  </a:moveTo>
                  <a:cubicBezTo>
                    <a:pt x="43" y="5"/>
                    <a:pt x="20" y="10"/>
                    <a:pt x="0" y="17"/>
                  </a:cubicBezTo>
                  <a:lnTo>
                    <a:pt x="0" y="384"/>
                  </a:lnTo>
                  <a:cubicBezTo>
                    <a:pt x="25" y="377"/>
                    <a:pt x="46" y="371"/>
                    <a:pt x="71" y="366"/>
                  </a:cubicBezTo>
                  <a:lnTo>
                    <a:pt x="69" y="0"/>
                  </a:lnTo>
                  <a:close/>
                </a:path>
              </a:pathLst>
            </a:custGeom>
            <a:solidFill>
              <a:srgbClr val="9BAC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6"/>
            <p:cNvSpPr/>
            <p:nvPr/>
          </p:nvSpPr>
          <p:spPr>
            <a:xfrm>
              <a:off x="3156186" y="827299"/>
              <a:ext cx="2605" cy="12412"/>
            </a:xfrm>
            <a:custGeom>
              <a:avLst/>
              <a:gdLst/>
              <a:ahLst/>
              <a:cxnLst/>
              <a:rect l="l" t="t" r="r" b="b"/>
              <a:pathLst>
                <a:path w="85" h="405" extrusionOk="0">
                  <a:moveTo>
                    <a:pt x="85" y="0"/>
                  </a:moveTo>
                  <a:cubicBezTo>
                    <a:pt x="56" y="10"/>
                    <a:pt x="28" y="22"/>
                    <a:pt x="5" y="36"/>
                  </a:cubicBezTo>
                  <a:cubicBezTo>
                    <a:pt x="5" y="36"/>
                    <a:pt x="3" y="38"/>
                    <a:pt x="0" y="38"/>
                  </a:cubicBezTo>
                  <a:lnTo>
                    <a:pt x="0" y="404"/>
                  </a:lnTo>
                  <a:cubicBezTo>
                    <a:pt x="0" y="404"/>
                    <a:pt x="3" y="403"/>
                    <a:pt x="5" y="403"/>
                  </a:cubicBezTo>
                  <a:cubicBezTo>
                    <a:pt x="29" y="389"/>
                    <a:pt x="56" y="376"/>
                    <a:pt x="85" y="367"/>
                  </a:cubicBezTo>
                  <a:lnTo>
                    <a:pt x="85" y="0"/>
                  </a:lnTo>
                  <a:close/>
                </a:path>
              </a:pathLst>
            </a:custGeom>
            <a:solidFill>
              <a:srgbClr val="A0B1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6"/>
            <p:cNvSpPr/>
            <p:nvPr/>
          </p:nvSpPr>
          <p:spPr>
            <a:xfrm>
              <a:off x="3154684" y="828495"/>
              <a:ext cx="1471" cy="12320"/>
            </a:xfrm>
            <a:custGeom>
              <a:avLst/>
              <a:gdLst/>
              <a:ahLst/>
              <a:cxnLst/>
              <a:rect l="l" t="t" r="r" b="b"/>
              <a:pathLst>
                <a:path w="48" h="402" extrusionOk="0">
                  <a:moveTo>
                    <a:pt x="48" y="0"/>
                  </a:moveTo>
                  <a:cubicBezTo>
                    <a:pt x="31" y="12"/>
                    <a:pt x="16" y="22"/>
                    <a:pt x="1" y="35"/>
                  </a:cubicBezTo>
                  <a:lnTo>
                    <a:pt x="1" y="401"/>
                  </a:lnTo>
                  <a:cubicBezTo>
                    <a:pt x="14" y="391"/>
                    <a:pt x="31" y="378"/>
                    <a:pt x="48" y="367"/>
                  </a:cubicBezTo>
                  <a:lnTo>
                    <a:pt x="48" y="0"/>
                  </a:lnTo>
                  <a:close/>
                </a:path>
              </a:pathLst>
            </a:custGeom>
            <a:solidFill>
              <a:srgbClr val="9BAC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6"/>
            <p:cNvSpPr/>
            <p:nvPr/>
          </p:nvSpPr>
          <p:spPr>
            <a:xfrm>
              <a:off x="3153979" y="829567"/>
              <a:ext cx="797" cy="12075"/>
            </a:xfrm>
            <a:custGeom>
              <a:avLst/>
              <a:gdLst/>
              <a:ahLst/>
              <a:cxnLst/>
              <a:rect l="l" t="t" r="r" b="b"/>
              <a:pathLst>
                <a:path w="26" h="394" extrusionOk="0">
                  <a:moveTo>
                    <a:pt x="25" y="1"/>
                  </a:moveTo>
                  <a:cubicBezTo>
                    <a:pt x="18" y="8"/>
                    <a:pt x="8" y="15"/>
                    <a:pt x="1" y="27"/>
                  </a:cubicBezTo>
                  <a:lnTo>
                    <a:pt x="1" y="394"/>
                  </a:lnTo>
                  <a:cubicBezTo>
                    <a:pt x="8" y="385"/>
                    <a:pt x="15" y="378"/>
                    <a:pt x="25" y="368"/>
                  </a:cubicBezTo>
                  <a:lnTo>
                    <a:pt x="25" y="1"/>
                  </a:lnTo>
                  <a:close/>
                </a:path>
              </a:pathLst>
            </a:custGeom>
            <a:solidFill>
              <a:srgbClr val="97A7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6"/>
            <p:cNvSpPr/>
            <p:nvPr/>
          </p:nvSpPr>
          <p:spPr>
            <a:xfrm>
              <a:off x="3153642" y="830272"/>
              <a:ext cx="460" cy="11983"/>
            </a:xfrm>
            <a:custGeom>
              <a:avLst/>
              <a:gdLst/>
              <a:ahLst/>
              <a:cxnLst/>
              <a:rect l="l" t="t" r="r" b="b"/>
              <a:pathLst>
                <a:path w="15" h="391" extrusionOk="0">
                  <a:moveTo>
                    <a:pt x="15" y="1"/>
                  </a:moveTo>
                  <a:cubicBezTo>
                    <a:pt x="7" y="8"/>
                    <a:pt x="3" y="15"/>
                    <a:pt x="0" y="22"/>
                  </a:cubicBezTo>
                  <a:lnTo>
                    <a:pt x="0" y="391"/>
                  </a:lnTo>
                  <a:cubicBezTo>
                    <a:pt x="3" y="383"/>
                    <a:pt x="9" y="376"/>
                    <a:pt x="15" y="369"/>
                  </a:cubicBezTo>
                  <a:lnTo>
                    <a:pt x="15" y="1"/>
                  </a:lnTo>
                  <a:close/>
                </a:path>
              </a:pathLst>
            </a:custGeom>
            <a:solidFill>
              <a:srgbClr val="93A2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6"/>
            <p:cNvSpPr/>
            <p:nvPr/>
          </p:nvSpPr>
          <p:spPr>
            <a:xfrm>
              <a:off x="3153274" y="831038"/>
              <a:ext cx="306" cy="11922"/>
            </a:xfrm>
            <a:custGeom>
              <a:avLst/>
              <a:gdLst/>
              <a:ahLst/>
              <a:cxnLst/>
              <a:rect l="l" t="t" r="r" b="b"/>
              <a:pathLst>
                <a:path w="10" h="389" extrusionOk="0">
                  <a:moveTo>
                    <a:pt x="9" y="0"/>
                  </a:moveTo>
                  <a:cubicBezTo>
                    <a:pt x="7" y="7"/>
                    <a:pt x="2" y="12"/>
                    <a:pt x="1" y="22"/>
                  </a:cubicBezTo>
                  <a:lnTo>
                    <a:pt x="1" y="389"/>
                  </a:lnTo>
                  <a:cubicBezTo>
                    <a:pt x="2" y="381"/>
                    <a:pt x="7" y="374"/>
                    <a:pt x="9" y="367"/>
                  </a:cubicBezTo>
                  <a:lnTo>
                    <a:pt x="9" y="0"/>
                  </a:lnTo>
                  <a:close/>
                </a:path>
              </a:pathLst>
            </a:custGeom>
            <a:solidFill>
              <a:srgbClr val="8E9D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6"/>
            <p:cNvSpPr/>
            <p:nvPr/>
          </p:nvSpPr>
          <p:spPr>
            <a:xfrm>
              <a:off x="3153060" y="831682"/>
              <a:ext cx="245" cy="11891"/>
            </a:xfrm>
            <a:custGeom>
              <a:avLst/>
              <a:gdLst/>
              <a:ahLst/>
              <a:cxnLst/>
              <a:rect l="l" t="t" r="r" b="b"/>
              <a:pathLst>
                <a:path w="8" h="388" extrusionOk="0">
                  <a:moveTo>
                    <a:pt x="8" y="1"/>
                  </a:moveTo>
                  <a:cubicBezTo>
                    <a:pt x="5" y="5"/>
                    <a:pt x="2" y="12"/>
                    <a:pt x="1" y="22"/>
                  </a:cubicBezTo>
                  <a:lnTo>
                    <a:pt x="2" y="388"/>
                  </a:lnTo>
                  <a:cubicBezTo>
                    <a:pt x="2" y="380"/>
                    <a:pt x="5" y="375"/>
                    <a:pt x="8" y="368"/>
                  </a:cubicBezTo>
                  <a:lnTo>
                    <a:pt x="8" y="1"/>
                  </a:lnTo>
                  <a:close/>
                </a:path>
              </a:pathLst>
            </a:custGeom>
            <a:solidFill>
              <a:srgbClr val="8A99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6"/>
            <p:cNvSpPr/>
            <p:nvPr/>
          </p:nvSpPr>
          <p:spPr>
            <a:xfrm>
              <a:off x="3153029" y="832264"/>
              <a:ext cx="184" cy="11891"/>
            </a:xfrm>
            <a:custGeom>
              <a:avLst/>
              <a:gdLst/>
              <a:ahLst/>
              <a:cxnLst/>
              <a:rect l="l" t="t" r="r" b="b"/>
              <a:pathLst>
                <a:path w="6" h="388" extrusionOk="0">
                  <a:moveTo>
                    <a:pt x="3" y="0"/>
                  </a:moveTo>
                  <a:cubicBezTo>
                    <a:pt x="2" y="8"/>
                    <a:pt x="0" y="15"/>
                    <a:pt x="2" y="20"/>
                  </a:cubicBezTo>
                  <a:lnTo>
                    <a:pt x="2" y="387"/>
                  </a:lnTo>
                  <a:cubicBezTo>
                    <a:pt x="2" y="380"/>
                    <a:pt x="3" y="373"/>
                    <a:pt x="6" y="366"/>
                  </a:cubicBezTo>
                  <a:lnTo>
                    <a:pt x="3" y="0"/>
                  </a:lnTo>
                  <a:close/>
                </a:path>
              </a:pathLst>
            </a:custGeom>
            <a:solidFill>
              <a:srgbClr val="8594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6"/>
            <p:cNvSpPr/>
            <p:nvPr/>
          </p:nvSpPr>
          <p:spPr>
            <a:xfrm>
              <a:off x="3153029" y="832908"/>
              <a:ext cx="31" cy="11401"/>
            </a:xfrm>
            <a:custGeom>
              <a:avLst/>
              <a:gdLst/>
              <a:ahLst/>
              <a:cxnLst/>
              <a:rect l="l" t="t" r="r" b="b"/>
              <a:pathLst>
                <a:path w="1" h="372" extrusionOk="0">
                  <a:moveTo>
                    <a:pt x="0" y="1"/>
                  </a:moveTo>
                  <a:lnTo>
                    <a:pt x="0" y="369"/>
                  </a:lnTo>
                  <a:lnTo>
                    <a:pt x="0" y="372"/>
                  </a:lnTo>
                  <a:lnTo>
                    <a:pt x="0" y="5"/>
                  </a:lnTo>
                  <a:close/>
                </a:path>
              </a:pathLst>
            </a:custGeom>
            <a:solidFill>
              <a:srgbClr val="818F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6"/>
            <p:cNvSpPr/>
            <p:nvPr/>
          </p:nvSpPr>
          <p:spPr>
            <a:xfrm>
              <a:off x="3175739" y="833000"/>
              <a:ext cx="92" cy="11248"/>
            </a:xfrm>
            <a:custGeom>
              <a:avLst/>
              <a:gdLst/>
              <a:ahLst/>
              <a:cxnLst/>
              <a:rect l="l" t="t" r="r" b="b"/>
              <a:pathLst>
                <a:path w="3" h="367" extrusionOk="0">
                  <a:moveTo>
                    <a:pt x="0" y="1"/>
                  </a:moveTo>
                  <a:cubicBezTo>
                    <a:pt x="0" y="1"/>
                    <a:pt x="0" y="1"/>
                    <a:pt x="0" y="1"/>
                  </a:cubicBezTo>
                  <a:lnTo>
                    <a:pt x="0" y="1"/>
                  </a:lnTo>
                  <a:lnTo>
                    <a:pt x="0" y="1"/>
                  </a:lnTo>
                  <a:close/>
                  <a:moveTo>
                    <a:pt x="0" y="1"/>
                  </a:moveTo>
                  <a:lnTo>
                    <a:pt x="3" y="366"/>
                  </a:lnTo>
                  <a:lnTo>
                    <a:pt x="3" y="2"/>
                  </a:lnTo>
                  <a:cubicBezTo>
                    <a:pt x="2" y="3"/>
                    <a:pt x="1" y="3"/>
                    <a:pt x="1" y="3"/>
                  </a:cubicBezTo>
                  <a:cubicBezTo>
                    <a:pt x="0" y="3"/>
                    <a:pt x="0" y="2"/>
                    <a:pt x="0" y="1"/>
                  </a:cubicBezTo>
                  <a:close/>
                </a:path>
              </a:pathLst>
            </a:custGeom>
            <a:solidFill>
              <a:srgbClr val="376A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6"/>
            <p:cNvSpPr/>
            <p:nvPr/>
          </p:nvSpPr>
          <p:spPr>
            <a:xfrm>
              <a:off x="3175678" y="833092"/>
              <a:ext cx="61" cy="11922"/>
            </a:xfrm>
            <a:custGeom>
              <a:avLst/>
              <a:gdLst/>
              <a:ahLst/>
              <a:cxnLst/>
              <a:rect l="l" t="t" r="r" b="b"/>
              <a:pathLst>
                <a:path w="2" h="389" extrusionOk="0">
                  <a:moveTo>
                    <a:pt x="2" y="1"/>
                  </a:moveTo>
                  <a:cubicBezTo>
                    <a:pt x="2" y="8"/>
                    <a:pt x="2" y="15"/>
                    <a:pt x="1" y="22"/>
                  </a:cubicBezTo>
                  <a:lnTo>
                    <a:pt x="1" y="389"/>
                  </a:lnTo>
                  <a:cubicBezTo>
                    <a:pt x="2" y="382"/>
                    <a:pt x="2" y="375"/>
                    <a:pt x="2" y="367"/>
                  </a:cubicBezTo>
                  <a:lnTo>
                    <a:pt x="2" y="1"/>
                  </a:lnTo>
                  <a:close/>
                </a:path>
              </a:pathLst>
            </a:custGeom>
            <a:solidFill>
              <a:srgbClr val="396E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6"/>
            <p:cNvSpPr/>
            <p:nvPr/>
          </p:nvSpPr>
          <p:spPr>
            <a:xfrm>
              <a:off x="3175494" y="833766"/>
              <a:ext cx="215" cy="11861"/>
            </a:xfrm>
            <a:custGeom>
              <a:avLst/>
              <a:gdLst/>
              <a:ahLst/>
              <a:cxnLst/>
              <a:rect l="l" t="t" r="r" b="b"/>
              <a:pathLst>
                <a:path w="7" h="387" extrusionOk="0">
                  <a:moveTo>
                    <a:pt x="7" y="0"/>
                  </a:moveTo>
                  <a:cubicBezTo>
                    <a:pt x="5" y="7"/>
                    <a:pt x="4" y="14"/>
                    <a:pt x="1" y="20"/>
                  </a:cubicBezTo>
                  <a:lnTo>
                    <a:pt x="1" y="387"/>
                  </a:lnTo>
                  <a:cubicBezTo>
                    <a:pt x="4" y="381"/>
                    <a:pt x="5" y="374"/>
                    <a:pt x="7" y="367"/>
                  </a:cubicBezTo>
                  <a:lnTo>
                    <a:pt x="7" y="0"/>
                  </a:lnTo>
                  <a:close/>
                </a:path>
              </a:pathLst>
            </a:custGeom>
            <a:solidFill>
              <a:srgbClr val="3B71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6"/>
            <p:cNvSpPr/>
            <p:nvPr/>
          </p:nvSpPr>
          <p:spPr>
            <a:xfrm>
              <a:off x="3175249" y="834410"/>
              <a:ext cx="276" cy="11922"/>
            </a:xfrm>
            <a:custGeom>
              <a:avLst/>
              <a:gdLst/>
              <a:ahLst/>
              <a:cxnLst/>
              <a:rect l="l" t="t" r="r" b="b"/>
              <a:pathLst>
                <a:path w="9" h="389" extrusionOk="0">
                  <a:moveTo>
                    <a:pt x="9" y="1"/>
                  </a:moveTo>
                  <a:cubicBezTo>
                    <a:pt x="6" y="8"/>
                    <a:pt x="2" y="13"/>
                    <a:pt x="0" y="22"/>
                  </a:cubicBezTo>
                  <a:lnTo>
                    <a:pt x="0" y="389"/>
                  </a:lnTo>
                  <a:cubicBezTo>
                    <a:pt x="5" y="382"/>
                    <a:pt x="6" y="375"/>
                    <a:pt x="9" y="367"/>
                  </a:cubicBezTo>
                  <a:lnTo>
                    <a:pt x="9" y="1"/>
                  </a:lnTo>
                  <a:close/>
                </a:path>
              </a:pathLst>
            </a:custGeom>
            <a:solidFill>
              <a:srgbClr val="3D75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6"/>
            <p:cNvSpPr/>
            <p:nvPr/>
          </p:nvSpPr>
          <p:spPr>
            <a:xfrm>
              <a:off x="3174758" y="835084"/>
              <a:ext cx="460" cy="12014"/>
            </a:xfrm>
            <a:custGeom>
              <a:avLst/>
              <a:gdLst/>
              <a:ahLst/>
              <a:cxnLst/>
              <a:rect l="l" t="t" r="r" b="b"/>
              <a:pathLst>
                <a:path w="15" h="392" extrusionOk="0">
                  <a:moveTo>
                    <a:pt x="15" y="0"/>
                  </a:moveTo>
                  <a:cubicBezTo>
                    <a:pt x="11" y="7"/>
                    <a:pt x="6" y="14"/>
                    <a:pt x="0" y="23"/>
                  </a:cubicBezTo>
                  <a:lnTo>
                    <a:pt x="0" y="391"/>
                  </a:lnTo>
                  <a:cubicBezTo>
                    <a:pt x="6" y="384"/>
                    <a:pt x="11" y="374"/>
                    <a:pt x="15" y="367"/>
                  </a:cubicBezTo>
                  <a:lnTo>
                    <a:pt x="15" y="0"/>
                  </a:lnTo>
                  <a:close/>
                </a:path>
              </a:pathLst>
            </a:custGeom>
            <a:solidFill>
              <a:srgbClr val="3F79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6"/>
            <p:cNvSpPr/>
            <p:nvPr/>
          </p:nvSpPr>
          <p:spPr>
            <a:xfrm>
              <a:off x="3174053" y="835727"/>
              <a:ext cx="736" cy="12075"/>
            </a:xfrm>
            <a:custGeom>
              <a:avLst/>
              <a:gdLst/>
              <a:ahLst/>
              <a:cxnLst/>
              <a:rect l="l" t="t" r="r" b="b"/>
              <a:pathLst>
                <a:path w="24" h="394" extrusionOk="0">
                  <a:moveTo>
                    <a:pt x="23" y="1"/>
                  </a:moveTo>
                  <a:cubicBezTo>
                    <a:pt x="16" y="9"/>
                    <a:pt x="9" y="16"/>
                    <a:pt x="1" y="26"/>
                  </a:cubicBezTo>
                  <a:lnTo>
                    <a:pt x="1" y="393"/>
                  </a:lnTo>
                  <a:cubicBezTo>
                    <a:pt x="9" y="385"/>
                    <a:pt x="16" y="377"/>
                    <a:pt x="23" y="367"/>
                  </a:cubicBezTo>
                  <a:lnTo>
                    <a:pt x="23" y="1"/>
                  </a:lnTo>
                  <a:close/>
                </a:path>
              </a:pathLst>
            </a:custGeom>
            <a:solidFill>
              <a:srgbClr val="417C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6"/>
            <p:cNvSpPr/>
            <p:nvPr/>
          </p:nvSpPr>
          <p:spPr>
            <a:xfrm>
              <a:off x="3172613" y="836524"/>
              <a:ext cx="1471" cy="12320"/>
            </a:xfrm>
            <a:custGeom>
              <a:avLst/>
              <a:gdLst/>
              <a:ahLst/>
              <a:cxnLst/>
              <a:rect l="l" t="t" r="r" b="b"/>
              <a:pathLst>
                <a:path w="48" h="402" extrusionOk="0">
                  <a:moveTo>
                    <a:pt x="48" y="0"/>
                  </a:moveTo>
                  <a:cubicBezTo>
                    <a:pt x="35" y="12"/>
                    <a:pt x="19" y="23"/>
                    <a:pt x="0" y="36"/>
                  </a:cubicBezTo>
                  <a:lnTo>
                    <a:pt x="0" y="402"/>
                  </a:lnTo>
                  <a:cubicBezTo>
                    <a:pt x="19" y="390"/>
                    <a:pt x="35" y="380"/>
                    <a:pt x="48" y="367"/>
                  </a:cubicBezTo>
                  <a:lnTo>
                    <a:pt x="48" y="0"/>
                  </a:lnTo>
                  <a:close/>
                </a:path>
              </a:pathLst>
            </a:custGeom>
            <a:solidFill>
              <a:srgbClr val="438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6"/>
            <p:cNvSpPr/>
            <p:nvPr/>
          </p:nvSpPr>
          <p:spPr>
            <a:xfrm>
              <a:off x="3169977" y="837628"/>
              <a:ext cx="2666" cy="12412"/>
            </a:xfrm>
            <a:custGeom>
              <a:avLst/>
              <a:gdLst/>
              <a:ahLst/>
              <a:cxnLst/>
              <a:rect l="l" t="t" r="r" b="b"/>
              <a:pathLst>
                <a:path w="87" h="405" extrusionOk="0">
                  <a:moveTo>
                    <a:pt x="86" y="0"/>
                  </a:moveTo>
                  <a:cubicBezTo>
                    <a:pt x="85" y="0"/>
                    <a:pt x="85" y="0"/>
                    <a:pt x="83" y="2"/>
                  </a:cubicBezTo>
                  <a:cubicBezTo>
                    <a:pt x="56" y="16"/>
                    <a:pt x="29" y="26"/>
                    <a:pt x="0" y="37"/>
                  </a:cubicBezTo>
                  <a:lnTo>
                    <a:pt x="0" y="404"/>
                  </a:lnTo>
                  <a:cubicBezTo>
                    <a:pt x="29" y="396"/>
                    <a:pt x="56" y="383"/>
                    <a:pt x="81" y="368"/>
                  </a:cubicBezTo>
                  <a:cubicBezTo>
                    <a:pt x="83" y="367"/>
                    <a:pt x="85" y="367"/>
                    <a:pt x="86" y="366"/>
                  </a:cubicBezTo>
                  <a:lnTo>
                    <a:pt x="86" y="0"/>
                  </a:lnTo>
                  <a:close/>
                </a:path>
              </a:pathLst>
            </a:custGeom>
            <a:solidFill>
              <a:srgbClr val="4484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6"/>
            <p:cNvSpPr/>
            <p:nvPr/>
          </p:nvSpPr>
          <p:spPr>
            <a:xfrm>
              <a:off x="3167832" y="838762"/>
              <a:ext cx="2176" cy="11830"/>
            </a:xfrm>
            <a:custGeom>
              <a:avLst/>
              <a:gdLst/>
              <a:ahLst/>
              <a:cxnLst/>
              <a:rect l="l" t="t" r="r" b="b"/>
              <a:pathLst>
                <a:path w="71" h="386" extrusionOk="0">
                  <a:moveTo>
                    <a:pt x="70" y="0"/>
                  </a:moveTo>
                  <a:cubicBezTo>
                    <a:pt x="49" y="8"/>
                    <a:pt x="26" y="13"/>
                    <a:pt x="0" y="18"/>
                  </a:cubicBezTo>
                  <a:lnTo>
                    <a:pt x="0" y="386"/>
                  </a:lnTo>
                  <a:cubicBezTo>
                    <a:pt x="24" y="380"/>
                    <a:pt x="49" y="374"/>
                    <a:pt x="70" y="367"/>
                  </a:cubicBezTo>
                  <a:lnTo>
                    <a:pt x="70" y="0"/>
                  </a:lnTo>
                  <a:close/>
                </a:path>
              </a:pathLst>
            </a:custGeom>
            <a:solidFill>
              <a:srgbClr val="438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6"/>
            <p:cNvSpPr/>
            <p:nvPr/>
          </p:nvSpPr>
          <p:spPr>
            <a:xfrm>
              <a:off x="3166422" y="839283"/>
              <a:ext cx="1440" cy="11554"/>
            </a:xfrm>
            <a:custGeom>
              <a:avLst/>
              <a:gdLst/>
              <a:ahLst/>
              <a:cxnLst/>
              <a:rect l="l" t="t" r="r" b="b"/>
              <a:pathLst>
                <a:path w="47" h="377" extrusionOk="0">
                  <a:moveTo>
                    <a:pt x="46" y="1"/>
                  </a:moveTo>
                  <a:cubicBezTo>
                    <a:pt x="32" y="3"/>
                    <a:pt x="16" y="6"/>
                    <a:pt x="0" y="8"/>
                  </a:cubicBezTo>
                  <a:lnTo>
                    <a:pt x="0" y="376"/>
                  </a:lnTo>
                  <a:cubicBezTo>
                    <a:pt x="16" y="373"/>
                    <a:pt x="30" y="372"/>
                    <a:pt x="46" y="369"/>
                  </a:cubicBezTo>
                  <a:lnTo>
                    <a:pt x="46" y="1"/>
                  </a:lnTo>
                  <a:close/>
                </a:path>
              </a:pathLst>
            </a:custGeom>
            <a:solidFill>
              <a:srgbClr val="417C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6"/>
            <p:cNvSpPr/>
            <p:nvPr/>
          </p:nvSpPr>
          <p:spPr>
            <a:xfrm>
              <a:off x="3165135" y="839497"/>
              <a:ext cx="1318" cy="11401"/>
            </a:xfrm>
            <a:custGeom>
              <a:avLst/>
              <a:gdLst/>
              <a:ahLst/>
              <a:cxnLst/>
              <a:rect l="l" t="t" r="r" b="b"/>
              <a:pathLst>
                <a:path w="43" h="372" extrusionOk="0">
                  <a:moveTo>
                    <a:pt x="42" y="1"/>
                  </a:moveTo>
                  <a:cubicBezTo>
                    <a:pt x="28" y="4"/>
                    <a:pt x="15" y="4"/>
                    <a:pt x="1" y="5"/>
                  </a:cubicBezTo>
                  <a:lnTo>
                    <a:pt x="1" y="372"/>
                  </a:lnTo>
                  <a:cubicBezTo>
                    <a:pt x="15" y="372"/>
                    <a:pt x="28" y="370"/>
                    <a:pt x="42" y="369"/>
                  </a:cubicBezTo>
                  <a:lnTo>
                    <a:pt x="42" y="1"/>
                  </a:lnTo>
                  <a:close/>
                </a:path>
              </a:pathLst>
            </a:custGeom>
            <a:solidFill>
              <a:srgbClr val="3F79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6"/>
            <p:cNvSpPr/>
            <p:nvPr/>
          </p:nvSpPr>
          <p:spPr>
            <a:xfrm>
              <a:off x="3163940" y="839589"/>
              <a:ext cx="1226" cy="11278"/>
            </a:xfrm>
            <a:custGeom>
              <a:avLst/>
              <a:gdLst/>
              <a:ahLst/>
              <a:cxnLst/>
              <a:rect l="l" t="t" r="r" b="b"/>
              <a:pathLst>
                <a:path w="40" h="368" extrusionOk="0">
                  <a:moveTo>
                    <a:pt x="40" y="1"/>
                  </a:moveTo>
                  <a:cubicBezTo>
                    <a:pt x="33" y="1"/>
                    <a:pt x="27" y="2"/>
                    <a:pt x="21" y="2"/>
                  </a:cubicBezTo>
                  <a:cubicBezTo>
                    <a:pt x="15" y="2"/>
                    <a:pt x="8" y="1"/>
                    <a:pt x="1" y="1"/>
                  </a:cubicBezTo>
                  <a:lnTo>
                    <a:pt x="1" y="1"/>
                  </a:lnTo>
                  <a:lnTo>
                    <a:pt x="2" y="367"/>
                  </a:lnTo>
                  <a:lnTo>
                    <a:pt x="40" y="367"/>
                  </a:lnTo>
                  <a:lnTo>
                    <a:pt x="40" y="1"/>
                  </a:lnTo>
                  <a:close/>
                </a:path>
              </a:pathLst>
            </a:custGeom>
            <a:solidFill>
              <a:srgbClr val="3D75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6"/>
            <p:cNvSpPr/>
            <p:nvPr/>
          </p:nvSpPr>
          <p:spPr>
            <a:xfrm>
              <a:off x="3162898" y="839589"/>
              <a:ext cx="1134" cy="11309"/>
            </a:xfrm>
            <a:custGeom>
              <a:avLst/>
              <a:gdLst/>
              <a:ahLst/>
              <a:cxnLst/>
              <a:rect l="l" t="t" r="r" b="b"/>
              <a:pathLst>
                <a:path w="37" h="369" extrusionOk="0">
                  <a:moveTo>
                    <a:pt x="1" y="1"/>
                  </a:moveTo>
                  <a:lnTo>
                    <a:pt x="1" y="367"/>
                  </a:lnTo>
                  <a:cubicBezTo>
                    <a:pt x="11" y="367"/>
                    <a:pt x="24" y="369"/>
                    <a:pt x="36" y="369"/>
                  </a:cubicBezTo>
                  <a:lnTo>
                    <a:pt x="35" y="2"/>
                  </a:lnTo>
                  <a:cubicBezTo>
                    <a:pt x="24" y="2"/>
                    <a:pt x="11" y="1"/>
                    <a:pt x="1" y="1"/>
                  </a:cubicBezTo>
                  <a:close/>
                </a:path>
              </a:pathLst>
            </a:custGeom>
            <a:solidFill>
              <a:srgbClr val="3B71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6"/>
            <p:cNvSpPr/>
            <p:nvPr/>
          </p:nvSpPr>
          <p:spPr>
            <a:xfrm>
              <a:off x="3161764" y="839405"/>
              <a:ext cx="1134" cy="11432"/>
            </a:xfrm>
            <a:custGeom>
              <a:avLst/>
              <a:gdLst/>
              <a:ahLst/>
              <a:cxnLst/>
              <a:rect l="l" t="t" r="r" b="b"/>
              <a:pathLst>
                <a:path w="37" h="373" extrusionOk="0">
                  <a:moveTo>
                    <a:pt x="0" y="1"/>
                  </a:moveTo>
                  <a:lnTo>
                    <a:pt x="0" y="366"/>
                  </a:lnTo>
                  <a:cubicBezTo>
                    <a:pt x="10" y="369"/>
                    <a:pt x="23" y="369"/>
                    <a:pt x="36" y="372"/>
                  </a:cubicBezTo>
                  <a:lnTo>
                    <a:pt x="36" y="4"/>
                  </a:lnTo>
                  <a:cubicBezTo>
                    <a:pt x="23" y="4"/>
                    <a:pt x="12" y="4"/>
                    <a:pt x="0" y="1"/>
                  </a:cubicBezTo>
                  <a:close/>
                </a:path>
              </a:pathLst>
            </a:custGeom>
            <a:solidFill>
              <a:srgbClr val="396E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6"/>
            <p:cNvSpPr/>
            <p:nvPr/>
          </p:nvSpPr>
          <p:spPr>
            <a:xfrm>
              <a:off x="3160568" y="839191"/>
              <a:ext cx="1226" cy="11462"/>
            </a:xfrm>
            <a:custGeom>
              <a:avLst/>
              <a:gdLst/>
              <a:ahLst/>
              <a:cxnLst/>
              <a:rect l="l" t="t" r="r" b="b"/>
              <a:pathLst>
                <a:path w="40" h="374" extrusionOk="0">
                  <a:moveTo>
                    <a:pt x="1" y="1"/>
                  </a:moveTo>
                  <a:lnTo>
                    <a:pt x="1" y="368"/>
                  </a:lnTo>
                  <a:lnTo>
                    <a:pt x="39" y="373"/>
                  </a:lnTo>
                  <a:lnTo>
                    <a:pt x="39" y="8"/>
                  </a:lnTo>
                  <a:cubicBezTo>
                    <a:pt x="26" y="6"/>
                    <a:pt x="14" y="4"/>
                    <a:pt x="1" y="1"/>
                  </a:cubicBezTo>
                  <a:close/>
                </a:path>
              </a:pathLst>
            </a:custGeom>
            <a:solidFill>
              <a:srgbClr val="376A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6"/>
            <p:cNvSpPr/>
            <p:nvPr/>
          </p:nvSpPr>
          <p:spPr>
            <a:xfrm>
              <a:off x="3159434" y="838976"/>
              <a:ext cx="1257" cy="11523"/>
            </a:xfrm>
            <a:custGeom>
              <a:avLst/>
              <a:gdLst/>
              <a:ahLst/>
              <a:cxnLst/>
              <a:rect l="l" t="t" r="r" b="b"/>
              <a:pathLst>
                <a:path w="41" h="376" extrusionOk="0">
                  <a:moveTo>
                    <a:pt x="0" y="1"/>
                  </a:moveTo>
                  <a:lnTo>
                    <a:pt x="0" y="367"/>
                  </a:lnTo>
                  <a:cubicBezTo>
                    <a:pt x="13" y="372"/>
                    <a:pt x="28" y="373"/>
                    <a:pt x="41" y="376"/>
                  </a:cubicBezTo>
                  <a:lnTo>
                    <a:pt x="41" y="9"/>
                  </a:lnTo>
                  <a:cubicBezTo>
                    <a:pt x="26" y="6"/>
                    <a:pt x="13" y="3"/>
                    <a:pt x="0" y="1"/>
                  </a:cubicBezTo>
                  <a:close/>
                </a:path>
              </a:pathLst>
            </a:custGeom>
            <a:solidFill>
              <a:srgbClr val="3566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6"/>
            <p:cNvSpPr/>
            <p:nvPr/>
          </p:nvSpPr>
          <p:spPr>
            <a:xfrm>
              <a:off x="3157994" y="838547"/>
              <a:ext cx="1471" cy="11707"/>
            </a:xfrm>
            <a:custGeom>
              <a:avLst/>
              <a:gdLst/>
              <a:ahLst/>
              <a:cxnLst/>
              <a:rect l="l" t="t" r="r" b="b"/>
              <a:pathLst>
                <a:path w="48" h="382" extrusionOk="0">
                  <a:moveTo>
                    <a:pt x="0" y="0"/>
                  </a:moveTo>
                  <a:lnTo>
                    <a:pt x="3" y="367"/>
                  </a:lnTo>
                  <a:cubicBezTo>
                    <a:pt x="17" y="373"/>
                    <a:pt x="32" y="376"/>
                    <a:pt x="47" y="381"/>
                  </a:cubicBezTo>
                  <a:lnTo>
                    <a:pt x="47" y="15"/>
                  </a:lnTo>
                  <a:cubicBezTo>
                    <a:pt x="32" y="9"/>
                    <a:pt x="17" y="6"/>
                    <a:pt x="0" y="0"/>
                  </a:cubicBezTo>
                  <a:close/>
                </a:path>
              </a:pathLst>
            </a:custGeom>
            <a:solidFill>
              <a:srgbClr val="3363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6"/>
            <p:cNvSpPr/>
            <p:nvPr/>
          </p:nvSpPr>
          <p:spPr>
            <a:xfrm>
              <a:off x="3153060" y="833061"/>
              <a:ext cx="5087" cy="16703"/>
            </a:xfrm>
            <a:custGeom>
              <a:avLst/>
              <a:gdLst/>
              <a:ahLst/>
              <a:cxnLst/>
              <a:rect l="l" t="t" r="r" b="b"/>
              <a:pathLst>
                <a:path w="166" h="545" extrusionOk="0">
                  <a:moveTo>
                    <a:pt x="1" y="0"/>
                  </a:moveTo>
                  <a:lnTo>
                    <a:pt x="1" y="367"/>
                  </a:lnTo>
                  <a:cubicBezTo>
                    <a:pt x="1" y="423"/>
                    <a:pt x="38" y="476"/>
                    <a:pt x="112" y="519"/>
                  </a:cubicBezTo>
                  <a:cubicBezTo>
                    <a:pt x="128" y="527"/>
                    <a:pt x="145" y="537"/>
                    <a:pt x="165" y="545"/>
                  </a:cubicBezTo>
                  <a:lnTo>
                    <a:pt x="164" y="178"/>
                  </a:lnTo>
                  <a:cubicBezTo>
                    <a:pt x="145" y="171"/>
                    <a:pt x="127" y="161"/>
                    <a:pt x="112" y="153"/>
                  </a:cubicBezTo>
                  <a:cubicBezTo>
                    <a:pt x="38" y="110"/>
                    <a:pt x="1" y="55"/>
                    <a:pt x="1" y="0"/>
                  </a:cubicBezTo>
                  <a:close/>
                </a:path>
              </a:pathLst>
            </a:custGeom>
            <a:solidFill>
              <a:srgbClr val="315F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6"/>
            <p:cNvSpPr/>
            <p:nvPr/>
          </p:nvSpPr>
          <p:spPr>
            <a:xfrm>
              <a:off x="3107334" y="781052"/>
              <a:ext cx="155934" cy="100340"/>
            </a:xfrm>
            <a:custGeom>
              <a:avLst/>
              <a:gdLst/>
              <a:ahLst/>
              <a:cxnLst/>
              <a:rect l="l" t="t" r="r" b="b"/>
              <a:pathLst>
                <a:path w="5088" h="3274" extrusionOk="0">
                  <a:moveTo>
                    <a:pt x="1" y="1"/>
                  </a:moveTo>
                  <a:lnTo>
                    <a:pt x="1" y="367"/>
                  </a:lnTo>
                  <a:lnTo>
                    <a:pt x="5088" y="3273"/>
                  </a:lnTo>
                  <a:lnTo>
                    <a:pt x="5086" y="2906"/>
                  </a:lnTo>
                  <a:lnTo>
                    <a:pt x="1" y="1"/>
                  </a:lnTo>
                  <a:close/>
                </a:path>
              </a:pathLst>
            </a:custGeom>
            <a:solidFill>
              <a:srgbClr val="3362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6"/>
            <p:cNvSpPr/>
            <p:nvPr/>
          </p:nvSpPr>
          <p:spPr>
            <a:xfrm>
              <a:off x="3151865" y="826472"/>
              <a:ext cx="25070" cy="13240"/>
            </a:xfrm>
            <a:custGeom>
              <a:avLst/>
              <a:gdLst/>
              <a:ahLst/>
              <a:cxnLst/>
              <a:rect l="l" t="t" r="r" b="b"/>
              <a:pathLst>
                <a:path w="818" h="432" extrusionOk="0">
                  <a:moveTo>
                    <a:pt x="409" y="0"/>
                  </a:moveTo>
                  <a:cubicBezTo>
                    <a:pt x="313" y="0"/>
                    <a:pt x="218" y="22"/>
                    <a:pt x="146" y="65"/>
                  </a:cubicBezTo>
                  <a:cubicBezTo>
                    <a:pt x="1" y="149"/>
                    <a:pt x="4" y="287"/>
                    <a:pt x="149" y="368"/>
                  </a:cubicBezTo>
                  <a:cubicBezTo>
                    <a:pt x="221" y="410"/>
                    <a:pt x="315" y="431"/>
                    <a:pt x="409" y="431"/>
                  </a:cubicBezTo>
                  <a:cubicBezTo>
                    <a:pt x="505" y="431"/>
                    <a:pt x="601" y="410"/>
                    <a:pt x="674" y="367"/>
                  </a:cubicBezTo>
                  <a:cubicBezTo>
                    <a:pt x="818" y="281"/>
                    <a:pt x="815" y="145"/>
                    <a:pt x="670" y="63"/>
                  </a:cubicBezTo>
                  <a:cubicBezTo>
                    <a:pt x="598" y="21"/>
                    <a:pt x="503" y="0"/>
                    <a:pt x="409" y="0"/>
                  </a:cubicBezTo>
                  <a:close/>
                </a:path>
              </a:pathLst>
            </a:custGeom>
            <a:solidFill>
              <a:srgbClr val="897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6"/>
            <p:cNvSpPr/>
            <p:nvPr/>
          </p:nvSpPr>
          <p:spPr>
            <a:xfrm>
              <a:off x="3263207" y="760856"/>
              <a:ext cx="186061" cy="120537"/>
            </a:xfrm>
            <a:custGeom>
              <a:avLst/>
              <a:gdLst/>
              <a:ahLst/>
              <a:cxnLst/>
              <a:rect l="l" t="t" r="r" b="b"/>
              <a:pathLst>
                <a:path w="6071" h="3933" extrusionOk="0">
                  <a:moveTo>
                    <a:pt x="6070" y="0"/>
                  </a:moveTo>
                  <a:lnTo>
                    <a:pt x="0" y="3565"/>
                  </a:lnTo>
                  <a:lnTo>
                    <a:pt x="2" y="3932"/>
                  </a:lnTo>
                  <a:lnTo>
                    <a:pt x="6070" y="367"/>
                  </a:lnTo>
                  <a:lnTo>
                    <a:pt x="6070" y="0"/>
                  </a:lnTo>
                  <a:close/>
                </a:path>
              </a:pathLst>
            </a:custGeom>
            <a:solidFill>
              <a:srgbClr val="498D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6"/>
            <p:cNvSpPr/>
            <p:nvPr/>
          </p:nvSpPr>
          <p:spPr>
            <a:xfrm>
              <a:off x="3107334" y="671855"/>
              <a:ext cx="341934" cy="198289"/>
            </a:xfrm>
            <a:custGeom>
              <a:avLst/>
              <a:gdLst/>
              <a:ahLst/>
              <a:cxnLst/>
              <a:rect l="l" t="t" r="r" b="b"/>
              <a:pathLst>
                <a:path w="11157" h="6470" extrusionOk="0">
                  <a:moveTo>
                    <a:pt x="6069" y="0"/>
                  </a:moveTo>
                  <a:lnTo>
                    <a:pt x="1" y="3564"/>
                  </a:lnTo>
                  <a:lnTo>
                    <a:pt x="5086" y="6469"/>
                  </a:lnTo>
                  <a:lnTo>
                    <a:pt x="11156" y="2904"/>
                  </a:lnTo>
                  <a:lnTo>
                    <a:pt x="606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6"/>
            <p:cNvSpPr/>
            <p:nvPr/>
          </p:nvSpPr>
          <p:spPr>
            <a:xfrm>
              <a:off x="3151558" y="693063"/>
              <a:ext cx="253639" cy="147077"/>
            </a:xfrm>
            <a:custGeom>
              <a:avLst/>
              <a:gdLst/>
              <a:ahLst/>
              <a:cxnLst/>
              <a:rect l="l" t="t" r="r" b="b"/>
              <a:pathLst>
                <a:path w="8276" h="4799" extrusionOk="0">
                  <a:moveTo>
                    <a:pt x="4503" y="0"/>
                  </a:moveTo>
                  <a:lnTo>
                    <a:pt x="1" y="2644"/>
                  </a:lnTo>
                  <a:lnTo>
                    <a:pt x="3774" y="4799"/>
                  </a:lnTo>
                  <a:lnTo>
                    <a:pt x="8276" y="2155"/>
                  </a:lnTo>
                  <a:lnTo>
                    <a:pt x="45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6"/>
            <p:cNvSpPr/>
            <p:nvPr/>
          </p:nvSpPr>
          <p:spPr>
            <a:xfrm>
              <a:off x="3245462" y="712371"/>
              <a:ext cx="71991" cy="41742"/>
            </a:xfrm>
            <a:custGeom>
              <a:avLst/>
              <a:gdLst/>
              <a:ahLst/>
              <a:cxnLst/>
              <a:rect l="l" t="t" r="r" b="b"/>
              <a:pathLst>
                <a:path w="2349" h="1362" extrusionOk="0">
                  <a:moveTo>
                    <a:pt x="1277" y="1"/>
                  </a:moveTo>
                  <a:lnTo>
                    <a:pt x="0" y="751"/>
                  </a:lnTo>
                  <a:lnTo>
                    <a:pt x="1069" y="1362"/>
                  </a:lnTo>
                  <a:lnTo>
                    <a:pt x="2349" y="614"/>
                  </a:lnTo>
                  <a:lnTo>
                    <a:pt x="12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6"/>
            <p:cNvSpPr/>
            <p:nvPr/>
          </p:nvSpPr>
          <p:spPr>
            <a:xfrm>
              <a:off x="3248741" y="760365"/>
              <a:ext cx="222225" cy="144258"/>
            </a:xfrm>
            <a:custGeom>
              <a:avLst/>
              <a:gdLst/>
              <a:ahLst/>
              <a:cxnLst/>
              <a:rect l="l" t="t" r="r" b="b"/>
              <a:pathLst>
                <a:path w="7251" h="4707" extrusionOk="0">
                  <a:moveTo>
                    <a:pt x="7246" y="1"/>
                  </a:moveTo>
                  <a:lnTo>
                    <a:pt x="7246" y="4"/>
                  </a:lnTo>
                  <a:lnTo>
                    <a:pt x="7246" y="31"/>
                  </a:lnTo>
                  <a:lnTo>
                    <a:pt x="7246" y="31"/>
                  </a:lnTo>
                  <a:cubicBezTo>
                    <a:pt x="7250" y="19"/>
                    <a:pt x="7251" y="9"/>
                    <a:pt x="7246" y="1"/>
                  </a:cubicBezTo>
                  <a:close/>
                  <a:moveTo>
                    <a:pt x="7246" y="31"/>
                  </a:moveTo>
                  <a:cubicBezTo>
                    <a:pt x="7245" y="33"/>
                    <a:pt x="7245" y="34"/>
                    <a:pt x="7244" y="35"/>
                  </a:cubicBezTo>
                  <a:cubicBezTo>
                    <a:pt x="7244" y="37"/>
                    <a:pt x="7244" y="37"/>
                    <a:pt x="7243" y="38"/>
                  </a:cubicBezTo>
                  <a:cubicBezTo>
                    <a:pt x="7238" y="51"/>
                    <a:pt x="7233" y="61"/>
                    <a:pt x="7224" y="72"/>
                  </a:cubicBezTo>
                  <a:cubicBezTo>
                    <a:pt x="7223" y="74"/>
                    <a:pt x="7223" y="75"/>
                    <a:pt x="7221" y="78"/>
                  </a:cubicBezTo>
                  <a:cubicBezTo>
                    <a:pt x="7214" y="88"/>
                    <a:pt x="7203" y="100"/>
                    <a:pt x="7193" y="110"/>
                  </a:cubicBezTo>
                  <a:cubicBezTo>
                    <a:pt x="7185" y="117"/>
                    <a:pt x="7174" y="124"/>
                    <a:pt x="7165" y="130"/>
                  </a:cubicBezTo>
                  <a:cubicBezTo>
                    <a:pt x="7158" y="135"/>
                    <a:pt x="7152" y="140"/>
                    <a:pt x="7144" y="144"/>
                  </a:cubicBezTo>
                  <a:lnTo>
                    <a:pt x="1" y="4338"/>
                  </a:lnTo>
                  <a:lnTo>
                    <a:pt x="1" y="4706"/>
                  </a:lnTo>
                  <a:lnTo>
                    <a:pt x="7144" y="511"/>
                  </a:lnTo>
                  <a:cubicBezTo>
                    <a:pt x="7145" y="511"/>
                    <a:pt x="7147" y="509"/>
                    <a:pt x="7147" y="509"/>
                  </a:cubicBezTo>
                  <a:cubicBezTo>
                    <a:pt x="7154" y="505"/>
                    <a:pt x="7158" y="501"/>
                    <a:pt x="7162" y="496"/>
                  </a:cubicBezTo>
                  <a:cubicBezTo>
                    <a:pt x="7173" y="491"/>
                    <a:pt x="7183" y="484"/>
                    <a:pt x="7190" y="476"/>
                  </a:cubicBezTo>
                  <a:lnTo>
                    <a:pt x="7193" y="475"/>
                  </a:lnTo>
                  <a:cubicBezTo>
                    <a:pt x="7201" y="468"/>
                    <a:pt x="7208" y="459"/>
                    <a:pt x="7213" y="452"/>
                  </a:cubicBezTo>
                  <a:cubicBezTo>
                    <a:pt x="7216" y="451"/>
                    <a:pt x="7216" y="448"/>
                    <a:pt x="7217" y="445"/>
                  </a:cubicBezTo>
                  <a:lnTo>
                    <a:pt x="7223" y="439"/>
                  </a:lnTo>
                  <a:cubicBezTo>
                    <a:pt x="7224" y="436"/>
                    <a:pt x="7228" y="432"/>
                    <a:pt x="7230" y="431"/>
                  </a:cubicBezTo>
                  <a:cubicBezTo>
                    <a:pt x="7233" y="423"/>
                    <a:pt x="7237" y="416"/>
                    <a:pt x="7238" y="411"/>
                  </a:cubicBezTo>
                  <a:lnTo>
                    <a:pt x="7238" y="408"/>
                  </a:lnTo>
                  <a:cubicBezTo>
                    <a:pt x="7238" y="405"/>
                    <a:pt x="7238" y="405"/>
                    <a:pt x="7240" y="403"/>
                  </a:cubicBezTo>
                  <a:cubicBezTo>
                    <a:pt x="7243" y="398"/>
                    <a:pt x="7244" y="395"/>
                    <a:pt x="7244" y="390"/>
                  </a:cubicBezTo>
                  <a:cubicBezTo>
                    <a:pt x="7244" y="383"/>
                    <a:pt x="7246" y="376"/>
                    <a:pt x="7246" y="369"/>
                  </a:cubicBezTo>
                  <a:lnTo>
                    <a:pt x="7246" y="3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6"/>
            <p:cNvSpPr/>
            <p:nvPr/>
          </p:nvSpPr>
          <p:spPr>
            <a:xfrm>
              <a:off x="3065101" y="660301"/>
              <a:ext cx="406999" cy="234944"/>
            </a:xfrm>
            <a:custGeom>
              <a:avLst/>
              <a:gdLst/>
              <a:ahLst/>
              <a:cxnLst/>
              <a:rect l="l" t="t" r="r" b="b"/>
              <a:pathLst>
                <a:path w="13280" h="7666" extrusionOk="0">
                  <a:moveTo>
                    <a:pt x="3242" y="5421"/>
                  </a:moveTo>
                  <a:cubicBezTo>
                    <a:pt x="3336" y="5421"/>
                    <a:pt x="3430" y="5441"/>
                    <a:pt x="3501" y="5482"/>
                  </a:cubicBezTo>
                  <a:cubicBezTo>
                    <a:pt x="3646" y="5567"/>
                    <a:pt x="3649" y="5703"/>
                    <a:pt x="3505" y="5788"/>
                  </a:cubicBezTo>
                  <a:cubicBezTo>
                    <a:pt x="3432" y="5830"/>
                    <a:pt x="3336" y="5852"/>
                    <a:pt x="3240" y="5852"/>
                  </a:cubicBezTo>
                  <a:cubicBezTo>
                    <a:pt x="3146" y="5852"/>
                    <a:pt x="3052" y="5831"/>
                    <a:pt x="2980" y="5789"/>
                  </a:cubicBezTo>
                  <a:cubicBezTo>
                    <a:pt x="2835" y="5707"/>
                    <a:pt x="2832" y="5571"/>
                    <a:pt x="2977" y="5485"/>
                  </a:cubicBezTo>
                  <a:cubicBezTo>
                    <a:pt x="3049" y="5442"/>
                    <a:pt x="3146" y="5421"/>
                    <a:pt x="3242" y="5421"/>
                  </a:cubicBezTo>
                  <a:close/>
                  <a:moveTo>
                    <a:pt x="7447" y="377"/>
                  </a:moveTo>
                  <a:lnTo>
                    <a:pt x="12534" y="3281"/>
                  </a:lnTo>
                  <a:lnTo>
                    <a:pt x="6464" y="6846"/>
                  </a:lnTo>
                  <a:lnTo>
                    <a:pt x="1379" y="3941"/>
                  </a:lnTo>
                  <a:lnTo>
                    <a:pt x="7447" y="377"/>
                  </a:lnTo>
                  <a:close/>
                  <a:moveTo>
                    <a:pt x="7540" y="0"/>
                  </a:moveTo>
                  <a:cubicBezTo>
                    <a:pt x="7447" y="0"/>
                    <a:pt x="7355" y="21"/>
                    <a:pt x="7284" y="63"/>
                  </a:cubicBezTo>
                  <a:lnTo>
                    <a:pt x="141" y="4257"/>
                  </a:lnTo>
                  <a:cubicBezTo>
                    <a:pt x="1" y="4340"/>
                    <a:pt x="3" y="4472"/>
                    <a:pt x="144" y="4552"/>
                  </a:cubicBezTo>
                  <a:lnTo>
                    <a:pt x="5486" y="7606"/>
                  </a:lnTo>
                  <a:cubicBezTo>
                    <a:pt x="5557" y="7646"/>
                    <a:pt x="5648" y="7666"/>
                    <a:pt x="5740" y="7666"/>
                  </a:cubicBezTo>
                  <a:cubicBezTo>
                    <a:pt x="5833" y="7666"/>
                    <a:pt x="5926" y="7645"/>
                    <a:pt x="5996" y="7603"/>
                  </a:cubicBezTo>
                  <a:lnTo>
                    <a:pt x="13139" y="3409"/>
                  </a:lnTo>
                  <a:cubicBezTo>
                    <a:pt x="13279" y="3326"/>
                    <a:pt x="13276" y="3194"/>
                    <a:pt x="13136" y="3114"/>
                  </a:cubicBezTo>
                  <a:lnTo>
                    <a:pt x="7793" y="62"/>
                  </a:lnTo>
                  <a:cubicBezTo>
                    <a:pt x="7722" y="21"/>
                    <a:pt x="7631" y="0"/>
                    <a:pt x="75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6"/>
            <p:cNvSpPr/>
            <p:nvPr/>
          </p:nvSpPr>
          <p:spPr>
            <a:xfrm>
              <a:off x="3066205" y="795334"/>
              <a:ext cx="182659" cy="111097"/>
            </a:xfrm>
            <a:custGeom>
              <a:avLst/>
              <a:gdLst/>
              <a:ahLst/>
              <a:cxnLst/>
              <a:rect l="l" t="t" r="r" b="b"/>
              <a:pathLst>
                <a:path w="5960" h="3625" extrusionOk="0">
                  <a:moveTo>
                    <a:pt x="0" y="0"/>
                  </a:moveTo>
                  <a:lnTo>
                    <a:pt x="0" y="367"/>
                  </a:lnTo>
                  <a:cubicBezTo>
                    <a:pt x="0" y="422"/>
                    <a:pt x="36" y="475"/>
                    <a:pt x="108" y="516"/>
                  </a:cubicBezTo>
                  <a:lnTo>
                    <a:pt x="5450" y="3567"/>
                  </a:lnTo>
                  <a:cubicBezTo>
                    <a:pt x="5465" y="3575"/>
                    <a:pt x="5484" y="3584"/>
                    <a:pt x="5501" y="3591"/>
                  </a:cubicBezTo>
                  <a:lnTo>
                    <a:pt x="5503" y="3591"/>
                  </a:lnTo>
                  <a:cubicBezTo>
                    <a:pt x="5507" y="3593"/>
                    <a:pt x="5510" y="3593"/>
                    <a:pt x="5513" y="3595"/>
                  </a:cubicBezTo>
                  <a:lnTo>
                    <a:pt x="5544" y="3605"/>
                  </a:lnTo>
                  <a:cubicBezTo>
                    <a:pt x="5550" y="3607"/>
                    <a:pt x="5557" y="3610"/>
                    <a:pt x="5563" y="3610"/>
                  </a:cubicBezTo>
                  <a:cubicBezTo>
                    <a:pt x="5566" y="3611"/>
                    <a:pt x="5570" y="3611"/>
                    <a:pt x="5573" y="3611"/>
                  </a:cubicBezTo>
                  <a:cubicBezTo>
                    <a:pt x="5577" y="3613"/>
                    <a:pt x="5580" y="3613"/>
                    <a:pt x="5581" y="3613"/>
                  </a:cubicBezTo>
                  <a:cubicBezTo>
                    <a:pt x="5593" y="3617"/>
                    <a:pt x="5606" y="3618"/>
                    <a:pt x="5617" y="3618"/>
                  </a:cubicBezTo>
                  <a:cubicBezTo>
                    <a:pt x="5622" y="3620"/>
                    <a:pt x="5627" y="3620"/>
                    <a:pt x="5630" y="3620"/>
                  </a:cubicBezTo>
                  <a:lnTo>
                    <a:pt x="5639" y="3620"/>
                  </a:lnTo>
                  <a:cubicBezTo>
                    <a:pt x="5645" y="3620"/>
                    <a:pt x="5649" y="3621"/>
                    <a:pt x="5652" y="3621"/>
                  </a:cubicBezTo>
                  <a:cubicBezTo>
                    <a:pt x="5665" y="3624"/>
                    <a:pt x="5675" y="3624"/>
                    <a:pt x="5688" y="3624"/>
                  </a:cubicBezTo>
                  <a:lnTo>
                    <a:pt x="5723" y="3624"/>
                  </a:lnTo>
                  <a:cubicBezTo>
                    <a:pt x="5738" y="3621"/>
                    <a:pt x="5751" y="3621"/>
                    <a:pt x="5763" y="3620"/>
                  </a:cubicBezTo>
                  <a:lnTo>
                    <a:pt x="5768" y="3620"/>
                  </a:lnTo>
                  <a:cubicBezTo>
                    <a:pt x="5772" y="3618"/>
                    <a:pt x="5775" y="3618"/>
                    <a:pt x="5778" y="3618"/>
                  </a:cubicBezTo>
                  <a:lnTo>
                    <a:pt x="5809" y="3613"/>
                  </a:lnTo>
                  <a:cubicBezTo>
                    <a:pt x="5815" y="3611"/>
                    <a:pt x="5816" y="3611"/>
                    <a:pt x="5822" y="3610"/>
                  </a:cubicBezTo>
                  <a:cubicBezTo>
                    <a:pt x="5835" y="3607"/>
                    <a:pt x="5845" y="3604"/>
                    <a:pt x="5858" y="3600"/>
                  </a:cubicBezTo>
                  <a:cubicBezTo>
                    <a:pt x="5865" y="3598"/>
                    <a:pt x="5871" y="3597"/>
                    <a:pt x="5878" y="3595"/>
                  </a:cubicBezTo>
                  <a:cubicBezTo>
                    <a:pt x="5881" y="3593"/>
                    <a:pt x="5882" y="3593"/>
                    <a:pt x="5887" y="3591"/>
                  </a:cubicBezTo>
                  <a:cubicBezTo>
                    <a:pt x="5911" y="3582"/>
                    <a:pt x="5935" y="3574"/>
                    <a:pt x="5958" y="3561"/>
                  </a:cubicBezTo>
                  <a:lnTo>
                    <a:pt x="5960" y="3197"/>
                  </a:lnTo>
                  <a:lnTo>
                    <a:pt x="5960" y="3197"/>
                  </a:lnTo>
                  <a:cubicBezTo>
                    <a:pt x="5938" y="3210"/>
                    <a:pt x="5914" y="3221"/>
                    <a:pt x="5888" y="3229"/>
                  </a:cubicBezTo>
                  <a:cubicBezTo>
                    <a:pt x="5880" y="3231"/>
                    <a:pt x="5871" y="3233"/>
                    <a:pt x="5862" y="3237"/>
                  </a:cubicBezTo>
                  <a:cubicBezTo>
                    <a:pt x="5849" y="3240"/>
                    <a:pt x="5838" y="3244"/>
                    <a:pt x="5827" y="3246"/>
                  </a:cubicBezTo>
                  <a:cubicBezTo>
                    <a:pt x="5812" y="3250"/>
                    <a:pt x="5798" y="3252"/>
                    <a:pt x="5781" y="3253"/>
                  </a:cubicBezTo>
                  <a:cubicBezTo>
                    <a:pt x="5778" y="3253"/>
                    <a:pt x="5773" y="3254"/>
                    <a:pt x="5771" y="3254"/>
                  </a:cubicBezTo>
                  <a:cubicBezTo>
                    <a:pt x="5751" y="3257"/>
                    <a:pt x="5731" y="3259"/>
                    <a:pt x="5712" y="3259"/>
                  </a:cubicBezTo>
                  <a:lnTo>
                    <a:pt x="5700" y="3259"/>
                  </a:lnTo>
                  <a:cubicBezTo>
                    <a:pt x="5680" y="3259"/>
                    <a:pt x="5662" y="3257"/>
                    <a:pt x="5642" y="3254"/>
                  </a:cubicBezTo>
                  <a:lnTo>
                    <a:pt x="5632" y="3254"/>
                  </a:lnTo>
                  <a:cubicBezTo>
                    <a:pt x="5614" y="3253"/>
                    <a:pt x="5594" y="3250"/>
                    <a:pt x="5574" y="3246"/>
                  </a:cubicBezTo>
                  <a:cubicBezTo>
                    <a:pt x="5571" y="3246"/>
                    <a:pt x="5569" y="3244"/>
                    <a:pt x="5564" y="3243"/>
                  </a:cubicBezTo>
                  <a:cubicBezTo>
                    <a:pt x="5549" y="3239"/>
                    <a:pt x="5531" y="3233"/>
                    <a:pt x="5516" y="3229"/>
                  </a:cubicBezTo>
                  <a:cubicBezTo>
                    <a:pt x="5513" y="3226"/>
                    <a:pt x="5508" y="3226"/>
                    <a:pt x="5506" y="3224"/>
                  </a:cubicBezTo>
                  <a:cubicBezTo>
                    <a:pt x="5485" y="3217"/>
                    <a:pt x="5467" y="3209"/>
                    <a:pt x="5450" y="3200"/>
                  </a:cubicBezTo>
                  <a:lnTo>
                    <a:pt x="108" y="146"/>
                  </a:lnTo>
                  <a:cubicBezTo>
                    <a:pt x="36" y="108"/>
                    <a:pt x="0" y="53"/>
                    <a:pt x="0" y="0"/>
                  </a:cubicBezTo>
                  <a:close/>
                </a:path>
              </a:pathLst>
            </a:custGeom>
            <a:solidFill>
              <a:srgbClr val="C484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6"/>
            <p:cNvSpPr/>
            <p:nvPr/>
          </p:nvSpPr>
          <p:spPr>
            <a:xfrm>
              <a:off x="3316104" y="736276"/>
              <a:ext cx="58904" cy="33620"/>
            </a:xfrm>
            <a:custGeom>
              <a:avLst/>
              <a:gdLst/>
              <a:ahLst/>
              <a:cxnLst/>
              <a:rect l="l" t="t" r="r" b="b"/>
              <a:pathLst>
                <a:path w="1922" h="1097" extrusionOk="0">
                  <a:moveTo>
                    <a:pt x="202" y="0"/>
                  </a:moveTo>
                  <a:lnTo>
                    <a:pt x="1" y="119"/>
                  </a:lnTo>
                  <a:lnTo>
                    <a:pt x="1728" y="1096"/>
                  </a:lnTo>
                  <a:lnTo>
                    <a:pt x="1921" y="983"/>
                  </a:lnTo>
                  <a:lnTo>
                    <a:pt x="2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6"/>
            <p:cNvSpPr/>
            <p:nvPr/>
          </p:nvSpPr>
          <p:spPr>
            <a:xfrm>
              <a:off x="3299923" y="745624"/>
              <a:ext cx="58874" cy="33620"/>
            </a:xfrm>
            <a:custGeom>
              <a:avLst/>
              <a:gdLst/>
              <a:ahLst/>
              <a:cxnLst/>
              <a:rect l="l" t="t" r="r" b="b"/>
              <a:pathLst>
                <a:path w="1921" h="1097" extrusionOk="0">
                  <a:moveTo>
                    <a:pt x="199" y="0"/>
                  </a:moveTo>
                  <a:lnTo>
                    <a:pt x="0" y="116"/>
                  </a:lnTo>
                  <a:lnTo>
                    <a:pt x="1727" y="1096"/>
                  </a:lnTo>
                  <a:lnTo>
                    <a:pt x="1920" y="982"/>
                  </a:lnTo>
                  <a:lnTo>
                    <a:pt x="1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6"/>
            <p:cNvSpPr/>
            <p:nvPr/>
          </p:nvSpPr>
          <p:spPr>
            <a:xfrm>
              <a:off x="3285426" y="755308"/>
              <a:ext cx="58874" cy="33651"/>
            </a:xfrm>
            <a:custGeom>
              <a:avLst/>
              <a:gdLst/>
              <a:ahLst/>
              <a:cxnLst/>
              <a:rect l="l" t="t" r="r" b="b"/>
              <a:pathLst>
                <a:path w="1921" h="1098" extrusionOk="0">
                  <a:moveTo>
                    <a:pt x="201" y="1"/>
                  </a:moveTo>
                  <a:lnTo>
                    <a:pt x="0" y="118"/>
                  </a:lnTo>
                  <a:lnTo>
                    <a:pt x="1727" y="1097"/>
                  </a:lnTo>
                  <a:lnTo>
                    <a:pt x="1920" y="984"/>
                  </a:lnTo>
                  <a:lnTo>
                    <a:pt x="2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6"/>
            <p:cNvSpPr/>
            <p:nvPr/>
          </p:nvSpPr>
          <p:spPr>
            <a:xfrm>
              <a:off x="3151865" y="827575"/>
              <a:ext cx="25070" cy="13209"/>
            </a:xfrm>
            <a:custGeom>
              <a:avLst/>
              <a:gdLst/>
              <a:ahLst/>
              <a:cxnLst/>
              <a:rect l="l" t="t" r="r" b="b"/>
              <a:pathLst>
                <a:path w="818" h="431" extrusionOk="0">
                  <a:moveTo>
                    <a:pt x="409" y="1"/>
                  </a:moveTo>
                  <a:cubicBezTo>
                    <a:pt x="313" y="1"/>
                    <a:pt x="218" y="22"/>
                    <a:pt x="146" y="65"/>
                  </a:cubicBezTo>
                  <a:cubicBezTo>
                    <a:pt x="1" y="149"/>
                    <a:pt x="4" y="287"/>
                    <a:pt x="149" y="368"/>
                  </a:cubicBezTo>
                  <a:cubicBezTo>
                    <a:pt x="221" y="410"/>
                    <a:pt x="315" y="431"/>
                    <a:pt x="409" y="431"/>
                  </a:cubicBezTo>
                  <a:cubicBezTo>
                    <a:pt x="505" y="431"/>
                    <a:pt x="601" y="409"/>
                    <a:pt x="674" y="367"/>
                  </a:cubicBezTo>
                  <a:cubicBezTo>
                    <a:pt x="818" y="281"/>
                    <a:pt x="815" y="146"/>
                    <a:pt x="670" y="63"/>
                  </a:cubicBezTo>
                  <a:cubicBezTo>
                    <a:pt x="598" y="22"/>
                    <a:pt x="503" y="1"/>
                    <a:pt x="4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6"/>
            <p:cNvSpPr/>
            <p:nvPr/>
          </p:nvSpPr>
          <p:spPr>
            <a:xfrm>
              <a:off x="2507470" y="1826347"/>
              <a:ext cx="763797" cy="402831"/>
            </a:xfrm>
            <a:custGeom>
              <a:avLst/>
              <a:gdLst/>
              <a:ahLst/>
              <a:cxnLst/>
              <a:rect l="l" t="t" r="r" b="b"/>
              <a:pathLst>
                <a:path w="24922" h="13144" extrusionOk="0">
                  <a:moveTo>
                    <a:pt x="12425" y="1"/>
                  </a:moveTo>
                  <a:cubicBezTo>
                    <a:pt x="9522" y="1"/>
                    <a:pt x="6622" y="643"/>
                    <a:pt x="4415" y="1928"/>
                  </a:cubicBezTo>
                  <a:cubicBezTo>
                    <a:pt x="1" y="4494"/>
                    <a:pt x="24" y="8651"/>
                    <a:pt x="4467" y="11217"/>
                  </a:cubicBezTo>
                  <a:cubicBezTo>
                    <a:pt x="6689" y="12501"/>
                    <a:pt x="9596" y="13143"/>
                    <a:pt x="12498" y="13143"/>
                  </a:cubicBezTo>
                  <a:cubicBezTo>
                    <a:pt x="15401" y="13143"/>
                    <a:pt x="18300" y="12501"/>
                    <a:pt x="20508" y="11217"/>
                  </a:cubicBezTo>
                  <a:cubicBezTo>
                    <a:pt x="24922" y="8651"/>
                    <a:pt x="24900" y="4493"/>
                    <a:pt x="20457" y="1928"/>
                  </a:cubicBezTo>
                  <a:cubicBezTo>
                    <a:pt x="18235" y="643"/>
                    <a:pt x="15328" y="1"/>
                    <a:pt x="12425"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6"/>
            <p:cNvSpPr/>
            <p:nvPr/>
          </p:nvSpPr>
          <p:spPr>
            <a:xfrm>
              <a:off x="2704074" y="1010234"/>
              <a:ext cx="281957" cy="984183"/>
            </a:xfrm>
            <a:custGeom>
              <a:avLst/>
              <a:gdLst/>
              <a:ahLst/>
              <a:cxnLst/>
              <a:rect l="l" t="t" r="r" b="b"/>
              <a:pathLst>
                <a:path w="9200" h="32113" extrusionOk="0">
                  <a:moveTo>
                    <a:pt x="2715" y="1"/>
                  </a:moveTo>
                  <a:cubicBezTo>
                    <a:pt x="2715" y="1"/>
                    <a:pt x="1" y="2186"/>
                    <a:pt x="1508" y="7280"/>
                  </a:cubicBezTo>
                  <a:cubicBezTo>
                    <a:pt x="3014" y="12375"/>
                    <a:pt x="3401" y="12167"/>
                    <a:pt x="2942" y="13765"/>
                  </a:cubicBezTo>
                  <a:cubicBezTo>
                    <a:pt x="2599" y="14967"/>
                    <a:pt x="1361" y="17439"/>
                    <a:pt x="1484" y="19577"/>
                  </a:cubicBezTo>
                  <a:cubicBezTo>
                    <a:pt x="1581" y="21268"/>
                    <a:pt x="1859" y="22246"/>
                    <a:pt x="2232" y="24975"/>
                  </a:cubicBezTo>
                  <a:cubicBezTo>
                    <a:pt x="2706" y="28436"/>
                    <a:pt x="2601" y="27701"/>
                    <a:pt x="2146" y="29160"/>
                  </a:cubicBezTo>
                  <a:cubicBezTo>
                    <a:pt x="1653" y="30729"/>
                    <a:pt x="4322" y="32112"/>
                    <a:pt x="5378" y="32112"/>
                  </a:cubicBezTo>
                  <a:cubicBezTo>
                    <a:pt x="5427" y="32112"/>
                    <a:pt x="5473" y="32109"/>
                    <a:pt x="5515" y="32103"/>
                  </a:cubicBezTo>
                  <a:cubicBezTo>
                    <a:pt x="6449" y="31964"/>
                    <a:pt x="4377" y="31216"/>
                    <a:pt x="4522" y="28343"/>
                  </a:cubicBezTo>
                  <a:cubicBezTo>
                    <a:pt x="4669" y="25470"/>
                    <a:pt x="6248" y="17141"/>
                    <a:pt x="7046" y="15321"/>
                  </a:cubicBezTo>
                  <a:cubicBezTo>
                    <a:pt x="7842" y="13504"/>
                    <a:pt x="9200" y="4049"/>
                    <a:pt x="8976" y="1156"/>
                  </a:cubicBezTo>
                  <a:lnTo>
                    <a:pt x="8976" y="1156"/>
                  </a:lnTo>
                  <a:cubicBezTo>
                    <a:pt x="8976" y="1156"/>
                    <a:pt x="8242" y="1442"/>
                    <a:pt x="7095" y="1442"/>
                  </a:cubicBezTo>
                  <a:cubicBezTo>
                    <a:pt x="5944" y="1442"/>
                    <a:pt x="4377" y="1154"/>
                    <a:pt x="2715" y="1"/>
                  </a:cubicBezTo>
                  <a:close/>
                </a:path>
              </a:pathLst>
            </a:custGeom>
            <a:solidFill>
              <a:srgbClr val="AA8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6"/>
            <p:cNvSpPr/>
            <p:nvPr/>
          </p:nvSpPr>
          <p:spPr>
            <a:xfrm>
              <a:off x="2873248" y="2026260"/>
              <a:ext cx="674" cy="368"/>
            </a:xfrm>
            <a:custGeom>
              <a:avLst/>
              <a:gdLst/>
              <a:ahLst/>
              <a:cxnLst/>
              <a:rect l="l" t="t" r="r" b="b"/>
              <a:pathLst>
                <a:path w="22" h="12" extrusionOk="0">
                  <a:moveTo>
                    <a:pt x="22" y="0"/>
                  </a:moveTo>
                  <a:cubicBezTo>
                    <a:pt x="20" y="1"/>
                    <a:pt x="15" y="4"/>
                    <a:pt x="8" y="8"/>
                  </a:cubicBezTo>
                  <a:lnTo>
                    <a:pt x="8" y="8"/>
                  </a:lnTo>
                  <a:cubicBezTo>
                    <a:pt x="13" y="6"/>
                    <a:pt x="18" y="4"/>
                    <a:pt x="22" y="0"/>
                  </a:cubicBezTo>
                  <a:close/>
                  <a:moveTo>
                    <a:pt x="8" y="8"/>
                  </a:moveTo>
                  <a:cubicBezTo>
                    <a:pt x="5" y="9"/>
                    <a:pt x="2" y="10"/>
                    <a:pt x="0" y="12"/>
                  </a:cubicBezTo>
                  <a:cubicBezTo>
                    <a:pt x="3" y="10"/>
                    <a:pt x="6" y="9"/>
                    <a:pt x="8" y="8"/>
                  </a:cubicBezTo>
                  <a:close/>
                </a:path>
              </a:pathLst>
            </a:custGeom>
            <a:solidFill>
              <a:srgbClr val="1E29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6"/>
            <p:cNvSpPr/>
            <p:nvPr/>
          </p:nvSpPr>
          <p:spPr>
            <a:xfrm>
              <a:off x="2771652" y="1944094"/>
              <a:ext cx="18542" cy="103313"/>
            </a:xfrm>
            <a:custGeom>
              <a:avLst/>
              <a:gdLst/>
              <a:ahLst/>
              <a:cxnLst/>
              <a:rect l="l" t="t" r="r" b="b"/>
              <a:pathLst>
                <a:path w="605" h="3371" extrusionOk="0">
                  <a:moveTo>
                    <a:pt x="604" y="0"/>
                  </a:moveTo>
                  <a:lnTo>
                    <a:pt x="257" y="7"/>
                  </a:lnTo>
                  <a:lnTo>
                    <a:pt x="1" y="3370"/>
                  </a:lnTo>
                  <a:lnTo>
                    <a:pt x="189" y="2953"/>
                  </a:lnTo>
                  <a:lnTo>
                    <a:pt x="604" y="0"/>
                  </a:lnTo>
                  <a:close/>
                </a:path>
              </a:pathLst>
            </a:custGeom>
            <a:solidFill>
              <a:srgbClr val="1219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6"/>
            <p:cNvSpPr/>
            <p:nvPr/>
          </p:nvSpPr>
          <p:spPr>
            <a:xfrm>
              <a:off x="2750198" y="1885006"/>
              <a:ext cx="163780" cy="146158"/>
            </a:xfrm>
            <a:custGeom>
              <a:avLst/>
              <a:gdLst/>
              <a:ahLst/>
              <a:cxnLst/>
              <a:rect l="l" t="t" r="r" b="b"/>
              <a:pathLst>
                <a:path w="5344" h="4769" extrusionOk="0">
                  <a:moveTo>
                    <a:pt x="851" y="1"/>
                  </a:moveTo>
                  <a:cubicBezTo>
                    <a:pt x="851" y="1"/>
                    <a:pt x="0" y="733"/>
                    <a:pt x="393" y="1796"/>
                  </a:cubicBezTo>
                  <a:cubicBezTo>
                    <a:pt x="661" y="2528"/>
                    <a:pt x="815" y="2725"/>
                    <a:pt x="928" y="2725"/>
                  </a:cubicBezTo>
                  <a:cubicBezTo>
                    <a:pt x="1059" y="2725"/>
                    <a:pt x="1133" y="2454"/>
                    <a:pt x="1264" y="2454"/>
                  </a:cubicBezTo>
                  <a:cubicBezTo>
                    <a:pt x="1332" y="2454"/>
                    <a:pt x="1415" y="2528"/>
                    <a:pt x="1531" y="2752"/>
                  </a:cubicBezTo>
                  <a:cubicBezTo>
                    <a:pt x="1790" y="3255"/>
                    <a:pt x="2031" y="4589"/>
                    <a:pt x="3241" y="4757"/>
                  </a:cubicBezTo>
                  <a:cubicBezTo>
                    <a:pt x="3300" y="4765"/>
                    <a:pt x="3359" y="4769"/>
                    <a:pt x="3416" y="4769"/>
                  </a:cubicBezTo>
                  <a:cubicBezTo>
                    <a:pt x="4538" y="4769"/>
                    <a:pt x="5343" y="3288"/>
                    <a:pt x="5227" y="2951"/>
                  </a:cubicBezTo>
                  <a:cubicBezTo>
                    <a:pt x="5177" y="2804"/>
                    <a:pt x="4943" y="2761"/>
                    <a:pt x="4687" y="2761"/>
                  </a:cubicBezTo>
                  <a:cubicBezTo>
                    <a:pt x="4325" y="2761"/>
                    <a:pt x="3918" y="2847"/>
                    <a:pt x="3918" y="2847"/>
                  </a:cubicBezTo>
                  <a:cubicBezTo>
                    <a:pt x="3918" y="2847"/>
                    <a:pt x="4170" y="3189"/>
                    <a:pt x="4078" y="3246"/>
                  </a:cubicBezTo>
                  <a:cubicBezTo>
                    <a:pt x="3967" y="3316"/>
                    <a:pt x="3855" y="3347"/>
                    <a:pt x="3744" y="3347"/>
                  </a:cubicBezTo>
                  <a:cubicBezTo>
                    <a:pt x="3092" y="3347"/>
                    <a:pt x="2468" y="2286"/>
                    <a:pt x="2240" y="1829"/>
                  </a:cubicBezTo>
                  <a:cubicBezTo>
                    <a:pt x="1592" y="538"/>
                    <a:pt x="1245" y="21"/>
                    <a:pt x="8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6"/>
            <p:cNvSpPr/>
            <p:nvPr/>
          </p:nvSpPr>
          <p:spPr>
            <a:xfrm>
              <a:off x="2772908" y="1944309"/>
              <a:ext cx="99911" cy="86886"/>
            </a:xfrm>
            <a:custGeom>
              <a:avLst/>
              <a:gdLst/>
              <a:ahLst/>
              <a:cxnLst/>
              <a:rect l="l" t="t" r="r" b="b"/>
              <a:pathLst>
                <a:path w="3260" h="2835" extrusionOk="0">
                  <a:moveTo>
                    <a:pt x="3260" y="2691"/>
                  </a:moveTo>
                  <a:lnTo>
                    <a:pt x="3260" y="2691"/>
                  </a:lnTo>
                  <a:cubicBezTo>
                    <a:pt x="3251" y="2695"/>
                    <a:pt x="3243" y="2699"/>
                    <a:pt x="3235" y="2703"/>
                  </a:cubicBezTo>
                  <a:lnTo>
                    <a:pt x="3235" y="2703"/>
                  </a:lnTo>
                  <a:cubicBezTo>
                    <a:pt x="3243" y="2700"/>
                    <a:pt x="3252" y="2696"/>
                    <a:pt x="3260" y="2691"/>
                  </a:cubicBezTo>
                  <a:close/>
                  <a:moveTo>
                    <a:pt x="215" y="0"/>
                  </a:moveTo>
                  <a:lnTo>
                    <a:pt x="0" y="220"/>
                  </a:lnTo>
                  <a:cubicBezTo>
                    <a:pt x="44" y="350"/>
                    <a:pt x="77" y="386"/>
                    <a:pt x="112" y="386"/>
                  </a:cubicBezTo>
                  <a:cubicBezTo>
                    <a:pt x="156" y="386"/>
                    <a:pt x="205" y="329"/>
                    <a:pt x="285" y="329"/>
                  </a:cubicBezTo>
                  <a:cubicBezTo>
                    <a:pt x="386" y="329"/>
                    <a:pt x="535" y="418"/>
                    <a:pt x="788" y="818"/>
                  </a:cubicBezTo>
                  <a:cubicBezTo>
                    <a:pt x="1092" y="1297"/>
                    <a:pt x="1287" y="2657"/>
                    <a:pt x="2498" y="2823"/>
                  </a:cubicBezTo>
                  <a:cubicBezTo>
                    <a:pt x="2554" y="2831"/>
                    <a:pt x="2610" y="2834"/>
                    <a:pt x="2665" y="2834"/>
                  </a:cubicBezTo>
                  <a:cubicBezTo>
                    <a:pt x="2867" y="2834"/>
                    <a:pt x="3057" y="2785"/>
                    <a:pt x="3235" y="2703"/>
                  </a:cubicBezTo>
                  <a:lnTo>
                    <a:pt x="3235" y="2703"/>
                  </a:lnTo>
                  <a:cubicBezTo>
                    <a:pt x="3209" y="2713"/>
                    <a:pt x="3179" y="2718"/>
                    <a:pt x="3147" y="2718"/>
                  </a:cubicBezTo>
                  <a:cubicBezTo>
                    <a:pt x="2821" y="2718"/>
                    <a:pt x="2197" y="2221"/>
                    <a:pt x="1765" y="1402"/>
                  </a:cubicBezTo>
                  <a:cubicBezTo>
                    <a:pt x="1277" y="470"/>
                    <a:pt x="215" y="0"/>
                    <a:pt x="2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6"/>
            <p:cNvSpPr/>
            <p:nvPr/>
          </p:nvSpPr>
          <p:spPr>
            <a:xfrm>
              <a:off x="2762917" y="1911577"/>
              <a:ext cx="33804" cy="145576"/>
            </a:xfrm>
            <a:custGeom>
              <a:avLst/>
              <a:gdLst/>
              <a:ahLst/>
              <a:cxnLst/>
              <a:rect l="l" t="t" r="r" b="b"/>
              <a:pathLst>
                <a:path w="1103" h="4750" extrusionOk="0">
                  <a:moveTo>
                    <a:pt x="1103" y="1"/>
                  </a:moveTo>
                  <a:lnTo>
                    <a:pt x="1" y="446"/>
                  </a:lnTo>
                  <a:lnTo>
                    <a:pt x="313" y="4749"/>
                  </a:lnTo>
                  <a:lnTo>
                    <a:pt x="997" y="4413"/>
                  </a:lnTo>
                  <a:lnTo>
                    <a:pt x="11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6"/>
            <p:cNvSpPr/>
            <p:nvPr/>
          </p:nvSpPr>
          <p:spPr>
            <a:xfrm>
              <a:off x="2750106" y="1885037"/>
              <a:ext cx="26142" cy="172116"/>
            </a:xfrm>
            <a:custGeom>
              <a:avLst/>
              <a:gdLst/>
              <a:ahLst/>
              <a:cxnLst/>
              <a:rect l="l" t="t" r="r" b="b"/>
              <a:pathLst>
                <a:path w="853" h="5616" extrusionOk="0">
                  <a:moveTo>
                    <a:pt x="848" y="1"/>
                  </a:moveTo>
                  <a:cubicBezTo>
                    <a:pt x="822" y="1"/>
                    <a:pt x="698" y="40"/>
                    <a:pt x="397" y="676"/>
                  </a:cubicBezTo>
                  <a:cubicBezTo>
                    <a:pt x="0" y="1517"/>
                    <a:pt x="266" y="5276"/>
                    <a:pt x="266" y="5276"/>
                  </a:cubicBezTo>
                  <a:lnTo>
                    <a:pt x="731" y="5615"/>
                  </a:lnTo>
                  <a:lnTo>
                    <a:pt x="853" y="1"/>
                  </a:lnTo>
                  <a:cubicBezTo>
                    <a:pt x="853" y="1"/>
                    <a:pt x="851" y="1"/>
                    <a:pt x="8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6"/>
            <p:cNvSpPr/>
            <p:nvPr/>
          </p:nvSpPr>
          <p:spPr>
            <a:xfrm>
              <a:off x="2798499" y="1053509"/>
              <a:ext cx="263599" cy="1009467"/>
            </a:xfrm>
            <a:custGeom>
              <a:avLst/>
              <a:gdLst/>
              <a:ahLst/>
              <a:cxnLst/>
              <a:rect l="l" t="t" r="r" b="b"/>
              <a:pathLst>
                <a:path w="8601" h="32938" extrusionOk="0">
                  <a:moveTo>
                    <a:pt x="8230" y="0"/>
                  </a:moveTo>
                  <a:cubicBezTo>
                    <a:pt x="8228" y="0"/>
                    <a:pt x="7033" y="1189"/>
                    <a:pt x="5148" y="1189"/>
                  </a:cubicBezTo>
                  <a:cubicBezTo>
                    <a:pt x="4328" y="1189"/>
                    <a:pt x="3376" y="963"/>
                    <a:pt x="2335" y="317"/>
                  </a:cubicBezTo>
                  <a:cubicBezTo>
                    <a:pt x="2335" y="317"/>
                    <a:pt x="0" y="3319"/>
                    <a:pt x="1763" y="8332"/>
                  </a:cubicBezTo>
                  <a:cubicBezTo>
                    <a:pt x="3528" y="13343"/>
                    <a:pt x="3904" y="13118"/>
                    <a:pt x="3528" y="14736"/>
                  </a:cubicBezTo>
                  <a:cubicBezTo>
                    <a:pt x="3245" y="15954"/>
                    <a:pt x="2135" y="18486"/>
                    <a:pt x="2368" y="20614"/>
                  </a:cubicBezTo>
                  <a:cubicBezTo>
                    <a:pt x="2551" y="22297"/>
                    <a:pt x="2875" y="23259"/>
                    <a:pt x="3388" y="25966"/>
                  </a:cubicBezTo>
                  <a:cubicBezTo>
                    <a:pt x="4038" y="29399"/>
                    <a:pt x="3897" y="28672"/>
                    <a:pt x="3514" y="30151"/>
                  </a:cubicBezTo>
                  <a:cubicBezTo>
                    <a:pt x="3109" y="31710"/>
                    <a:pt x="5723" y="32937"/>
                    <a:pt x="6822" y="32937"/>
                  </a:cubicBezTo>
                  <a:cubicBezTo>
                    <a:pt x="6898" y="32937"/>
                    <a:pt x="6967" y="32931"/>
                    <a:pt x="7027" y="32919"/>
                  </a:cubicBezTo>
                  <a:cubicBezTo>
                    <a:pt x="7956" y="32733"/>
                    <a:pt x="5847" y="32091"/>
                    <a:pt x="5847" y="29214"/>
                  </a:cubicBezTo>
                  <a:cubicBezTo>
                    <a:pt x="5847" y="26338"/>
                    <a:pt x="7000" y="17940"/>
                    <a:pt x="7702" y="16083"/>
                  </a:cubicBezTo>
                  <a:cubicBezTo>
                    <a:pt x="8404" y="14227"/>
                    <a:pt x="8601" y="2876"/>
                    <a:pt x="8230" y="0"/>
                  </a:cubicBezTo>
                  <a:cubicBezTo>
                    <a:pt x="8230" y="0"/>
                    <a:pt x="8230" y="0"/>
                    <a:pt x="8230" y="0"/>
                  </a:cubicBezTo>
                  <a:close/>
                </a:path>
              </a:pathLst>
            </a:custGeom>
            <a:solidFill>
              <a:srgbClr val="C494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6"/>
            <p:cNvSpPr/>
            <p:nvPr/>
          </p:nvSpPr>
          <p:spPr>
            <a:xfrm>
              <a:off x="3015790" y="2094482"/>
              <a:ext cx="674" cy="337"/>
            </a:xfrm>
            <a:custGeom>
              <a:avLst/>
              <a:gdLst/>
              <a:ahLst/>
              <a:cxnLst/>
              <a:rect l="l" t="t" r="r" b="b"/>
              <a:pathLst>
                <a:path w="22" h="11" extrusionOk="0">
                  <a:moveTo>
                    <a:pt x="22" y="1"/>
                  </a:moveTo>
                  <a:lnTo>
                    <a:pt x="22" y="1"/>
                  </a:lnTo>
                  <a:cubicBezTo>
                    <a:pt x="20" y="1"/>
                    <a:pt x="12" y="4"/>
                    <a:pt x="0" y="11"/>
                  </a:cubicBezTo>
                  <a:lnTo>
                    <a:pt x="22" y="1"/>
                  </a:lnTo>
                  <a:close/>
                </a:path>
              </a:pathLst>
            </a:custGeom>
            <a:solidFill>
              <a:srgbClr val="1E29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6"/>
            <p:cNvSpPr/>
            <p:nvPr/>
          </p:nvSpPr>
          <p:spPr>
            <a:xfrm>
              <a:off x="2915450" y="2016637"/>
              <a:ext cx="13240" cy="104110"/>
            </a:xfrm>
            <a:custGeom>
              <a:avLst/>
              <a:gdLst/>
              <a:ahLst/>
              <a:cxnLst/>
              <a:rect l="l" t="t" r="r" b="b"/>
              <a:pathLst>
                <a:path w="432" h="3397" extrusionOk="0">
                  <a:moveTo>
                    <a:pt x="432" y="0"/>
                  </a:moveTo>
                  <a:lnTo>
                    <a:pt x="85" y="25"/>
                  </a:lnTo>
                  <a:lnTo>
                    <a:pt x="0" y="3396"/>
                  </a:lnTo>
                  <a:lnTo>
                    <a:pt x="166" y="2971"/>
                  </a:lnTo>
                  <a:lnTo>
                    <a:pt x="432" y="0"/>
                  </a:lnTo>
                  <a:close/>
                </a:path>
              </a:pathLst>
            </a:custGeom>
            <a:solidFill>
              <a:srgbClr val="1219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6"/>
            <p:cNvSpPr/>
            <p:nvPr/>
          </p:nvSpPr>
          <p:spPr>
            <a:xfrm>
              <a:off x="2886886" y="1958345"/>
              <a:ext cx="167489" cy="142021"/>
            </a:xfrm>
            <a:custGeom>
              <a:avLst/>
              <a:gdLst/>
              <a:ahLst/>
              <a:cxnLst/>
              <a:rect l="l" t="t" r="r" b="b"/>
              <a:pathLst>
                <a:path w="5465" h="4634" extrusionOk="0">
                  <a:moveTo>
                    <a:pt x="812" y="1"/>
                  </a:moveTo>
                  <a:cubicBezTo>
                    <a:pt x="812" y="1"/>
                    <a:pt x="1" y="775"/>
                    <a:pt x="445" y="1818"/>
                  </a:cubicBezTo>
                  <a:cubicBezTo>
                    <a:pt x="745" y="2525"/>
                    <a:pt x="910" y="2719"/>
                    <a:pt x="1022" y="2719"/>
                  </a:cubicBezTo>
                  <a:cubicBezTo>
                    <a:pt x="1159" y="2719"/>
                    <a:pt x="1219" y="2430"/>
                    <a:pt x="1354" y="2430"/>
                  </a:cubicBezTo>
                  <a:cubicBezTo>
                    <a:pt x="1421" y="2430"/>
                    <a:pt x="1507" y="2501"/>
                    <a:pt x="1630" y="2713"/>
                  </a:cubicBezTo>
                  <a:cubicBezTo>
                    <a:pt x="1915" y="3205"/>
                    <a:pt x="2222" y="4524"/>
                    <a:pt x="3440" y="4629"/>
                  </a:cubicBezTo>
                  <a:cubicBezTo>
                    <a:pt x="3476" y="4632"/>
                    <a:pt x="3513" y="4634"/>
                    <a:pt x="3548" y="4634"/>
                  </a:cubicBezTo>
                  <a:cubicBezTo>
                    <a:pt x="4706" y="4634"/>
                    <a:pt x="5465" y="3061"/>
                    <a:pt x="5331" y="2725"/>
                  </a:cubicBezTo>
                  <a:cubicBezTo>
                    <a:pt x="5281" y="2600"/>
                    <a:pt x="5098" y="2560"/>
                    <a:pt x="4883" y="2560"/>
                  </a:cubicBezTo>
                  <a:cubicBezTo>
                    <a:pt x="4500" y="2560"/>
                    <a:pt x="4019" y="2688"/>
                    <a:pt x="4019" y="2688"/>
                  </a:cubicBezTo>
                  <a:cubicBezTo>
                    <a:pt x="4019" y="2688"/>
                    <a:pt x="4288" y="3017"/>
                    <a:pt x="4201" y="3077"/>
                  </a:cubicBezTo>
                  <a:cubicBezTo>
                    <a:pt x="4083" y="3160"/>
                    <a:pt x="3962" y="3196"/>
                    <a:pt x="3840" y="3196"/>
                  </a:cubicBezTo>
                  <a:cubicBezTo>
                    <a:pt x="3199" y="3196"/>
                    <a:pt x="2539" y="2195"/>
                    <a:pt x="2292" y="1758"/>
                  </a:cubicBezTo>
                  <a:cubicBezTo>
                    <a:pt x="1580" y="498"/>
                    <a:pt x="1206" y="1"/>
                    <a:pt x="8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6"/>
            <p:cNvSpPr/>
            <p:nvPr/>
          </p:nvSpPr>
          <p:spPr>
            <a:xfrm>
              <a:off x="2911741" y="2017281"/>
              <a:ext cx="103680" cy="83085"/>
            </a:xfrm>
            <a:custGeom>
              <a:avLst/>
              <a:gdLst/>
              <a:ahLst/>
              <a:cxnLst/>
              <a:rect l="l" t="t" r="r" b="b"/>
              <a:pathLst>
                <a:path w="3383" h="2711" extrusionOk="0">
                  <a:moveTo>
                    <a:pt x="3383" y="2537"/>
                  </a:moveTo>
                  <a:lnTo>
                    <a:pt x="3383" y="2537"/>
                  </a:lnTo>
                  <a:cubicBezTo>
                    <a:pt x="3374" y="2542"/>
                    <a:pt x="3365" y="2546"/>
                    <a:pt x="3357" y="2551"/>
                  </a:cubicBezTo>
                  <a:lnTo>
                    <a:pt x="3357" y="2551"/>
                  </a:lnTo>
                  <a:cubicBezTo>
                    <a:pt x="3366" y="2547"/>
                    <a:pt x="3374" y="2542"/>
                    <a:pt x="3383" y="2537"/>
                  </a:cubicBezTo>
                  <a:close/>
                  <a:moveTo>
                    <a:pt x="206" y="1"/>
                  </a:moveTo>
                  <a:lnTo>
                    <a:pt x="1" y="233"/>
                  </a:lnTo>
                  <a:cubicBezTo>
                    <a:pt x="50" y="357"/>
                    <a:pt x="84" y="393"/>
                    <a:pt x="119" y="393"/>
                  </a:cubicBezTo>
                  <a:cubicBezTo>
                    <a:pt x="165" y="393"/>
                    <a:pt x="213" y="326"/>
                    <a:pt x="300" y="326"/>
                  </a:cubicBezTo>
                  <a:cubicBezTo>
                    <a:pt x="401" y="326"/>
                    <a:pt x="554" y="414"/>
                    <a:pt x="819" y="789"/>
                  </a:cubicBezTo>
                  <a:cubicBezTo>
                    <a:pt x="1146" y="1253"/>
                    <a:pt x="1411" y="2600"/>
                    <a:pt x="2629" y="2706"/>
                  </a:cubicBezTo>
                  <a:cubicBezTo>
                    <a:pt x="2664" y="2709"/>
                    <a:pt x="2698" y="2710"/>
                    <a:pt x="2732" y="2710"/>
                  </a:cubicBezTo>
                  <a:cubicBezTo>
                    <a:pt x="2957" y="2710"/>
                    <a:pt x="3166" y="2649"/>
                    <a:pt x="3357" y="2551"/>
                  </a:cubicBezTo>
                  <a:lnTo>
                    <a:pt x="3357" y="2551"/>
                  </a:lnTo>
                  <a:cubicBezTo>
                    <a:pt x="3328" y="2563"/>
                    <a:pt x="3294" y="2569"/>
                    <a:pt x="3256" y="2569"/>
                  </a:cubicBezTo>
                  <a:cubicBezTo>
                    <a:pt x="2927" y="2569"/>
                    <a:pt x="2292" y="2109"/>
                    <a:pt x="1826" y="1325"/>
                  </a:cubicBezTo>
                  <a:cubicBezTo>
                    <a:pt x="1289" y="421"/>
                    <a:pt x="206" y="1"/>
                    <a:pt x="2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6"/>
            <p:cNvSpPr/>
            <p:nvPr/>
          </p:nvSpPr>
          <p:spPr>
            <a:xfrm>
              <a:off x="2900524" y="1983813"/>
              <a:ext cx="36685" cy="146587"/>
            </a:xfrm>
            <a:custGeom>
              <a:avLst/>
              <a:gdLst/>
              <a:ahLst/>
              <a:cxnLst/>
              <a:rect l="l" t="t" r="r" b="b"/>
              <a:pathLst>
                <a:path w="1197" h="4783" extrusionOk="0">
                  <a:moveTo>
                    <a:pt x="1078" y="1"/>
                  </a:moveTo>
                  <a:lnTo>
                    <a:pt x="0" y="502"/>
                  </a:lnTo>
                  <a:lnTo>
                    <a:pt x="530" y="4782"/>
                  </a:lnTo>
                  <a:lnTo>
                    <a:pt x="1197" y="4413"/>
                  </a:lnTo>
                  <a:lnTo>
                    <a:pt x="10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6"/>
            <p:cNvSpPr/>
            <p:nvPr/>
          </p:nvSpPr>
          <p:spPr>
            <a:xfrm>
              <a:off x="2888051" y="1958345"/>
              <a:ext cx="28747" cy="172055"/>
            </a:xfrm>
            <a:custGeom>
              <a:avLst/>
              <a:gdLst/>
              <a:ahLst/>
              <a:cxnLst/>
              <a:rect l="l" t="t" r="r" b="b"/>
              <a:pathLst>
                <a:path w="938" h="5614" extrusionOk="0">
                  <a:moveTo>
                    <a:pt x="769" y="0"/>
                  </a:moveTo>
                  <a:cubicBezTo>
                    <a:pt x="746" y="0"/>
                    <a:pt x="626" y="37"/>
                    <a:pt x="355" y="697"/>
                  </a:cubicBezTo>
                  <a:cubicBezTo>
                    <a:pt x="0" y="1557"/>
                    <a:pt x="456" y="5298"/>
                    <a:pt x="456" y="5298"/>
                  </a:cubicBezTo>
                  <a:lnTo>
                    <a:pt x="937" y="5613"/>
                  </a:lnTo>
                  <a:lnTo>
                    <a:pt x="774" y="1"/>
                  </a:lnTo>
                  <a:cubicBezTo>
                    <a:pt x="774" y="1"/>
                    <a:pt x="772" y="0"/>
                    <a:pt x="7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6"/>
            <p:cNvSpPr/>
            <p:nvPr/>
          </p:nvSpPr>
          <p:spPr>
            <a:xfrm>
              <a:off x="2654854" y="968094"/>
              <a:ext cx="435807" cy="655765"/>
            </a:xfrm>
            <a:custGeom>
              <a:avLst/>
              <a:gdLst/>
              <a:ahLst/>
              <a:cxnLst/>
              <a:rect l="l" t="t" r="r" b="b"/>
              <a:pathLst>
                <a:path w="14220" h="21397" extrusionOk="0">
                  <a:moveTo>
                    <a:pt x="3266" y="0"/>
                  </a:moveTo>
                  <a:cubicBezTo>
                    <a:pt x="0" y="5253"/>
                    <a:pt x="2292" y="10162"/>
                    <a:pt x="3171" y="12806"/>
                  </a:cubicBezTo>
                  <a:cubicBezTo>
                    <a:pt x="4054" y="15453"/>
                    <a:pt x="2567" y="18585"/>
                    <a:pt x="2567" y="18585"/>
                  </a:cubicBezTo>
                  <a:cubicBezTo>
                    <a:pt x="4286" y="20916"/>
                    <a:pt x="7621" y="21397"/>
                    <a:pt x="10080" y="21397"/>
                  </a:cubicBezTo>
                  <a:cubicBezTo>
                    <a:pt x="11807" y="21397"/>
                    <a:pt x="13101" y="21160"/>
                    <a:pt x="13101" y="21160"/>
                  </a:cubicBezTo>
                  <a:cubicBezTo>
                    <a:pt x="13101" y="21160"/>
                    <a:pt x="13703" y="20091"/>
                    <a:pt x="13937" y="14107"/>
                  </a:cubicBezTo>
                  <a:cubicBezTo>
                    <a:pt x="14219" y="6963"/>
                    <a:pt x="13101" y="834"/>
                    <a:pt x="13101" y="834"/>
                  </a:cubicBezTo>
                  <a:cubicBezTo>
                    <a:pt x="12036" y="1962"/>
                    <a:pt x="10757" y="2361"/>
                    <a:pt x="9478" y="2361"/>
                  </a:cubicBezTo>
                  <a:cubicBezTo>
                    <a:pt x="6369" y="2361"/>
                    <a:pt x="3266" y="0"/>
                    <a:pt x="32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6"/>
            <p:cNvSpPr/>
            <p:nvPr/>
          </p:nvSpPr>
          <p:spPr>
            <a:xfrm>
              <a:off x="2731074" y="968094"/>
              <a:ext cx="359587" cy="655795"/>
            </a:xfrm>
            <a:custGeom>
              <a:avLst/>
              <a:gdLst/>
              <a:ahLst/>
              <a:cxnLst/>
              <a:rect l="l" t="t" r="r" b="b"/>
              <a:pathLst>
                <a:path w="11733" h="21398" extrusionOk="0">
                  <a:moveTo>
                    <a:pt x="780" y="0"/>
                  </a:moveTo>
                  <a:cubicBezTo>
                    <a:pt x="480" y="237"/>
                    <a:pt x="223" y="1187"/>
                    <a:pt x="1" y="1472"/>
                  </a:cubicBezTo>
                  <a:cubicBezTo>
                    <a:pt x="535" y="2532"/>
                    <a:pt x="2766" y="2783"/>
                    <a:pt x="4146" y="3246"/>
                  </a:cubicBezTo>
                  <a:cubicBezTo>
                    <a:pt x="6450" y="4015"/>
                    <a:pt x="8842" y="7430"/>
                    <a:pt x="8584" y="11098"/>
                  </a:cubicBezTo>
                  <a:cubicBezTo>
                    <a:pt x="8399" y="13736"/>
                    <a:pt x="7753" y="18775"/>
                    <a:pt x="7403" y="21396"/>
                  </a:cubicBezTo>
                  <a:cubicBezTo>
                    <a:pt x="7467" y="21397"/>
                    <a:pt x="7531" y="21397"/>
                    <a:pt x="7594" y="21397"/>
                  </a:cubicBezTo>
                  <a:cubicBezTo>
                    <a:pt x="9321" y="21397"/>
                    <a:pt x="10616" y="21160"/>
                    <a:pt x="10616" y="21160"/>
                  </a:cubicBezTo>
                  <a:cubicBezTo>
                    <a:pt x="10616" y="21160"/>
                    <a:pt x="11218" y="20091"/>
                    <a:pt x="11451" y="14107"/>
                  </a:cubicBezTo>
                  <a:cubicBezTo>
                    <a:pt x="11732" y="6960"/>
                    <a:pt x="10616" y="834"/>
                    <a:pt x="10616" y="834"/>
                  </a:cubicBezTo>
                  <a:cubicBezTo>
                    <a:pt x="9550" y="1962"/>
                    <a:pt x="8270" y="2361"/>
                    <a:pt x="6991" y="2361"/>
                  </a:cubicBezTo>
                  <a:cubicBezTo>
                    <a:pt x="3882" y="2361"/>
                    <a:pt x="780" y="0"/>
                    <a:pt x="78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6"/>
            <p:cNvSpPr/>
            <p:nvPr/>
          </p:nvSpPr>
          <p:spPr>
            <a:xfrm>
              <a:off x="2660646" y="450642"/>
              <a:ext cx="430689" cy="602990"/>
            </a:xfrm>
            <a:custGeom>
              <a:avLst/>
              <a:gdLst/>
              <a:ahLst/>
              <a:cxnLst/>
              <a:rect l="l" t="t" r="r" b="b"/>
              <a:pathLst>
                <a:path w="14053" h="19675" extrusionOk="0">
                  <a:moveTo>
                    <a:pt x="3623" y="1"/>
                  </a:moveTo>
                  <a:cubicBezTo>
                    <a:pt x="3185" y="1"/>
                    <a:pt x="3074" y="124"/>
                    <a:pt x="3074" y="125"/>
                  </a:cubicBezTo>
                  <a:cubicBezTo>
                    <a:pt x="1" y="479"/>
                    <a:pt x="1166" y="6802"/>
                    <a:pt x="2121" y="8980"/>
                  </a:cubicBezTo>
                  <a:cubicBezTo>
                    <a:pt x="4371" y="14106"/>
                    <a:pt x="3077" y="16886"/>
                    <a:pt x="3077" y="16886"/>
                  </a:cubicBezTo>
                  <a:cubicBezTo>
                    <a:pt x="3077" y="16886"/>
                    <a:pt x="6374" y="19534"/>
                    <a:pt x="9177" y="19670"/>
                  </a:cubicBezTo>
                  <a:cubicBezTo>
                    <a:pt x="9239" y="19673"/>
                    <a:pt x="9301" y="19674"/>
                    <a:pt x="9362" y="19674"/>
                  </a:cubicBezTo>
                  <a:cubicBezTo>
                    <a:pt x="11621" y="19674"/>
                    <a:pt x="12914" y="17718"/>
                    <a:pt x="12914" y="17718"/>
                  </a:cubicBezTo>
                  <a:cubicBezTo>
                    <a:pt x="11396" y="13832"/>
                    <a:pt x="13395" y="8935"/>
                    <a:pt x="13768" y="6295"/>
                  </a:cubicBezTo>
                  <a:cubicBezTo>
                    <a:pt x="14053" y="4282"/>
                    <a:pt x="10302" y="2563"/>
                    <a:pt x="10302" y="2563"/>
                  </a:cubicBezTo>
                  <a:cubicBezTo>
                    <a:pt x="6221" y="392"/>
                    <a:pt x="4402" y="1"/>
                    <a:pt x="36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6"/>
            <p:cNvSpPr/>
            <p:nvPr/>
          </p:nvSpPr>
          <p:spPr>
            <a:xfrm>
              <a:off x="2839658" y="430843"/>
              <a:ext cx="139048" cy="126482"/>
            </a:xfrm>
            <a:custGeom>
              <a:avLst/>
              <a:gdLst/>
              <a:ahLst/>
              <a:cxnLst/>
              <a:rect l="l" t="t" r="r" b="b"/>
              <a:pathLst>
                <a:path w="4537" h="4127" extrusionOk="0">
                  <a:moveTo>
                    <a:pt x="290" y="0"/>
                  </a:moveTo>
                  <a:lnTo>
                    <a:pt x="0" y="2915"/>
                  </a:lnTo>
                  <a:cubicBezTo>
                    <a:pt x="778" y="3862"/>
                    <a:pt x="1698" y="4126"/>
                    <a:pt x="2482" y="4126"/>
                  </a:cubicBezTo>
                  <a:cubicBezTo>
                    <a:pt x="3474" y="4126"/>
                    <a:pt x="4250" y="3703"/>
                    <a:pt x="4250" y="3703"/>
                  </a:cubicBezTo>
                  <a:lnTo>
                    <a:pt x="4537" y="797"/>
                  </a:lnTo>
                  <a:lnTo>
                    <a:pt x="4537" y="797"/>
                  </a:lnTo>
                  <a:cubicBezTo>
                    <a:pt x="4366" y="812"/>
                    <a:pt x="4194" y="819"/>
                    <a:pt x="4022" y="819"/>
                  </a:cubicBezTo>
                  <a:cubicBezTo>
                    <a:pt x="2140" y="819"/>
                    <a:pt x="290" y="0"/>
                    <a:pt x="290" y="0"/>
                  </a:cubicBezTo>
                  <a:close/>
                </a:path>
              </a:pathLst>
            </a:custGeom>
            <a:solidFill>
              <a:srgbClr val="C494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6"/>
            <p:cNvSpPr/>
            <p:nvPr/>
          </p:nvSpPr>
          <p:spPr>
            <a:xfrm>
              <a:off x="2734139" y="190383"/>
              <a:ext cx="338318" cy="338594"/>
            </a:xfrm>
            <a:custGeom>
              <a:avLst/>
              <a:gdLst/>
              <a:ahLst/>
              <a:cxnLst/>
              <a:rect l="l" t="t" r="r" b="b"/>
              <a:pathLst>
                <a:path w="11039" h="11048" extrusionOk="0">
                  <a:moveTo>
                    <a:pt x="5175" y="0"/>
                  </a:moveTo>
                  <a:cubicBezTo>
                    <a:pt x="1" y="0"/>
                    <a:pt x="1540" y="8647"/>
                    <a:pt x="1540" y="8647"/>
                  </a:cubicBezTo>
                  <a:cubicBezTo>
                    <a:pt x="1540" y="8647"/>
                    <a:pt x="1540" y="8647"/>
                    <a:pt x="1540" y="8647"/>
                  </a:cubicBezTo>
                  <a:cubicBezTo>
                    <a:pt x="2783" y="10504"/>
                    <a:pt x="4789" y="11048"/>
                    <a:pt x="6539" y="11048"/>
                  </a:cubicBezTo>
                  <a:cubicBezTo>
                    <a:pt x="8583" y="11048"/>
                    <a:pt x="10277" y="10306"/>
                    <a:pt x="9994" y="10049"/>
                  </a:cubicBezTo>
                  <a:cubicBezTo>
                    <a:pt x="9470" y="9574"/>
                    <a:pt x="8888" y="8690"/>
                    <a:pt x="9996" y="7222"/>
                  </a:cubicBezTo>
                  <a:cubicBezTo>
                    <a:pt x="11039" y="5850"/>
                    <a:pt x="10328" y="3419"/>
                    <a:pt x="9487" y="1772"/>
                  </a:cubicBezTo>
                  <a:cubicBezTo>
                    <a:pt x="8673" y="169"/>
                    <a:pt x="6547" y="150"/>
                    <a:pt x="6446" y="150"/>
                  </a:cubicBezTo>
                  <a:cubicBezTo>
                    <a:pt x="6443" y="150"/>
                    <a:pt x="6442" y="150"/>
                    <a:pt x="6442" y="150"/>
                  </a:cubicBezTo>
                  <a:cubicBezTo>
                    <a:pt x="5981" y="48"/>
                    <a:pt x="5560" y="0"/>
                    <a:pt x="517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6"/>
            <p:cNvSpPr/>
            <p:nvPr/>
          </p:nvSpPr>
          <p:spPr>
            <a:xfrm>
              <a:off x="2905642" y="540592"/>
              <a:ext cx="183211" cy="510955"/>
            </a:xfrm>
            <a:custGeom>
              <a:avLst/>
              <a:gdLst/>
              <a:ahLst/>
              <a:cxnLst/>
              <a:rect l="l" t="t" r="r" b="b"/>
              <a:pathLst>
                <a:path w="5978" h="16672" extrusionOk="0">
                  <a:moveTo>
                    <a:pt x="3016" y="0"/>
                  </a:moveTo>
                  <a:cubicBezTo>
                    <a:pt x="1724" y="636"/>
                    <a:pt x="1" y="1770"/>
                    <a:pt x="326" y="3190"/>
                  </a:cubicBezTo>
                  <a:cubicBezTo>
                    <a:pt x="833" y="5416"/>
                    <a:pt x="2715" y="12730"/>
                    <a:pt x="2119" y="16295"/>
                  </a:cubicBezTo>
                  <a:cubicBezTo>
                    <a:pt x="2096" y="16434"/>
                    <a:pt x="2084" y="16557"/>
                    <a:pt x="2078" y="16672"/>
                  </a:cubicBezTo>
                  <a:cubicBezTo>
                    <a:pt x="3892" y="16331"/>
                    <a:pt x="4920" y="14783"/>
                    <a:pt x="4920" y="14783"/>
                  </a:cubicBezTo>
                  <a:cubicBezTo>
                    <a:pt x="3402" y="10899"/>
                    <a:pt x="5401" y="6000"/>
                    <a:pt x="5774" y="3360"/>
                  </a:cubicBezTo>
                  <a:cubicBezTo>
                    <a:pt x="5977" y="1907"/>
                    <a:pt x="4087" y="611"/>
                    <a:pt x="301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6"/>
            <p:cNvSpPr/>
            <p:nvPr/>
          </p:nvSpPr>
          <p:spPr>
            <a:xfrm>
              <a:off x="2971688" y="589812"/>
              <a:ext cx="196021" cy="353642"/>
            </a:xfrm>
            <a:custGeom>
              <a:avLst/>
              <a:gdLst/>
              <a:ahLst/>
              <a:cxnLst/>
              <a:rect l="l" t="t" r="r" b="b"/>
              <a:pathLst>
                <a:path w="6396" h="11539" extrusionOk="0">
                  <a:moveTo>
                    <a:pt x="1916" y="0"/>
                  </a:moveTo>
                  <a:cubicBezTo>
                    <a:pt x="935" y="0"/>
                    <a:pt x="0" y="832"/>
                    <a:pt x="277" y="2251"/>
                  </a:cubicBezTo>
                  <a:cubicBezTo>
                    <a:pt x="277" y="2251"/>
                    <a:pt x="277" y="2251"/>
                    <a:pt x="277" y="2251"/>
                  </a:cubicBezTo>
                  <a:cubicBezTo>
                    <a:pt x="279" y="2251"/>
                    <a:pt x="2553" y="10956"/>
                    <a:pt x="3897" y="11476"/>
                  </a:cubicBezTo>
                  <a:cubicBezTo>
                    <a:pt x="4014" y="11522"/>
                    <a:pt x="4170" y="11539"/>
                    <a:pt x="4339" y="11539"/>
                  </a:cubicBezTo>
                  <a:cubicBezTo>
                    <a:pt x="4859" y="11539"/>
                    <a:pt x="5502" y="11377"/>
                    <a:pt x="5502" y="11377"/>
                  </a:cubicBezTo>
                  <a:cubicBezTo>
                    <a:pt x="6383" y="11240"/>
                    <a:pt x="6396" y="10508"/>
                    <a:pt x="6371" y="10181"/>
                  </a:cubicBezTo>
                  <a:lnTo>
                    <a:pt x="4504" y="3425"/>
                  </a:lnTo>
                  <a:cubicBezTo>
                    <a:pt x="4251" y="1986"/>
                    <a:pt x="3653" y="717"/>
                    <a:pt x="2743" y="211"/>
                  </a:cubicBezTo>
                  <a:cubicBezTo>
                    <a:pt x="2482" y="69"/>
                    <a:pt x="2197" y="0"/>
                    <a:pt x="19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6"/>
            <p:cNvSpPr/>
            <p:nvPr/>
          </p:nvSpPr>
          <p:spPr>
            <a:xfrm>
              <a:off x="3289686" y="783412"/>
              <a:ext cx="153207" cy="110546"/>
            </a:xfrm>
            <a:custGeom>
              <a:avLst/>
              <a:gdLst/>
              <a:ahLst/>
              <a:cxnLst/>
              <a:rect l="l" t="t" r="r" b="b"/>
              <a:pathLst>
                <a:path w="4999" h="3607" extrusionOk="0">
                  <a:moveTo>
                    <a:pt x="3184" y="0"/>
                  </a:moveTo>
                  <a:cubicBezTo>
                    <a:pt x="3100" y="0"/>
                    <a:pt x="3010" y="42"/>
                    <a:pt x="2938" y="150"/>
                  </a:cubicBezTo>
                  <a:cubicBezTo>
                    <a:pt x="2741" y="441"/>
                    <a:pt x="2322" y="649"/>
                    <a:pt x="2077" y="727"/>
                  </a:cubicBezTo>
                  <a:cubicBezTo>
                    <a:pt x="1347" y="965"/>
                    <a:pt x="1129" y="1215"/>
                    <a:pt x="989" y="1418"/>
                  </a:cubicBezTo>
                  <a:cubicBezTo>
                    <a:pt x="595" y="1978"/>
                    <a:pt x="142" y="2173"/>
                    <a:pt x="142" y="2173"/>
                  </a:cubicBezTo>
                  <a:cubicBezTo>
                    <a:pt x="102" y="2195"/>
                    <a:pt x="55" y="2216"/>
                    <a:pt x="0" y="2239"/>
                  </a:cubicBezTo>
                  <a:lnTo>
                    <a:pt x="757" y="3606"/>
                  </a:lnTo>
                  <a:cubicBezTo>
                    <a:pt x="1205" y="3414"/>
                    <a:pt x="1607" y="3277"/>
                    <a:pt x="2297" y="3178"/>
                  </a:cubicBezTo>
                  <a:cubicBezTo>
                    <a:pt x="3600" y="2994"/>
                    <a:pt x="4382" y="2146"/>
                    <a:pt x="4484" y="1971"/>
                  </a:cubicBezTo>
                  <a:cubicBezTo>
                    <a:pt x="4999" y="1094"/>
                    <a:pt x="4999" y="657"/>
                    <a:pt x="4837" y="657"/>
                  </a:cubicBezTo>
                  <a:cubicBezTo>
                    <a:pt x="4810" y="657"/>
                    <a:pt x="4778" y="670"/>
                    <a:pt x="4743" y="694"/>
                  </a:cubicBezTo>
                  <a:cubicBezTo>
                    <a:pt x="4007" y="1220"/>
                    <a:pt x="3397" y="1336"/>
                    <a:pt x="3002" y="1336"/>
                  </a:cubicBezTo>
                  <a:cubicBezTo>
                    <a:pt x="2690" y="1336"/>
                    <a:pt x="2512" y="1263"/>
                    <a:pt x="2512" y="1263"/>
                  </a:cubicBezTo>
                  <a:cubicBezTo>
                    <a:pt x="3157" y="982"/>
                    <a:pt x="3402" y="477"/>
                    <a:pt x="3432" y="243"/>
                  </a:cubicBezTo>
                  <a:cubicBezTo>
                    <a:pt x="3449" y="122"/>
                    <a:pt x="3326" y="0"/>
                    <a:pt x="3184" y="0"/>
                  </a:cubicBezTo>
                  <a:close/>
                </a:path>
              </a:pathLst>
            </a:custGeom>
            <a:solidFill>
              <a:srgbClr val="C494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6"/>
            <p:cNvSpPr/>
            <p:nvPr/>
          </p:nvSpPr>
          <p:spPr>
            <a:xfrm>
              <a:off x="3071660" y="825369"/>
              <a:ext cx="276011" cy="127892"/>
            </a:xfrm>
            <a:custGeom>
              <a:avLst/>
              <a:gdLst/>
              <a:ahLst/>
              <a:cxnLst/>
              <a:rect l="l" t="t" r="r" b="b"/>
              <a:pathLst>
                <a:path w="9006" h="4173" extrusionOk="0">
                  <a:moveTo>
                    <a:pt x="8084" y="0"/>
                  </a:moveTo>
                  <a:lnTo>
                    <a:pt x="1553" y="1009"/>
                  </a:lnTo>
                  <a:cubicBezTo>
                    <a:pt x="586" y="1448"/>
                    <a:pt x="0" y="2674"/>
                    <a:pt x="599" y="3548"/>
                  </a:cubicBezTo>
                  <a:cubicBezTo>
                    <a:pt x="907" y="3999"/>
                    <a:pt x="1512" y="4173"/>
                    <a:pt x="2262" y="4173"/>
                  </a:cubicBezTo>
                  <a:cubicBezTo>
                    <a:pt x="4801" y="4173"/>
                    <a:pt x="9006" y="2178"/>
                    <a:pt x="9006" y="2178"/>
                  </a:cubicBezTo>
                  <a:cubicBezTo>
                    <a:pt x="9006" y="2178"/>
                    <a:pt x="8440" y="2009"/>
                    <a:pt x="8117" y="1157"/>
                  </a:cubicBezTo>
                  <a:cubicBezTo>
                    <a:pt x="7980" y="797"/>
                    <a:pt x="8084" y="0"/>
                    <a:pt x="80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640;p36"/>
          <p:cNvGrpSpPr/>
          <p:nvPr/>
        </p:nvGrpSpPr>
        <p:grpSpPr>
          <a:xfrm>
            <a:off x="2310823" y="1525620"/>
            <a:ext cx="553653" cy="1523474"/>
            <a:chOff x="4578935" y="2574513"/>
            <a:chExt cx="759261" cy="2089240"/>
          </a:xfrm>
        </p:grpSpPr>
        <p:sp>
          <p:nvSpPr>
            <p:cNvPr id="641" name="Google Shape;641;p36"/>
            <p:cNvSpPr/>
            <p:nvPr/>
          </p:nvSpPr>
          <p:spPr>
            <a:xfrm>
              <a:off x="4579854" y="4263926"/>
              <a:ext cx="758342" cy="399827"/>
            </a:xfrm>
            <a:custGeom>
              <a:avLst/>
              <a:gdLst/>
              <a:ahLst/>
              <a:cxnLst/>
              <a:rect l="l" t="t" r="r" b="b"/>
              <a:pathLst>
                <a:path w="24744" h="13046" extrusionOk="0">
                  <a:moveTo>
                    <a:pt x="12335" y="1"/>
                  </a:moveTo>
                  <a:cubicBezTo>
                    <a:pt x="9453" y="1"/>
                    <a:pt x="6575" y="637"/>
                    <a:pt x="4383" y="1911"/>
                  </a:cubicBezTo>
                  <a:cubicBezTo>
                    <a:pt x="0" y="4456"/>
                    <a:pt x="23" y="8586"/>
                    <a:pt x="4435" y="11133"/>
                  </a:cubicBezTo>
                  <a:cubicBezTo>
                    <a:pt x="6641" y="12408"/>
                    <a:pt x="9526" y="13045"/>
                    <a:pt x="12408" y="13045"/>
                  </a:cubicBezTo>
                  <a:cubicBezTo>
                    <a:pt x="15290" y="13045"/>
                    <a:pt x="18168" y="12408"/>
                    <a:pt x="20360" y="11133"/>
                  </a:cubicBezTo>
                  <a:cubicBezTo>
                    <a:pt x="24743" y="8587"/>
                    <a:pt x="24719" y="4456"/>
                    <a:pt x="20307" y="1911"/>
                  </a:cubicBezTo>
                  <a:cubicBezTo>
                    <a:pt x="18102" y="637"/>
                    <a:pt x="15217" y="1"/>
                    <a:pt x="12335"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6"/>
            <p:cNvSpPr/>
            <p:nvPr/>
          </p:nvSpPr>
          <p:spPr>
            <a:xfrm>
              <a:off x="4940299" y="4305300"/>
              <a:ext cx="235495" cy="182046"/>
            </a:xfrm>
            <a:custGeom>
              <a:avLst/>
              <a:gdLst/>
              <a:ahLst/>
              <a:cxnLst/>
              <a:rect l="l" t="t" r="r" b="b"/>
              <a:pathLst>
                <a:path w="7684" h="5940" extrusionOk="0">
                  <a:moveTo>
                    <a:pt x="3148" y="0"/>
                  </a:moveTo>
                  <a:cubicBezTo>
                    <a:pt x="2414" y="0"/>
                    <a:pt x="1307" y="457"/>
                    <a:pt x="1307" y="457"/>
                  </a:cubicBezTo>
                  <a:cubicBezTo>
                    <a:pt x="1307" y="457"/>
                    <a:pt x="0" y="1824"/>
                    <a:pt x="968" y="2726"/>
                  </a:cubicBezTo>
                  <a:cubicBezTo>
                    <a:pt x="1935" y="3629"/>
                    <a:pt x="2868" y="4037"/>
                    <a:pt x="3363" y="4793"/>
                  </a:cubicBezTo>
                  <a:cubicBezTo>
                    <a:pt x="3699" y="5306"/>
                    <a:pt x="4883" y="5940"/>
                    <a:pt x="5932" y="5940"/>
                  </a:cubicBezTo>
                  <a:cubicBezTo>
                    <a:pt x="6432" y="5940"/>
                    <a:pt x="6902" y="5795"/>
                    <a:pt x="7234" y="5424"/>
                  </a:cubicBezTo>
                  <a:cubicBezTo>
                    <a:pt x="7234" y="5424"/>
                    <a:pt x="7684" y="4229"/>
                    <a:pt x="5983" y="2921"/>
                  </a:cubicBezTo>
                  <a:cubicBezTo>
                    <a:pt x="4279" y="1614"/>
                    <a:pt x="4120" y="756"/>
                    <a:pt x="3709" y="196"/>
                  </a:cubicBezTo>
                  <a:cubicBezTo>
                    <a:pt x="3605" y="53"/>
                    <a:pt x="3398" y="0"/>
                    <a:pt x="314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6"/>
            <p:cNvSpPr/>
            <p:nvPr/>
          </p:nvSpPr>
          <p:spPr>
            <a:xfrm>
              <a:off x="4931504" y="3477144"/>
              <a:ext cx="248735" cy="888379"/>
            </a:xfrm>
            <a:custGeom>
              <a:avLst/>
              <a:gdLst/>
              <a:ahLst/>
              <a:cxnLst/>
              <a:rect l="l" t="t" r="r" b="b"/>
              <a:pathLst>
                <a:path w="8116" h="28987" extrusionOk="0">
                  <a:moveTo>
                    <a:pt x="7353" y="0"/>
                  </a:moveTo>
                  <a:cubicBezTo>
                    <a:pt x="6194" y="2453"/>
                    <a:pt x="1537" y="6776"/>
                    <a:pt x="1537" y="6776"/>
                  </a:cubicBezTo>
                  <a:cubicBezTo>
                    <a:pt x="1537" y="6776"/>
                    <a:pt x="1" y="27335"/>
                    <a:pt x="1323" y="28367"/>
                  </a:cubicBezTo>
                  <a:cubicBezTo>
                    <a:pt x="1915" y="28828"/>
                    <a:pt x="2493" y="28986"/>
                    <a:pt x="3008" y="28986"/>
                  </a:cubicBezTo>
                  <a:cubicBezTo>
                    <a:pt x="4139" y="28986"/>
                    <a:pt x="4966" y="28222"/>
                    <a:pt x="4966" y="28222"/>
                  </a:cubicBezTo>
                  <a:cubicBezTo>
                    <a:pt x="4874" y="27433"/>
                    <a:pt x="5350" y="22105"/>
                    <a:pt x="6628" y="13269"/>
                  </a:cubicBezTo>
                  <a:cubicBezTo>
                    <a:pt x="8115" y="2984"/>
                    <a:pt x="7353" y="1"/>
                    <a:pt x="73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6"/>
            <p:cNvSpPr/>
            <p:nvPr/>
          </p:nvSpPr>
          <p:spPr>
            <a:xfrm>
              <a:off x="4818568" y="4424611"/>
              <a:ext cx="164363" cy="161022"/>
            </a:xfrm>
            <a:custGeom>
              <a:avLst/>
              <a:gdLst/>
              <a:ahLst/>
              <a:cxnLst/>
              <a:rect l="l" t="t" r="r" b="b"/>
              <a:pathLst>
                <a:path w="5363" h="5254" extrusionOk="0">
                  <a:moveTo>
                    <a:pt x="3056" y="0"/>
                  </a:moveTo>
                  <a:cubicBezTo>
                    <a:pt x="2234" y="0"/>
                    <a:pt x="337" y="367"/>
                    <a:pt x="337" y="367"/>
                  </a:cubicBezTo>
                  <a:cubicBezTo>
                    <a:pt x="337" y="367"/>
                    <a:pt x="0" y="2234"/>
                    <a:pt x="1085" y="3453"/>
                  </a:cubicBezTo>
                  <a:cubicBezTo>
                    <a:pt x="1885" y="4353"/>
                    <a:pt x="2568" y="5254"/>
                    <a:pt x="3338" y="5254"/>
                  </a:cubicBezTo>
                  <a:cubicBezTo>
                    <a:pt x="3611" y="5254"/>
                    <a:pt x="3895" y="5141"/>
                    <a:pt x="4199" y="4874"/>
                  </a:cubicBezTo>
                  <a:cubicBezTo>
                    <a:pt x="5362" y="3858"/>
                    <a:pt x="3537" y="374"/>
                    <a:pt x="3424" y="81"/>
                  </a:cubicBezTo>
                  <a:cubicBezTo>
                    <a:pt x="3400" y="24"/>
                    <a:pt x="3262" y="0"/>
                    <a:pt x="305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6"/>
            <p:cNvSpPr/>
            <p:nvPr/>
          </p:nvSpPr>
          <p:spPr>
            <a:xfrm>
              <a:off x="4754238" y="3483763"/>
              <a:ext cx="402647" cy="977410"/>
            </a:xfrm>
            <a:custGeom>
              <a:avLst/>
              <a:gdLst/>
              <a:ahLst/>
              <a:cxnLst/>
              <a:rect l="l" t="t" r="r" b="b"/>
              <a:pathLst>
                <a:path w="13138" h="31892" extrusionOk="0">
                  <a:moveTo>
                    <a:pt x="13137" y="1"/>
                  </a:moveTo>
                  <a:cubicBezTo>
                    <a:pt x="13098" y="59"/>
                    <a:pt x="1595" y="270"/>
                    <a:pt x="1353" y="867"/>
                  </a:cubicBezTo>
                  <a:cubicBezTo>
                    <a:pt x="0" y="4248"/>
                    <a:pt x="1440" y="18776"/>
                    <a:pt x="1412" y="19515"/>
                  </a:cubicBezTo>
                  <a:cubicBezTo>
                    <a:pt x="1286" y="22742"/>
                    <a:pt x="1324" y="27533"/>
                    <a:pt x="1992" y="31280"/>
                  </a:cubicBezTo>
                  <a:cubicBezTo>
                    <a:pt x="2069" y="31715"/>
                    <a:pt x="2882" y="31891"/>
                    <a:pt x="3754" y="31891"/>
                  </a:cubicBezTo>
                  <a:cubicBezTo>
                    <a:pt x="4788" y="31891"/>
                    <a:pt x="5905" y="31642"/>
                    <a:pt x="5967" y="31280"/>
                  </a:cubicBezTo>
                  <a:cubicBezTo>
                    <a:pt x="6574" y="27743"/>
                    <a:pt x="7458" y="13488"/>
                    <a:pt x="7718" y="12045"/>
                  </a:cubicBezTo>
                  <a:cubicBezTo>
                    <a:pt x="7475" y="12037"/>
                    <a:pt x="7401" y="12035"/>
                    <a:pt x="7408" y="12035"/>
                  </a:cubicBezTo>
                  <a:cubicBezTo>
                    <a:pt x="7421" y="12035"/>
                    <a:pt x="7718" y="12044"/>
                    <a:pt x="7718" y="12044"/>
                  </a:cubicBezTo>
                  <a:cubicBezTo>
                    <a:pt x="7861" y="11242"/>
                    <a:pt x="8158" y="8148"/>
                    <a:pt x="8731" y="7144"/>
                  </a:cubicBezTo>
                  <a:cubicBezTo>
                    <a:pt x="9347" y="6063"/>
                    <a:pt x="13040" y="1015"/>
                    <a:pt x="13137" y="1"/>
                  </a:cubicBezTo>
                  <a:close/>
                </a:path>
              </a:pathLst>
            </a:custGeom>
            <a:solidFill>
              <a:srgbClr val="0C29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6"/>
            <p:cNvSpPr/>
            <p:nvPr/>
          </p:nvSpPr>
          <p:spPr>
            <a:xfrm>
              <a:off x="4754238" y="3483763"/>
              <a:ext cx="402647" cy="977410"/>
            </a:xfrm>
            <a:custGeom>
              <a:avLst/>
              <a:gdLst/>
              <a:ahLst/>
              <a:cxnLst/>
              <a:rect l="l" t="t" r="r" b="b"/>
              <a:pathLst>
                <a:path w="13138" h="31892" extrusionOk="0">
                  <a:moveTo>
                    <a:pt x="13137" y="1"/>
                  </a:moveTo>
                  <a:cubicBezTo>
                    <a:pt x="13098" y="59"/>
                    <a:pt x="1595" y="270"/>
                    <a:pt x="1353" y="867"/>
                  </a:cubicBezTo>
                  <a:cubicBezTo>
                    <a:pt x="0" y="4248"/>
                    <a:pt x="1440" y="18776"/>
                    <a:pt x="1412" y="19515"/>
                  </a:cubicBezTo>
                  <a:cubicBezTo>
                    <a:pt x="1286" y="22742"/>
                    <a:pt x="1324" y="27533"/>
                    <a:pt x="1992" y="31280"/>
                  </a:cubicBezTo>
                  <a:cubicBezTo>
                    <a:pt x="2069" y="31715"/>
                    <a:pt x="2882" y="31891"/>
                    <a:pt x="3754" y="31891"/>
                  </a:cubicBezTo>
                  <a:cubicBezTo>
                    <a:pt x="4788" y="31891"/>
                    <a:pt x="5905" y="31642"/>
                    <a:pt x="5967" y="31280"/>
                  </a:cubicBezTo>
                  <a:cubicBezTo>
                    <a:pt x="6574" y="27743"/>
                    <a:pt x="7458" y="13488"/>
                    <a:pt x="7718" y="12045"/>
                  </a:cubicBezTo>
                  <a:cubicBezTo>
                    <a:pt x="7475" y="12037"/>
                    <a:pt x="7401" y="12035"/>
                    <a:pt x="7408" y="12035"/>
                  </a:cubicBezTo>
                  <a:cubicBezTo>
                    <a:pt x="7421" y="12035"/>
                    <a:pt x="7718" y="12044"/>
                    <a:pt x="7718" y="12044"/>
                  </a:cubicBezTo>
                  <a:cubicBezTo>
                    <a:pt x="7861" y="11242"/>
                    <a:pt x="8158" y="8148"/>
                    <a:pt x="8731" y="7144"/>
                  </a:cubicBezTo>
                  <a:cubicBezTo>
                    <a:pt x="9347" y="6063"/>
                    <a:pt x="13040" y="1015"/>
                    <a:pt x="13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6"/>
            <p:cNvSpPr/>
            <p:nvPr/>
          </p:nvSpPr>
          <p:spPr>
            <a:xfrm>
              <a:off x="4701433" y="2855980"/>
              <a:ext cx="465965" cy="731740"/>
            </a:xfrm>
            <a:custGeom>
              <a:avLst/>
              <a:gdLst/>
              <a:ahLst/>
              <a:cxnLst/>
              <a:rect l="l" t="t" r="r" b="b"/>
              <a:pathLst>
                <a:path w="15204" h="23876" extrusionOk="0">
                  <a:moveTo>
                    <a:pt x="10864" y="0"/>
                  </a:moveTo>
                  <a:cubicBezTo>
                    <a:pt x="9945" y="0"/>
                    <a:pt x="8375" y="246"/>
                    <a:pt x="5936" y="1343"/>
                  </a:cubicBezTo>
                  <a:cubicBezTo>
                    <a:pt x="5383" y="1592"/>
                    <a:pt x="4810" y="2002"/>
                    <a:pt x="3865" y="2601"/>
                  </a:cubicBezTo>
                  <a:cubicBezTo>
                    <a:pt x="2612" y="3396"/>
                    <a:pt x="1308" y="4552"/>
                    <a:pt x="1126" y="4774"/>
                  </a:cubicBezTo>
                  <a:cubicBezTo>
                    <a:pt x="878" y="5075"/>
                    <a:pt x="1" y="5820"/>
                    <a:pt x="2059" y="9873"/>
                  </a:cubicBezTo>
                  <a:cubicBezTo>
                    <a:pt x="2059" y="9873"/>
                    <a:pt x="5301" y="14382"/>
                    <a:pt x="3873" y="18855"/>
                  </a:cubicBezTo>
                  <a:lnTo>
                    <a:pt x="3076" y="21346"/>
                  </a:lnTo>
                  <a:cubicBezTo>
                    <a:pt x="3076" y="21346"/>
                    <a:pt x="4683" y="23875"/>
                    <a:pt x="8042" y="23875"/>
                  </a:cubicBezTo>
                  <a:cubicBezTo>
                    <a:pt x="9058" y="23875"/>
                    <a:pt x="10234" y="23644"/>
                    <a:pt x="11574" y="23041"/>
                  </a:cubicBezTo>
                  <a:cubicBezTo>
                    <a:pt x="12744" y="22512"/>
                    <a:pt x="14871" y="21559"/>
                    <a:pt x="14860" y="20264"/>
                  </a:cubicBezTo>
                  <a:cubicBezTo>
                    <a:pt x="14860" y="20264"/>
                    <a:pt x="14026" y="15706"/>
                    <a:pt x="14659" y="11142"/>
                  </a:cubicBezTo>
                  <a:cubicBezTo>
                    <a:pt x="15204" y="7196"/>
                    <a:pt x="14555" y="765"/>
                    <a:pt x="11933" y="163"/>
                  </a:cubicBezTo>
                  <a:cubicBezTo>
                    <a:pt x="11933" y="163"/>
                    <a:pt x="11933" y="163"/>
                    <a:pt x="11933" y="163"/>
                  </a:cubicBezTo>
                  <a:cubicBezTo>
                    <a:pt x="11930" y="163"/>
                    <a:pt x="11613" y="0"/>
                    <a:pt x="108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6"/>
            <p:cNvSpPr/>
            <p:nvPr/>
          </p:nvSpPr>
          <p:spPr>
            <a:xfrm>
              <a:off x="5012566" y="2983903"/>
              <a:ext cx="55870" cy="483219"/>
            </a:xfrm>
            <a:custGeom>
              <a:avLst/>
              <a:gdLst/>
              <a:ahLst/>
              <a:cxnLst/>
              <a:rect l="l" t="t" r="r" b="b"/>
              <a:pathLst>
                <a:path w="1823" h="15767" extrusionOk="0">
                  <a:moveTo>
                    <a:pt x="755" y="0"/>
                  </a:moveTo>
                  <a:lnTo>
                    <a:pt x="1" y="112"/>
                  </a:lnTo>
                  <a:cubicBezTo>
                    <a:pt x="1" y="112"/>
                    <a:pt x="560" y="4379"/>
                    <a:pt x="362" y="6915"/>
                  </a:cubicBezTo>
                  <a:lnTo>
                    <a:pt x="1822" y="15766"/>
                  </a:lnTo>
                  <a:lnTo>
                    <a:pt x="1743" y="6209"/>
                  </a:lnTo>
                  <a:lnTo>
                    <a:pt x="75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6"/>
            <p:cNvSpPr/>
            <p:nvPr/>
          </p:nvSpPr>
          <p:spPr>
            <a:xfrm>
              <a:off x="5007479" y="2946819"/>
              <a:ext cx="33988" cy="53388"/>
            </a:xfrm>
            <a:custGeom>
              <a:avLst/>
              <a:gdLst/>
              <a:ahLst/>
              <a:cxnLst/>
              <a:rect l="l" t="t" r="r" b="b"/>
              <a:pathLst>
                <a:path w="1109" h="1742" extrusionOk="0">
                  <a:moveTo>
                    <a:pt x="316" y="1"/>
                  </a:moveTo>
                  <a:lnTo>
                    <a:pt x="1" y="1183"/>
                  </a:lnTo>
                  <a:lnTo>
                    <a:pt x="316" y="1742"/>
                  </a:lnTo>
                  <a:lnTo>
                    <a:pt x="941" y="1601"/>
                  </a:lnTo>
                  <a:lnTo>
                    <a:pt x="1108" y="621"/>
                  </a:lnTo>
                  <a:lnTo>
                    <a:pt x="31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6"/>
            <p:cNvSpPr/>
            <p:nvPr/>
          </p:nvSpPr>
          <p:spPr>
            <a:xfrm>
              <a:off x="4939196" y="3620298"/>
              <a:ext cx="142021" cy="744765"/>
            </a:xfrm>
            <a:custGeom>
              <a:avLst/>
              <a:gdLst/>
              <a:ahLst/>
              <a:cxnLst/>
              <a:rect l="l" t="t" r="r" b="b"/>
              <a:pathLst>
                <a:path w="4634" h="24301" extrusionOk="0">
                  <a:moveTo>
                    <a:pt x="4633" y="0"/>
                  </a:moveTo>
                  <a:lnTo>
                    <a:pt x="1147" y="4070"/>
                  </a:lnTo>
                  <a:cubicBezTo>
                    <a:pt x="804" y="9237"/>
                    <a:pt x="1" y="22861"/>
                    <a:pt x="1071" y="23695"/>
                  </a:cubicBezTo>
                  <a:cubicBezTo>
                    <a:pt x="1588" y="24097"/>
                    <a:pt x="2096" y="24265"/>
                    <a:pt x="2560" y="24301"/>
                  </a:cubicBezTo>
                  <a:cubicBezTo>
                    <a:pt x="2604" y="22237"/>
                    <a:pt x="2746" y="16817"/>
                    <a:pt x="3064" y="13563"/>
                  </a:cubicBezTo>
                  <a:cubicBezTo>
                    <a:pt x="3465" y="9481"/>
                    <a:pt x="4633" y="1"/>
                    <a:pt x="4633"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6"/>
            <p:cNvSpPr/>
            <p:nvPr/>
          </p:nvSpPr>
          <p:spPr>
            <a:xfrm>
              <a:off x="4767049" y="3510304"/>
              <a:ext cx="124582" cy="255631"/>
            </a:xfrm>
            <a:custGeom>
              <a:avLst/>
              <a:gdLst/>
              <a:ahLst/>
              <a:cxnLst/>
              <a:rect l="l" t="t" r="r" b="b"/>
              <a:pathLst>
                <a:path w="4065" h="8341" extrusionOk="0">
                  <a:moveTo>
                    <a:pt x="935" y="0"/>
                  </a:moveTo>
                  <a:cubicBezTo>
                    <a:pt x="1" y="2990"/>
                    <a:pt x="395" y="8341"/>
                    <a:pt x="395" y="8341"/>
                  </a:cubicBezTo>
                  <a:cubicBezTo>
                    <a:pt x="3924" y="7143"/>
                    <a:pt x="4064" y="2255"/>
                    <a:pt x="4064" y="2255"/>
                  </a:cubicBezTo>
                  <a:cubicBezTo>
                    <a:pt x="2058" y="1983"/>
                    <a:pt x="935" y="0"/>
                    <a:pt x="935"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6"/>
            <p:cNvSpPr/>
            <p:nvPr/>
          </p:nvSpPr>
          <p:spPr>
            <a:xfrm>
              <a:off x="4701402" y="2950160"/>
              <a:ext cx="248704" cy="630634"/>
            </a:xfrm>
            <a:custGeom>
              <a:avLst/>
              <a:gdLst/>
              <a:ahLst/>
              <a:cxnLst/>
              <a:rect l="l" t="t" r="r" b="b"/>
              <a:pathLst>
                <a:path w="8115" h="20577" extrusionOk="0">
                  <a:moveTo>
                    <a:pt x="3171" y="1"/>
                  </a:moveTo>
                  <a:cubicBezTo>
                    <a:pt x="2168" y="723"/>
                    <a:pt x="1276" y="1522"/>
                    <a:pt x="1125" y="1704"/>
                  </a:cubicBezTo>
                  <a:cubicBezTo>
                    <a:pt x="877" y="2005"/>
                    <a:pt x="1" y="2750"/>
                    <a:pt x="2058" y="6801"/>
                  </a:cubicBezTo>
                  <a:cubicBezTo>
                    <a:pt x="2058" y="6801"/>
                    <a:pt x="5299" y="11312"/>
                    <a:pt x="3872" y="15784"/>
                  </a:cubicBezTo>
                  <a:lnTo>
                    <a:pt x="3075" y="18276"/>
                  </a:lnTo>
                  <a:cubicBezTo>
                    <a:pt x="3075" y="18276"/>
                    <a:pt x="4143" y="19955"/>
                    <a:pt x="6357" y="20577"/>
                  </a:cubicBezTo>
                  <a:cubicBezTo>
                    <a:pt x="8115" y="15069"/>
                    <a:pt x="6148" y="6588"/>
                    <a:pt x="5722" y="3460"/>
                  </a:cubicBezTo>
                  <a:cubicBezTo>
                    <a:pt x="5421" y="1240"/>
                    <a:pt x="4027" y="346"/>
                    <a:pt x="3171"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6"/>
            <p:cNvSpPr/>
            <p:nvPr/>
          </p:nvSpPr>
          <p:spPr>
            <a:xfrm>
              <a:off x="4668150" y="2908510"/>
              <a:ext cx="351220" cy="764349"/>
            </a:xfrm>
            <a:custGeom>
              <a:avLst/>
              <a:gdLst/>
              <a:ahLst/>
              <a:cxnLst/>
              <a:rect l="l" t="t" r="r" b="b"/>
              <a:pathLst>
                <a:path w="11460" h="24940" extrusionOk="0">
                  <a:moveTo>
                    <a:pt x="6184" y="1"/>
                  </a:moveTo>
                  <a:cubicBezTo>
                    <a:pt x="6077" y="1"/>
                    <a:pt x="5109" y="59"/>
                    <a:pt x="2634" y="2009"/>
                  </a:cubicBezTo>
                  <a:cubicBezTo>
                    <a:pt x="1" y="4082"/>
                    <a:pt x="2745" y="12487"/>
                    <a:pt x="3754" y="15233"/>
                  </a:cubicBezTo>
                  <a:cubicBezTo>
                    <a:pt x="4762" y="17978"/>
                    <a:pt x="1568" y="22741"/>
                    <a:pt x="1905" y="23918"/>
                  </a:cubicBezTo>
                  <a:cubicBezTo>
                    <a:pt x="2169" y="24840"/>
                    <a:pt x="3467" y="24940"/>
                    <a:pt x="4015" y="24940"/>
                  </a:cubicBezTo>
                  <a:cubicBezTo>
                    <a:pt x="4165" y="24940"/>
                    <a:pt x="4259" y="24932"/>
                    <a:pt x="4259" y="24932"/>
                  </a:cubicBezTo>
                  <a:cubicBezTo>
                    <a:pt x="3923" y="23256"/>
                    <a:pt x="7405" y="21658"/>
                    <a:pt x="8918" y="19642"/>
                  </a:cubicBezTo>
                  <a:cubicBezTo>
                    <a:pt x="10429" y="17624"/>
                    <a:pt x="11460" y="11608"/>
                    <a:pt x="10689" y="8094"/>
                  </a:cubicBezTo>
                  <a:cubicBezTo>
                    <a:pt x="9378" y="2122"/>
                    <a:pt x="6194" y="1"/>
                    <a:pt x="6194" y="1"/>
                  </a:cubicBezTo>
                  <a:cubicBezTo>
                    <a:pt x="6194" y="1"/>
                    <a:pt x="6190" y="1"/>
                    <a:pt x="61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6"/>
            <p:cNvSpPr/>
            <p:nvPr/>
          </p:nvSpPr>
          <p:spPr>
            <a:xfrm>
              <a:off x="5030801" y="2849421"/>
              <a:ext cx="153820" cy="722331"/>
            </a:xfrm>
            <a:custGeom>
              <a:avLst/>
              <a:gdLst/>
              <a:ahLst/>
              <a:cxnLst/>
              <a:rect l="l" t="t" r="r" b="b"/>
              <a:pathLst>
                <a:path w="5019" h="23569" extrusionOk="0">
                  <a:moveTo>
                    <a:pt x="428" y="1"/>
                  </a:moveTo>
                  <a:cubicBezTo>
                    <a:pt x="319" y="1"/>
                    <a:pt x="208" y="8"/>
                    <a:pt x="94" y="23"/>
                  </a:cubicBezTo>
                  <a:cubicBezTo>
                    <a:pt x="94" y="23"/>
                    <a:pt x="1" y="2206"/>
                    <a:pt x="926" y="3288"/>
                  </a:cubicBezTo>
                  <a:cubicBezTo>
                    <a:pt x="926" y="3288"/>
                    <a:pt x="3421" y="11901"/>
                    <a:pt x="4113" y="23569"/>
                  </a:cubicBezTo>
                  <a:lnTo>
                    <a:pt x="5019" y="22706"/>
                  </a:lnTo>
                  <a:cubicBezTo>
                    <a:pt x="5019" y="22706"/>
                    <a:pt x="5019" y="10150"/>
                    <a:pt x="4113" y="5136"/>
                  </a:cubicBezTo>
                  <a:cubicBezTo>
                    <a:pt x="3743" y="3092"/>
                    <a:pt x="2652" y="1"/>
                    <a:pt x="4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6"/>
            <p:cNvSpPr/>
            <p:nvPr/>
          </p:nvSpPr>
          <p:spPr>
            <a:xfrm>
              <a:off x="4798984" y="2881050"/>
              <a:ext cx="335130" cy="629438"/>
            </a:xfrm>
            <a:custGeom>
              <a:avLst/>
              <a:gdLst/>
              <a:ahLst/>
              <a:cxnLst/>
              <a:rect l="l" t="t" r="r" b="b"/>
              <a:pathLst>
                <a:path w="10935" h="20538" extrusionOk="0">
                  <a:moveTo>
                    <a:pt x="2736" y="0"/>
                  </a:moveTo>
                  <a:cubicBezTo>
                    <a:pt x="2736" y="0"/>
                    <a:pt x="1747" y="391"/>
                    <a:pt x="596" y="1347"/>
                  </a:cubicBezTo>
                  <a:cubicBezTo>
                    <a:pt x="0" y="1843"/>
                    <a:pt x="3022" y="4750"/>
                    <a:pt x="4439" y="8347"/>
                  </a:cubicBezTo>
                  <a:cubicBezTo>
                    <a:pt x="5410" y="10808"/>
                    <a:pt x="5954" y="15089"/>
                    <a:pt x="4647" y="20538"/>
                  </a:cubicBezTo>
                  <a:cubicBezTo>
                    <a:pt x="4649" y="20538"/>
                    <a:pt x="10935" y="10916"/>
                    <a:pt x="27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6"/>
            <p:cNvSpPr/>
            <p:nvPr/>
          </p:nvSpPr>
          <p:spPr>
            <a:xfrm>
              <a:off x="4986240" y="2843169"/>
              <a:ext cx="181556" cy="640594"/>
            </a:xfrm>
            <a:custGeom>
              <a:avLst/>
              <a:gdLst/>
              <a:ahLst/>
              <a:cxnLst/>
              <a:rect l="l" t="t" r="r" b="b"/>
              <a:pathLst>
                <a:path w="5924" h="20902" extrusionOk="0">
                  <a:moveTo>
                    <a:pt x="885" y="1"/>
                  </a:moveTo>
                  <a:cubicBezTo>
                    <a:pt x="316" y="1"/>
                    <a:pt x="0" y="271"/>
                    <a:pt x="1205" y="1415"/>
                  </a:cubicBezTo>
                  <a:cubicBezTo>
                    <a:pt x="3491" y="3586"/>
                    <a:pt x="5358" y="20901"/>
                    <a:pt x="5358" y="20901"/>
                  </a:cubicBezTo>
                  <a:lnTo>
                    <a:pt x="5567" y="15234"/>
                  </a:lnTo>
                  <a:cubicBezTo>
                    <a:pt x="5924" y="5346"/>
                    <a:pt x="2109" y="219"/>
                    <a:pt x="2109" y="219"/>
                  </a:cubicBezTo>
                  <a:cubicBezTo>
                    <a:pt x="2109" y="219"/>
                    <a:pt x="1395" y="1"/>
                    <a:pt x="8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6"/>
            <p:cNvSpPr/>
            <p:nvPr/>
          </p:nvSpPr>
          <p:spPr>
            <a:xfrm>
              <a:off x="4849184" y="2783713"/>
              <a:ext cx="193171" cy="181188"/>
            </a:xfrm>
            <a:custGeom>
              <a:avLst/>
              <a:gdLst/>
              <a:ahLst/>
              <a:cxnLst/>
              <a:rect l="l" t="t" r="r" b="b"/>
              <a:pathLst>
                <a:path w="6303" h="5912" extrusionOk="0">
                  <a:moveTo>
                    <a:pt x="0" y="1"/>
                  </a:moveTo>
                  <a:cubicBezTo>
                    <a:pt x="0" y="1"/>
                    <a:pt x="1867" y="1986"/>
                    <a:pt x="956" y="3699"/>
                  </a:cubicBezTo>
                  <a:cubicBezTo>
                    <a:pt x="521" y="4519"/>
                    <a:pt x="1834" y="5912"/>
                    <a:pt x="3849" y="5912"/>
                  </a:cubicBezTo>
                  <a:cubicBezTo>
                    <a:pt x="4191" y="5912"/>
                    <a:pt x="4554" y="5871"/>
                    <a:pt x="4932" y="5781"/>
                  </a:cubicBezTo>
                  <a:cubicBezTo>
                    <a:pt x="4932" y="5781"/>
                    <a:pt x="6061" y="5294"/>
                    <a:pt x="5865" y="4886"/>
                  </a:cubicBezTo>
                  <a:cubicBezTo>
                    <a:pt x="5427" y="3970"/>
                    <a:pt x="5719" y="3354"/>
                    <a:pt x="6008" y="2544"/>
                  </a:cubicBezTo>
                  <a:cubicBezTo>
                    <a:pt x="6302" y="1738"/>
                    <a:pt x="1" y="1"/>
                    <a:pt x="0" y="1"/>
                  </a:cubicBezTo>
                  <a:close/>
                </a:path>
              </a:pathLst>
            </a:custGeom>
            <a:solidFill>
              <a:srgbClr val="4929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6"/>
            <p:cNvSpPr/>
            <p:nvPr/>
          </p:nvSpPr>
          <p:spPr>
            <a:xfrm>
              <a:off x="4857919" y="2786349"/>
              <a:ext cx="100646" cy="122222"/>
            </a:xfrm>
            <a:custGeom>
              <a:avLst/>
              <a:gdLst/>
              <a:ahLst/>
              <a:cxnLst/>
              <a:rect l="l" t="t" r="r" b="b"/>
              <a:pathLst>
                <a:path w="3284" h="3988" extrusionOk="0">
                  <a:moveTo>
                    <a:pt x="32" y="1"/>
                  </a:moveTo>
                  <a:lnTo>
                    <a:pt x="0" y="262"/>
                  </a:lnTo>
                  <a:cubicBezTo>
                    <a:pt x="486" y="904"/>
                    <a:pt x="1353" y="2335"/>
                    <a:pt x="671" y="3613"/>
                  </a:cubicBezTo>
                  <a:cubicBezTo>
                    <a:pt x="611" y="3729"/>
                    <a:pt x="582" y="3854"/>
                    <a:pt x="592" y="3987"/>
                  </a:cubicBezTo>
                  <a:cubicBezTo>
                    <a:pt x="1407" y="2817"/>
                    <a:pt x="3283" y="2411"/>
                    <a:pt x="3283" y="2411"/>
                  </a:cubicBezTo>
                  <a:lnTo>
                    <a:pt x="313" y="85"/>
                  </a:lnTo>
                  <a:cubicBezTo>
                    <a:pt x="207" y="51"/>
                    <a:pt x="112" y="24"/>
                    <a:pt x="32" y="1"/>
                  </a:cubicBezTo>
                  <a:close/>
                </a:path>
              </a:pathLst>
            </a:custGeom>
            <a:solidFill>
              <a:srgbClr val="3821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6"/>
            <p:cNvSpPr/>
            <p:nvPr/>
          </p:nvSpPr>
          <p:spPr>
            <a:xfrm>
              <a:off x="4780932" y="2584811"/>
              <a:ext cx="283949" cy="302981"/>
            </a:xfrm>
            <a:custGeom>
              <a:avLst/>
              <a:gdLst/>
              <a:ahLst/>
              <a:cxnLst/>
              <a:rect l="l" t="t" r="r" b="b"/>
              <a:pathLst>
                <a:path w="9265" h="9886" extrusionOk="0">
                  <a:moveTo>
                    <a:pt x="4021" y="1"/>
                  </a:moveTo>
                  <a:cubicBezTo>
                    <a:pt x="3534" y="1"/>
                    <a:pt x="3006" y="143"/>
                    <a:pt x="2375" y="507"/>
                  </a:cubicBezTo>
                  <a:cubicBezTo>
                    <a:pt x="2378" y="509"/>
                    <a:pt x="0" y="2138"/>
                    <a:pt x="1465" y="5326"/>
                  </a:cubicBezTo>
                  <a:cubicBezTo>
                    <a:pt x="1465" y="5326"/>
                    <a:pt x="2618" y="8183"/>
                    <a:pt x="4888" y="9178"/>
                  </a:cubicBezTo>
                  <a:cubicBezTo>
                    <a:pt x="5814" y="9579"/>
                    <a:pt x="6786" y="9885"/>
                    <a:pt x="7568" y="9885"/>
                  </a:cubicBezTo>
                  <a:cubicBezTo>
                    <a:pt x="8493" y="9885"/>
                    <a:pt x="9154" y="9457"/>
                    <a:pt x="9165" y="8252"/>
                  </a:cubicBezTo>
                  <a:cubicBezTo>
                    <a:pt x="9177" y="6484"/>
                    <a:pt x="9264" y="1969"/>
                    <a:pt x="7596" y="1354"/>
                  </a:cubicBezTo>
                  <a:cubicBezTo>
                    <a:pt x="6086" y="793"/>
                    <a:pt x="5168" y="1"/>
                    <a:pt x="4021" y="1"/>
                  </a:cubicBezTo>
                  <a:close/>
                </a:path>
              </a:pathLst>
            </a:custGeom>
            <a:solidFill>
              <a:srgbClr val="6644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6"/>
            <p:cNvSpPr/>
            <p:nvPr/>
          </p:nvSpPr>
          <p:spPr>
            <a:xfrm>
              <a:off x="4810446" y="2600472"/>
              <a:ext cx="233136" cy="285788"/>
            </a:xfrm>
            <a:custGeom>
              <a:avLst/>
              <a:gdLst/>
              <a:ahLst/>
              <a:cxnLst/>
              <a:rect l="l" t="t" r="r" b="b"/>
              <a:pathLst>
                <a:path w="7607" h="9325" extrusionOk="0">
                  <a:moveTo>
                    <a:pt x="5557" y="1"/>
                  </a:moveTo>
                  <a:cubicBezTo>
                    <a:pt x="4375" y="230"/>
                    <a:pt x="996" y="887"/>
                    <a:pt x="929" y="918"/>
                  </a:cubicBezTo>
                  <a:cubicBezTo>
                    <a:pt x="886" y="932"/>
                    <a:pt x="443" y="1827"/>
                    <a:pt x="26" y="2673"/>
                  </a:cubicBezTo>
                  <a:cubicBezTo>
                    <a:pt x="0" y="3292"/>
                    <a:pt x="126" y="3998"/>
                    <a:pt x="502" y="4815"/>
                  </a:cubicBezTo>
                  <a:cubicBezTo>
                    <a:pt x="502" y="4815"/>
                    <a:pt x="1178" y="7323"/>
                    <a:pt x="3929" y="8705"/>
                  </a:cubicBezTo>
                  <a:cubicBezTo>
                    <a:pt x="4515" y="8999"/>
                    <a:pt x="5238" y="9192"/>
                    <a:pt x="5796" y="9324"/>
                  </a:cubicBezTo>
                  <a:cubicBezTo>
                    <a:pt x="4722" y="8783"/>
                    <a:pt x="4591" y="8583"/>
                    <a:pt x="3702" y="7850"/>
                  </a:cubicBezTo>
                  <a:cubicBezTo>
                    <a:pt x="2815" y="7121"/>
                    <a:pt x="4709" y="7135"/>
                    <a:pt x="3078" y="5156"/>
                  </a:cubicBezTo>
                  <a:cubicBezTo>
                    <a:pt x="2519" y="4484"/>
                    <a:pt x="4365" y="3796"/>
                    <a:pt x="4834" y="3707"/>
                  </a:cubicBezTo>
                  <a:cubicBezTo>
                    <a:pt x="7606" y="3151"/>
                    <a:pt x="7537" y="2285"/>
                    <a:pt x="7479" y="1597"/>
                  </a:cubicBezTo>
                  <a:cubicBezTo>
                    <a:pt x="7442" y="1503"/>
                    <a:pt x="7404" y="1478"/>
                    <a:pt x="7363" y="1478"/>
                  </a:cubicBezTo>
                  <a:cubicBezTo>
                    <a:pt x="7318" y="1478"/>
                    <a:pt x="7271" y="1508"/>
                    <a:pt x="7221" y="1508"/>
                  </a:cubicBezTo>
                  <a:cubicBezTo>
                    <a:pt x="7181" y="1508"/>
                    <a:pt x="7139" y="1489"/>
                    <a:pt x="7096" y="1418"/>
                  </a:cubicBezTo>
                  <a:lnTo>
                    <a:pt x="6752" y="959"/>
                  </a:lnTo>
                  <a:cubicBezTo>
                    <a:pt x="6711" y="915"/>
                    <a:pt x="6669" y="873"/>
                    <a:pt x="6635" y="840"/>
                  </a:cubicBezTo>
                  <a:cubicBezTo>
                    <a:pt x="6266" y="508"/>
                    <a:pt x="5910" y="230"/>
                    <a:pt x="5557" y="1"/>
                  </a:cubicBezTo>
                  <a:close/>
                </a:path>
              </a:pathLst>
            </a:custGeom>
            <a:solidFill>
              <a:srgbClr val="4929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6"/>
            <p:cNvSpPr/>
            <p:nvPr/>
          </p:nvSpPr>
          <p:spPr>
            <a:xfrm>
              <a:off x="4731712" y="2625725"/>
              <a:ext cx="227190" cy="208280"/>
            </a:xfrm>
            <a:custGeom>
              <a:avLst/>
              <a:gdLst/>
              <a:ahLst/>
              <a:cxnLst/>
              <a:rect l="l" t="t" r="r" b="b"/>
              <a:pathLst>
                <a:path w="7413" h="6796" extrusionOk="0">
                  <a:moveTo>
                    <a:pt x="3091" y="0"/>
                  </a:moveTo>
                  <a:lnTo>
                    <a:pt x="3091" y="0"/>
                  </a:lnTo>
                  <a:cubicBezTo>
                    <a:pt x="0" y="2729"/>
                    <a:pt x="4843" y="6795"/>
                    <a:pt x="4843" y="6795"/>
                  </a:cubicBezTo>
                  <a:cubicBezTo>
                    <a:pt x="4846" y="6563"/>
                    <a:pt x="3292" y="5113"/>
                    <a:pt x="3714" y="4490"/>
                  </a:cubicBezTo>
                  <a:cubicBezTo>
                    <a:pt x="3783" y="4388"/>
                    <a:pt x="3871" y="4344"/>
                    <a:pt x="3972" y="4344"/>
                  </a:cubicBezTo>
                  <a:cubicBezTo>
                    <a:pt x="4556" y="4344"/>
                    <a:pt x="5562" y="5804"/>
                    <a:pt x="5631" y="5895"/>
                  </a:cubicBezTo>
                  <a:cubicBezTo>
                    <a:pt x="5637" y="5902"/>
                    <a:pt x="5642" y="5905"/>
                    <a:pt x="5647" y="5905"/>
                  </a:cubicBezTo>
                  <a:cubicBezTo>
                    <a:pt x="5713" y="5905"/>
                    <a:pt x="5652" y="5247"/>
                    <a:pt x="5402" y="4776"/>
                  </a:cubicBezTo>
                  <a:cubicBezTo>
                    <a:pt x="5096" y="4206"/>
                    <a:pt x="5015" y="3487"/>
                    <a:pt x="5374" y="3028"/>
                  </a:cubicBezTo>
                  <a:cubicBezTo>
                    <a:pt x="5696" y="2620"/>
                    <a:pt x="6771" y="2611"/>
                    <a:pt x="7413" y="2568"/>
                  </a:cubicBezTo>
                  <a:cubicBezTo>
                    <a:pt x="6844" y="2326"/>
                    <a:pt x="5783" y="2386"/>
                    <a:pt x="5262" y="1584"/>
                  </a:cubicBezTo>
                  <a:cubicBezTo>
                    <a:pt x="4564" y="512"/>
                    <a:pt x="3780" y="91"/>
                    <a:pt x="30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6"/>
            <p:cNvSpPr/>
            <p:nvPr/>
          </p:nvSpPr>
          <p:spPr>
            <a:xfrm>
              <a:off x="4823532" y="2574513"/>
              <a:ext cx="281926" cy="129945"/>
            </a:xfrm>
            <a:custGeom>
              <a:avLst/>
              <a:gdLst/>
              <a:ahLst/>
              <a:cxnLst/>
              <a:rect l="l" t="t" r="r" b="b"/>
              <a:pathLst>
                <a:path w="9199" h="4240" extrusionOk="0">
                  <a:moveTo>
                    <a:pt x="2864" y="0"/>
                  </a:moveTo>
                  <a:cubicBezTo>
                    <a:pt x="228" y="0"/>
                    <a:pt x="0" y="1806"/>
                    <a:pt x="0" y="1806"/>
                  </a:cubicBezTo>
                  <a:cubicBezTo>
                    <a:pt x="24" y="1805"/>
                    <a:pt x="47" y="1804"/>
                    <a:pt x="70" y="1804"/>
                  </a:cubicBezTo>
                  <a:cubicBezTo>
                    <a:pt x="663" y="1804"/>
                    <a:pt x="1163" y="2304"/>
                    <a:pt x="1369" y="2624"/>
                  </a:cubicBezTo>
                  <a:cubicBezTo>
                    <a:pt x="2395" y="4182"/>
                    <a:pt x="4415" y="4239"/>
                    <a:pt x="4415" y="4239"/>
                  </a:cubicBezTo>
                  <a:cubicBezTo>
                    <a:pt x="6003" y="4086"/>
                    <a:pt x="9198" y="3692"/>
                    <a:pt x="6149" y="1104"/>
                  </a:cubicBezTo>
                  <a:cubicBezTo>
                    <a:pt x="5875" y="873"/>
                    <a:pt x="4470" y="91"/>
                    <a:pt x="3269" y="14"/>
                  </a:cubicBezTo>
                  <a:cubicBezTo>
                    <a:pt x="3128" y="4"/>
                    <a:pt x="2993" y="0"/>
                    <a:pt x="28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6"/>
            <p:cNvSpPr/>
            <p:nvPr/>
          </p:nvSpPr>
          <p:spPr>
            <a:xfrm>
              <a:off x="4851759" y="2878659"/>
              <a:ext cx="166569" cy="130650"/>
            </a:xfrm>
            <a:custGeom>
              <a:avLst/>
              <a:gdLst/>
              <a:ahLst/>
              <a:cxnLst/>
              <a:rect l="l" t="t" r="r" b="b"/>
              <a:pathLst>
                <a:path w="5435" h="4263" extrusionOk="0">
                  <a:moveTo>
                    <a:pt x="1083" y="1"/>
                  </a:moveTo>
                  <a:lnTo>
                    <a:pt x="1" y="1200"/>
                  </a:lnTo>
                  <a:cubicBezTo>
                    <a:pt x="1068" y="3892"/>
                    <a:pt x="3180" y="4263"/>
                    <a:pt x="4262" y="4263"/>
                  </a:cubicBezTo>
                  <a:cubicBezTo>
                    <a:pt x="4674" y="4263"/>
                    <a:pt x="4937" y="4209"/>
                    <a:pt x="4937" y="4209"/>
                  </a:cubicBezTo>
                  <a:lnTo>
                    <a:pt x="5434" y="2346"/>
                  </a:lnTo>
                  <a:cubicBezTo>
                    <a:pt x="1187" y="2272"/>
                    <a:pt x="1083" y="1"/>
                    <a:pt x="10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6"/>
            <p:cNvSpPr/>
            <p:nvPr/>
          </p:nvSpPr>
          <p:spPr>
            <a:xfrm>
              <a:off x="5018297" y="2883410"/>
              <a:ext cx="65678" cy="96172"/>
            </a:xfrm>
            <a:custGeom>
              <a:avLst/>
              <a:gdLst/>
              <a:ahLst/>
              <a:cxnLst/>
              <a:rect l="l" t="t" r="r" b="b"/>
              <a:pathLst>
                <a:path w="2143" h="3138" extrusionOk="0">
                  <a:moveTo>
                    <a:pt x="582" y="1"/>
                  </a:moveTo>
                  <a:lnTo>
                    <a:pt x="158" y="102"/>
                  </a:lnTo>
                  <a:lnTo>
                    <a:pt x="113" y="284"/>
                  </a:lnTo>
                  <a:cubicBezTo>
                    <a:pt x="46" y="455"/>
                    <a:pt x="43" y="691"/>
                    <a:pt x="66" y="882"/>
                  </a:cubicBezTo>
                  <a:cubicBezTo>
                    <a:pt x="172" y="1757"/>
                    <a:pt x="0" y="2191"/>
                    <a:pt x="0" y="2191"/>
                  </a:cubicBezTo>
                  <a:lnTo>
                    <a:pt x="1744" y="3137"/>
                  </a:lnTo>
                  <a:cubicBezTo>
                    <a:pt x="2142" y="1627"/>
                    <a:pt x="582" y="1"/>
                    <a:pt x="5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6"/>
            <p:cNvSpPr/>
            <p:nvPr/>
          </p:nvSpPr>
          <p:spPr>
            <a:xfrm>
              <a:off x="4768152" y="3566971"/>
              <a:ext cx="129486" cy="149039"/>
            </a:xfrm>
            <a:custGeom>
              <a:avLst/>
              <a:gdLst/>
              <a:ahLst/>
              <a:cxnLst/>
              <a:rect l="l" t="t" r="r" b="b"/>
              <a:pathLst>
                <a:path w="4225" h="4863" extrusionOk="0">
                  <a:moveTo>
                    <a:pt x="989" y="1"/>
                  </a:moveTo>
                  <a:cubicBezTo>
                    <a:pt x="160" y="1"/>
                    <a:pt x="1" y="1518"/>
                    <a:pt x="1" y="1518"/>
                  </a:cubicBezTo>
                  <a:cubicBezTo>
                    <a:pt x="1" y="1518"/>
                    <a:pt x="609" y="3463"/>
                    <a:pt x="1810" y="4322"/>
                  </a:cubicBezTo>
                  <a:cubicBezTo>
                    <a:pt x="2330" y="4693"/>
                    <a:pt x="2894" y="4862"/>
                    <a:pt x="3325" y="4862"/>
                  </a:cubicBezTo>
                  <a:cubicBezTo>
                    <a:pt x="3891" y="4862"/>
                    <a:pt x="4225" y="4569"/>
                    <a:pt x="3914" y="4060"/>
                  </a:cubicBezTo>
                  <a:cubicBezTo>
                    <a:pt x="3363" y="3165"/>
                    <a:pt x="2719" y="848"/>
                    <a:pt x="1469" y="146"/>
                  </a:cubicBezTo>
                  <a:cubicBezTo>
                    <a:pt x="1288" y="44"/>
                    <a:pt x="1129" y="1"/>
                    <a:pt x="989" y="1"/>
                  </a:cubicBezTo>
                  <a:close/>
                </a:path>
              </a:pathLst>
            </a:custGeom>
            <a:solidFill>
              <a:srgbClr val="6644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6"/>
            <p:cNvSpPr/>
            <p:nvPr/>
          </p:nvSpPr>
          <p:spPr>
            <a:xfrm>
              <a:off x="4578935" y="2976455"/>
              <a:ext cx="264794" cy="641268"/>
            </a:xfrm>
            <a:custGeom>
              <a:avLst/>
              <a:gdLst/>
              <a:ahLst/>
              <a:cxnLst/>
              <a:rect l="l" t="t" r="r" b="b"/>
              <a:pathLst>
                <a:path w="8640" h="20924" extrusionOk="0">
                  <a:moveTo>
                    <a:pt x="5822" y="1"/>
                  </a:moveTo>
                  <a:cubicBezTo>
                    <a:pt x="5773" y="1"/>
                    <a:pt x="5746" y="2"/>
                    <a:pt x="5746" y="2"/>
                  </a:cubicBezTo>
                  <a:cubicBezTo>
                    <a:pt x="3475" y="201"/>
                    <a:pt x="1235" y="9259"/>
                    <a:pt x="618" y="12064"/>
                  </a:cubicBezTo>
                  <a:cubicBezTo>
                    <a:pt x="0" y="14871"/>
                    <a:pt x="5683" y="20924"/>
                    <a:pt x="5683" y="20924"/>
                  </a:cubicBezTo>
                  <a:cubicBezTo>
                    <a:pt x="6819" y="20824"/>
                    <a:pt x="7795" y="19184"/>
                    <a:pt x="7795" y="19184"/>
                  </a:cubicBezTo>
                  <a:lnTo>
                    <a:pt x="4249" y="12304"/>
                  </a:lnTo>
                  <a:cubicBezTo>
                    <a:pt x="4249" y="12304"/>
                    <a:pt x="6702" y="7968"/>
                    <a:pt x="7007" y="7294"/>
                  </a:cubicBezTo>
                  <a:cubicBezTo>
                    <a:pt x="7311" y="6621"/>
                    <a:pt x="8639" y="3577"/>
                    <a:pt x="8325" y="1735"/>
                  </a:cubicBezTo>
                  <a:cubicBezTo>
                    <a:pt x="8044" y="91"/>
                    <a:pt x="6218" y="1"/>
                    <a:pt x="58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6"/>
            <p:cNvSpPr/>
            <p:nvPr/>
          </p:nvSpPr>
          <p:spPr>
            <a:xfrm>
              <a:off x="4778726" y="3574940"/>
              <a:ext cx="207851" cy="235403"/>
            </a:xfrm>
            <a:custGeom>
              <a:avLst/>
              <a:gdLst/>
              <a:ahLst/>
              <a:cxnLst/>
              <a:rect l="l" t="t" r="r" b="b"/>
              <a:pathLst>
                <a:path w="6782" h="7681" extrusionOk="0">
                  <a:moveTo>
                    <a:pt x="3264" y="0"/>
                  </a:moveTo>
                  <a:cubicBezTo>
                    <a:pt x="3264" y="0"/>
                    <a:pt x="2064" y="4260"/>
                    <a:pt x="1" y="6040"/>
                  </a:cubicBezTo>
                  <a:cubicBezTo>
                    <a:pt x="1" y="6040"/>
                    <a:pt x="9" y="7681"/>
                    <a:pt x="724" y="7681"/>
                  </a:cubicBezTo>
                  <a:cubicBezTo>
                    <a:pt x="783" y="7681"/>
                    <a:pt x="847" y="7669"/>
                    <a:pt x="916" y="7645"/>
                  </a:cubicBezTo>
                  <a:cubicBezTo>
                    <a:pt x="1785" y="7339"/>
                    <a:pt x="3534" y="4805"/>
                    <a:pt x="4109" y="4113"/>
                  </a:cubicBezTo>
                  <a:cubicBezTo>
                    <a:pt x="6781" y="903"/>
                    <a:pt x="3264" y="0"/>
                    <a:pt x="32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8" name="Google Shape;668;p36"/>
          <p:cNvGrpSpPr/>
          <p:nvPr/>
        </p:nvGrpSpPr>
        <p:grpSpPr>
          <a:xfrm>
            <a:off x="1337805" y="319779"/>
            <a:ext cx="757379" cy="1537151"/>
            <a:chOff x="6532866" y="2528757"/>
            <a:chExt cx="1038644" cy="2107996"/>
          </a:xfrm>
        </p:grpSpPr>
        <p:sp>
          <p:nvSpPr>
            <p:cNvPr id="669" name="Google Shape;669;p36"/>
            <p:cNvSpPr/>
            <p:nvPr/>
          </p:nvSpPr>
          <p:spPr>
            <a:xfrm>
              <a:off x="6813812" y="4269075"/>
              <a:ext cx="697415" cy="367678"/>
            </a:xfrm>
            <a:custGeom>
              <a:avLst/>
              <a:gdLst/>
              <a:ahLst/>
              <a:cxnLst/>
              <a:rect l="l" t="t" r="r" b="b"/>
              <a:pathLst>
                <a:path w="22756" h="11997" extrusionOk="0">
                  <a:moveTo>
                    <a:pt x="11344" y="1"/>
                  </a:moveTo>
                  <a:cubicBezTo>
                    <a:pt x="8693" y="1"/>
                    <a:pt x="6046" y="586"/>
                    <a:pt x="4032" y="1758"/>
                  </a:cubicBezTo>
                  <a:cubicBezTo>
                    <a:pt x="1" y="4098"/>
                    <a:pt x="22" y="7896"/>
                    <a:pt x="4080" y="10237"/>
                  </a:cubicBezTo>
                  <a:cubicBezTo>
                    <a:pt x="6109" y="11410"/>
                    <a:pt x="8762" y="11997"/>
                    <a:pt x="11412" y="11997"/>
                  </a:cubicBezTo>
                  <a:cubicBezTo>
                    <a:pt x="14061" y="11997"/>
                    <a:pt x="16708" y="11410"/>
                    <a:pt x="18724" y="10237"/>
                  </a:cubicBezTo>
                  <a:cubicBezTo>
                    <a:pt x="22755" y="7896"/>
                    <a:pt x="22734" y="4099"/>
                    <a:pt x="18677" y="1758"/>
                  </a:cubicBezTo>
                  <a:cubicBezTo>
                    <a:pt x="16648" y="586"/>
                    <a:pt x="13994" y="1"/>
                    <a:pt x="11344"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6"/>
            <p:cNvSpPr/>
            <p:nvPr/>
          </p:nvSpPr>
          <p:spPr>
            <a:xfrm>
              <a:off x="7143272" y="4311736"/>
              <a:ext cx="242667" cy="187532"/>
            </a:xfrm>
            <a:custGeom>
              <a:avLst/>
              <a:gdLst/>
              <a:ahLst/>
              <a:cxnLst/>
              <a:rect l="l" t="t" r="r" b="b"/>
              <a:pathLst>
                <a:path w="7918" h="6119" extrusionOk="0">
                  <a:moveTo>
                    <a:pt x="3243" y="0"/>
                  </a:moveTo>
                  <a:cubicBezTo>
                    <a:pt x="2487" y="0"/>
                    <a:pt x="1347" y="472"/>
                    <a:pt x="1347" y="472"/>
                  </a:cubicBezTo>
                  <a:cubicBezTo>
                    <a:pt x="1347" y="472"/>
                    <a:pt x="0" y="1880"/>
                    <a:pt x="996" y="2809"/>
                  </a:cubicBezTo>
                  <a:cubicBezTo>
                    <a:pt x="1992" y="3739"/>
                    <a:pt x="2952" y="4158"/>
                    <a:pt x="3464" y="4938"/>
                  </a:cubicBezTo>
                  <a:cubicBezTo>
                    <a:pt x="3811" y="5466"/>
                    <a:pt x="5029" y="6119"/>
                    <a:pt x="6110" y="6119"/>
                  </a:cubicBezTo>
                  <a:cubicBezTo>
                    <a:pt x="6625" y="6119"/>
                    <a:pt x="7110" y="5970"/>
                    <a:pt x="7453" y="5588"/>
                  </a:cubicBezTo>
                  <a:cubicBezTo>
                    <a:pt x="7453" y="5588"/>
                    <a:pt x="7917" y="4358"/>
                    <a:pt x="6163" y="3011"/>
                  </a:cubicBezTo>
                  <a:cubicBezTo>
                    <a:pt x="4408" y="1664"/>
                    <a:pt x="4245" y="781"/>
                    <a:pt x="3822" y="202"/>
                  </a:cubicBezTo>
                  <a:cubicBezTo>
                    <a:pt x="3714" y="55"/>
                    <a:pt x="3501" y="0"/>
                    <a:pt x="32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6"/>
            <p:cNvSpPr/>
            <p:nvPr/>
          </p:nvSpPr>
          <p:spPr>
            <a:xfrm>
              <a:off x="7134078" y="3458571"/>
              <a:ext cx="256336" cy="915073"/>
            </a:xfrm>
            <a:custGeom>
              <a:avLst/>
              <a:gdLst/>
              <a:ahLst/>
              <a:cxnLst/>
              <a:rect l="l" t="t" r="r" b="b"/>
              <a:pathLst>
                <a:path w="8364" h="29858" extrusionOk="0">
                  <a:moveTo>
                    <a:pt x="7577" y="0"/>
                  </a:moveTo>
                  <a:cubicBezTo>
                    <a:pt x="6383" y="2529"/>
                    <a:pt x="1272" y="3009"/>
                    <a:pt x="1272" y="3009"/>
                  </a:cubicBezTo>
                  <a:cubicBezTo>
                    <a:pt x="1272" y="3009"/>
                    <a:pt x="1" y="28159"/>
                    <a:pt x="1365" y="29221"/>
                  </a:cubicBezTo>
                  <a:cubicBezTo>
                    <a:pt x="1975" y="29695"/>
                    <a:pt x="2570" y="29858"/>
                    <a:pt x="3101" y="29858"/>
                  </a:cubicBezTo>
                  <a:cubicBezTo>
                    <a:pt x="4266" y="29858"/>
                    <a:pt x="5118" y="29072"/>
                    <a:pt x="5118" y="29072"/>
                  </a:cubicBezTo>
                  <a:cubicBezTo>
                    <a:pt x="5023" y="28259"/>
                    <a:pt x="5513" y="22773"/>
                    <a:pt x="6830" y="13668"/>
                  </a:cubicBezTo>
                  <a:cubicBezTo>
                    <a:pt x="8363" y="3074"/>
                    <a:pt x="7577" y="0"/>
                    <a:pt x="75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6"/>
            <p:cNvSpPr/>
            <p:nvPr/>
          </p:nvSpPr>
          <p:spPr>
            <a:xfrm>
              <a:off x="7017801" y="4434663"/>
              <a:ext cx="169266" cy="165895"/>
            </a:xfrm>
            <a:custGeom>
              <a:avLst/>
              <a:gdLst/>
              <a:ahLst/>
              <a:cxnLst/>
              <a:rect l="l" t="t" r="r" b="b"/>
              <a:pathLst>
                <a:path w="5523" h="5413" extrusionOk="0">
                  <a:moveTo>
                    <a:pt x="3145" y="0"/>
                  </a:moveTo>
                  <a:cubicBezTo>
                    <a:pt x="2299" y="0"/>
                    <a:pt x="349" y="377"/>
                    <a:pt x="349" y="377"/>
                  </a:cubicBezTo>
                  <a:cubicBezTo>
                    <a:pt x="349" y="377"/>
                    <a:pt x="1" y="2298"/>
                    <a:pt x="1118" y="3556"/>
                  </a:cubicBezTo>
                  <a:cubicBezTo>
                    <a:pt x="1942" y="4485"/>
                    <a:pt x="2646" y="5412"/>
                    <a:pt x="3439" y="5412"/>
                  </a:cubicBezTo>
                  <a:cubicBezTo>
                    <a:pt x="3721" y="5412"/>
                    <a:pt x="4013" y="5295"/>
                    <a:pt x="4327" y="5021"/>
                  </a:cubicBezTo>
                  <a:cubicBezTo>
                    <a:pt x="5523" y="3973"/>
                    <a:pt x="3643" y="384"/>
                    <a:pt x="3526" y="84"/>
                  </a:cubicBezTo>
                  <a:cubicBezTo>
                    <a:pt x="3502" y="24"/>
                    <a:pt x="3359" y="0"/>
                    <a:pt x="31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6"/>
            <p:cNvSpPr/>
            <p:nvPr/>
          </p:nvSpPr>
          <p:spPr>
            <a:xfrm>
              <a:off x="6951572" y="3451063"/>
              <a:ext cx="326335" cy="1021144"/>
            </a:xfrm>
            <a:custGeom>
              <a:avLst/>
              <a:gdLst/>
              <a:ahLst/>
              <a:cxnLst/>
              <a:rect l="l" t="t" r="r" b="b"/>
              <a:pathLst>
                <a:path w="10648" h="33319" extrusionOk="0">
                  <a:moveTo>
                    <a:pt x="10647" y="0"/>
                  </a:moveTo>
                  <a:cubicBezTo>
                    <a:pt x="10607" y="62"/>
                    <a:pt x="1639" y="744"/>
                    <a:pt x="1392" y="1361"/>
                  </a:cubicBezTo>
                  <a:cubicBezTo>
                    <a:pt x="1" y="4845"/>
                    <a:pt x="1485" y="19810"/>
                    <a:pt x="1455" y="20571"/>
                  </a:cubicBezTo>
                  <a:cubicBezTo>
                    <a:pt x="1323" y="23895"/>
                    <a:pt x="1364" y="28831"/>
                    <a:pt x="2051" y="32690"/>
                  </a:cubicBezTo>
                  <a:cubicBezTo>
                    <a:pt x="2131" y="33137"/>
                    <a:pt x="2970" y="33319"/>
                    <a:pt x="3868" y="33319"/>
                  </a:cubicBezTo>
                  <a:cubicBezTo>
                    <a:pt x="4933" y="33319"/>
                    <a:pt x="6081" y="33063"/>
                    <a:pt x="6145" y="32690"/>
                  </a:cubicBezTo>
                  <a:cubicBezTo>
                    <a:pt x="6773" y="29045"/>
                    <a:pt x="7683" y="14362"/>
                    <a:pt x="7949" y="12875"/>
                  </a:cubicBezTo>
                  <a:cubicBezTo>
                    <a:pt x="7699" y="12867"/>
                    <a:pt x="7623" y="12864"/>
                    <a:pt x="7630" y="12864"/>
                  </a:cubicBezTo>
                  <a:cubicBezTo>
                    <a:pt x="7643" y="12864"/>
                    <a:pt x="7949" y="12873"/>
                    <a:pt x="7949" y="12873"/>
                  </a:cubicBezTo>
                  <a:cubicBezTo>
                    <a:pt x="8098" y="12048"/>
                    <a:pt x="8402" y="8860"/>
                    <a:pt x="8992" y="7825"/>
                  </a:cubicBezTo>
                  <a:cubicBezTo>
                    <a:pt x="9626" y="6713"/>
                    <a:pt x="10548" y="1046"/>
                    <a:pt x="106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6"/>
            <p:cNvSpPr/>
            <p:nvPr/>
          </p:nvSpPr>
          <p:spPr>
            <a:xfrm>
              <a:off x="7142077" y="3562068"/>
              <a:ext cx="109473" cy="811209"/>
            </a:xfrm>
            <a:custGeom>
              <a:avLst/>
              <a:gdLst/>
              <a:ahLst/>
              <a:cxnLst/>
              <a:rect l="l" t="t" r="r" b="b"/>
              <a:pathLst>
                <a:path w="3572" h="26469" extrusionOk="0">
                  <a:moveTo>
                    <a:pt x="2548" y="0"/>
                  </a:moveTo>
                  <a:lnTo>
                    <a:pt x="1749" y="223"/>
                  </a:lnTo>
                  <a:cubicBezTo>
                    <a:pt x="1395" y="5543"/>
                    <a:pt x="1" y="24986"/>
                    <a:pt x="1104" y="25844"/>
                  </a:cubicBezTo>
                  <a:cubicBezTo>
                    <a:pt x="1639" y="26259"/>
                    <a:pt x="2160" y="26431"/>
                    <a:pt x="2637" y="26469"/>
                  </a:cubicBezTo>
                  <a:cubicBezTo>
                    <a:pt x="2685" y="24342"/>
                    <a:pt x="2831" y="18761"/>
                    <a:pt x="3159" y="15408"/>
                  </a:cubicBezTo>
                  <a:cubicBezTo>
                    <a:pt x="3571" y="11203"/>
                    <a:pt x="2548" y="0"/>
                    <a:pt x="2548"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6"/>
            <p:cNvSpPr/>
            <p:nvPr/>
          </p:nvSpPr>
          <p:spPr>
            <a:xfrm>
              <a:off x="6951572" y="3477389"/>
              <a:ext cx="143124" cy="994726"/>
            </a:xfrm>
            <a:custGeom>
              <a:avLst/>
              <a:gdLst/>
              <a:ahLst/>
              <a:cxnLst/>
              <a:rect l="l" t="t" r="r" b="b"/>
              <a:pathLst>
                <a:path w="4670" h="32457" extrusionOk="0">
                  <a:moveTo>
                    <a:pt x="3152" y="1"/>
                  </a:moveTo>
                  <a:cubicBezTo>
                    <a:pt x="2165" y="164"/>
                    <a:pt x="1460" y="336"/>
                    <a:pt x="1394" y="502"/>
                  </a:cubicBezTo>
                  <a:cubicBezTo>
                    <a:pt x="1" y="3986"/>
                    <a:pt x="1485" y="18952"/>
                    <a:pt x="1455" y="19712"/>
                  </a:cubicBezTo>
                  <a:cubicBezTo>
                    <a:pt x="1323" y="23036"/>
                    <a:pt x="1364" y="27972"/>
                    <a:pt x="2051" y="31831"/>
                  </a:cubicBezTo>
                  <a:cubicBezTo>
                    <a:pt x="2132" y="32279"/>
                    <a:pt x="2971" y="32457"/>
                    <a:pt x="3871" y="32457"/>
                  </a:cubicBezTo>
                  <a:cubicBezTo>
                    <a:pt x="3910" y="32457"/>
                    <a:pt x="3948" y="32456"/>
                    <a:pt x="3987" y="32456"/>
                  </a:cubicBezTo>
                  <a:cubicBezTo>
                    <a:pt x="3774" y="27819"/>
                    <a:pt x="3450" y="19438"/>
                    <a:pt x="3629" y="14772"/>
                  </a:cubicBezTo>
                  <a:cubicBezTo>
                    <a:pt x="3885" y="8091"/>
                    <a:pt x="4669" y="1239"/>
                    <a:pt x="4669" y="1239"/>
                  </a:cubicBezTo>
                  <a:lnTo>
                    <a:pt x="3152"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6"/>
            <p:cNvSpPr/>
            <p:nvPr/>
          </p:nvSpPr>
          <p:spPr>
            <a:xfrm>
              <a:off x="7225867" y="2825915"/>
              <a:ext cx="345643" cy="606116"/>
            </a:xfrm>
            <a:custGeom>
              <a:avLst/>
              <a:gdLst/>
              <a:ahLst/>
              <a:cxnLst/>
              <a:rect l="l" t="t" r="r" b="b"/>
              <a:pathLst>
                <a:path w="11278" h="19777" extrusionOk="0">
                  <a:moveTo>
                    <a:pt x="1640" y="0"/>
                  </a:moveTo>
                  <a:cubicBezTo>
                    <a:pt x="0" y="0"/>
                    <a:pt x="661" y="2437"/>
                    <a:pt x="661" y="2437"/>
                  </a:cubicBezTo>
                  <a:cubicBezTo>
                    <a:pt x="1773" y="5648"/>
                    <a:pt x="5791" y="10803"/>
                    <a:pt x="7238" y="12748"/>
                  </a:cubicBezTo>
                  <a:lnTo>
                    <a:pt x="3667" y="17045"/>
                  </a:lnTo>
                  <a:cubicBezTo>
                    <a:pt x="6622" y="17068"/>
                    <a:pt x="6218" y="19776"/>
                    <a:pt x="6218" y="19776"/>
                  </a:cubicBezTo>
                  <a:cubicBezTo>
                    <a:pt x="6218" y="19776"/>
                    <a:pt x="10826" y="15182"/>
                    <a:pt x="11028" y="13171"/>
                  </a:cubicBezTo>
                  <a:cubicBezTo>
                    <a:pt x="11278" y="10710"/>
                    <a:pt x="6757" y="4681"/>
                    <a:pt x="6757" y="4681"/>
                  </a:cubicBezTo>
                  <a:cubicBezTo>
                    <a:pt x="6757" y="4681"/>
                    <a:pt x="3619" y="159"/>
                    <a:pt x="1790" y="7"/>
                  </a:cubicBezTo>
                  <a:cubicBezTo>
                    <a:pt x="1738" y="2"/>
                    <a:pt x="1688" y="0"/>
                    <a:pt x="164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6"/>
            <p:cNvSpPr/>
            <p:nvPr/>
          </p:nvSpPr>
          <p:spPr>
            <a:xfrm>
              <a:off x="6897173" y="2818774"/>
              <a:ext cx="480062" cy="753806"/>
            </a:xfrm>
            <a:custGeom>
              <a:avLst/>
              <a:gdLst/>
              <a:ahLst/>
              <a:cxnLst/>
              <a:rect l="l" t="t" r="r" b="b"/>
              <a:pathLst>
                <a:path w="15664" h="24596" extrusionOk="0">
                  <a:moveTo>
                    <a:pt x="11192" y="1"/>
                  </a:moveTo>
                  <a:cubicBezTo>
                    <a:pt x="10245" y="1"/>
                    <a:pt x="8628" y="254"/>
                    <a:pt x="6115" y="1385"/>
                  </a:cubicBezTo>
                  <a:cubicBezTo>
                    <a:pt x="5547" y="1640"/>
                    <a:pt x="4954" y="2062"/>
                    <a:pt x="3982" y="2678"/>
                  </a:cubicBezTo>
                  <a:cubicBezTo>
                    <a:pt x="2689" y="3499"/>
                    <a:pt x="1347" y="4690"/>
                    <a:pt x="1160" y="4919"/>
                  </a:cubicBezTo>
                  <a:cubicBezTo>
                    <a:pt x="905" y="5228"/>
                    <a:pt x="0" y="5996"/>
                    <a:pt x="2121" y="10171"/>
                  </a:cubicBezTo>
                  <a:cubicBezTo>
                    <a:pt x="2121" y="10171"/>
                    <a:pt x="5461" y="14815"/>
                    <a:pt x="3991" y="19425"/>
                  </a:cubicBezTo>
                  <a:lnTo>
                    <a:pt x="3170" y="21991"/>
                  </a:lnTo>
                  <a:cubicBezTo>
                    <a:pt x="3170" y="21991"/>
                    <a:pt x="4825" y="24595"/>
                    <a:pt x="8283" y="24595"/>
                  </a:cubicBezTo>
                  <a:cubicBezTo>
                    <a:pt x="9331" y="24595"/>
                    <a:pt x="10543" y="24357"/>
                    <a:pt x="11925" y="23735"/>
                  </a:cubicBezTo>
                  <a:cubicBezTo>
                    <a:pt x="13130" y="23190"/>
                    <a:pt x="15321" y="22209"/>
                    <a:pt x="15310" y="20875"/>
                  </a:cubicBezTo>
                  <a:cubicBezTo>
                    <a:pt x="15310" y="20875"/>
                    <a:pt x="14453" y="16181"/>
                    <a:pt x="15100" y="11481"/>
                  </a:cubicBezTo>
                  <a:cubicBezTo>
                    <a:pt x="15663" y="7414"/>
                    <a:pt x="14996" y="790"/>
                    <a:pt x="12293" y="169"/>
                  </a:cubicBezTo>
                  <a:cubicBezTo>
                    <a:pt x="12293" y="169"/>
                    <a:pt x="12293" y="169"/>
                    <a:pt x="12293" y="169"/>
                  </a:cubicBezTo>
                  <a:cubicBezTo>
                    <a:pt x="12291" y="169"/>
                    <a:pt x="11964" y="1"/>
                    <a:pt x="1119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6"/>
            <p:cNvSpPr/>
            <p:nvPr/>
          </p:nvSpPr>
          <p:spPr>
            <a:xfrm>
              <a:off x="7049338" y="2744301"/>
              <a:ext cx="199056" cy="186613"/>
            </a:xfrm>
            <a:custGeom>
              <a:avLst/>
              <a:gdLst/>
              <a:ahLst/>
              <a:cxnLst/>
              <a:rect l="l" t="t" r="r" b="b"/>
              <a:pathLst>
                <a:path w="6495" h="6089" extrusionOk="0">
                  <a:moveTo>
                    <a:pt x="0" y="0"/>
                  </a:moveTo>
                  <a:cubicBezTo>
                    <a:pt x="1" y="0"/>
                    <a:pt x="1926" y="2046"/>
                    <a:pt x="988" y="3810"/>
                  </a:cubicBezTo>
                  <a:cubicBezTo>
                    <a:pt x="538" y="4654"/>
                    <a:pt x="1890" y="6089"/>
                    <a:pt x="3964" y="6089"/>
                  </a:cubicBezTo>
                  <a:cubicBezTo>
                    <a:pt x="4317" y="6089"/>
                    <a:pt x="4692" y="6047"/>
                    <a:pt x="5081" y="5954"/>
                  </a:cubicBezTo>
                  <a:cubicBezTo>
                    <a:pt x="5081" y="5954"/>
                    <a:pt x="6244" y="5451"/>
                    <a:pt x="6043" y="5033"/>
                  </a:cubicBezTo>
                  <a:cubicBezTo>
                    <a:pt x="5592" y="4088"/>
                    <a:pt x="5893" y="3456"/>
                    <a:pt x="6192" y="2620"/>
                  </a:cubicBezTo>
                  <a:cubicBezTo>
                    <a:pt x="6494" y="1790"/>
                    <a:pt x="1" y="0"/>
                    <a:pt x="0" y="0"/>
                  </a:cubicBezTo>
                  <a:close/>
                </a:path>
              </a:pathLst>
            </a:custGeom>
            <a:solidFill>
              <a:srgbClr val="C494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6"/>
            <p:cNvSpPr/>
            <p:nvPr/>
          </p:nvSpPr>
          <p:spPr>
            <a:xfrm>
              <a:off x="7058440" y="2747059"/>
              <a:ext cx="103650" cy="125900"/>
            </a:xfrm>
            <a:custGeom>
              <a:avLst/>
              <a:gdLst/>
              <a:ahLst/>
              <a:cxnLst/>
              <a:rect l="l" t="t" r="r" b="b"/>
              <a:pathLst>
                <a:path w="3382" h="4108" extrusionOk="0">
                  <a:moveTo>
                    <a:pt x="30" y="0"/>
                  </a:moveTo>
                  <a:lnTo>
                    <a:pt x="0" y="268"/>
                  </a:lnTo>
                  <a:cubicBezTo>
                    <a:pt x="499" y="929"/>
                    <a:pt x="1393" y="2403"/>
                    <a:pt x="691" y="3722"/>
                  </a:cubicBezTo>
                  <a:cubicBezTo>
                    <a:pt x="626" y="3842"/>
                    <a:pt x="596" y="3970"/>
                    <a:pt x="609" y="4107"/>
                  </a:cubicBezTo>
                  <a:cubicBezTo>
                    <a:pt x="1450" y="2901"/>
                    <a:pt x="3382" y="2482"/>
                    <a:pt x="3382" y="2482"/>
                  </a:cubicBezTo>
                  <a:lnTo>
                    <a:pt x="321" y="86"/>
                  </a:lnTo>
                  <a:cubicBezTo>
                    <a:pt x="212" y="51"/>
                    <a:pt x="115" y="23"/>
                    <a:pt x="30" y="0"/>
                  </a:cubicBezTo>
                  <a:close/>
                </a:path>
              </a:pathLst>
            </a:custGeom>
            <a:solidFill>
              <a:srgbClr val="AA8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6"/>
            <p:cNvSpPr/>
            <p:nvPr/>
          </p:nvSpPr>
          <p:spPr>
            <a:xfrm>
              <a:off x="6979063" y="2539453"/>
              <a:ext cx="292469" cy="312083"/>
            </a:xfrm>
            <a:custGeom>
              <a:avLst/>
              <a:gdLst/>
              <a:ahLst/>
              <a:cxnLst/>
              <a:rect l="l" t="t" r="r" b="b"/>
              <a:pathLst>
                <a:path w="9543" h="10183" extrusionOk="0">
                  <a:moveTo>
                    <a:pt x="4143" y="0"/>
                  </a:moveTo>
                  <a:cubicBezTo>
                    <a:pt x="3642" y="0"/>
                    <a:pt x="3098" y="147"/>
                    <a:pt x="2448" y="521"/>
                  </a:cubicBezTo>
                  <a:cubicBezTo>
                    <a:pt x="2450" y="521"/>
                    <a:pt x="1" y="2202"/>
                    <a:pt x="1511" y="5486"/>
                  </a:cubicBezTo>
                  <a:cubicBezTo>
                    <a:pt x="1511" y="5486"/>
                    <a:pt x="2700" y="8429"/>
                    <a:pt x="5036" y="9453"/>
                  </a:cubicBezTo>
                  <a:cubicBezTo>
                    <a:pt x="5990" y="9866"/>
                    <a:pt x="6992" y="10182"/>
                    <a:pt x="7798" y="10182"/>
                  </a:cubicBezTo>
                  <a:cubicBezTo>
                    <a:pt x="8750" y="10182"/>
                    <a:pt x="9431" y="9741"/>
                    <a:pt x="9442" y="8500"/>
                  </a:cubicBezTo>
                  <a:cubicBezTo>
                    <a:pt x="9452" y="6677"/>
                    <a:pt x="9542" y="2026"/>
                    <a:pt x="7826" y="1394"/>
                  </a:cubicBezTo>
                  <a:cubicBezTo>
                    <a:pt x="6270" y="816"/>
                    <a:pt x="5324" y="0"/>
                    <a:pt x="4143" y="0"/>
                  </a:cubicBezTo>
                  <a:close/>
                </a:path>
              </a:pathLst>
            </a:custGeom>
            <a:solidFill>
              <a:srgbClr val="FCD2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6"/>
            <p:cNvSpPr/>
            <p:nvPr/>
          </p:nvSpPr>
          <p:spPr>
            <a:xfrm>
              <a:off x="7009465" y="2555604"/>
              <a:ext cx="240093" cy="294339"/>
            </a:xfrm>
            <a:custGeom>
              <a:avLst/>
              <a:gdLst/>
              <a:ahLst/>
              <a:cxnLst/>
              <a:rect l="l" t="t" r="r" b="b"/>
              <a:pathLst>
                <a:path w="7834" h="9604" extrusionOk="0">
                  <a:moveTo>
                    <a:pt x="5725" y="0"/>
                  </a:moveTo>
                  <a:cubicBezTo>
                    <a:pt x="4507" y="237"/>
                    <a:pt x="1028" y="911"/>
                    <a:pt x="958" y="944"/>
                  </a:cubicBezTo>
                  <a:cubicBezTo>
                    <a:pt x="915" y="959"/>
                    <a:pt x="457" y="1880"/>
                    <a:pt x="28" y="2751"/>
                  </a:cubicBezTo>
                  <a:cubicBezTo>
                    <a:pt x="0" y="3390"/>
                    <a:pt x="129" y="4118"/>
                    <a:pt x="519" y="4959"/>
                  </a:cubicBezTo>
                  <a:cubicBezTo>
                    <a:pt x="519" y="4959"/>
                    <a:pt x="1214" y="7543"/>
                    <a:pt x="4047" y="8966"/>
                  </a:cubicBezTo>
                  <a:cubicBezTo>
                    <a:pt x="4653" y="9269"/>
                    <a:pt x="5395" y="9467"/>
                    <a:pt x="5971" y="9603"/>
                  </a:cubicBezTo>
                  <a:cubicBezTo>
                    <a:pt x="4864" y="9044"/>
                    <a:pt x="4729" y="8842"/>
                    <a:pt x="3812" y="8084"/>
                  </a:cubicBezTo>
                  <a:cubicBezTo>
                    <a:pt x="2899" y="7335"/>
                    <a:pt x="4851" y="7349"/>
                    <a:pt x="3171" y="5310"/>
                  </a:cubicBezTo>
                  <a:cubicBezTo>
                    <a:pt x="2597" y="4617"/>
                    <a:pt x="4498" y="3910"/>
                    <a:pt x="4978" y="3817"/>
                  </a:cubicBezTo>
                  <a:cubicBezTo>
                    <a:pt x="7834" y="3244"/>
                    <a:pt x="7764" y="2351"/>
                    <a:pt x="7702" y="1642"/>
                  </a:cubicBezTo>
                  <a:cubicBezTo>
                    <a:pt x="7665" y="1546"/>
                    <a:pt x="7625" y="1520"/>
                    <a:pt x="7583" y="1520"/>
                  </a:cubicBezTo>
                  <a:cubicBezTo>
                    <a:pt x="7537" y="1520"/>
                    <a:pt x="7488" y="1551"/>
                    <a:pt x="7437" y="1551"/>
                  </a:cubicBezTo>
                  <a:cubicBezTo>
                    <a:pt x="7396" y="1551"/>
                    <a:pt x="7353" y="1531"/>
                    <a:pt x="7308" y="1457"/>
                  </a:cubicBezTo>
                  <a:lnTo>
                    <a:pt x="6954" y="987"/>
                  </a:lnTo>
                  <a:cubicBezTo>
                    <a:pt x="6911" y="940"/>
                    <a:pt x="6870" y="899"/>
                    <a:pt x="6834" y="866"/>
                  </a:cubicBezTo>
                  <a:cubicBezTo>
                    <a:pt x="6454" y="523"/>
                    <a:pt x="6087" y="237"/>
                    <a:pt x="5725" y="0"/>
                  </a:cubicBezTo>
                  <a:close/>
                </a:path>
              </a:pathLst>
            </a:custGeom>
            <a:solidFill>
              <a:srgbClr val="DDB1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6"/>
            <p:cNvSpPr/>
            <p:nvPr/>
          </p:nvSpPr>
          <p:spPr>
            <a:xfrm>
              <a:off x="6928341" y="2581532"/>
              <a:ext cx="234024" cy="214563"/>
            </a:xfrm>
            <a:custGeom>
              <a:avLst/>
              <a:gdLst/>
              <a:ahLst/>
              <a:cxnLst/>
              <a:rect l="l" t="t" r="r" b="b"/>
              <a:pathLst>
                <a:path w="7636" h="7001" extrusionOk="0">
                  <a:moveTo>
                    <a:pt x="3183" y="1"/>
                  </a:moveTo>
                  <a:cubicBezTo>
                    <a:pt x="1" y="2814"/>
                    <a:pt x="4989" y="7001"/>
                    <a:pt x="4989" y="7001"/>
                  </a:cubicBezTo>
                  <a:cubicBezTo>
                    <a:pt x="4993" y="6763"/>
                    <a:pt x="3391" y="5268"/>
                    <a:pt x="3827" y="4626"/>
                  </a:cubicBezTo>
                  <a:cubicBezTo>
                    <a:pt x="3897" y="4521"/>
                    <a:pt x="3988" y="4476"/>
                    <a:pt x="4093" y="4476"/>
                  </a:cubicBezTo>
                  <a:cubicBezTo>
                    <a:pt x="4694" y="4476"/>
                    <a:pt x="5730" y="5978"/>
                    <a:pt x="5800" y="6075"/>
                  </a:cubicBezTo>
                  <a:cubicBezTo>
                    <a:pt x="5806" y="6082"/>
                    <a:pt x="5811" y="6085"/>
                    <a:pt x="5816" y="6085"/>
                  </a:cubicBezTo>
                  <a:cubicBezTo>
                    <a:pt x="5884" y="6085"/>
                    <a:pt x="5821" y="5407"/>
                    <a:pt x="5563" y="4923"/>
                  </a:cubicBezTo>
                  <a:cubicBezTo>
                    <a:pt x="5247" y="4335"/>
                    <a:pt x="5166" y="3593"/>
                    <a:pt x="5533" y="3120"/>
                  </a:cubicBezTo>
                  <a:cubicBezTo>
                    <a:pt x="5864" y="2700"/>
                    <a:pt x="6973" y="2690"/>
                    <a:pt x="7635" y="2646"/>
                  </a:cubicBezTo>
                  <a:cubicBezTo>
                    <a:pt x="7049" y="2397"/>
                    <a:pt x="5956" y="2460"/>
                    <a:pt x="5419" y="1633"/>
                  </a:cubicBezTo>
                  <a:cubicBezTo>
                    <a:pt x="4701" y="527"/>
                    <a:pt x="3893" y="94"/>
                    <a:pt x="31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6"/>
            <p:cNvSpPr/>
            <p:nvPr/>
          </p:nvSpPr>
          <p:spPr>
            <a:xfrm>
              <a:off x="7022981" y="2528757"/>
              <a:ext cx="290354" cy="133899"/>
            </a:xfrm>
            <a:custGeom>
              <a:avLst/>
              <a:gdLst/>
              <a:ahLst/>
              <a:cxnLst/>
              <a:rect l="l" t="t" r="r" b="b"/>
              <a:pathLst>
                <a:path w="9474" h="4369" extrusionOk="0">
                  <a:moveTo>
                    <a:pt x="2956" y="0"/>
                  </a:moveTo>
                  <a:cubicBezTo>
                    <a:pt x="235" y="0"/>
                    <a:pt x="1" y="1862"/>
                    <a:pt x="1" y="1862"/>
                  </a:cubicBezTo>
                  <a:cubicBezTo>
                    <a:pt x="25" y="1860"/>
                    <a:pt x="49" y="1860"/>
                    <a:pt x="73" y="1860"/>
                  </a:cubicBezTo>
                  <a:cubicBezTo>
                    <a:pt x="685" y="1860"/>
                    <a:pt x="1198" y="2375"/>
                    <a:pt x="1411" y="2706"/>
                  </a:cubicBezTo>
                  <a:cubicBezTo>
                    <a:pt x="2467" y="4309"/>
                    <a:pt x="4549" y="4368"/>
                    <a:pt x="4549" y="4368"/>
                  </a:cubicBezTo>
                  <a:cubicBezTo>
                    <a:pt x="6182" y="4210"/>
                    <a:pt x="9474" y="3805"/>
                    <a:pt x="6334" y="1138"/>
                  </a:cubicBezTo>
                  <a:cubicBezTo>
                    <a:pt x="6052" y="900"/>
                    <a:pt x="4603" y="95"/>
                    <a:pt x="3368" y="13"/>
                  </a:cubicBezTo>
                  <a:cubicBezTo>
                    <a:pt x="3225" y="4"/>
                    <a:pt x="3087" y="0"/>
                    <a:pt x="29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6"/>
            <p:cNvSpPr/>
            <p:nvPr/>
          </p:nvSpPr>
          <p:spPr>
            <a:xfrm>
              <a:off x="7052065" y="2842189"/>
              <a:ext cx="171503" cy="134512"/>
            </a:xfrm>
            <a:custGeom>
              <a:avLst/>
              <a:gdLst/>
              <a:ahLst/>
              <a:cxnLst/>
              <a:rect l="l" t="t" r="r" b="b"/>
              <a:pathLst>
                <a:path w="5596" h="4389" extrusionOk="0">
                  <a:moveTo>
                    <a:pt x="1115" y="0"/>
                  </a:moveTo>
                  <a:lnTo>
                    <a:pt x="0" y="1234"/>
                  </a:lnTo>
                  <a:cubicBezTo>
                    <a:pt x="1099" y="4006"/>
                    <a:pt x="3273" y="4389"/>
                    <a:pt x="4389" y="4389"/>
                  </a:cubicBezTo>
                  <a:cubicBezTo>
                    <a:pt x="4814" y="4389"/>
                    <a:pt x="5086" y="4333"/>
                    <a:pt x="5086" y="4333"/>
                  </a:cubicBezTo>
                  <a:lnTo>
                    <a:pt x="5596" y="2415"/>
                  </a:lnTo>
                  <a:cubicBezTo>
                    <a:pt x="1223" y="2337"/>
                    <a:pt x="1115" y="0"/>
                    <a:pt x="1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6"/>
            <p:cNvSpPr/>
            <p:nvPr/>
          </p:nvSpPr>
          <p:spPr>
            <a:xfrm>
              <a:off x="7223538" y="2847000"/>
              <a:ext cx="67670" cy="99053"/>
            </a:xfrm>
            <a:custGeom>
              <a:avLst/>
              <a:gdLst/>
              <a:ahLst/>
              <a:cxnLst/>
              <a:rect l="l" t="t" r="r" b="b"/>
              <a:pathLst>
                <a:path w="2208" h="3232" extrusionOk="0">
                  <a:moveTo>
                    <a:pt x="601" y="1"/>
                  </a:moveTo>
                  <a:lnTo>
                    <a:pt x="164" y="107"/>
                  </a:lnTo>
                  <a:lnTo>
                    <a:pt x="118" y="294"/>
                  </a:lnTo>
                  <a:cubicBezTo>
                    <a:pt x="48" y="468"/>
                    <a:pt x="47" y="711"/>
                    <a:pt x="70" y="909"/>
                  </a:cubicBezTo>
                  <a:cubicBezTo>
                    <a:pt x="178" y="1810"/>
                    <a:pt x="1" y="2258"/>
                    <a:pt x="1" y="2258"/>
                  </a:cubicBezTo>
                  <a:lnTo>
                    <a:pt x="1799" y="3232"/>
                  </a:lnTo>
                  <a:cubicBezTo>
                    <a:pt x="2207" y="1677"/>
                    <a:pt x="601" y="1"/>
                    <a:pt x="6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6"/>
            <p:cNvSpPr/>
            <p:nvPr/>
          </p:nvSpPr>
          <p:spPr>
            <a:xfrm>
              <a:off x="6897173" y="2915865"/>
              <a:ext cx="256305" cy="649604"/>
            </a:xfrm>
            <a:custGeom>
              <a:avLst/>
              <a:gdLst/>
              <a:ahLst/>
              <a:cxnLst/>
              <a:rect l="l" t="t" r="r" b="b"/>
              <a:pathLst>
                <a:path w="8363" h="21196" extrusionOk="0">
                  <a:moveTo>
                    <a:pt x="3270" y="0"/>
                  </a:moveTo>
                  <a:cubicBezTo>
                    <a:pt x="2234" y="741"/>
                    <a:pt x="1312" y="1565"/>
                    <a:pt x="1160" y="1753"/>
                  </a:cubicBezTo>
                  <a:cubicBezTo>
                    <a:pt x="905" y="2061"/>
                    <a:pt x="0" y="2830"/>
                    <a:pt x="2121" y="7004"/>
                  </a:cubicBezTo>
                  <a:cubicBezTo>
                    <a:pt x="2121" y="7004"/>
                    <a:pt x="5461" y="11650"/>
                    <a:pt x="3991" y="16258"/>
                  </a:cubicBezTo>
                  <a:lnTo>
                    <a:pt x="3170" y="18824"/>
                  </a:lnTo>
                  <a:cubicBezTo>
                    <a:pt x="3170" y="18824"/>
                    <a:pt x="4271" y="20555"/>
                    <a:pt x="6550" y="21196"/>
                  </a:cubicBezTo>
                  <a:cubicBezTo>
                    <a:pt x="8363" y="15523"/>
                    <a:pt x="6335" y="6787"/>
                    <a:pt x="5898" y="3563"/>
                  </a:cubicBezTo>
                  <a:cubicBezTo>
                    <a:pt x="5589" y="1277"/>
                    <a:pt x="4150" y="354"/>
                    <a:pt x="327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6"/>
            <p:cNvSpPr/>
            <p:nvPr/>
          </p:nvSpPr>
          <p:spPr>
            <a:xfrm>
              <a:off x="7268192" y="3323600"/>
              <a:ext cx="186521" cy="169327"/>
            </a:xfrm>
            <a:custGeom>
              <a:avLst/>
              <a:gdLst/>
              <a:ahLst/>
              <a:cxnLst/>
              <a:rect l="l" t="t" r="r" b="b"/>
              <a:pathLst>
                <a:path w="6086" h="5525" extrusionOk="0">
                  <a:moveTo>
                    <a:pt x="4597" y="1"/>
                  </a:moveTo>
                  <a:cubicBezTo>
                    <a:pt x="4551" y="1"/>
                    <a:pt x="4132" y="37"/>
                    <a:pt x="2537" y="1187"/>
                  </a:cubicBezTo>
                  <a:cubicBezTo>
                    <a:pt x="834" y="2417"/>
                    <a:pt x="1723" y="2281"/>
                    <a:pt x="1882" y="2660"/>
                  </a:cubicBezTo>
                  <a:cubicBezTo>
                    <a:pt x="2040" y="3040"/>
                    <a:pt x="1506" y="3584"/>
                    <a:pt x="560" y="4625"/>
                  </a:cubicBezTo>
                  <a:cubicBezTo>
                    <a:pt x="0" y="5240"/>
                    <a:pt x="495" y="5524"/>
                    <a:pt x="1275" y="5524"/>
                  </a:cubicBezTo>
                  <a:cubicBezTo>
                    <a:pt x="1813" y="5524"/>
                    <a:pt x="2486" y="5389"/>
                    <a:pt x="3043" y="5135"/>
                  </a:cubicBezTo>
                  <a:cubicBezTo>
                    <a:pt x="4410" y="4512"/>
                    <a:pt x="4795" y="2430"/>
                    <a:pt x="4795" y="2430"/>
                  </a:cubicBezTo>
                  <a:lnTo>
                    <a:pt x="6085" y="1356"/>
                  </a:lnTo>
                  <a:cubicBezTo>
                    <a:pt x="5747" y="412"/>
                    <a:pt x="4602" y="1"/>
                    <a:pt x="4602" y="1"/>
                  </a:cubicBezTo>
                  <a:cubicBezTo>
                    <a:pt x="4602" y="1"/>
                    <a:pt x="4601" y="1"/>
                    <a:pt x="4597" y="1"/>
                  </a:cubicBezTo>
                  <a:close/>
                </a:path>
              </a:pathLst>
            </a:custGeom>
            <a:solidFill>
              <a:srgbClr val="C494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6"/>
            <p:cNvSpPr/>
            <p:nvPr/>
          </p:nvSpPr>
          <p:spPr>
            <a:xfrm>
              <a:off x="6623337" y="3356362"/>
              <a:ext cx="125624" cy="114070"/>
            </a:xfrm>
            <a:custGeom>
              <a:avLst/>
              <a:gdLst/>
              <a:ahLst/>
              <a:cxnLst/>
              <a:rect l="l" t="t" r="r" b="b"/>
              <a:pathLst>
                <a:path w="4099" h="3722" extrusionOk="0">
                  <a:moveTo>
                    <a:pt x="1477" y="1"/>
                  </a:moveTo>
                  <a:cubicBezTo>
                    <a:pt x="1477" y="1"/>
                    <a:pt x="0" y="1851"/>
                    <a:pt x="1821" y="3722"/>
                  </a:cubicBezTo>
                  <a:cubicBezTo>
                    <a:pt x="1821" y="3722"/>
                    <a:pt x="4098" y="1952"/>
                    <a:pt x="14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6"/>
            <p:cNvSpPr/>
            <p:nvPr/>
          </p:nvSpPr>
          <p:spPr>
            <a:xfrm>
              <a:off x="6532866" y="3371348"/>
              <a:ext cx="236997" cy="128382"/>
            </a:xfrm>
            <a:custGeom>
              <a:avLst/>
              <a:gdLst/>
              <a:ahLst/>
              <a:cxnLst/>
              <a:rect l="l" t="t" r="r" b="b"/>
              <a:pathLst>
                <a:path w="7733" h="4189" extrusionOk="0">
                  <a:moveTo>
                    <a:pt x="4959" y="0"/>
                  </a:moveTo>
                  <a:cubicBezTo>
                    <a:pt x="3405" y="0"/>
                    <a:pt x="1917" y="515"/>
                    <a:pt x="1280" y="725"/>
                  </a:cubicBezTo>
                  <a:cubicBezTo>
                    <a:pt x="520" y="980"/>
                    <a:pt x="2799" y="900"/>
                    <a:pt x="2296" y="1234"/>
                  </a:cubicBezTo>
                  <a:cubicBezTo>
                    <a:pt x="1791" y="1569"/>
                    <a:pt x="368" y="2700"/>
                    <a:pt x="155" y="3021"/>
                  </a:cubicBezTo>
                  <a:cubicBezTo>
                    <a:pt x="1" y="3252"/>
                    <a:pt x="571" y="4189"/>
                    <a:pt x="1630" y="4189"/>
                  </a:cubicBezTo>
                  <a:cubicBezTo>
                    <a:pt x="2027" y="4189"/>
                    <a:pt x="2494" y="4057"/>
                    <a:pt x="3016" y="3706"/>
                  </a:cubicBezTo>
                  <a:cubicBezTo>
                    <a:pt x="4929" y="2421"/>
                    <a:pt x="6316" y="2309"/>
                    <a:pt x="6316" y="2309"/>
                  </a:cubicBezTo>
                  <a:cubicBezTo>
                    <a:pt x="7501" y="1631"/>
                    <a:pt x="7732" y="346"/>
                    <a:pt x="5879" y="66"/>
                  </a:cubicBezTo>
                  <a:cubicBezTo>
                    <a:pt x="5574" y="20"/>
                    <a:pt x="5265" y="0"/>
                    <a:pt x="4959" y="0"/>
                  </a:cubicBezTo>
                  <a:close/>
                </a:path>
              </a:pathLst>
            </a:custGeom>
            <a:solidFill>
              <a:srgbClr val="FCD2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6"/>
            <p:cNvSpPr/>
            <p:nvPr/>
          </p:nvSpPr>
          <p:spPr>
            <a:xfrm>
              <a:off x="6668604" y="2934897"/>
              <a:ext cx="395874" cy="535534"/>
            </a:xfrm>
            <a:custGeom>
              <a:avLst/>
              <a:gdLst/>
              <a:ahLst/>
              <a:cxnLst/>
              <a:rect l="l" t="t" r="r" b="b"/>
              <a:pathLst>
                <a:path w="12917" h="17474" extrusionOk="0">
                  <a:moveTo>
                    <a:pt x="10498" y="1"/>
                  </a:moveTo>
                  <a:cubicBezTo>
                    <a:pt x="9793" y="1"/>
                    <a:pt x="9145" y="504"/>
                    <a:pt x="8847" y="851"/>
                  </a:cubicBezTo>
                  <a:cubicBezTo>
                    <a:pt x="6842" y="3194"/>
                    <a:pt x="6026" y="8693"/>
                    <a:pt x="5726" y="11568"/>
                  </a:cubicBezTo>
                  <a:lnTo>
                    <a:pt x="0" y="13753"/>
                  </a:lnTo>
                  <a:cubicBezTo>
                    <a:pt x="2322" y="15581"/>
                    <a:pt x="344" y="17474"/>
                    <a:pt x="344" y="17474"/>
                  </a:cubicBezTo>
                  <a:cubicBezTo>
                    <a:pt x="344" y="17474"/>
                    <a:pt x="6402" y="16471"/>
                    <a:pt x="7894" y="15171"/>
                  </a:cubicBezTo>
                  <a:cubicBezTo>
                    <a:pt x="9675" y="13617"/>
                    <a:pt x="11522" y="6792"/>
                    <a:pt x="11522" y="6792"/>
                  </a:cubicBezTo>
                  <a:cubicBezTo>
                    <a:pt x="11522" y="6792"/>
                    <a:pt x="12916" y="2271"/>
                    <a:pt x="11839" y="784"/>
                  </a:cubicBezTo>
                  <a:cubicBezTo>
                    <a:pt x="11420" y="205"/>
                    <a:pt x="10948" y="1"/>
                    <a:pt x="1049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6"/>
            <p:cNvSpPr/>
            <p:nvPr/>
          </p:nvSpPr>
          <p:spPr>
            <a:xfrm>
              <a:off x="7335187" y="3200090"/>
              <a:ext cx="207606" cy="239694"/>
            </a:xfrm>
            <a:custGeom>
              <a:avLst/>
              <a:gdLst/>
              <a:ahLst/>
              <a:cxnLst/>
              <a:rect l="l" t="t" r="r" b="b"/>
              <a:pathLst>
                <a:path w="6774" h="7821" extrusionOk="0">
                  <a:moveTo>
                    <a:pt x="4130" y="0"/>
                  </a:moveTo>
                  <a:lnTo>
                    <a:pt x="0" y="4826"/>
                  </a:lnTo>
                  <a:cubicBezTo>
                    <a:pt x="3028" y="5074"/>
                    <a:pt x="2503" y="7821"/>
                    <a:pt x="2503" y="7821"/>
                  </a:cubicBezTo>
                  <a:lnTo>
                    <a:pt x="6773" y="1963"/>
                  </a:lnTo>
                  <a:lnTo>
                    <a:pt x="41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2" name="Google Shape;692;p36"/>
          <p:cNvSpPr/>
          <p:nvPr/>
        </p:nvSpPr>
        <p:spPr>
          <a:xfrm rot="5400000">
            <a:off x="5408566" y="29233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6"/>
          <p:cNvSpPr/>
          <p:nvPr/>
        </p:nvSpPr>
        <p:spPr>
          <a:xfrm rot="5400000">
            <a:off x="4097995" y="3760702"/>
            <a:ext cx="487017" cy="945692"/>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6"/>
          <p:cNvSpPr/>
          <p:nvPr/>
        </p:nvSpPr>
        <p:spPr>
          <a:xfrm rot="5400000">
            <a:off x="7265873" y="808885"/>
            <a:ext cx="252906" cy="491080"/>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37"/>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Contents of this template</a:t>
            </a:r>
            <a:endParaRPr/>
          </a:p>
        </p:txBody>
      </p:sp>
      <p:sp>
        <p:nvSpPr>
          <p:cNvPr id="700" name="Google Shape;700;p37"/>
          <p:cNvSpPr txBox="1"/>
          <p:nvPr/>
        </p:nvSpPr>
        <p:spPr>
          <a:xfrm>
            <a:off x="720000" y="1174500"/>
            <a:ext cx="7704000" cy="3447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chemeClr val="dk1"/>
                </a:solidFill>
                <a:latin typeface="Dosis"/>
                <a:ea typeface="Dosis"/>
                <a:cs typeface="Dosis"/>
                <a:sym typeface="Dosis"/>
              </a:rPr>
              <a:t>You can delete this slide when you’re done editing the presentation</a:t>
            </a:r>
            <a:endParaRPr sz="1100" b="1">
              <a:solidFill>
                <a:schemeClr val="dk1"/>
              </a:solidFill>
              <a:latin typeface="Dosis"/>
              <a:ea typeface="Dosis"/>
              <a:cs typeface="Dosis"/>
              <a:sym typeface="Dosis"/>
            </a:endParaRPr>
          </a:p>
        </p:txBody>
      </p:sp>
      <p:sp>
        <p:nvSpPr>
          <p:cNvPr id="701" name="Google Shape;701;p37"/>
          <p:cNvSpPr txBox="1"/>
          <p:nvPr/>
        </p:nvSpPr>
        <p:spPr>
          <a:xfrm>
            <a:off x="720663" y="4124675"/>
            <a:ext cx="3051000" cy="47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Dosis"/>
                <a:ea typeface="Dosis"/>
                <a:cs typeface="Dosis"/>
                <a:sym typeface="Dosis"/>
              </a:rPr>
              <a:t>For more info:</a:t>
            </a:r>
            <a:r>
              <a:rPr lang="en" sz="1000" b="1">
                <a:solidFill>
                  <a:schemeClr val="dk1"/>
                </a:solidFill>
                <a:latin typeface="Dosis"/>
                <a:ea typeface="Dosis"/>
                <a:cs typeface="Dosis"/>
                <a:sym typeface="Dosis"/>
              </a:rPr>
              <a:t/>
            </a:r>
            <a:br>
              <a:rPr lang="en" sz="1000" b="1">
                <a:solidFill>
                  <a:schemeClr val="dk1"/>
                </a:solidFill>
                <a:latin typeface="Dosis"/>
                <a:ea typeface="Dosis"/>
                <a:cs typeface="Dosis"/>
                <a:sym typeface="Dosis"/>
              </a:rPr>
            </a:br>
            <a:r>
              <a:rPr lang="en" sz="1000" b="1">
                <a:solidFill>
                  <a:schemeClr val="dk1"/>
                </a:solidFill>
                <a:uFill>
                  <a:noFill/>
                </a:uFill>
                <a:latin typeface="Dosis"/>
                <a:ea typeface="Dosis"/>
                <a:cs typeface="Dosis"/>
                <a:sym typeface="Dosi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a:t>
            </a:r>
            <a:r>
              <a:rPr lang="en" sz="1000" b="1">
                <a:solidFill>
                  <a:schemeClr val="dk1"/>
                </a:solidFill>
                <a:latin typeface="Dosis"/>
                <a:ea typeface="Dosis"/>
                <a:cs typeface="Dosis"/>
                <a:sym typeface="Dosis"/>
              </a:rPr>
              <a:t> |  </a:t>
            </a:r>
            <a:r>
              <a:rPr lang="en" sz="1000" b="1">
                <a:solidFill>
                  <a:schemeClr val="dk1"/>
                </a:solidFill>
                <a:uFill>
                  <a:noFill/>
                </a:uFill>
                <a:latin typeface="Dosis"/>
                <a:ea typeface="Dosis"/>
                <a:cs typeface="Dosis"/>
                <a:sym typeface="Dosis"/>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BLOG</a:t>
            </a:r>
            <a:r>
              <a:rPr lang="en" sz="1000" b="1">
                <a:solidFill>
                  <a:schemeClr val="dk1"/>
                </a:solidFill>
                <a:latin typeface="Dosis"/>
                <a:ea typeface="Dosis"/>
                <a:cs typeface="Dosis"/>
                <a:sym typeface="Dosis"/>
              </a:rPr>
              <a:t>  |  </a:t>
            </a:r>
            <a:r>
              <a:rPr lang="en" sz="1000" b="1">
                <a:solidFill>
                  <a:schemeClr val="dk1"/>
                </a:solidFill>
                <a:uFill>
                  <a:noFill/>
                </a:uFill>
                <a:latin typeface="Dosis"/>
                <a:ea typeface="Dosis"/>
                <a:cs typeface="Dosis"/>
                <a:sym typeface="Dosis"/>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endParaRPr sz="1000" b="1">
              <a:solidFill>
                <a:schemeClr val="dk1"/>
              </a:solidFill>
              <a:latin typeface="Dosis"/>
              <a:ea typeface="Dosis"/>
              <a:cs typeface="Dosis"/>
              <a:sym typeface="Dosis"/>
            </a:endParaRPr>
          </a:p>
        </p:txBody>
      </p:sp>
      <p:sp>
        <p:nvSpPr>
          <p:cNvPr id="702" name="Google Shape;702;p37"/>
          <p:cNvSpPr txBox="1"/>
          <p:nvPr/>
        </p:nvSpPr>
        <p:spPr>
          <a:xfrm>
            <a:off x="5372338" y="4124675"/>
            <a:ext cx="3051000" cy="478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000">
                <a:solidFill>
                  <a:schemeClr val="dk1"/>
                </a:solidFill>
                <a:latin typeface="Dosis"/>
                <a:ea typeface="Dosis"/>
                <a:cs typeface="Dosis"/>
                <a:sym typeface="Dosis"/>
              </a:rPr>
              <a:t>You can visit our sister projects:</a:t>
            </a:r>
            <a:br>
              <a:rPr lang="en" sz="1000">
                <a:solidFill>
                  <a:schemeClr val="dk1"/>
                </a:solidFill>
                <a:latin typeface="Dosis"/>
                <a:ea typeface="Dosis"/>
                <a:cs typeface="Dosis"/>
                <a:sym typeface="Dosis"/>
              </a:rPr>
            </a:br>
            <a:r>
              <a:rPr lang="en" sz="1000" b="1">
                <a:solidFill>
                  <a:schemeClr val="dk1"/>
                </a:solidFill>
                <a:uFill>
                  <a:noFill/>
                </a:uFill>
                <a:latin typeface="Dosis"/>
                <a:ea typeface="Dosis"/>
                <a:cs typeface="Dosis"/>
                <a:sym typeface="Dosis"/>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b="1">
                <a:solidFill>
                  <a:schemeClr val="dk1"/>
                </a:solidFill>
                <a:latin typeface="Dosis"/>
                <a:ea typeface="Dosis"/>
                <a:cs typeface="Dosis"/>
                <a:sym typeface="Dosis"/>
              </a:rPr>
              <a:t> | </a:t>
            </a:r>
            <a:r>
              <a:rPr lang="en" sz="1000" b="1">
                <a:solidFill>
                  <a:schemeClr val="dk1"/>
                </a:solidFill>
                <a:uFill>
                  <a:noFill/>
                </a:uFill>
                <a:latin typeface="Dosis"/>
                <a:ea typeface="Dosis"/>
                <a:cs typeface="Dosis"/>
                <a:sym typeface="Dosis"/>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b="1">
                <a:solidFill>
                  <a:schemeClr val="dk1"/>
                </a:solidFill>
                <a:latin typeface="Dosis"/>
                <a:ea typeface="Dosis"/>
                <a:cs typeface="Dosis"/>
                <a:sym typeface="Dosis"/>
              </a:rPr>
              <a:t> | </a:t>
            </a:r>
            <a:r>
              <a:rPr lang="en" sz="1000" b="1">
                <a:solidFill>
                  <a:schemeClr val="dk1"/>
                </a:solidFill>
                <a:uFill>
                  <a:noFill/>
                </a:uFill>
                <a:latin typeface="Dosis"/>
                <a:ea typeface="Dosis"/>
                <a:cs typeface="Dosis"/>
                <a:sym typeface="Dosis"/>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000" b="1">
                <a:solidFill>
                  <a:schemeClr val="dk1"/>
                </a:solidFill>
                <a:latin typeface="Dosis"/>
                <a:ea typeface="Dosis"/>
                <a:cs typeface="Dosis"/>
                <a:sym typeface="Dosis"/>
              </a:rPr>
              <a:t> | </a:t>
            </a:r>
            <a:r>
              <a:rPr lang="en" sz="1000" b="1">
                <a:solidFill>
                  <a:schemeClr val="dk1"/>
                </a:solidFill>
                <a:uFill>
                  <a:noFill/>
                </a:uFill>
                <a:latin typeface="Dosis"/>
                <a:ea typeface="Dosis"/>
                <a:cs typeface="Dosis"/>
                <a:sym typeface="Dosis"/>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 </a:t>
            </a:r>
            <a:r>
              <a:rPr lang="en" sz="1000" b="1">
                <a:solidFill>
                  <a:schemeClr val="dk1"/>
                </a:solidFill>
                <a:latin typeface="Dosis"/>
                <a:ea typeface="Dosis"/>
                <a:cs typeface="Dosis"/>
                <a:sym typeface="Dosis"/>
              </a:rPr>
              <a:t>| </a:t>
            </a:r>
            <a:r>
              <a:rPr lang="en" sz="1000" b="1">
                <a:solidFill>
                  <a:schemeClr val="dk1"/>
                </a:solidFill>
                <a:uFill>
                  <a:noFill/>
                </a:uFill>
                <a:latin typeface="Dosis"/>
                <a:ea typeface="Dosis"/>
                <a:cs typeface="Dosis"/>
                <a:sym typeface="Dosis"/>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VIDEVO</a:t>
            </a:r>
            <a:endParaRPr sz="1000" b="1">
              <a:solidFill>
                <a:schemeClr val="dk1"/>
              </a:solidFill>
              <a:latin typeface="Dosis"/>
              <a:ea typeface="Dosis"/>
              <a:cs typeface="Dosis"/>
              <a:sym typeface="Dosis"/>
            </a:endParaRPr>
          </a:p>
        </p:txBody>
      </p:sp>
      <p:graphicFrame>
        <p:nvGraphicFramePr>
          <p:cNvPr id="703" name="Google Shape;703;p37"/>
          <p:cNvGraphicFramePr/>
          <p:nvPr/>
        </p:nvGraphicFramePr>
        <p:xfrm>
          <a:off x="720000" y="1659707"/>
          <a:ext cx="3000000" cy="3000000"/>
        </p:xfrm>
        <a:graphic>
          <a:graphicData uri="http://schemas.openxmlformats.org/drawingml/2006/table">
            <a:tbl>
              <a:tblPr>
                <a:noFill/>
                <a:tableStyleId>{AB1FA02C-B630-46F3-810D-4C66A9C3E753}</a:tableStyleId>
              </a:tblPr>
              <a:tblGrid>
                <a:gridCol w="2269275">
                  <a:extLst>
                    <a:ext uri="{9D8B030D-6E8A-4147-A177-3AD203B41FA5}">
                      <a16:colId xmlns:a16="http://schemas.microsoft.com/office/drawing/2014/main" val="20000"/>
                    </a:ext>
                  </a:extLst>
                </a:gridCol>
                <a:gridCol w="5433300">
                  <a:extLst>
                    <a:ext uri="{9D8B030D-6E8A-4147-A177-3AD203B41FA5}">
                      <a16:colId xmlns:a16="http://schemas.microsoft.com/office/drawing/2014/main" val="20001"/>
                    </a:ext>
                  </a:extLst>
                </a:gridCol>
              </a:tblGrid>
              <a:tr h="312025">
                <a:tc>
                  <a:txBody>
                    <a:bodyPr/>
                    <a:lstStyle/>
                    <a:p>
                      <a:pPr marL="0" lvl="0" indent="0" algn="l" rtl="0">
                        <a:spcBef>
                          <a:spcPts val="0"/>
                        </a:spcBef>
                        <a:spcAft>
                          <a:spcPts val="0"/>
                        </a:spcAft>
                        <a:buNone/>
                      </a:pPr>
                      <a:r>
                        <a:rPr lang="en" sz="1100" b="1">
                          <a:solidFill>
                            <a:schemeClr val="dk1"/>
                          </a:solidFill>
                          <a:uFill>
                            <a:noFill/>
                          </a:uFill>
                          <a:latin typeface="Chau Philomene One"/>
                          <a:ea typeface="Chau Philomene One"/>
                          <a:cs typeface="Chau Philomene One"/>
                          <a:sym typeface="Chau Philomene On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Fonts</a:t>
                      </a:r>
                      <a:endParaRPr sz="1100" b="1">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alpha val="0"/>
                        </a:schemeClr>
                      </a:solidFill>
                      <a:prstDash val="dash"/>
                      <a:round/>
                      <a:headEnd type="none" w="sm" len="sm"/>
                      <a:tailEnd type="none" w="sm" len="sm"/>
                    </a:lnT>
                    <a:lnB w="19050" cap="flat" cmpd="sng">
                      <a:solidFill>
                        <a:schemeClr val="dk2"/>
                      </a:solidFill>
                      <a:prstDash val="dash"/>
                      <a:round/>
                      <a:headEnd type="none" w="sm" len="sm"/>
                      <a:tailEnd type="none" w="sm" len="sm"/>
                    </a:lnB>
                    <a:solidFill>
                      <a:schemeClr val="dk2"/>
                    </a:solidFill>
                  </a:tcPr>
                </a:tc>
                <a:tc>
                  <a:txBody>
                    <a:bodyPr/>
                    <a:lstStyle/>
                    <a:p>
                      <a:pPr marL="0" lvl="0" indent="0" algn="l" rtl="0">
                        <a:spcBef>
                          <a:spcPts val="0"/>
                        </a:spcBef>
                        <a:spcAft>
                          <a:spcPts val="1600"/>
                        </a:spcAft>
                        <a:buClr>
                          <a:schemeClr val="dk1"/>
                        </a:buClr>
                        <a:buSzPts val="1100"/>
                        <a:buFont typeface="Arial"/>
                        <a:buNone/>
                      </a:pPr>
                      <a:r>
                        <a:rPr lang="en" sz="1100">
                          <a:solidFill>
                            <a:schemeClr val="dk1"/>
                          </a:solidFill>
                          <a:latin typeface="Dosis"/>
                          <a:ea typeface="Dosis"/>
                          <a:cs typeface="Dosis"/>
                          <a:sym typeface="Dosis"/>
                        </a:rPr>
                        <a:t>To view this template correctly in PowerPoint, download and install the fonts we used</a:t>
                      </a:r>
                      <a:endParaRPr sz="1100">
                        <a:solidFill>
                          <a:schemeClr val="dk1"/>
                        </a:solidFill>
                        <a:latin typeface="Dosis"/>
                        <a:ea typeface="Dosis"/>
                        <a:cs typeface="Dosis"/>
                        <a:sym typeface="Dosis"/>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alpha val="0"/>
                        </a:schemeClr>
                      </a:solidFill>
                      <a:prstDash val="dash"/>
                      <a:round/>
                      <a:headEnd type="none" w="sm" len="sm"/>
                      <a:tailEnd type="none" w="sm" len="sm"/>
                    </a:lnT>
                    <a:lnB w="19050" cap="flat" cmpd="sng">
                      <a:solidFill>
                        <a:schemeClr val="dk2"/>
                      </a:solidFill>
                      <a:prstDash val="dash"/>
                      <a:round/>
                      <a:headEnd type="none" w="sm" len="sm"/>
                      <a:tailEnd type="none" w="sm" len="sm"/>
                    </a:lnB>
                  </a:tcPr>
                </a:tc>
                <a:extLst>
                  <a:ext uri="{0D108BD9-81ED-4DB2-BD59-A6C34878D82A}">
                    <a16:rowId xmlns:a16="http://schemas.microsoft.com/office/drawing/2014/main" val="10000"/>
                  </a:ext>
                </a:extLst>
              </a:tr>
              <a:tr h="461250">
                <a:tc>
                  <a:txBody>
                    <a:bodyPr/>
                    <a:lstStyle/>
                    <a:p>
                      <a:pPr marL="0" lvl="0" indent="0" algn="l" rtl="0">
                        <a:spcBef>
                          <a:spcPts val="0"/>
                        </a:spcBef>
                        <a:spcAft>
                          <a:spcPts val="0"/>
                        </a:spcAft>
                        <a:buNone/>
                      </a:pPr>
                      <a:r>
                        <a:rPr lang="en" sz="1100" b="1">
                          <a:solidFill>
                            <a:schemeClr val="dk1"/>
                          </a:solidFill>
                          <a:uFill>
                            <a:noFill/>
                          </a:uFill>
                          <a:latin typeface="Chau Philomene One"/>
                          <a:ea typeface="Chau Philomene One"/>
                          <a:cs typeface="Chau Philomene One"/>
                          <a:sym typeface="Chau Philomene On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Used</a:t>
                      </a:r>
                      <a:r>
                        <a:rPr lang="en" sz="1100" b="1">
                          <a:solidFill>
                            <a:schemeClr val="dk1"/>
                          </a:solidFill>
                          <a:latin typeface="Chau Philomene One"/>
                          <a:ea typeface="Chau Philomene One"/>
                          <a:cs typeface="Chau Philomene One"/>
                          <a:sym typeface="Chau Philomene One"/>
                        </a:rPr>
                        <a:t> and </a:t>
                      </a:r>
                      <a:r>
                        <a:rPr lang="en" sz="1100" b="1">
                          <a:solidFill>
                            <a:schemeClr val="dk1"/>
                          </a:solidFill>
                          <a:uFill>
                            <a:noFill/>
                          </a:uFill>
                          <a:latin typeface="Chau Philomene One"/>
                          <a:ea typeface="Chau Philomene One"/>
                          <a:cs typeface="Chau Philomene One"/>
                          <a:sym typeface="Chau Philomene On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alternative resources</a:t>
                      </a:r>
                      <a:endParaRPr sz="1100" b="1">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solidFill>
                      <a:prstDash val="dash"/>
                      <a:round/>
                      <a:headEnd type="none" w="sm" len="sm"/>
                      <a:tailEnd type="none" w="sm" len="sm"/>
                    </a:lnT>
                    <a:lnB w="19050" cap="flat" cmpd="sng">
                      <a:solidFill>
                        <a:schemeClr val="dk2"/>
                      </a:solidFill>
                      <a:prstDash val="dash"/>
                      <a:round/>
                      <a:headEnd type="none" w="sm" len="sm"/>
                      <a:tailEnd type="none" w="sm" len="sm"/>
                    </a:lnB>
                    <a:solidFill>
                      <a:schemeClr val="dk2"/>
                    </a:solidFill>
                  </a:tcPr>
                </a:tc>
                <a:tc>
                  <a:txBody>
                    <a:bodyPr/>
                    <a:lstStyle/>
                    <a:p>
                      <a:pPr marL="0" lvl="0" indent="0" algn="l" rtl="0">
                        <a:spcBef>
                          <a:spcPts val="0"/>
                        </a:spcBef>
                        <a:spcAft>
                          <a:spcPts val="1600"/>
                        </a:spcAft>
                        <a:buClr>
                          <a:schemeClr val="dk1"/>
                        </a:buClr>
                        <a:buSzPts val="1100"/>
                        <a:buFont typeface="Arial"/>
                        <a:buNone/>
                      </a:pPr>
                      <a:r>
                        <a:rPr lang="en" sz="1100">
                          <a:solidFill>
                            <a:schemeClr val="dk1"/>
                          </a:solidFill>
                          <a:latin typeface="Dosis"/>
                          <a:ea typeface="Dosis"/>
                          <a:cs typeface="Dosis"/>
                          <a:sym typeface="Dosis"/>
                        </a:rPr>
                        <a:t>An assortment of graphic resources that are suitable for use in this presentation</a:t>
                      </a:r>
                      <a:endParaRPr sz="1100">
                        <a:solidFill>
                          <a:schemeClr val="dk1"/>
                        </a:solidFill>
                        <a:latin typeface="Dosis"/>
                        <a:ea typeface="Dosis"/>
                        <a:cs typeface="Dosis"/>
                        <a:sym typeface="Dosis"/>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solidFill>
                      <a:prstDash val="dash"/>
                      <a:round/>
                      <a:headEnd type="none" w="sm" len="sm"/>
                      <a:tailEnd type="none" w="sm" len="sm"/>
                    </a:lnT>
                    <a:lnB w="19050" cap="flat" cmpd="sng">
                      <a:solidFill>
                        <a:schemeClr val="dk2"/>
                      </a:solidFill>
                      <a:prstDash val="dash"/>
                      <a:round/>
                      <a:headEnd type="none" w="sm" len="sm"/>
                      <a:tailEnd type="none" w="sm" len="sm"/>
                    </a:lnB>
                  </a:tcPr>
                </a:tc>
                <a:extLst>
                  <a:ext uri="{0D108BD9-81ED-4DB2-BD59-A6C34878D82A}">
                    <a16:rowId xmlns:a16="http://schemas.microsoft.com/office/drawing/2014/main" val="10001"/>
                  </a:ext>
                </a:extLst>
              </a:tr>
              <a:tr h="312025">
                <a:tc>
                  <a:txBody>
                    <a:bodyPr/>
                    <a:lstStyle/>
                    <a:p>
                      <a:pPr marL="0" lvl="0" indent="0" algn="l" rtl="0">
                        <a:spcBef>
                          <a:spcPts val="0"/>
                        </a:spcBef>
                        <a:spcAft>
                          <a:spcPts val="0"/>
                        </a:spcAft>
                        <a:buNone/>
                      </a:pPr>
                      <a:r>
                        <a:rPr lang="en" sz="1100" b="1">
                          <a:solidFill>
                            <a:schemeClr val="dk1"/>
                          </a:solidFill>
                          <a:uFill>
                            <a:noFill/>
                          </a:uFill>
                          <a:latin typeface="Chau Philomene One"/>
                          <a:ea typeface="Chau Philomene One"/>
                          <a:cs typeface="Chau Philomene One"/>
                          <a:sym typeface="Chau Philomene One"/>
                          <a:hlinkClick r:id="rId11" action="ppaction://hlinksldjump">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Thanks slide </a:t>
                      </a:r>
                      <a:endParaRPr sz="1100" b="1">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solidFill>
                      <a:prstDash val="dash"/>
                      <a:round/>
                      <a:headEnd type="none" w="sm" len="sm"/>
                      <a:tailEnd type="none" w="sm" len="sm"/>
                    </a:lnT>
                    <a:lnB w="19050" cap="flat" cmpd="sng">
                      <a:solidFill>
                        <a:schemeClr val="dk2"/>
                      </a:solidFill>
                      <a:prstDash val="dash"/>
                      <a:round/>
                      <a:headEnd type="none" w="sm" len="sm"/>
                      <a:tailEnd type="none" w="sm" len="sm"/>
                    </a:lnB>
                    <a:solidFill>
                      <a:schemeClr val="dk2"/>
                    </a:solidFill>
                  </a:tcPr>
                </a:tc>
                <a:tc>
                  <a:txBody>
                    <a:bodyPr/>
                    <a:lstStyle/>
                    <a:p>
                      <a:pPr marL="0" lvl="0" indent="0" algn="l" rtl="0">
                        <a:spcBef>
                          <a:spcPts val="0"/>
                        </a:spcBef>
                        <a:spcAft>
                          <a:spcPts val="1600"/>
                        </a:spcAft>
                        <a:buNone/>
                      </a:pPr>
                      <a:r>
                        <a:rPr lang="en" sz="1100">
                          <a:solidFill>
                            <a:schemeClr val="dk1"/>
                          </a:solidFill>
                          <a:latin typeface="Dosis"/>
                          <a:ea typeface="Dosis"/>
                          <a:cs typeface="Dosis"/>
                          <a:sym typeface="Dosis"/>
                        </a:rPr>
                        <a:t>You must keep it so that proper credits for our design are given</a:t>
                      </a:r>
                      <a:endParaRPr sz="1100">
                        <a:solidFill>
                          <a:schemeClr val="dk1"/>
                        </a:solidFill>
                        <a:latin typeface="Dosis"/>
                        <a:ea typeface="Dosis"/>
                        <a:cs typeface="Dosis"/>
                        <a:sym typeface="Dosis"/>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solidFill>
                      <a:prstDash val="dash"/>
                      <a:round/>
                      <a:headEnd type="none" w="sm" len="sm"/>
                      <a:tailEnd type="none" w="sm" len="sm"/>
                    </a:lnT>
                    <a:lnB w="19050" cap="flat" cmpd="sng">
                      <a:solidFill>
                        <a:schemeClr val="dk2"/>
                      </a:solidFill>
                      <a:prstDash val="dash"/>
                      <a:round/>
                      <a:headEnd type="none" w="sm" len="sm"/>
                      <a:tailEnd type="none" w="sm" len="sm"/>
                    </a:lnB>
                  </a:tcPr>
                </a:tc>
                <a:extLst>
                  <a:ext uri="{0D108BD9-81ED-4DB2-BD59-A6C34878D82A}">
                    <a16:rowId xmlns:a16="http://schemas.microsoft.com/office/drawing/2014/main" val="10002"/>
                  </a:ext>
                </a:extLst>
              </a:tr>
              <a:tr h="312025">
                <a:tc>
                  <a:txBody>
                    <a:bodyPr/>
                    <a:lstStyle/>
                    <a:p>
                      <a:pPr marL="0" lvl="0" indent="0" algn="l" rtl="0">
                        <a:spcBef>
                          <a:spcPts val="0"/>
                        </a:spcBef>
                        <a:spcAft>
                          <a:spcPts val="0"/>
                        </a:spcAft>
                        <a:buNone/>
                      </a:pPr>
                      <a:r>
                        <a:rPr lang="en" sz="1100" b="1">
                          <a:solidFill>
                            <a:schemeClr val="dk1"/>
                          </a:solidFill>
                          <a:uFill>
                            <a:noFill/>
                          </a:uFill>
                          <a:latin typeface="Chau Philomene One"/>
                          <a:ea typeface="Chau Philomene One"/>
                          <a:cs typeface="Chau Philomene One"/>
                          <a:sym typeface="Chau Philomene On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Colors</a:t>
                      </a:r>
                      <a:endParaRPr sz="1100" b="1">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solidFill>
                      <a:prstDash val="dash"/>
                      <a:round/>
                      <a:headEnd type="none" w="sm" len="sm"/>
                      <a:tailEnd type="none" w="sm" len="sm"/>
                    </a:lnT>
                    <a:lnB w="19050" cap="flat" cmpd="sng">
                      <a:solidFill>
                        <a:schemeClr val="dk2"/>
                      </a:solidFill>
                      <a:prstDash val="dash"/>
                      <a:round/>
                      <a:headEnd type="none" w="sm" len="sm"/>
                      <a:tailEnd type="none" w="sm" len="sm"/>
                    </a:lnB>
                    <a:solidFill>
                      <a:schemeClr val="dk2"/>
                    </a:solidFill>
                  </a:tcPr>
                </a:tc>
                <a:tc>
                  <a:txBody>
                    <a:bodyPr/>
                    <a:lstStyle/>
                    <a:p>
                      <a:pPr marL="0" lvl="0" indent="0" algn="l" rtl="0">
                        <a:spcBef>
                          <a:spcPts val="0"/>
                        </a:spcBef>
                        <a:spcAft>
                          <a:spcPts val="1600"/>
                        </a:spcAft>
                        <a:buNone/>
                      </a:pPr>
                      <a:r>
                        <a:rPr lang="en" sz="1100">
                          <a:solidFill>
                            <a:schemeClr val="dk1"/>
                          </a:solidFill>
                          <a:latin typeface="Dosis"/>
                          <a:ea typeface="Dosis"/>
                          <a:cs typeface="Dosis"/>
                          <a:sym typeface="Dosis"/>
                        </a:rPr>
                        <a:t>All the colors used in this presentation</a:t>
                      </a:r>
                      <a:endParaRPr sz="1100">
                        <a:solidFill>
                          <a:schemeClr val="dk1"/>
                        </a:solidFill>
                        <a:latin typeface="Dosis"/>
                        <a:ea typeface="Dosis"/>
                        <a:cs typeface="Dosis"/>
                        <a:sym typeface="Dosis"/>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solidFill>
                      <a:prstDash val="dash"/>
                      <a:round/>
                      <a:headEnd type="none" w="sm" len="sm"/>
                      <a:tailEnd type="none" w="sm" len="sm"/>
                    </a:lnT>
                    <a:lnB w="19050" cap="flat" cmpd="sng">
                      <a:solidFill>
                        <a:schemeClr val="dk2"/>
                      </a:solidFill>
                      <a:prstDash val="dash"/>
                      <a:round/>
                      <a:headEnd type="none" w="sm" len="sm"/>
                      <a:tailEnd type="none" w="sm" len="sm"/>
                    </a:lnB>
                  </a:tcPr>
                </a:tc>
                <a:extLst>
                  <a:ext uri="{0D108BD9-81ED-4DB2-BD59-A6C34878D82A}">
                    <a16:rowId xmlns:a16="http://schemas.microsoft.com/office/drawing/2014/main" val="10003"/>
                  </a:ext>
                </a:extLst>
              </a:tr>
              <a:tr h="461250">
                <a:tc>
                  <a:txBody>
                    <a:bodyPr/>
                    <a:lstStyle/>
                    <a:p>
                      <a:pPr marL="0" lvl="0" indent="0" algn="l" rtl="0">
                        <a:spcBef>
                          <a:spcPts val="0"/>
                        </a:spcBef>
                        <a:spcAft>
                          <a:spcPts val="0"/>
                        </a:spcAft>
                        <a:buNone/>
                      </a:pPr>
                      <a:r>
                        <a:rPr lang="en" sz="1100" b="1">
                          <a:solidFill>
                            <a:schemeClr val="dk1"/>
                          </a:solidFill>
                          <a:uFill>
                            <a:noFill/>
                          </a:uFill>
                          <a:latin typeface="Chau Philomene One"/>
                          <a:ea typeface="Chau Philomene One"/>
                          <a:cs typeface="Chau Philomene One"/>
                          <a:sym typeface="Chau Philomene On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Icons </a:t>
                      </a:r>
                      <a:r>
                        <a:rPr lang="en" sz="1100" b="1">
                          <a:solidFill>
                            <a:schemeClr val="dk1"/>
                          </a:solidFill>
                          <a:latin typeface="Chau Philomene One"/>
                          <a:ea typeface="Chau Philomene One"/>
                          <a:cs typeface="Chau Philomene One"/>
                          <a:sym typeface="Chau Philomene One"/>
                        </a:rPr>
                        <a:t>and </a:t>
                      </a:r>
                      <a:r>
                        <a:rPr lang="en" sz="1100" b="1">
                          <a:solidFill>
                            <a:schemeClr val="dk1"/>
                          </a:solidFill>
                          <a:uFill>
                            <a:noFill/>
                          </a:uFill>
                          <a:latin typeface="Chau Philomene One"/>
                          <a:ea typeface="Chau Philomene One"/>
                          <a:cs typeface="Chau Philomene One"/>
                          <a:sym typeface="Chau Philomene On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infographic resources</a:t>
                      </a:r>
                      <a:endParaRPr sz="1100" b="1">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solidFill>
                      <a:prstDash val="dash"/>
                      <a:round/>
                      <a:headEnd type="none" w="sm" len="sm"/>
                      <a:tailEnd type="none" w="sm" len="sm"/>
                    </a:lnT>
                    <a:lnB w="19050" cap="flat" cmpd="sng">
                      <a:solidFill>
                        <a:schemeClr val="dk2"/>
                      </a:solidFill>
                      <a:prstDash val="dash"/>
                      <a:round/>
                      <a:headEnd type="none" w="sm" len="sm"/>
                      <a:tailEnd type="none" w="sm" len="sm"/>
                    </a:lnB>
                    <a:solidFill>
                      <a:schemeClr val="dk2"/>
                    </a:solidFill>
                  </a:tcPr>
                </a:tc>
                <a:tc>
                  <a:txBody>
                    <a:bodyPr/>
                    <a:lstStyle/>
                    <a:p>
                      <a:pPr marL="0" lvl="0" indent="0" algn="l" rtl="0">
                        <a:spcBef>
                          <a:spcPts val="0"/>
                        </a:spcBef>
                        <a:spcAft>
                          <a:spcPts val="0"/>
                        </a:spcAft>
                        <a:buNone/>
                      </a:pPr>
                      <a:r>
                        <a:rPr lang="en" sz="1100">
                          <a:solidFill>
                            <a:schemeClr val="dk1"/>
                          </a:solidFill>
                          <a:latin typeface="Dosis"/>
                          <a:ea typeface="Dosis"/>
                          <a:cs typeface="Dosis"/>
                          <a:sym typeface="Dosis"/>
                        </a:rPr>
                        <a:t>These can be used in the template, and their size and color can be edited</a:t>
                      </a:r>
                      <a:endParaRPr sz="1100">
                        <a:solidFill>
                          <a:schemeClr val="dk1"/>
                        </a:solidFill>
                        <a:latin typeface="Dosis"/>
                        <a:ea typeface="Dosis"/>
                        <a:cs typeface="Dosis"/>
                        <a:sym typeface="Dosis"/>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solidFill>
                      <a:prstDash val="dash"/>
                      <a:round/>
                      <a:headEnd type="none" w="sm" len="sm"/>
                      <a:tailEnd type="none" w="sm" len="sm"/>
                    </a:lnT>
                    <a:lnB w="19050" cap="flat" cmpd="sng">
                      <a:solidFill>
                        <a:schemeClr val="dk2"/>
                      </a:solidFill>
                      <a:prstDash val="dash"/>
                      <a:round/>
                      <a:headEnd type="none" w="sm" len="sm"/>
                      <a:tailEnd type="none" w="sm" len="sm"/>
                    </a:lnB>
                  </a:tcPr>
                </a:tc>
                <a:extLst>
                  <a:ext uri="{0D108BD9-81ED-4DB2-BD59-A6C34878D82A}">
                    <a16:rowId xmlns:a16="http://schemas.microsoft.com/office/drawing/2014/main" val="10004"/>
                  </a:ext>
                </a:extLst>
              </a:tr>
              <a:tr h="312025">
                <a:tc>
                  <a:txBody>
                    <a:bodyPr/>
                    <a:lstStyle/>
                    <a:p>
                      <a:pPr marL="0" lvl="0" indent="0" algn="l" rtl="0">
                        <a:spcBef>
                          <a:spcPts val="0"/>
                        </a:spcBef>
                        <a:spcAft>
                          <a:spcPts val="0"/>
                        </a:spcAft>
                        <a:buNone/>
                      </a:pPr>
                      <a:r>
                        <a:rPr lang="en" sz="1100" b="1">
                          <a:solidFill>
                            <a:schemeClr val="dk1"/>
                          </a:solidFill>
                          <a:latin typeface="Chau Philomene One"/>
                          <a:ea typeface="Chau Philomene One"/>
                          <a:cs typeface="Chau Philomene One"/>
                          <a:sym typeface="Chau Philomene One"/>
                        </a:rPr>
                        <a:t>Editable presentation theme </a:t>
                      </a:r>
                      <a:endParaRPr sz="1100" b="1">
                        <a:solidFill>
                          <a:schemeClr val="dk1"/>
                        </a:solidFill>
                        <a:latin typeface="Chau Philomene One"/>
                        <a:ea typeface="Chau Philomene One"/>
                        <a:cs typeface="Chau Philomene One"/>
                        <a:sym typeface="Chau Philomene One"/>
                      </a:endParaRPr>
                    </a:p>
                  </a:txBody>
                  <a:tcPr marL="91425" marR="91425" marT="91425" marB="91425">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solidFill>
                      <a:prstDash val="dash"/>
                      <a:round/>
                      <a:headEnd type="none" w="sm" len="sm"/>
                      <a:tailEnd type="none" w="sm" len="sm"/>
                    </a:lnT>
                    <a:lnB w="19050" cap="flat" cmpd="sng">
                      <a:solidFill>
                        <a:schemeClr val="dk2">
                          <a:alpha val="0"/>
                        </a:schemeClr>
                      </a:solidFill>
                      <a:prstDash val="dash"/>
                      <a:round/>
                      <a:headEnd type="none" w="sm" len="sm"/>
                      <a:tailEnd type="none" w="sm" len="sm"/>
                    </a:lnB>
                    <a:solidFill>
                      <a:schemeClr val="dk2"/>
                    </a:solidFill>
                  </a:tcPr>
                </a:tc>
                <a:tc>
                  <a:txBody>
                    <a:bodyPr/>
                    <a:lstStyle/>
                    <a:p>
                      <a:pPr marL="0" lvl="0" indent="0" algn="l" rtl="0">
                        <a:spcBef>
                          <a:spcPts val="0"/>
                        </a:spcBef>
                        <a:spcAft>
                          <a:spcPts val="1600"/>
                        </a:spcAft>
                        <a:buNone/>
                      </a:pPr>
                      <a:r>
                        <a:rPr lang="en" sz="1100">
                          <a:solidFill>
                            <a:schemeClr val="dk1"/>
                          </a:solidFill>
                          <a:latin typeface="Dosis"/>
                          <a:ea typeface="Dosis"/>
                          <a:cs typeface="Dosis"/>
                          <a:sym typeface="Dosis"/>
                        </a:rPr>
                        <a:t>You can edit the master slides easily. For more info, click </a:t>
                      </a:r>
                      <a:r>
                        <a:rPr lang="en" sz="1100" b="1" u="sng">
                          <a:solidFill>
                            <a:schemeClr val="dk1"/>
                          </a:solidFill>
                          <a:latin typeface="Dosis"/>
                          <a:ea typeface="Dosis"/>
                          <a:cs typeface="Dosis"/>
                          <a:sym typeface="Dosis"/>
                          <a:hlinkClick r:id="rId1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100">
                        <a:solidFill>
                          <a:schemeClr val="dk1"/>
                        </a:solidFill>
                        <a:latin typeface="Dosis"/>
                        <a:ea typeface="Dosis"/>
                        <a:cs typeface="Dosis"/>
                        <a:sym typeface="Dosis"/>
                      </a:endParaRPr>
                    </a:p>
                  </a:txBody>
                  <a:tcPr marL="91425" marR="91425" marT="91425" marB="91425">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solidFill>
                      <a:prstDash val="dash"/>
                      <a:round/>
                      <a:headEnd type="none" w="sm" len="sm"/>
                      <a:tailEnd type="none" w="sm" len="sm"/>
                    </a:lnT>
                    <a:lnB w="19050" cap="flat" cmpd="sng">
                      <a:solidFill>
                        <a:schemeClr val="dk2">
                          <a:alpha val="0"/>
                        </a:schemeClr>
                      </a:solidFill>
                      <a:prstDash val="dash"/>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38"/>
          <p:cNvSpPr txBox="1">
            <a:spLocks noGrp="1"/>
          </p:cNvSpPr>
          <p:nvPr>
            <p:ph type="title"/>
          </p:nvPr>
        </p:nvSpPr>
        <p:spPr>
          <a:xfrm rot="1973">
            <a:off x="1365600" y="1251775"/>
            <a:ext cx="1045200" cy="602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01</a:t>
            </a:r>
            <a:endParaRPr/>
          </a:p>
        </p:txBody>
      </p:sp>
      <p:sp>
        <p:nvSpPr>
          <p:cNvPr id="709" name="Google Shape;709;p38"/>
          <p:cNvSpPr txBox="1">
            <a:spLocks noGrp="1"/>
          </p:cNvSpPr>
          <p:nvPr>
            <p:ph type="subTitle" idx="1"/>
          </p:nvPr>
        </p:nvSpPr>
        <p:spPr>
          <a:xfrm>
            <a:off x="720000" y="2286253"/>
            <a:ext cx="2336400" cy="60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describe the topic of the section here</a:t>
            </a:r>
            <a:endParaRPr/>
          </a:p>
        </p:txBody>
      </p:sp>
      <p:sp>
        <p:nvSpPr>
          <p:cNvPr id="710" name="Google Shape;710;p38"/>
          <p:cNvSpPr txBox="1">
            <a:spLocks noGrp="1"/>
          </p:cNvSpPr>
          <p:nvPr>
            <p:ph type="title" idx="21"/>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711" name="Google Shape;711;p38"/>
          <p:cNvSpPr txBox="1">
            <a:spLocks noGrp="1"/>
          </p:cNvSpPr>
          <p:nvPr>
            <p:ph type="title" idx="2"/>
          </p:nvPr>
        </p:nvSpPr>
        <p:spPr>
          <a:xfrm rot="1973">
            <a:off x="1365600" y="2966225"/>
            <a:ext cx="1045200" cy="602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04</a:t>
            </a:r>
            <a:endParaRPr/>
          </a:p>
        </p:txBody>
      </p:sp>
      <p:sp>
        <p:nvSpPr>
          <p:cNvPr id="712" name="Google Shape;712;p38"/>
          <p:cNvSpPr txBox="1">
            <a:spLocks noGrp="1"/>
          </p:cNvSpPr>
          <p:nvPr>
            <p:ph type="subTitle" idx="3"/>
          </p:nvPr>
        </p:nvSpPr>
        <p:spPr>
          <a:xfrm>
            <a:off x="720000" y="4000803"/>
            <a:ext cx="2336400" cy="60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You can describe the topic of the section here</a:t>
            </a:r>
            <a:endParaRPr/>
          </a:p>
        </p:txBody>
      </p:sp>
      <p:sp>
        <p:nvSpPr>
          <p:cNvPr id="713" name="Google Shape;713;p38"/>
          <p:cNvSpPr txBox="1">
            <a:spLocks noGrp="1"/>
          </p:cNvSpPr>
          <p:nvPr>
            <p:ph type="title" idx="4"/>
          </p:nvPr>
        </p:nvSpPr>
        <p:spPr>
          <a:xfrm rot="1973">
            <a:off x="4049400" y="1251775"/>
            <a:ext cx="1045200" cy="602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02</a:t>
            </a:r>
            <a:endParaRPr/>
          </a:p>
        </p:txBody>
      </p:sp>
      <p:sp>
        <p:nvSpPr>
          <p:cNvPr id="714" name="Google Shape;714;p38"/>
          <p:cNvSpPr txBox="1">
            <a:spLocks noGrp="1"/>
          </p:cNvSpPr>
          <p:nvPr>
            <p:ph type="subTitle" idx="5"/>
          </p:nvPr>
        </p:nvSpPr>
        <p:spPr>
          <a:xfrm>
            <a:off x="3403800" y="2286253"/>
            <a:ext cx="2336400" cy="60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You can describe the topic of the section here</a:t>
            </a:r>
            <a:endParaRPr/>
          </a:p>
        </p:txBody>
      </p:sp>
      <p:sp>
        <p:nvSpPr>
          <p:cNvPr id="715" name="Google Shape;715;p38"/>
          <p:cNvSpPr txBox="1">
            <a:spLocks noGrp="1"/>
          </p:cNvSpPr>
          <p:nvPr>
            <p:ph type="title" idx="6"/>
          </p:nvPr>
        </p:nvSpPr>
        <p:spPr>
          <a:xfrm rot="1973">
            <a:off x="4049400" y="2966225"/>
            <a:ext cx="1045200" cy="602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05</a:t>
            </a:r>
            <a:endParaRPr/>
          </a:p>
        </p:txBody>
      </p:sp>
      <p:sp>
        <p:nvSpPr>
          <p:cNvPr id="716" name="Google Shape;716;p38"/>
          <p:cNvSpPr txBox="1">
            <a:spLocks noGrp="1"/>
          </p:cNvSpPr>
          <p:nvPr>
            <p:ph type="subTitle" idx="7"/>
          </p:nvPr>
        </p:nvSpPr>
        <p:spPr>
          <a:xfrm>
            <a:off x="3403800" y="4000803"/>
            <a:ext cx="2336400" cy="60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You can describe the topic of the section here</a:t>
            </a:r>
            <a:endParaRPr/>
          </a:p>
        </p:txBody>
      </p:sp>
      <p:sp>
        <p:nvSpPr>
          <p:cNvPr id="717" name="Google Shape;717;p38"/>
          <p:cNvSpPr txBox="1">
            <a:spLocks noGrp="1"/>
          </p:cNvSpPr>
          <p:nvPr>
            <p:ph type="title" idx="8"/>
          </p:nvPr>
        </p:nvSpPr>
        <p:spPr>
          <a:xfrm rot="1973">
            <a:off x="6733200" y="1251775"/>
            <a:ext cx="1045200" cy="602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03</a:t>
            </a:r>
            <a:endParaRPr/>
          </a:p>
        </p:txBody>
      </p:sp>
      <p:sp>
        <p:nvSpPr>
          <p:cNvPr id="718" name="Google Shape;718;p38"/>
          <p:cNvSpPr txBox="1">
            <a:spLocks noGrp="1"/>
          </p:cNvSpPr>
          <p:nvPr>
            <p:ph type="subTitle" idx="9"/>
          </p:nvPr>
        </p:nvSpPr>
        <p:spPr>
          <a:xfrm>
            <a:off x="6087600" y="2286253"/>
            <a:ext cx="2336400" cy="60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You can describe the topic of the section here</a:t>
            </a:r>
            <a:endParaRPr/>
          </a:p>
        </p:txBody>
      </p:sp>
      <p:sp>
        <p:nvSpPr>
          <p:cNvPr id="719" name="Google Shape;719;p38"/>
          <p:cNvSpPr txBox="1">
            <a:spLocks noGrp="1"/>
          </p:cNvSpPr>
          <p:nvPr>
            <p:ph type="title" idx="13"/>
          </p:nvPr>
        </p:nvSpPr>
        <p:spPr>
          <a:xfrm rot="1973">
            <a:off x="6733200" y="2966225"/>
            <a:ext cx="1045200" cy="602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06</a:t>
            </a:r>
            <a:endParaRPr/>
          </a:p>
        </p:txBody>
      </p:sp>
      <p:sp>
        <p:nvSpPr>
          <p:cNvPr id="720" name="Google Shape;720;p38"/>
          <p:cNvSpPr txBox="1">
            <a:spLocks noGrp="1"/>
          </p:cNvSpPr>
          <p:nvPr>
            <p:ph type="subTitle" idx="14"/>
          </p:nvPr>
        </p:nvSpPr>
        <p:spPr>
          <a:xfrm>
            <a:off x="6087600" y="4000803"/>
            <a:ext cx="2336400" cy="60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You can describe the topic of the section here</a:t>
            </a:r>
            <a:endParaRPr/>
          </a:p>
        </p:txBody>
      </p:sp>
      <p:sp>
        <p:nvSpPr>
          <p:cNvPr id="721" name="Google Shape;721;p38"/>
          <p:cNvSpPr txBox="1">
            <a:spLocks noGrp="1"/>
          </p:cNvSpPr>
          <p:nvPr>
            <p:ph type="subTitle" idx="15"/>
          </p:nvPr>
        </p:nvSpPr>
        <p:spPr>
          <a:xfrm>
            <a:off x="720000" y="1844574"/>
            <a:ext cx="23364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History</a:t>
            </a:r>
            <a:endParaRPr/>
          </a:p>
        </p:txBody>
      </p:sp>
      <p:sp>
        <p:nvSpPr>
          <p:cNvPr id="722" name="Google Shape;722;p38"/>
          <p:cNvSpPr txBox="1">
            <a:spLocks noGrp="1"/>
          </p:cNvSpPr>
          <p:nvPr>
            <p:ph type="subTitle" idx="16"/>
          </p:nvPr>
        </p:nvSpPr>
        <p:spPr>
          <a:xfrm>
            <a:off x="720000" y="3559224"/>
            <a:ext cx="23364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Common problems</a:t>
            </a:r>
            <a:endParaRPr/>
          </a:p>
        </p:txBody>
      </p:sp>
      <p:sp>
        <p:nvSpPr>
          <p:cNvPr id="723" name="Google Shape;723;p38"/>
          <p:cNvSpPr txBox="1">
            <a:spLocks noGrp="1"/>
          </p:cNvSpPr>
          <p:nvPr>
            <p:ph type="subTitle" idx="17"/>
          </p:nvPr>
        </p:nvSpPr>
        <p:spPr>
          <a:xfrm>
            <a:off x="3403800" y="1844574"/>
            <a:ext cx="23364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Ethnics</a:t>
            </a:r>
            <a:endParaRPr/>
          </a:p>
        </p:txBody>
      </p:sp>
      <p:sp>
        <p:nvSpPr>
          <p:cNvPr id="724" name="Google Shape;724;p38"/>
          <p:cNvSpPr txBox="1">
            <a:spLocks noGrp="1"/>
          </p:cNvSpPr>
          <p:nvPr>
            <p:ph type="subTitle" idx="18"/>
          </p:nvPr>
        </p:nvSpPr>
        <p:spPr>
          <a:xfrm>
            <a:off x="3403800" y="3559224"/>
            <a:ext cx="23364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People</a:t>
            </a:r>
            <a:endParaRPr/>
          </a:p>
        </p:txBody>
      </p:sp>
      <p:sp>
        <p:nvSpPr>
          <p:cNvPr id="725" name="Google Shape;725;p38"/>
          <p:cNvSpPr txBox="1">
            <a:spLocks noGrp="1"/>
          </p:cNvSpPr>
          <p:nvPr>
            <p:ph type="subTitle" idx="19"/>
          </p:nvPr>
        </p:nvSpPr>
        <p:spPr>
          <a:xfrm>
            <a:off x="6087600" y="1844574"/>
            <a:ext cx="23364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Globalization</a:t>
            </a:r>
            <a:endParaRPr/>
          </a:p>
        </p:txBody>
      </p:sp>
      <p:sp>
        <p:nvSpPr>
          <p:cNvPr id="726" name="Google Shape;726;p38"/>
          <p:cNvSpPr txBox="1">
            <a:spLocks noGrp="1"/>
          </p:cNvSpPr>
          <p:nvPr>
            <p:ph type="subTitle" idx="20"/>
          </p:nvPr>
        </p:nvSpPr>
        <p:spPr>
          <a:xfrm>
            <a:off x="6087600" y="3559224"/>
            <a:ext cx="23364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Conclusions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39"/>
          <p:cNvSpPr txBox="1">
            <a:spLocks noGrp="1"/>
          </p:cNvSpPr>
          <p:nvPr>
            <p:ph type="subTitle" idx="1"/>
          </p:nvPr>
        </p:nvSpPr>
        <p:spPr>
          <a:xfrm rot="219">
            <a:off x="720000" y="3372150"/>
            <a:ext cx="4706700" cy="68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can be the part of the presentation where you introduce yourself, write your email…</a:t>
            </a:r>
            <a:endParaRPr/>
          </a:p>
        </p:txBody>
      </p:sp>
      <p:sp>
        <p:nvSpPr>
          <p:cNvPr id="732" name="Google Shape;732;p39"/>
          <p:cNvSpPr txBox="1">
            <a:spLocks noGrp="1"/>
          </p:cNvSpPr>
          <p:nvPr>
            <p:ph type="title"/>
          </p:nvPr>
        </p:nvSpPr>
        <p:spPr>
          <a:xfrm>
            <a:off x="720050" y="1089000"/>
            <a:ext cx="4706700" cy="2283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Whoa!</a:t>
            </a:r>
            <a:endParaRPr/>
          </a:p>
        </p:txBody>
      </p:sp>
      <p:sp>
        <p:nvSpPr>
          <p:cNvPr id="733" name="Google Shape;733;p39"/>
          <p:cNvSpPr/>
          <p:nvPr/>
        </p:nvSpPr>
        <p:spPr>
          <a:xfrm rot="5400000">
            <a:off x="1225416" y="23508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4" name="Google Shape;734;p39"/>
          <p:cNvGrpSpPr/>
          <p:nvPr/>
        </p:nvGrpSpPr>
        <p:grpSpPr>
          <a:xfrm flipH="1">
            <a:off x="5940676" y="1101672"/>
            <a:ext cx="1115203" cy="3273214"/>
            <a:chOff x="425432" y="187104"/>
            <a:chExt cx="706272" cy="2072966"/>
          </a:xfrm>
        </p:grpSpPr>
        <p:sp>
          <p:nvSpPr>
            <p:cNvPr id="735" name="Google Shape;735;p39"/>
            <p:cNvSpPr/>
            <p:nvPr/>
          </p:nvSpPr>
          <p:spPr>
            <a:xfrm>
              <a:off x="762371" y="487541"/>
              <a:ext cx="202182" cy="728062"/>
            </a:xfrm>
            <a:custGeom>
              <a:avLst/>
              <a:gdLst/>
              <a:ahLst/>
              <a:cxnLst/>
              <a:rect l="l" t="t" r="r" b="b"/>
              <a:pathLst>
                <a:path w="6597" h="23756" extrusionOk="0">
                  <a:moveTo>
                    <a:pt x="2345" y="0"/>
                  </a:moveTo>
                  <a:cubicBezTo>
                    <a:pt x="2036" y="0"/>
                    <a:pt x="1826" y="60"/>
                    <a:pt x="1826" y="60"/>
                  </a:cubicBezTo>
                  <a:cubicBezTo>
                    <a:pt x="0" y="545"/>
                    <a:pt x="1152" y="7169"/>
                    <a:pt x="1324" y="9420"/>
                  </a:cubicBezTo>
                  <a:cubicBezTo>
                    <a:pt x="1645" y="13601"/>
                    <a:pt x="3359" y="18576"/>
                    <a:pt x="3737" y="19730"/>
                  </a:cubicBezTo>
                  <a:cubicBezTo>
                    <a:pt x="3688" y="20152"/>
                    <a:pt x="3581" y="20796"/>
                    <a:pt x="3630" y="21210"/>
                  </a:cubicBezTo>
                  <a:cubicBezTo>
                    <a:pt x="3930" y="23756"/>
                    <a:pt x="4720" y="23452"/>
                    <a:pt x="5630" y="23639"/>
                  </a:cubicBezTo>
                  <a:cubicBezTo>
                    <a:pt x="5652" y="23643"/>
                    <a:pt x="5672" y="23645"/>
                    <a:pt x="5690" y="23645"/>
                  </a:cubicBezTo>
                  <a:cubicBezTo>
                    <a:pt x="6089" y="23645"/>
                    <a:pt x="5611" y="22605"/>
                    <a:pt x="5535" y="21369"/>
                  </a:cubicBezTo>
                  <a:lnTo>
                    <a:pt x="5535" y="21369"/>
                  </a:lnTo>
                  <a:cubicBezTo>
                    <a:pt x="5700" y="21693"/>
                    <a:pt x="5994" y="22194"/>
                    <a:pt x="6239" y="22239"/>
                  </a:cubicBezTo>
                  <a:cubicBezTo>
                    <a:pt x="6271" y="22244"/>
                    <a:pt x="6301" y="22247"/>
                    <a:pt x="6327" y="22247"/>
                  </a:cubicBezTo>
                  <a:cubicBezTo>
                    <a:pt x="6596" y="22247"/>
                    <a:pt x="6552" y="21968"/>
                    <a:pt x="6438" y="21849"/>
                  </a:cubicBezTo>
                  <a:cubicBezTo>
                    <a:pt x="6310" y="21716"/>
                    <a:pt x="6047" y="21147"/>
                    <a:pt x="6047" y="21147"/>
                  </a:cubicBezTo>
                  <a:cubicBezTo>
                    <a:pt x="5829" y="20308"/>
                    <a:pt x="5461" y="19874"/>
                    <a:pt x="5263" y="19692"/>
                  </a:cubicBezTo>
                  <a:cubicBezTo>
                    <a:pt x="4790" y="18424"/>
                    <a:pt x="4478" y="10995"/>
                    <a:pt x="4478" y="10995"/>
                  </a:cubicBezTo>
                  <a:cubicBezTo>
                    <a:pt x="4478" y="10995"/>
                    <a:pt x="5130" y="6799"/>
                    <a:pt x="4777" y="3058"/>
                  </a:cubicBezTo>
                  <a:cubicBezTo>
                    <a:pt x="4525" y="381"/>
                    <a:pt x="3123" y="0"/>
                    <a:pt x="2345" y="0"/>
                  </a:cubicBezTo>
                  <a:close/>
                </a:path>
              </a:pathLst>
            </a:custGeom>
            <a:solidFill>
              <a:srgbClr val="E6A3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9"/>
            <p:cNvSpPr/>
            <p:nvPr/>
          </p:nvSpPr>
          <p:spPr>
            <a:xfrm>
              <a:off x="765620" y="461675"/>
              <a:ext cx="163412" cy="271322"/>
            </a:xfrm>
            <a:custGeom>
              <a:avLst/>
              <a:gdLst/>
              <a:ahLst/>
              <a:cxnLst/>
              <a:rect l="l" t="t" r="r" b="b"/>
              <a:pathLst>
                <a:path w="5332" h="8853" extrusionOk="0">
                  <a:moveTo>
                    <a:pt x="1987" y="1"/>
                  </a:moveTo>
                  <a:cubicBezTo>
                    <a:pt x="1841" y="1"/>
                    <a:pt x="1702" y="29"/>
                    <a:pt x="1575" y="89"/>
                  </a:cubicBezTo>
                  <a:cubicBezTo>
                    <a:pt x="1536" y="106"/>
                    <a:pt x="1128" y="370"/>
                    <a:pt x="1095" y="390"/>
                  </a:cubicBezTo>
                  <a:cubicBezTo>
                    <a:pt x="559" y="685"/>
                    <a:pt x="129" y="1304"/>
                    <a:pt x="24" y="2021"/>
                  </a:cubicBezTo>
                  <a:cubicBezTo>
                    <a:pt x="9" y="2128"/>
                    <a:pt x="0" y="2236"/>
                    <a:pt x="0" y="2347"/>
                  </a:cubicBezTo>
                  <a:cubicBezTo>
                    <a:pt x="0" y="2521"/>
                    <a:pt x="14" y="2920"/>
                    <a:pt x="46" y="3478"/>
                  </a:cubicBezTo>
                  <a:cubicBezTo>
                    <a:pt x="46" y="3478"/>
                    <a:pt x="294" y="5994"/>
                    <a:pt x="661" y="8659"/>
                  </a:cubicBezTo>
                  <a:cubicBezTo>
                    <a:pt x="1079" y="8789"/>
                    <a:pt x="1938" y="8853"/>
                    <a:pt x="2809" y="8853"/>
                  </a:cubicBezTo>
                  <a:cubicBezTo>
                    <a:pt x="3952" y="8853"/>
                    <a:pt x="5116" y="8742"/>
                    <a:pt x="5332" y="8524"/>
                  </a:cubicBezTo>
                  <a:cubicBezTo>
                    <a:pt x="5087" y="6332"/>
                    <a:pt x="4859" y="4025"/>
                    <a:pt x="4386" y="2251"/>
                  </a:cubicBezTo>
                  <a:cubicBezTo>
                    <a:pt x="4076" y="1092"/>
                    <a:pt x="2896" y="1"/>
                    <a:pt x="19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9"/>
            <p:cNvSpPr/>
            <p:nvPr/>
          </p:nvSpPr>
          <p:spPr>
            <a:xfrm>
              <a:off x="427210" y="1888622"/>
              <a:ext cx="704494" cy="371448"/>
            </a:xfrm>
            <a:custGeom>
              <a:avLst/>
              <a:gdLst/>
              <a:ahLst/>
              <a:cxnLst/>
              <a:rect l="l" t="t" r="r" b="b"/>
              <a:pathLst>
                <a:path w="22987" h="12120" extrusionOk="0">
                  <a:moveTo>
                    <a:pt x="11459" y="0"/>
                  </a:moveTo>
                  <a:cubicBezTo>
                    <a:pt x="8781" y="0"/>
                    <a:pt x="6107" y="592"/>
                    <a:pt x="4072" y="1776"/>
                  </a:cubicBezTo>
                  <a:cubicBezTo>
                    <a:pt x="0" y="4141"/>
                    <a:pt x="23" y="7979"/>
                    <a:pt x="4121" y="10344"/>
                  </a:cubicBezTo>
                  <a:cubicBezTo>
                    <a:pt x="6171" y="11528"/>
                    <a:pt x="8851" y="12120"/>
                    <a:pt x="11528" y="12120"/>
                  </a:cubicBezTo>
                  <a:cubicBezTo>
                    <a:pt x="14205" y="12120"/>
                    <a:pt x="16879" y="11528"/>
                    <a:pt x="18916" y="10344"/>
                  </a:cubicBezTo>
                  <a:cubicBezTo>
                    <a:pt x="22987" y="7977"/>
                    <a:pt x="22965" y="4141"/>
                    <a:pt x="18867" y="1776"/>
                  </a:cubicBezTo>
                  <a:cubicBezTo>
                    <a:pt x="16817" y="592"/>
                    <a:pt x="14136" y="0"/>
                    <a:pt x="11459"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9"/>
            <p:cNvSpPr/>
            <p:nvPr/>
          </p:nvSpPr>
          <p:spPr>
            <a:xfrm>
              <a:off x="713274" y="1031412"/>
              <a:ext cx="248704" cy="1048635"/>
            </a:xfrm>
            <a:custGeom>
              <a:avLst/>
              <a:gdLst/>
              <a:ahLst/>
              <a:cxnLst/>
              <a:rect l="l" t="t" r="r" b="b"/>
              <a:pathLst>
                <a:path w="8115" h="34216" extrusionOk="0">
                  <a:moveTo>
                    <a:pt x="6643" y="0"/>
                  </a:moveTo>
                  <a:cubicBezTo>
                    <a:pt x="6639" y="3"/>
                    <a:pt x="3915" y="3538"/>
                    <a:pt x="89" y="3822"/>
                  </a:cubicBezTo>
                  <a:cubicBezTo>
                    <a:pt x="89" y="3822"/>
                    <a:pt x="60" y="3725"/>
                    <a:pt x="44" y="3725"/>
                  </a:cubicBezTo>
                  <a:cubicBezTo>
                    <a:pt x="0" y="3725"/>
                    <a:pt x="39" y="4383"/>
                    <a:pt x="878" y="9124"/>
                  </a:cubicBezTo>
                  <a:cubicBezTo>
                    <a:pt x="878" y="9124"/>
                    <a:pt x="2118" y="14190"/>
                    <a:pt x="1078" y="17188"/>
                  </a:cubicBezTo>
                  <a:cubicBezTo>
                    <a:pt x="325" y="19350"/>
                    <a:pt x="73" y="20734"/>
                    <a:pt x="1744" y="28042"/>
                  </a:cubicBezTo>
                  <a:cubicBezTo>
                    <a:pt x="1979" y="29069"/>
                    <a:pt x="404" y="30805"/>
                    <a:pt x="2856" y="31780"/>
                  </a:cubicBezTo>
                  <a:cubicBezTo>
                    <a:pt x="4250" y="32337"/>
                    <a:pt x="3715" y="34215"/>
                    <a:pt x="4951" y="34215"/>
                  </a:cubicBezTo>
                  <a:cubicBezTo>
                    <a:pt x="5206" y="34215"/>
                    <a:pt x="5535" y="34136"/>
                    <a:pt x="5972" y="33948"/>
                  </a:cubicBezTo>
                  <a:cubicBezTo>
                    <a:pt x="6845" y="33576"/>
                    <a:pt x="5343" y="31492"/>
                    <a:pt x="4723" y="30154"/>
                  </a:cubicBezTo>
                  <a:cubicBezTo>
                    <a:pt x="4261" y="29163"/>
                    <a:pt x="4028" y="28863"/>
                    <a:pt x="4476" y="25632"/>
                  </a:cubicBezTo>
                  <a:cubicBezTo>
                    <a:pt x="4641" y="24444"/>
                    <a:pt x="4711" y="18366"/>
                    <a:pt x="5793" y="16019"/>
                  </a:cubicBezTo>
                  <a:cubicBezTo>
                    <a:pt x="6875" y="13672"/>
                    <a:pt x="8115" y="4849"/>
                    <a:pt x="6643" y="0"/>
                  </a:cubicBezTo>
                  <a:close/>
                </a:path>
              </a:pathLst>
            </a:custGeom>
            <a:solidFill>
              <a:srgbClr val="E6A3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9"/>
            <p:cNvSpPr/>
            <p:nvPr/>
          </p:nvSpPr>
          <p:spPr>
            <a:xfrm>
              <a:off x="739968" y="1895733"/>
              <a:ext cx="180483" cy="193876"/>
            </a:xfrm>
            <a:custGeom>
              <a:avLst/>
              <a:gdLst/>
              <a:ahLst/>
              <a:cxnLst/>
              <a:rect l="l" t="t" r="r" b="b"/>
              <a:pathLst>
                <a:path w="5889" h="6326" extrusionOk="0">
                  <a:moveTo>
                    <a:pt x="923" y="1"/>
                  </a:moveTo>
                  <a:cubicBezTo>
                    <a:pt x="923" y="1"/>
                    <a:pt x="0" y="1147"/>
                    <a:pt x="489" y="2080"/>
                  </a:cubicBezTo>
                  <a:cubicBezTo>
                    <a:pt x="977" y="3011"/>
                    <a:pt x="1433" y="3243"/>
                    <a:pt x="1763" y="4093"/>
                  </a:cubicBezTo>
                  <a:cubicBezTo>
                    <a:pt x="2092" y="4941"/>
                    <a:pt x="2059" y="5478"/>
                    <a:pt x="3388" y="5920"/>
                  </a:cubicBezTo>
                  <a:cubicBezTo>
                    <a:pt x="4064" y="6146"/>
                    <a:pt x="4731" y="6326"/>
                    <a:pt x="5193" y="6326"/>
                  </a:cubicBezTo>
                  <a:cubicBezTo>
                    <a:pt x="5635" y="6326"/>
                    <a:pt x="5889" y="6160"/>
                    <a:pt x="5781" y="5712"/>
                  </a:cubicBezTo>
                  <a:cubicBezTo>
                    <a:pt x="5560" y="4796"/>
                    <a:pt x="4745" y="3556"/>
                    <a:pt x="4745" y="3556"/>
                  </a:cubicBezTo>
                  <a:cubicBezTo>
                    <a:pt x="4745" y="3556"/>
                    <a:pt x="4655" y="4393"/>
                    <a:pt x="3882" y="4393"/>
                  </a:cubicBezTo>
                  <a:cubicBezTo>
                    <a:pt x="3652" y="4393"/>
                    <a:pt x="3361" y="4319"/>
                    <a:pt x="2995" y="4127"/>
                  </a:cubicBezTo>
                  <a:cubicBezTo>
                    <a:pt x="1900" y="3551"/>
                    <a:pt x="565" y="1206"/>
                    <a:pt x="9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9"/>
            <p:cNvSpPr/>
            <p:nvPr/>
          </p:nvSpPr>
          <p:spPr>
            <a:xfrm>
              <a:off x="753269" y="1955587"/>
              <a:ext cx="22526" cy="86028"/>
            </a:xfrm>
            <a:custGeom>
              <a:avLst/>
              <a:gdLst/>
              <a:ahLst/>
              <a:cxnLst/>
              <a:rect l="l" t="t" r="r" b="b"/>
              <a:pathLst>
                <a:path w="735" h="2807" extrusionOk="0">
                  <a:moveTo>
                    <a:pt x="0" y="1"/>
                  </a:moveTo>
                  <a:cubicBezTo>
                    <a:pt x="0" y="1"/>
                    <a:pt x="283" y="1687"/>
                    <a:pt x="238" y="2412"/>
                  </a:cubicBezTo>
                  <a:lnTo>
                    <a:pt x="718" y="2806"/>
                  </a:lnTo>
                  <a:cubicBezTo>
                    <a:pt x="718" y="2806"/>
                    <a:pt x="650" y="1190"/>
                    <a:pt x="734" y="1016"/>
                  </a:cubicBezTo>
                  <a:cubicBezTo>
                    <a:pt x="733" y="1016"/>
                    <a:pt x="75"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9"/>
            <p:cNvSpPr/>
            <p:nvPr/>
          </p:nvSpPr>
          <p:spPr>
            <a:xfrm>
              <a:off x="772852" y="1982373"/>
              <a:ext cx="13117" cy="59242"/>
            </a:xfrm>
            <a:custGeom>
              <a:avLst/>
              <a:gdLst/>
              <a:ahLst/>
              <a:cxnLst/>
              <a:rect l="l" t="t" r="r" b="b"/>
              <a:pathLst>
                <a:path w="428" h="1933" extrusionOk="0">
                  <a:moveTo>
                    <a:pt x="1" y="1"/>
                  </a:moveTo>
                  <a:lnTo>
                    <a:pt x="43" y="1932"/>
                  </a:lnTo>
                  <a:lnTo>
                    <a:pt x="428" y="1680"/>
                  </a:lnTo>
                  <a:lnTo>
                    <a:pt x="428" y="716"/>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9"/>
            <p:cNvSpPr/>
            <p:nvPr/>
          </p:nvSpPr>
          <p:spPr>
            <a:xfrm>
              <a:off x="567300" y="1132579"/>
              <a:ext cx="277820" cy="1023105"/>
            </a:xfrm>
            <a:custGeom>
              <a:avLst/>
              <a:gdLst/>
              <a:ahLst/>
              <a:cxnLst/>
              <a:rect l="l" t="t" r="r" b="b"/>
              <a:pathLst>
                <a:path w="9065" h="33383" extrusionOk="0">
                  <a:moveTo>
                    <a:pt x="8042" y="1"/>
                  </a:moveTo>
                  <a:cubicBezTo>
                    <a:pt x="8042" y="1"/>
                    <a:pt x="8042" y="1"/>
                    <a:pt x="8042" y="1"/>
                  </a:cubicBezTo>
                  <a:lnTo>
                    <a:pt x="8042" y="1"/>
                  </a:lnTo>
                  <a:cubicBezTo>
                    <a:pt x="8042" y="1"/>
                    <a:pt x="8042" y="1"/>
                    <a:pt x="8042" y="1"/>
                  </a:cubicBezTo>
                  <a:close/>
                  <a:moveTo>
                    <a:pt x="8042" y="1"/>
                  </a:moveTo>
                  <a:cubicBezTo>
                    <a:pt x="8041" y="3"/>
                    <a:pt x="5945" y="1128"/>
                    <a:pt x="4022" y="1128"/>
                  </a:cubicBezTo>
                  <a:cubicBezTo>
                    <a:pt x="3060" y="1128"/>
                    <a:pt x="2140" y="847"/>
                    <a:pt x="1548" y="2"/>
                  </a:cubicBezTo>
                  <a:cubicBezTo>
                    <a:pt x="1548" y="2"/>
                    <a:pt x="0" y="4148"/>
                    <a:pt x="1548" y="8986"/>
                  </a:cubicBezTo>
                  <a:cubicBezTo>
                    <a:pt x="1548" y="8986"/>
                    <a:pt x="2960" y="13900"/>
                    <a:pt x="2125" y="16899"/>
                  </a:cubicBezTo>
                  <a:cubicBezTo>
                    <a:pt x="1526" y="19060"/>
                    <a:pt x="919" y="20597"/>
                    <a:pt x="3663" y="27167"/>
                  </a:cubicBezTo>
                  <a:cubicBezTo>
                    <a:pt x="3971" y="27902"/>
                    <a:pt x="1936" y="28342"/>
                    <a:pt x="4323" y="30288"/>
                  </a:cubicBezTo>
                  <a:cubicBezTo>
                    <a:pt x="5090" y="30913"/>
                    <a:pt x="5744" y="33382"/>
                    <a:pt x="7001" y="33382"/>
                  </a:cubicBezTo>
                  <a:cubicBezTo>
                    <a:pt x="7253" y="33382"/>
                    <a:pt x="7529" y="33283"/>
                    <a:pt x="7835" y="33050"/>
                  </a:cubicBezTo>
                  <a:cubicBezTo>
                    <a:pt x="8577" y="32486"/>
                    <a:pt x="7963" y="31974"/>
                    <a:pt x="6729" y="29586"/>
                  </a:cubicBezTo>
                  <a:cubicBezTo>
                    <a:pt x="6729" y="29586"/>
                    <a:pt x="5550" y="27539"/>
                    <a:pt x="5727" y="25015"/>
                  </a:cubicBezTo>
                  <a:cubicBezTo>
                    <a:pt x="5895" y="22636"/>
                    <a:pt x="5593" y="17869"/>
                    <a:pt x="6494" y="15510"/>
                  </a:cubicBezTo>
                  <a:cubicBezTo>
                    <a:pt x="7395" y="13149"/>
                    <a:pt x="9065" y="5437"/>
                    <a:pt x="8042" y="1"/>
                  </a:cubicBezTo>
                  <a:close/>
                </a:path>
              </a:pathLst>
            </a:custGeom>
            <a:solidFill>
              <a:srgbClr val="EFB1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9"/>
            <p:cNvSpPr/>
            <p:nvPr/>
          </p:nvSpPr>
          <p:spPr>
            <a:xfrm>
              <a:off x="539655" y="460449"/>
              <a:ext cx="422721" cy="1028622"/>
            </a:xfrm>
            <a:custGeom>
              <a:avLst/>
              <a:gdLst/>
              <a:ahLst/>
              <a:cxnLst/>
              <a:rect l="l" t="t" r="r" b="b"/>
              <a:pathLst>
                <a:path w="13793" h="33563" extrusionOk="0">
                  <a:moveTo>
                    <a:pt x="9201" y="0"/>
                  </a:moveTo>
                  <a:cubicBezTo>
                    <a:pt x="9200" y="0"/>
                    <a:pt x="9199" y="0"/>
                    <a:pt x="9199" y="0"/>
                  </a:cubicBezTo>
                  <a:cubicBezTo>
                    <a:pt x="6330" y="56"/>
                    <a:pt x="1935" y="2157"/>
                    <a:pt x="541" y="4469"/>
                  </a:cubicBezTo>
                  <a:cubicBezTo>
                    <a:pt x="1" y="5368"/>
                    <a:pt x="211" y="6733"/>
                    <a:pt x="2239" y="10631"/>
                  </a:cubicBezTo>
                  <a:cubicBezTo>
                    <a:pt x="4166" y="14335"/>
                    <a:pt x="2051" y="15604"/>
                    <a:pt x="1131" y="19108"/>
                  </a:cubicBezTo>
                  <a:cubicBezTo>
                    <a:pt x="282" y="22339"/>
                    <a:pt x="955" y="25584"/>
                    <a:pt x="1759" y="31932"/>
                  </a:cubicBezTo>
                  <a:cubicBezTo>
                    <a:pt x="1905" y="33082"/>
                    <a:pt x="3303" y="33562"/>
                    <a:pt x="5067" y="33562"/>
                  </a:cubicBezTo>
                  <a:cubicBezTo>
                    <a:pt x="8285" y="33562"/>
                    <a:pt x="12719" y="31962"/>
                    <a:pt x="12977" y="29913"/>
                  </a:cubicBezTo>
                  <a:cubicBezTo>
                    <a:pt x="13459" y="26083"/>
                    <a:pt x="13792" y="22931"/>
                    <a:pt x="12302" y="17219"/>
                  </a:cubicBezTo>
                  <a:cubicBezTo>
                    <a:pt x="11195" y="12981"/>
                    <a:pt x="9780" y="14680"/>
                    <a:pt x="11897" y="8852"/>
                  </a:cubicBezTo>
                  <a:cubicBezTo>
                    <a:pt x="12360" y="7583"/>
                    <a:pt x="12731" y="5775"/>
                    <a:pt x="10975" y="4074"/>
                  </a:cubicBezTo>
                  <a:cubicBezTo>
                    <a:pt x="9790" y="2927"/>
                    <a:pt x="9702" y="0"/>
                    <a:pt x="92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9"/>
            <p:cNvSpPr/>
            <p:nvPr/>
          </p:nvSpPr>
          <p:spPr>
            <a:xfrm>
              <a:off x="651427" y="1975477"/>
              <a:ext cx="181862" cy="192742"/>
            </a:xfrm>
            <a:custGeom>
              <a:avLst/>
              <a:gdLst/>
              <a:ahLst/>
              <a:cxnLst/>
              <a:rect l="l" t="t" r="r" b="b"/>
              <a:pathLst>
                <a:path w="5934" h="6289" extrusionOk="0">
                  <a:moveTo>
                    <a:pt x="913" y="1"/>
                  </a:moveTo>
                  <a:cubicBezTo>
                    <a:pt x="913" y="1"/>
                    <a:pt x="1" y="1156"/>
                    <a:pt x="498" y="2084"/>
                  </a:cubicBezTo>
                  <a:cubicBezTo>
                    <a:pt x="996" y="3011"/>
                    <a:pt x="1452" y="3239"/>
                    <a:pt x="1790" y="4084"/>
                  </a:cubicBezTo>
                  <a:cubicBezTo>
                    <a:pt x="2124" y="4931"/>
                    <a:pt x="2098" y="5469"/>
                    <a:pt x="3428" y="5898"/>
                  </a:cubicBezTo>
                  <a:cubicBezTo>
                    <a:pt x="4100" y="6116"/>
                    <a:pt x="4762" y="6288"/>
                    <a:pt x="5223" y="6288"/>
                  </a:cubicBezTo>
                  <a:cubicBezTo>
                    <a:pt x="5674" y="6288"/>
                    <a:pt x="5933" y="6122"/>
                    <a:pt x="5820" y="5669"/>
                  </a:cubicBezTo>
                  <a:cubicBezTo>
                    <a:pt x="5592" y="4756"/>
                    <a:pt x="4766" y="3521"/>
                    <a:pt x="4766" y="3521"/>
                  </a:cubicBezTo>
                  <a:cubicBezTo>
                    <a:pt x="4766" y="3521"/>
                    <a:pt x="4683" y="4366"/>
                    <a:pt x="3902" y="4366"/>
                  </a:cubicBezTo>
                  <a:cubicBezTo>
                    <a:pt x="3674" y="4366"/>
                    <a:pt x="3386" y="4294"/>
                    <a:pt x="3023" y="4107"/>
                  </a:cubicBezTo>
                  <a:cubicBezTo>
                    <a:pt x="1922" y="3546"/>
                    <a:pt x="565" y="1210"/>
                    <a:pt x="9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9"/>
            <p:cNvSpPr/>
            <p:nvPr/>
          </p:nvSpPr>
          <p:spPr>
            <a:xfrm>
              <a:off x="664912" y="2035454"/>
              <a:ext cx="22771" cy="85752"/>
            </a:xfrm>
            <a:custGeom>
              <a:avLst/>
              <a:gdLst/>
              <a:ahLst/>
              <a:cxnLst/>
              <a:rect l="l" t="t" r="r" b="b"/>
              <a:pathLst>
                <a:path w="743" h="2798" extrusionOk="0">
                  <a:moveTo>
                    <a:pt x="743" y="1010"/>
                  </a:moveTo>
                  <a:cubicBezTo>
                    <a:pt x="743" y="1010"/>
                    <a:pt x="743" y="1010"/>
                    <a:pt x="743" y="1010"/>
                  </a:cubicBezTo>
                  <a:lnTo>
                    <a:pt x="743" y="1010"/>
                  </a:lnTo>
                  <a:cubicBezTo>
                    <a:pt x="743" y="1010"/>
                    <a:pt x="743" y="1010"/>
                    <a:pt x="743" y="1010"/>
                  </a:cubicBezTo>
                  <a:close/>
                  <a:moveTo>
                    <a:pt x="0" y="1"/>
                  </a:moveTo>
                  <a:cubicBezTo>
                    <a:pt x="0" y="1"/>
                    <a:pt x="300" y="1685"/>
                    <a:pt x="261" y="2410"/>
                  </a:cubicBezTo>
                  <a:lnTo>
                    <a:pt x="743" y="2798"/>
                  </a:lnTo>
                  <a:cubicBezTo>
                    <a:pt x="743" y="2798"/>
                    <a:pt x="662" y="1185"/>
                    <a:pt x="743" y="1010"/>
                  </a:cubicBezTo>
                  <a:lnTo>
                    <a:pt x="743" y="1010"/>
                  </a:lnTo>
                  <a:cubicBezTo>
                    <a:pt x="743" y="1010"/>
                    <a:pt x="743" y="1010"/>
                    <a:pt x="743" y="1010"/>
                  </a:cubicBezTo>
                  <a:cubicBezTo>
                    <a:pt x="742" y="1010"/>
                    <a:pt x="78"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9"/>
            <p:cNvSpPr/>
            <p:nvPr/>
          </p:nvSpPr>
          <p:spPr>
            <a:xfrm>
              <a:off x="684802" y="2062087"/>
              <a:ext cx="13607" cy="59211"/>
            </a:xfrm>
            <a:custGeom>
              <a:avLst/>
              <a:gdLst/>
              <a:ahLst/>
              <a:cxnLst/>
              <a:rect l="l" t="t" r="r" b="b"/>
              <a:pathLst>
                <a:path w="444" h="1932" extrusionOk="0">
                  <a:moveTo>
                    <a:pt x="1" y="0"/>
                  </a:moveTo>
                  <a:lnTo>
                    <a:pt x="59" y="1932"/>
                  </a:lnTo>
                  <a:lnTo>
                    <a:pt x="443" y="1677"/>
                  </a:lnTo>
                  <a:lnTo>
                    <a:pt x="433" y="712"/>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9"/>
            <p:cNvSpPr/>
            <p:nvPr/>
          </p:nvSpPr>
          <p:spPr>
            <a:xfrm>
              <a:off x="762126" y="467559"/>
              <a:ext cx="72236" cy="126237"/>
            </a:xfrm>
            <a:custGeom>
              <a:avLst/>
              <a:gdLst/>
              <a:ahLst/>
              <a:cxnLst/>
              <a:rect l="l" t="t" r="r" b="b"/>
              <a:pathLst>
                <a:path w="2357" h="4119" extrusionOk="0">
                  <a:moveTo>
                    <a:pt x="1" y="0"/>
                  </a:moveTo>
                  <a:lnTo>
                    <a:pt x="1" y="0"/>
                  </a:lnTo>
                  <a:cubicBezTo>
                    <a:pt x="465" y="1955"/>
                    <a:pt x="28" y="3671"/>
                    <a:pt x="1" y="3683"/>
                  </a:cubicBezTo>
                  <a:lnTo>
                    <a:pt x="1534" y="4118"/>
                  </a:lnTo>
                  <a:cubicBezTo>
                    <a:pt x="1534" y="4118"/>
                    <a:pt x="2357" y="2455"/>
                    <a:pt x="1156" y="752"/>
                  </a:cubicBezTo>
                  <a:cubicBezTo>
                    <a:pt x="992" y="520"/>
                    <a:pt x="2" y="3"/>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9"/>
            <p:cNvSpPr/>
            <p:nvPr/>
          </p:nvSpPr>
          <p:spPr>
            <a:xfrm>
              <a:off x="620994" y="515859"/>
              <a:ext cx="141224" cy="107358"/>
            </a:xfrm>
            <a:custGeom>
              <a:avLst/>
              <a:gdLst/>
              <a:ahLst/>
              <a:cxnLst/>
              <a:rect l="l" t="t" r="r" b="b"/>
              <a:pathLst>
                <a:path w="4608" h="3503" extrusionOk="0">
                  <a:moveTo>
                    <a:pt x="1" y="0"/>
                  </a:moveTo>
                  <a:cubicBezTo>
                    <a:pt x="1" y="0"/>
                    <a:pt x="1" y="0"/>
                    <a:pt x="1" y="0"/>
                  </a:cubicBezTo>
                  <a:lnTo>
                    <a:pt x="1" y="0"/>
                  </a:lnTo>
                  <a:cubicBezTo>
                    <a:pt x="1" y="0"/>
                    <a:pt x="1" y="0"/>
                    <a:pt x="1" y="0"/>
                  </a:cubicBezTo>
                  <a:close/>
                  <a:moveTo>
                    <a:pt x="1" y="0"/>
                  </a:moveTo>
                  <a:cubicBezTo>
                    <a:pt x="330" y="3048"/>
                    <a:pt x="4195" y="3502"/>
                    <a:pt x="4195" y="3502"/>
                  </a:cubicBezTo>
                  <a:lnTo>
                    <a:pt x="4607" y="2107"/>
                  </a:lnTo>
                  <a:lnTo>
                    <a:pt x="4607" y="2107"/>
                  </a:lnTo>
                  <a:cubicBezTo>
                    <a:pt x="4491" y="2128"/>
                    <a:pt x="4370" y="2138"/>
                    <a:pt x="4247" y="2138"/>
                  </a:cubicBezTo>
                  <a:cubicBezTo>
                    <a:pt x="2450" y="2138"/>
                    <a:pt x="1" y="4"/>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9"/>
            <p:cNvSpPr/>
            <p:nvPr/>
          </p:nvSpPr>
          <p:spPr>
            <a:xfrm>
              <a:off x="593411" y="187104"/>
              <a:ext cx="267737" cy="339850"/>
            </a:xfrm>
            <a:custGeom>
              <a:avLst/>
              <a:gdLst/>
              <a:ahLst/>
              <a:cxnLst/>
              <a:rect l="l" t="t" r="r" b="b"/>
              <a:pathLst>
                <a:path w="8736" h="11089" extrusionOk="0">
                  <a:moveTo>
                    <a:pt x="3122" y="0"/>
                  </a:moveTo>
                  <a:cubicBezTo>
                    <a:pt x="2170" y="0"/>
                    <a:pt x="1112" y="364"/>
                    <a:pt x="1" y="1276"/>
                  </a:cubicBezTo>
                  <a:lnTo>
                    <a:pt x="5255" y="2164"/>
                  </a:lnTo>
                  <a:cubicBezTo>
                    <a:pt x="5255" y="2164"/>
                    <a:pt x="1750" y="4351"/>
                    <a:pt x="1820" y="8302"/>
                  </a:cubicBezTo>
                  <a:cubicBezTo>
                    <a:pt x="1827" y="8832"/>
                    <a:pt x="2649" y="11089"/>
                    <a:pt x="3589" y="11089"/>
                  </a:cubicBezTo>
                  <a:cubicBezTo>
                    <a:pt x="3654" y="11089"/>
                    <a:pt x="3719" y="11078"/>
                    <a:pt x="3785" y="11056"/>
                  </a:cubicBezTo>
                  <a:cubicBezTo>
                    <a:pt x="3785" y="11056"/>
                    <a:pt x="8736" y="5185"/>
                    <a:pt x="6702" y="2109"/>
                  </a:cubicBezTo>
                  <a:cubicBezTo>
                    <a:pt x="5954" y="976"/>
                    <a:pt x="4681" y="0"/>
                    <a:pt x="31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9"/>
            <p:cNvSpPr/>
            <p:nvPr/>
          </p:nvSpPr>
          <p:spPr>
            <a:xfrm>
              <a:off x="606712" y="358944"/>
              <a:ext cx="192803" cy="226700"/>
            </a:xfrm>
            <a:custGeom>
              <a:avLst/>
              <a:gdLst/>
              <a:ahLst/>
              <a:cxnLst/>
              <a:rect l="l" t="t" r="r" b="b"/>
              <a:pathLst>
                <a:path w="6291" h="7397" extrusionOk="0">
                  <a:moveTo>
                    <a:pt x="823" y="1"/>
                  </a:moveTo>
                  <a:lnTo>
                    <a:pt x="823" y="1"/>
                  </a:lnTo>
                  <a:cubicBezTo>
                    <a:pt x="2013" y="3222"/>
                    <a:pt x="1470" y="4196"/>
                    <a:pt x="881" y="4884"/>
                  </a:cubicBezTo>
                  <a:cubicBezTo>
                    <a:pt x="1" y="5921"/>
                    <a:pt x="3309" y="7288"/>
                    <a:pt x="3309" y="7288"/>
                  </a:cubicBezTo>
                  <a:cubicBezTo>
                    <a:pt x="3707" y="7363"/>
                    <a:pt x="4045" y="7396"/>
                    <a:pt x="4330" y="7396"/>
                  </a:cubicBezTo>
                  <a:cubicBezTo>
                    <a:pt x="6291" y="7396"/>
                    <a:pt x="5803" y="5829"/>
                    <a:pt x="5609" y="5410"/>
                  </a:cubicBezTo>
                  <a:cubicBezTo>
                    <a:pt x="4807" y="3670"/>
                    <a:pt x="6099" y="1889"/>
                    <a:pt x="6099" y="1889"/>
                  </a:cubicBezTo>
                  <a:lnTo>
                    <a:pt x="823" y="1"/>
                  </a:lnTo>
                  <a:close/>
                </a:path>
              </a:pathLst>
            </a:custGeom>
            <a:solidFill>
              <a:srgbClr val="E8A4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9"/>
            <p:cNvSpPr/>
            <p:nvPr/>
          </p:nvSpPr>
          <p:spPr>
            <a:xfrm>
              <a:off x="629483" y="367955"/>
              <a:ext cx="147874" cy="152165"/>
            </a:xfrm>
            <a:custGeom>
              <a:avLst/>
              <a:gdLst/>
              <a:ahLst/>
              <a:cxnLst/>
              <a:rect l="l" t="t" r="r" b="b"/>
              <a:pathLst>
                <a:path w="4825" h="4965" extrusionOk="0">
                  <a:moveTo>
                    <a:pt x="768" y="0"/>
                  </a:moveTo>
                  <a:cubicBezTo>
                    <a:pt x="768" y="0"/>
                    <a:pt x="586" y="144"/>
                    <a:pt x="315" y="384"/>
                  </a:cubicBezTo>
                  <a:cubicBezTo>
                    <a:pt x="1188" y="3068"/>
                    <a:pt x="681" y="3955"/>
                    <a:pt x="136" y="4593"/>
                  </a:cubicBezTo>
                  <a:cubicBezTo>
                    <a:pt x="43" y="4705"/>
                    <a:pt x="0" y="4816"/>
                    <a:pt x="2" y="4925"/>
                  </a:cubicBezTo>
                  <a:cubicBezTo>
                    <a:pt x="224" y="4952"/>
                    <a:pt x="440" y="4964"/>
                    <a:pt x="649" y="4964"/>
                  </a:cubicBezTo>
                  <a:cubicBezTo>
                    <a:pt x="3241" y="4964"/>
                    <a:pt x="4825" y="3065"/>
                    <a:pt x="4825" y="3065"/>
                  </a:cubicBezTo>
                  <a:lnTo>
                    <a:pt x="768" y="0"/>
                  </a:lnTo>
                  <a:close/>
                </a:path>
              </a:pathLst>
            </a:custGeom>
            <a:solidFill>
              <a:srgbClr val="DB96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9"/>
            <p:cNvSpPr/>
            <p:nvPr/>
          </p:nvSpPr>
          <p:spPr>
            <a:xfrm>
              <a:off x="597211" y="227988"/>
              <a:ext cx="235802" cy="249900"/>
            </a:xfrm>
            <a:custGeom>
              <a:avLst/>
              <a:gdLst/>
              <a:ahLst/>
              <a:cxnLst/>
              <a:rect l="l" t="t" r="r" b="b"/>
              <a:pathLst>
                <a:path w="7694" h="8154" extrusionOk="0">
                  <a:moveTo>
                    <a:pt x="3833" y="0"/>
                  </a:moveTo>
                  <a:cubicBezTo>
                    <a:pt x="1292" y="0"/>
                    <a:pt x="0" y="2967"/>
                    <a:pt x="967" y="5201"/>
                  </a:cubicBezTo>
                  <a:cubicBezTo>
                    <a:pt x="1940" y="7438"/>
                    <a:pt x="4116" y="8153"/>
                    <a:pt x="5460" y="8153"/>
                  </a:cubicBezTo>
                  <a:cubicBezTo>
                    <a:pt x="5722" y="8153"/>
                    <a:pt x="5952" y="8126"/>
                    <a:pt x="6136" y="8078"/>
                  </a:cubicBezTo>
                  <a:cubicBezTo>
                    <a:pt x="7693" y="7667"/>
                    <a:pt x="7329" y="4956"/>
                    <a:pt x="7164" y="4284"/>
                  </a:cubicBezTo>
                  <a:cubicBezTo>
                    <a:pt x="7000" y="3622"/>
                    <a:pt x="6541" y="3296"/>
                    <a:pt x="6515" y="3029"/>
                  </a:cubicBezTo>
                  <a:cubicBezTo>
                    <a:pt x="6296" y="584"/>
                    <a:pt x="5452" y="365"/>
                    <a:pt x="5452" y="365"/>
                  </a:cubicBezTo>
                  <a:cubicBezTo>
                    <a:pt x="4870" y="113"/>
                    <a:pt x="4328" y="0"/>
                    <a:pt x="3833" y="0"/>
                  </a:cubicBezTo>
                  <a:close/>
                </a:path>
              </a:pathLst>
            </a:custGeom>
            <a:solidFill>
              <a:srgbClr val="F1B2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9"/>
            <p:cNvSpPr/>
            <p:nvPr/>
          </p:nvSpPr>
          <p:spPr>
            <a:xfrm>
              <a:off x="513145" y="199301"/>
              <a:ext cx="248704" cy="373011"/>
            </a:xfrm>
            <a:custGeom>
              <a:avLst/>
              <a:gdLst/>
              <a:ahLst/>
              <a:cxnLst/>
              <a:rect l="l" t="t" r="r" b="b"/>
              <a:pathLst>
                <a:path w="8115" h="12171" extrusionOk="0">
                  <a:moveTo>
                    <a:pt x="4728" y="0"/>
                  </a:moveTo>
                  <a:cubicBezTo>
                    <a:pt x="1388" y="0"/>
                    <a:pt x="1284" y="3758"/>
                    <a:pt x="1284" y="3758"/>
                  </a:cubicBezTo>
                  <a:cubicBezTo>
                    <a:pt x="1284" y="3758"/>
                    <a:pt x="0" y="11744"/>
                    <a:pt x="5665" y="12171"/>
                  </a:cubicBezTo>
                  <a:lnTo>
                    <a:pt x="4697" y="8133"/>
                  </a:lnTo>
                  <a:cubicBezTo>
                    <a:pt x="4458" y="2903"/>
                    <a:pt x="6392" y="2198"/>
                    <a:pt x="7452" y="2198"/>
                  </a:cubicBezTo>
                  <a:cubicBezTo>
                    <a:pt x="7843" y="2198"/>
                    <a:pt x="8115" y="2294"/>
                    <a:pt x="8115" y="2294"/>
                  </a:cubicBezTo>
                  <a:cubicBezTo>
                    <a:pt x="7761" y="776"/>
                    <a:pt x="5203" y="24"/>
                    <a:pt x="5203" y="24"/>
                  </a:cubicBezTo>
                  <a:cubicBezTo>
                    <a:pt x="5038" y="8"/>
                    <a:pt x="4880" y="0"/>
                    <a:pt x="47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9"/>
            <p:cNvSpPr/>
            <p:nvPr/>
          </p:nvSpPr>
          <p:spPr>
            <a:xfrm>
              <a:off x="620718" y="189280"/>
              <a:ext cx="191210" cy="135983"/>
            </a:xfrm>
            <a:custGeom>
              <a:avLst/>
              <a:gdLst/>
              <a:ahLst/>
              <a:cxnLst/>
              <a:rect l="l" t="t" r="r" b="b"/>
              <a:pathLst>
                <a:path w="6239" h="4437" extrusionOk="0">
                  <a:moveTo>
                    <a:pt x="2430" y="1"/>
                  </a:moveTo>
                  <a:cubicBezTo>
                    <a:pt x="1749" y="1"/>
                    <a:pt x="946" y="163"/>
                    <a:pt x="1" y="550"/>
                  </a:cubicBezTo>
                  <a:cubicBezTo>
                    <a:pt x="1" y="550"/>
                    <a:pt x="31" y="549"/>
                    <a:pt x="88" y="549"/>
                  </a:cubicBezTo>
                  <a:cubicBezTo>
                    <a:pt x="643" y="549"/>
                    <a:pt x="3704" y="640"/>
                    <a:pt x="4605" y="2621"/>
                  </a:cubicBezTo>
                  <a:cubicBezTo>
                    <a:pt x="4605" y="2621"/>
                    <a:pt x="4664" y="2594"/>
                    <a:pt x="4766" y="2594"/>
                  </a:cubicBezTo>
                  <a:cubicBezTo>
                    <a:pt x="5050" y="2594"/>
                    <a:pt x="5667" y="2808"/>
                    <a:pt x="6238" y="4436"/>
                  </a:cubicBezTo>
                  <a:cubicBezTo>
                    <a:pt x="6238" y="4436"/>
                    <a:pt x="5989" y="1"/>
                    <a:pt x="24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9"/>
            <p:cNvSpPr/>
            <p:nvPr/>
          </p:nvSpPr>
          <p:spPr>
            <a:xfrm>
              <a:off x="616826" y="369303"/>
              <a:ext cx="69938" cy="72175"/>
            </a:xfrm>
            <a:custGeom>
              <a:avLst/>
              <a:gdLst/>
              <a:ahLst/>
              <a:cxnLst/>
              <a:rect l="l" t="t" r="r" b="b"/>
              <a:pathLst>
                <a:path w="2282" h="2355" extrusionOk="0">
                  <a:moveTo>
                    <a:pt x="804" y="0"/>
                  </a:moveTo>
                  <a:cubicBezTo>
                    <a:pt x="701" y="0"/>
                    <a:pt x="593" y="31"/>
                    <a:pt x="480" y="103"/>
                  </a:cubicBezTo>
                  <a:cubicBezTo>
                    <a:pt x="244" y="253"/>
                    <a:pt x="0" y="554"/>
                    <a:pt x="427" y="1222"/>
                  </a:cubicBezTo>
                  <a:cubicBezTo>
                    <a:pt x="816" y="1827"/>
                    <a:pt x="1528" y="2355"/>
                    <a:pt x="2109" y="2355"/>
                  </a:cubicBezTo>
                  <a:cubicBezTo>
                    <a:pt x="2168" y="2355"/>
                    <a:pt x="2226" y="2349"/>
                    <a:pt x="2282" y="2338"/>
                  </a:cubicBezTo>
                  <a:lnTo>
                    <a:pt x="1763" y="949"/>
                  </a:lnTo>
                  <a:cubicBezTo>
                    <a:pt x="1763" y="949"/>
                    <a:pt x="1374" y="0"/>
                    <a:pt x="804" y="0"/>
                  </a:cubicBezTo>
                  <a:close/>
                </a:path>
              </a:pathLst>
            </a:custGeom>
            <a:solidFill>
              <a:srgbClr val="F1B2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9"/>
            <p:cNvSpPr/>
            <p:nvPr/>
          </p:nvSpPr>
          <p:spPr>
            <a:xfrm>
              <a:off x="548267" y="760151"/>
              <a:ext cx="346041" cy="728981"/>
            </a:xfrm>
            <a:custGeom>
              <a:avLst/>
              <a:gdLst/>
              <a:ahLst/>
              <a:cxnLst/>
              <a:rect l="l" t="t" r="r" b="b"/>
              <a:pathLst>
                <a:path w="11291" h="23786" extrusionOk="0">
                  <a:moveTo>
                    <a:pt x="11290" y="1"/>
                  </a:moveTo>
                  <a:lnTo>
                    <a:pt x="11290" y="1"/>
                  </a:lnTo>
                  <a:cubicBezTo>
                    <a:pt x="8525" y="1323"/>
                    <a:pt x="6376" y="1806"/>
                    <a:pt x="4741" y="1806"/>
                  </a:cubicBezTo>
                  <a:cubicBezTo>
                    <a:pt x="3675" y="1806"/>
                    <a:pt x="2828" y="1601"/>
                    <a:pt x="2172" y="1289"/>
                  </a:cubicBezTo>
                  <a:lnTo>
                    <a:pt x="2172" y="1289"/>
                  </a:lnTo>
                  <a:cubicBezTo>
                    <a:pt x="2215" y="1370"/>
                    <a:pt x="2172" y="1289"/>
                    <a:pt x="2210" y="1376"/>
                  </a:cubicBezTo>
                  <a:cubicBezTo>
                    <a:pt x="3647" y="4586"/>
                    <a:pt x="1770" y="5827"/>
                    <a:pt x="850" y="9330"/>
                  </a:cubicBezTo>
                  <a:cubicBezTo>
                    <a:pt x="1" y="12561"/>
                    <a:pt x="674" y="15807"/>
                    <a:pt x="1478" y="22154"/>
                  </a:cubicBezTo>
                  <a:cubicBezTo>
                    <a:pt x="1625" y="23305"/>
                    <a:pt x="3023" y="23785"/>
                    <a:pt x="4786" y="23785"/>
                  </a:cubicBezTo>
                  <a:cubicBezTo>
                    <a:pt x="5056" y="23785"/>
                    <a:pt x="5335" y="23774"/>
                    <a:pt x="5619" y="23752"/>
                  </a:cubicBezTo>
                  <a:cubicBezTo>
                    <a:pt x="5719" y="20282"/>
                    <a:pt x="4289" y="8899"/>
                    <a:pt x="4004" y="7962"/>
                  </a:cubicBezTo>
                  <a:cubicBezTo>
                    <a:pt x="3699" y="6960"/>
                    <a:pt x="2740" y="3729"/>
                    <a:pt x="5835" y="2929"/>
                  </a:cubicBezTo>
                  <a:cubicBezTo>
                    <a:pt x="8152" y="2329"/>
                    <a:pt x="10296" y="870"/>
                    <a:pt x="11230" y="174"/>
                  </a:cubicBezTo>
                  <a:cubicBezTo>
                    <a:pt x="11250" y="117"/>
                    <a:pt x="11270" y="59"/>
                    <a:pt x="11290"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p:cNvSpPr/>
            <p:nvPr/>
          </p:nvSpPr>
          <p:spPr>
            <a:xfrm>
              <a:off x="425432" y="1262739"/>
              <a:ext cx="278892" cy="388764"/>
            </a:xfrm>
            <a:custGeom>
              <a:avLst/>
              <a:gdLst/>
              <a:ahLst/>
              <a:cxnLst/>
              <a:rect l="l" t="t" r="r" b="b"/>
              <a:pathLst>
                <a:path w="9100" h="12685" extrusionOk="0">
                  <a:moveTo>
                    <a:pt x="416" y="1"/>
                  </a:moveTo>
                  <a:lnTo>
                    <a:pt x="27" y="5957"/>
                  </a:lnTo>
                  <a:cubicBezTo>
                    <a:pt x="1" y="6364"/>
                    <a:pt x="126" y="6664"/>
                    <a:pt x="349" y="6813"/>
                  </a:cubicBezTo>
                  <a:lnTo>
                    <a:pt x="9013" y="12673"/>
                  </a:lnTo>
                  <a:lnTo>
                    <a:pt x="9013" y="12673"/>
                  </a:lnTo>
                  <a:cubicBezTo>
                    <a:pt x="8799" y="12522"/>
                    <a:pt x="8681" y="12228"/>
                    <a:pt x="8707" y="11829"/>
                  </a:cubicBezTo>
                  <a:lnTo>
                    <a:pt x="9100" y="5874"/>
                  </a:lnTo>
                  <a:lnTo>
                    <a:pt x="416" y="1"/>
                  </a:lnTo>
                  <a:close/>
                  <a:moveTo>
                    <a:pt x="9013" y="12673"/>
                  </a:moveTo>
                  <a:cubicBezTo>
                    <a:pt x="9019" y="12677"/>
                    <a:pt x="9025" y="12681"/>
                    <a:pt x="9031" y="12685"/>
                  </a:cubicBezTo>
                  <a:lnTo>
                    <a:pt x="9013" y="12673"/>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p:cNvSpPr/>
            <p:nvPr/>
          </p:nvSpPr>
          <p:spPr>
            <a:xfrm>
              <a:off x="691115" y="1372549"/>
              <a:ext cx="97091" cy="282509"/>
            </a:xfrm>
            <a:custGeom>
              <a:avLst/>
              <a:gdLst/>
              <a:ahLst/>
              <a:cxnLst/>
              <a:rect l="l" t="t" r="r" b="b"/>
              <a:pathLst>
                <a:path w="3168" h="9218" extrusionOk="0">
                  <a:moveTo>
                    <a:pt x="2416" y="0"/>
                  </a:moveTo>
                  <a:cubicBezTo>
                    <a:pt x="2254" y="0"/>
                    <a:pt x="2073" y="46"/>
                    <a:pt x="1878" y="142"/>
                  </a:cubicBezTo>
                  <a:cubicBezTo>
                    <a:pt x="1130" y="507"/>
                    <a:pt x="485" y="1467"/>
                    <a:pt x="431" y="2291"/>
                  </a:cubicBezTo>
                  <a:lnTo>
                    <a:pt x="38" y="8246"/>
                  </a:lnTo>
                  <a:cubicBezTo>
                    <a:pt x="0" y="8855"/>
                    <a:pt x="295" y="9217"/>
                    <a:pt x="752" y="9217"/>
                  </a:cubicBezTo>
                  <a:cubicBezTo>
                    <a:pt x="914" y="9217"/>
                    <a:pt x="1096" y="9172"/>
                    <a:pt x="1290" y="9076"/>
                  </a:cubicBezTo>
                  <a:cubicBezTo>
                    <a:pt x="2036" y="8712"/>
                    <a:pt x="2683" y="7751"/>
                    <a:pt x="2738" y="6927"/>
                  </a:cubicBezTo>
                  <a:lnTo>
                    <a:pt x="3127" y="973"/>
                  </a:lnTo>
                  <a:cubicBezTo>
                    <a:pt x="3168" y="364"/>
                    <a:pt x="2873" y="0"/>
                    <a:pt x="2416" y="0"/>
                  </a:cubicBezTo>
                  <a:close/>
                </a:path>
              </a:pathLst>
            </a:custGeom>
            <a:solidFill>
              <a:srgbClr val="8B4E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p:cNvSpPr/>
            <p:nvPr/>
          </p:nvSpPr>
          <p:spPr>
            <a:xfrm>
              <a:off x="691115" y="1372549"/>
              <a:ext cx="97091" cy="282509"/>
            </a:xfrm>
            <a:custGeom>
              <a:avLst/>
              <a:gdLst/>
              <a:ahLst/>
              <a:cxnLst/>
              <a:rect l="l" t="t" r="r" b="b"/>
              <a:pathLst>
                <a:path w="3168" h="9218" extrusionOk="0">
                  <a:moveTo>
                    <a:pt x="2416" y="0"/>
                  </a:moveTo>
                  <a:cubicBezTo>
                    <a:pt x="2254" y="0"/>
                    <a:pt x="2073" y="46"/>
                    <a:pt x="1878" y="142"/>
                  </a:cubicBezTo>
                  <a:cubicBezTo>
                    <a:pt x="1130" y="507"/>
                    <a:pt x="485" y="1467"/>
                    <a:pt x="431" y="2291"/>
                  </a:cubicBezTo>
                  <a:lnTo>
                    <a:pt x="38" y="8246"/>
                  </a:lnTo>
                  <a:cubicBezTo>
                    <a:pt x="0" y="8855"/>
                    <a:pt x="295" y="9217"/>
                    <a:pt x="752" y="9217"/>
                  </a:cubicBezTo>
                  <a:cubicBezTo>
                    <a:pt x="914" y="9217"/>
                    <a:pt x="1096" y="9172"/>
                    <a:pt x="1290" y="9076"/>
                  </a:cubicBezTo>
                  <a:cubicBezTo>
                    <a:pt x="2036" y="8712"/>
                    <a:pt x="2683" y="7751"/>
                    <a:pt x="2738" y="6927"/>
                  </a:cubicBezTo>
                  <a:lnTo>
                    <a:pt x="3127" y="973"/>
                  </a:lnTo>
                  <a:cubicBezTo>
                    <a:pt x="3168" y="364"/>
                    <a:pt x="2873" y="0"/>
                    <a:pt x="241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p:cNvSpPr/>
            <p:nvPr/>
          </p:nvSpPr>
          <p:spPr>
            <a:xfrm>
              <a:off x="428681" y="1192587"/>
              <a:ext cx="348431" cy="384657"/>
            </a:xfrm>
            <a:custGeom>
              <a:avLst/>
              <a:gdLst/>
              <a:ahLst/>
              <a:cxnLst/>
              <a:rect l="l" t="t" r="r" b="b"/>
              <a:pathLst>
                <a:path w="11369" h="12551" extrusionOk="0">
                  <a:moveTo>
                    <a:pt x="2263" y="0"/>
                  </a:moveTo>
                  <a:cubicBezTo>
                    <a:pt x="2255" y="1"/>
                    <a:pt x="2247" y="1"/>
                    <a:pt x="2239" y="1"/>
                  </a:cubicBezTo>
                  <a:cubicBezTo>
                    <a:pt x="2232" y="1"/>
                    <a:pt x="2225" y="1"/>
                    <a:pt x="2218" y="2"/>
                  </a:cubicBezTo>
                  <a:cubicBezTo>
                    <a:pt x="2177" y="4"/>
                    <a:pt x="2139" y="12"/>
                    <a:pt x="2102" y="19"/>
                  </a:cubicBezTo>
                  <a:cubicBezTo>
                    <a:pt x="2083" y="20"/>
                    <a:pt x="2067" y="29"/>
                    <a:pt x="2047" y="30"/>
                  </a:cubicBezTo>
                  <a:cubicBezTo>
                    <a:pt x="2034" y="36"/>
                    <a:pt x="2017" y="42"/>
                    <a:pt x="1998" y="45"/>
                  </a:cubicBezTo>
                  <a:cubicBezTo>
                    <a:pt x="1981" y="50"/>
                    <a:pt x="1963" y="55"/>
                    <a:pt x="1944" y="63"/>
                  </a:cubicBezTo>
                  <a:cubicBezTo>
                    <a:pt x="1882" y="83"/>
                    <a:pt x="1819" y="108"/>
                    <a:pt x="1753" y="138"/>
                  </a:cubicBezTo>
                  <a:cubicBezTo>
                    <a:pt x="1596" y="215"/>
                    <a:pt x="1442" y="321"/>
                    <a:pt x="1299" y="444"/>
                  </a:cubicBezTo>
                  <a:cubicBezTo>
                    <a:pt x="1275" y="464"/>
                    <a:pt x="1256" y="486"/>
                    <a:pt x="1235" y="506"/>
                  </a:cubicBezTo>
                  <a:cubicBezTo>
                    <a:pt x="1225" y="510"/>
                    <a:pt x="1217" y="517"/>
                    <a:pt x="1215" y="523"/>
                  </a:cubicBezTo>
                  <a:cubicBezTo>
                    <a:pt x="1190" y="545"/>
                    <a:pt x="1167" y="565"/>
                    <a:pt x="1146" y="586"/>
                  </a:cubicBezTo>
                  <a:cubicBezTo>
                    <a:pt x="1109" y="623"/>
                    <a:pt x="1071" y="665"/>
                    <a:pt x="1033" y="708"/>
                  </a:cubicBezTo>
                  <a:cubicBezTo>
                    <a:pt x="1004" y="745"/>
                    <a:pt x="971" y="780"/>
                    <a:pt x="937" y="818"/>
                  </a:cubicBezTo>
                  <a:cubicBezTo>
                    <a:pt x="909" y="853"/>
                    <a:pt x="882" y="889"/>
                    <a:pt x="856" y="926"/>
                  </a:cubicBezTo>
                  <a:cubicBezTo>
                    <a:pt x="829" y="960"/>
                    <a:pt x="806" y="995"/>
                    <a:pt x="780" y="1032"/>
                  </a:cubicBezTo>
                  <a:cubicBezTo>
                    <a:pt x="759" y="1065"/>
                    <a:pt x="735" y="1101"/>
                    <a:pt x="715" y="1136"/>
                  </a:cubicBezTo>
                  <a:cubicBezTo>
                    <a:pt x="693" y="1171"/>
                    <a:pt x="672" y="1207"/>
                    <a:pt x="650" y="1240"/>
                  </a:cubicBezTo>
                  <a:cubicBezTo>
                    <a:pt x="631" y="1280"/>
                    <a:pt x="608" y="1314"/>
                    <a:pt x="591" y="1351"/>
                  </a:cubicBezTo>
                  <a:cubicBezTo>
                    <a:pt x="571" y="1387"/>
                    <a:pt x="553" y="1426"/>
                    <a:pt x="535" y="1462"/>
                  </a:cubicBezTo>
                  <a:cubicBezTo>
                    <a:pt x="520" y="1503"/>
                    <a:pt x="501" y="1542"/>
                    <a:pt x="481" y="1582"/>
                  </a:cubicBezTo>
                  <a:cubicBezTo>
                    <a:pt x="474" y="1605"/>
                    <a:pt x="469" y="1626"/>
                    <a:pt x="458" y="1648"/>
                  </a:cubicBezTo>
                  <a:cubicBezTo>
                    <a:pt x="457" y="1654"/>
                    <a:pt x="457" y="1659"/>
                    <a:pt x="455" y="1662"/>
                  </a:cubicBezTo>
                  <a:cubicBezTo>
                    <a:pt x="448" y="1677"/>
                    <a:pt x="441" y="1695"/>
                    <a:pt x="434" y="1710"/>
                  </a:cubicBezTo>
                  <a:cubicBezTo>
                    <a:pt x="419" y="1757"/>
                    <a:pt x="401" y="1807"/>
                    <a:pt x="386" y="1856"/>
                  </a:cubicBezTo>
                  <a:cubicBezTo>
                    <a:pt x="371" y="1915"/>
                    <a:pt x="356" y="1975"/>
                    <a:pt x="343" y="2032"/>
                  </a:cubicBezTo>
                  <a:cubicBezTo>
                    <a:pt x="328" y="2119"/>
                    <a:pt x="316" y="2201"/>
                    <a:pt x="309" y="2286"/>
                  </a:cubicBezTo>
                  <a:lnTo>
                    <a:pt x="1" y="6993"/>
                  </a:lnTo>
                  <a:lnTo>
                    <a:pt x="8703" y="12551"/>
                  </a:lnTo>
                  <a:lnTo>
                    <a:pt x="8994" y="8158"/>
                  </a:lnTo>
                  <a:cubicBezTo>
                    <a:pt x="9005" y="7953"/>
                    <a:pt x="9058" y="7739"/>
                    <a:pt x="9138" y="7529"/>
                  </a:cubicBezTo>
                  <a:lnTo>
                    <a:pt x="9138" y="7523"/>
                  </a:lnTo>
                  <a:cubicBezTo>
                    <a:pt x="9216" y="7314"/>
                    <a:pt x="9325" y="7109"/>
                    <a:pt x="9454" y="6915"/>
                  </a:cubicBezTo>
                  <a:lnTo>
                    <a:pt x="9459" y="6911"/>
                  </a:lnTo>
                  <a:cubicBezTo>
                    <a:pt x="9584" y="6720"/>
                    <a:pt x="9733" y="6546"/>
                    <a:pt x="9894" y="6398"/>
                  </a:cubicBezTo>
                  <a:cubicBezTo>
                    <a:pt x="9899" y="6389"/>
                    <a:pt x="9912" y="6381"/>
                    <a:pt x="9919" y="6374"/>
                  </a:cubicBezTo>
                  <a:cubicBezTo>
                    <a:pt x="10084" y="6223"/>
                    <a:pt x="10258" y="6097"/>
                    <a:pt x="10440" y="6010"/>
                  </a:cubicBezTo>
                  <a:cubicBezTo>
                    <a:pt x="10523" y="5967"/>
                    <a:pt x="10607" y="5939"/>
                    <a:pt x="10686" y="5915"/>
                  </a:cubicBezTo>
                  <a:cubicBezTo>
                    <a:pt x="10702" y="5911"/>
                    <a:pt x="10716" y="5905"/>
                    <a:pt x="10736" y="5904"/>
                  </a:cubicBezTo>
                  <a:cubicBezTo>
                    <a:pt x="10809" y="5886"/>
                    <a:pt x="10877" y="5874"/>
                    <a:pt x="10947" y="5872"/>
                  </a:cubicBezTo>
                  <a:lnTo>
                    <a:pt x="10968" y="5872"/>
                  </a:lnTo>
                  <a:cubicBezTo>
                    <a:pt x="10977" y="5872"/>
                    <a:pt x="10985" y="5872"/>
                    <a:pt x="10993" y="5872"/>
                  </a:cubicBezTo>
                  <a:cubicBezTo>
                    <a:pt x="11056" y="5872"/>
                    <a:pt x="11118" y="5881"/>
                    <a:pt x="11175" y="5895"/>
                  </a:cubicBezTo>
                  <a:cubicBezTo>
                    <a:pt x="11176" y="5895"/>
                    <a:pt x="11180" y="5897"/>
                    <a:pt x="11183" y="5897"/>
                  </a:cubicBezTo>
                  <a:cubicBezTo>
                    <a:pt x="11248" y="5917"/>
                    <a:pt x="11309" y="5944"/>
                    <a:pt x="11368" y="5981"/>
                  </a:cubicBezTo>
                  <a:lnTo>
                    <a:pt x="2685" y="113"/>
                  </a:lnTo>
                  <a:cubicBezTo>
                    <a:pt x="2683" y="112"/>
                    <a:pt x="2682" y="108"/>
                    <a:pt x="2679" y="106"/>
                  </a:cubicBezTo>
                  <a:cubicBezTo>
                    <a:pt x="2660" y="93"/>
                    <a:pt x="2636" y="83"/>
                    <a:pt x="2619" y="72"/>
                  </a:cubicBezTo>
                  <a:cubicBezTo>
                    <a:pt x="2597" y="62"/>
                    <a:pt x="2572" y="50"/>
                    <a:pt x="2549" y="43"/>
                  </a:cubicBezTo>
                  <a:cubicBezTo>
                    <a:pt x="2536" y="37"/>
                    <a:pt x="2521" y="33"/>
                    <a:pt x="2503" y="29"/>
                  </a:cubicBezTo>
                  <a:cubicBezTo>
                    <a:pt x="2497" y="29"/>
                    <a:pt x="2497" y="27"/>
                    <a:pt x="2493" y="27"/>
                  </a:cubicBezTo>
                  <a:cubicBezTo>
                    <a:pt x="2488" y="26"/>
                    <a:pt x="2484" y="22"/>
                    <a:pt x="2476" y="20"/>
                  </a:cubicBezTo>
                  <a:cubicBezTo>
                    <a:pt x="2450" y="15"/>
                    <a:pt x="2428" y="9"/>
                    <a:pt x="2400" y="7"/>
                  </a:cubicBezTo>
                  <a:cubicBezTo>
                    <a:pt x="2374" y="4"/>
                    <a:pt x="2342" y="2"/>
                    <a:pt x="2314" y="0"/>
                  </a:cubicBezTo>
                  <a:lnTo>
                    <a:pt x="2284" y="0"/>
                  </a:lnTo>
                  <a:cubicBezTo>
                    <a:pt x="2280" y="0"/>
                    <a:pt x="2275" y="1"/>
                    <a:pt x="2271" y="1"/>
                  </a:cubicBezTo>
                  <a:cubicBezTo>
                    <a:pt x="2268" y="1"/>
                    <a:pt x="2266" y="1"/>
                    <a:pt x="226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p:cNvSpPr/>
            <p:nvPr/>
          </p:nvSpPr>
          <p:spPr>
            <a:xfrm>
              <a:off x="440450" y="1192618"/>
              <a:ext cx="336663" cy="241993"/>
            </a:xfrm>
            <a:custGeom>
              <a:avLst/>
              <a:gdLst/>
              <a:ahLst/>
              <a:cxnLst/>
              <a:rect l="l" t="t" r="r" b="b"/>
              <a:pathLst>
                <a:path w="10985" h="7896" extrusionOk="0">
                  <a:moveTo>
                    <a:pt x="1878" y="1"/>
                  </a:moveTo>
                  <a:cubicBezTo>
                    <a:pt x="1869" y="2"/>
                    <a:pt x="1860" y="2"/>
                    <a:pt x="1853" y="2"/>
                  </a:cubicBezTo>
                  <a:cubicBezTo>
                    <a:pt x="1845" y="2"/>
                    <a:pt x="1838" y="2"/>
                    <a:pt x="1831" y="3"/>
                  </a:cubicBezTo>
                  <a:cubicBezTo>
                    <a:pt x="1792" y="5"/>
                    <a:pt x="1752" y="12"/>
                    <a:pt x="1715" y="19"/>
                  </a:cubicBezTo>
                  <a:cubicBezTo>
                    <a:pt x="1697" y="21"/>
                    <a:pt x="1680" y="29"/>
                    <a:pt x="1662" y="32"/>
                  </a:cubicBezTo>
                  <a:cubicBezTo>
                    <a:pt x="1649" y="36"/>
                    <a:pt x="1630" y="42"/>
                    <a:pt x="1613" y="46"/>
                  </a:cubicBezTo>
                  <a:cubicBezTo>
                    <a:pt x="1594" y="51"/>
                    <a:pt x="1577" y="55"/>
                    <a:pt x="1557" y="64"/>
                  </a:cubicBezTo>
                  <a:cubicBezTo>
                    <a:pt x="1497" y="84"/>
                    <a:pt x="1434" y="108"/>
                    <a:pt x="1368" y="140"/>
                  </a:cubicBezTo>
                  <a:cubicBezTo>
                    <a:pt x="1210" y="216"/>
                    <a:pt x="1056" y="322"/>
                    <a:pt x="912" y="445"/>
                  </a:cubicBezTo>
                  <a:cubicBezTo>
                    <a:pt x="889" y="465"/>
                    <a:pt x="869" y="486"/>
                    <a:pt x="848" y="506"/>
                  </a:cubicBezTo>
                  <a:cubicBezTo>
                    <a:pt x="839" y="512"/>
                    <a:pt x="832" y="519"/>
                    <a:pt x="828" y="524"/>
                  </a:cubicBezTo>
                  <a:cubicBezTo>
                    <a:pt x="805" y="545"/>
                    <a:pt x="782" y="565"/>
                    <a:pt x="760" y="587"/>
                  </a:cubicBezTo>
                  <a:cubicBezTo>
                    <a:pt x="723" y="624"/>
                    <a:pt x="684" y="665"/>
                    <a:pt x="647" y="708"/>
                  </a:cubicBezTo>
                  <a:cubicBezTo>
                    <a:pt x="619" y="746"/>
                    <a:pt x="584" y="780"/>
                    <a:pt x="551" y="820"/>
                  </a:cubicBezTo>
                  <a:cubicBezTo>
                    <a:pt x="524" y="853"/>
                    <a:pt x="497" y="889"/>
                    <a:pt x="470" y="928"/>
                  </a:cubicBezTo>
                  <a:cubicBezTo>
                    <a:pt x="444" y="961"/>
                    <a:pt x="419" y="995"/>
                    <a:pt x="395" y="1032"/>
                  </a:cubicBezTo>
                  <a:cubicBezTo>
                    <a:pt x="374" y="1065"/>
                    <a:pt x="348" y="1101"/>
                    <a:pt x="329" y="1137"/>
                  </a:cubicBezTo>
                  <a:cubicBezTo>
                    <a:pt x="308" y="1171"/>
                    <a:pt x="286" y="1207"/>
                    <a:pt x="265" y="1240"/>
                  </a:cubicBezTo>
                  <a:cubicBezTo>
                    <a:pt x="246" y="1280"/>
                    <a:pt x="223" y="1315"/>
                    <a:pt x="204" y="1352"/>
                  </a:cubicBezTo>
                  <a:cubicBezTo>
                    <a:pt x="186" y="1388"/>
                    <a:pt x="167" y="1426"/>
                    <a:pt x="150" y="1462"/>
                  </a:cubicBezTo>
                  <a:cubicBezTo>
                    <a:pt x="147" y="1469"/>
                    <a:pt x="2" y="1853"/>
                    <a:pt x="1" y="1859"/>
                  </a:cubicBezTo>
                  <a:cubicBezTo>
                    <a:pt x="2145" y="3478"/>
                    <a:pt x="6435" y="6194"/>
                    <a:pt x="8648" y="7896"/>
                  </a:cubicBezTo>
                  <a:cubicBezTo>
                    <a:pt x="8673" y="7777"/>
                    <a:pt x="8707" y="7655"/>
                    <a:pt x="8752" y="7535"/>
                  </a:cubicBezTo>
                  <a:cubicBezTo>
                    <a:pt x="8754" y="7532"/>
                    <a:pt x="8754" y="7529"/>
                    <a:pt x="8754" y="7528"/>
                  </a:cubicBezTo>
                  <a:cubicBezTo>
                    <a:pt x="8832" y="7318"/>
                    <a:pt x="8941" y="7113"/>
                    <a:pt x="9070" y="6920"/>
                  </a:cubicBezTo>
                  <a:lnTo>
                    <a:pt x="9075" y="6916"/>
                  </a:lnTo>
                  <a:cubicBezTo>
                    <a:pt x="9200" y="6725"/>
                    <a:pt x="9349" y="6549"/>
                    <a:pt x="9510" y="6403"/>
                  </a:cubicBezTo>
                  <a:cubicBezTo>
                    <a:pt x="9515" y="6394"/>
                    <a:pt x="9528" y="6386"/>
                    <a:pt x="9535" y="6378"/>
                  </a:cubicBezTo>
                  <a:cubicBezTo>
                    <a:pt x="9700" y="6226"/>
                    <a:pt x="9874" y="6102"/>
                    <a:pt x="10056" y="6014"/>
                  </a:cubicBezTo>
                  <a:cubicBezTo>
                    <a:pt x="10139" y="5971"/>
                    <a:pt x="10223" y="5944"/>
                    <a:pt x="10302" y="5918"/>
                  </a:cubicBezTo>
                  <a:cubicBezTo>
                    <a:pt x="10318" y="5916"/>
                    <a:pt x="10332" y="5910"/>
                    <a:pt x="10352" y="5908"/>
                  </a:cubicBezTo>
                  <a:cubicBezTo>
                    <a:pt x="10425" y="5890"/>
                    <a:pt x="10493" y="5878"/>
                    <a:pt x="10563" y="5875"/>
                  </a:cubicBezTo>
                  <a:lnTo>
                    <a:pt x="10584" y="5875"/>
                  </a:lnTo>
                  <a:cubicBezTo>
                    <a:pt x="10619" y="5875"/>
                    <a:pt x="10951" y="5983"/>
                    <a:pt x="10984" y="5987"/>
                  </a:cubicBezTo>
                  <a:cubicBezTo>
                    <a:pt x="10690" y="5757"/>
                    <a:pt x="10073" y="5408"/>
                    <a:pt x="9750" y="5152"/>
                  </a:cubicBezTo>
                  <a:lnTo>
                    <a:pt x="2299" y="114"/>
                  </a:lnTo>
                  <a:cubicBezTo>
                    <a:pt x="2296" y="112"/>
                    <a:pt x="2295" y="108"/>
                    <a:pt x="2294" y="107"/>
                  </a:cubicBezTo>
                  <a:cubicBezTo>
                    <a:pt x="2274" y="94"/>
                    <a:pt x="2251" y="84"/>
                    <a:pt x="2232" y="72"/>
                  </a:cubicBezTo>
                  <a:cubicBezTo>
                    <a:pt x="2210" y="62"/>
                    <a:pt x="2186" y="51"/>
                    <a:pt x="2163" y="44"/>
                  </a:cubicBezTo>
                  <a:cubicBezTo>
                    <a:pt x="2150" y="39"/>
                    <a:pt x="2136" y="34"/>
                    <a:pt x="2116" y="29"/>
                  </a:cubicBezTo>
                  <a:cubicBezTo>
                    <a:pt x="2112" y="29"/>
                    <a:pt x="2112" y="28"/>
                    <a:pt x="2107" y="28"/>
                  </a:cubicBezTo>
                  <a:cubicBezTo>
                    <a:pt x="2102" y="26"/>
                    <a:pt x="2099" y="22"/>
                    <a:pt x="2089" y="21"/>
                  </a:cubicBezTo>
                  <a:cubicBezTo>
                    <a:pt x="2064" y="15"/>
                    <a:pt x="2043" y="11"/>
                    <a:pt x="2014" y="8"/>
                  </a:cubicBezTo>
                  <a:cubicBezTo>
                    <a:pt x="1987" y="5"/>
                    <a:pt x="1957" y="3"/>
                    <a:pt x="1928" y="1"/>
                  </a:cubicBezTo>
                  <a:lnTo>
                    <a:pt x="1898" y="1"/>
                  </a:lnTo>
                  <a:cubicBezTo>
                    <a:pt x="1894" y="1"/>
                    <a:pt x="1890" y="2"/>
                    <a:pt x="1885" y="2"/>
                  </a:cubicBezTo>
                  <a:cubicBezTo>
                    <a:pt x="1883" y="2"/>
                    <a:pt x="1880" y="2"/>
                    <a:pt x="18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p:cNvSpPr/>
            <p:nvPr/>
          </p:nvSpPr>
          <p:spPr>
            <a:xfrm>
              <a:off x="454517" y="1356980"/>
              <a:ext cx="210640" cy="214655"/>
            </a:xfrm>
            <a:custGeom>
              <a:avLst/>
              <a:gdLst/>
              <a:ahLst/>
              <a:cxnLst/>
              <a:rect l="l" t="t" r="r" b="b"/>
              <a:pathLst>
                <a:path w="6873" h="7004" extrusionOk="0">
                  <a:moveTo>
                    <a:pt x="144" y="1"/>
                  </a:moveTo>
                  <a:lnTo>
                    <a:pt x="43" y="1815"/>
                  </a:lnTo>
                  <a:cubicBezTo>
                    <a:pt x="0" y="2580"/>
                    <a:pt x="489" y="3539"/>
                    <a:pt x="1134" y="3957"/>
                  </a:cubicBezTo>
                  <a:lnTo>
                    <a:pt x="5529" y="6809"/>
                  </a:lnTo>
                  <a:cubicBezTo>
                    <a:pt x="5732" y="6941"/>
                    <a:pt x="5927" y="7004"/>
                    <a:pt x="6099" y="7004"/>
                  </a:cubicBezTo>
                  <a:cubicBezTo>
                    <a:pt x="6474" y="7004"/>
                    <a:pt x="6743" y="6708"/>
                    <a:pt x="6772" y="6184"/>
                  </a:cubicBezTo>
                  <a:lnTo>
                    <a:pt x="6873" y="4370"/>
                  </a:lnTo>
                  <a:lnTo>
                    <a:pt x="144"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p:cNvSpPr/>
            <p:nvPr/>
          </p:nvSpPr>
          <p:spPr>
            <a:xfrm>
              <a:off x="484613" y="1260379"/>
              <a:ext cx="25008" cy="174200"/>
            </a:xfrm>
            <a:custGeom>
              <a:avLst/>
              <a:gdLst/>
              <a:ahLst/>
              <a:cxnLst/>
              <a:rect l="l" t="t" r="r" b="b"/>
              <a:pathLst>
                <a:path w="816" h="5684" extrusionOk="0">
                  <a:moveTo>
                    <a:pt x="0" y="1"/>
                  </a:moveTo>
                  <a:lnTo>
                    <a:pt x="0" y="5117"/>
                  </a:lnTo>
                  <a:lnTo>
                    <a:pt x="815" y="5683"/>
                  </a:lnTo>
                  <a:lnTo>
                    <a:pt x="81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p:cNvSpPr/>
            <p:nvPr/>
          </p:nvSpPr>
          <p:spPr>
            <a:xfrm>
              <a:off x="616029" y="1347510"/>
              <a:ext cx="24978" cy="174200"/>
            </a:xfrm>
            <a:custGeom>
              <a:avLst/>
              <a:gdLst/>
              <a:ahLst/>
              <a:cxnLst/>
              <a:rect l="l" t="t" r="r" b="b"/>
              <a:pathLst>
                <a:path w="815" h="5684" extrusionOk="0">
                  <a:moveTo>
                    <a:pt x="1" y="0"/>
                  </a:moveTo>
                  <a:lnTo>
                    <a:pt x="1" y="5116"/>
                  </a:lnTo>
                  <a:lnTo>
                    <a:pt x="815" y="5683"/>
                  </a:lnTo>
                  <a:lnTo>
                    <a:pt x="81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p:cNvSpPr/>
            <p:nvPr/>
          </p:nvSpPr>
          <p:spPr>
            <a:xfrm>
              <a:off x="508702" y="1372580"/>
              <a:ext cx="6436" cy="34448"/>
            </a:xfrm>
            <a:custGeom>
              <a:avLst/>
              <a:gdLst/>
              <a:ahLst/>
              <a:cxnLst/>
              <a:rect l="l" t="t" r="r" b="b"/>
              <a:pathLst>
                <a:path w="210" h="1124" extrusionOk="0">
                  <a:moveTo>
                    <a:pt x="210" y="1"/>
                  </a:moveTo>
                  <a:lnTo>
                    <a:pt x="75" y="65"/>
                  </a:lnTo>
                  <a:lnTo>
                    <a:pt x="1" y="1124"/>
                  </a:lnTo>
                  <a:lnTo>
                    <a:pt x="135" y="1058"/>
                  </a:lnTo>
                  <a:lnTo>
                    <a:pt x="2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p:cNvSpPr/>
            <p:nvPr/>
          </p:nvSpPr>
          <p:spPr>
            <a:xfrm>
              <a:off x="477257" y="1349839"/>
              <a:ext cx="37880" cy="24763"/>
            </a:xfrm>
            <a:custGeom>
              <a:avLst/>
              <a:gdLst/>
              <a:ahLst/>
              <a:cxnLst/>
              <a:rect l="l" t="t" r="r" b="b"/>
              <a:pathLst>
                <a:path w="1236" h="808" extrusionOk="0">
                  <a:moveTo>
                    <a:pt x="138" y="0"/>
                  </a:moveTo>
                  <a:lnTo>
                    <a:pt x="1" y="68"/>
                  </a:lnTo>
                  <a:lnTo>
                    <a:pt x="1101" y="807"/>
                  </a:lnTo>
                  <a:lnTo>
                    <a:pt x="1236" y="743"/>
                  </a:lnTo>
                  <a:lnTo>
                    <a:pt x="13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p:cNvSpPr/>
            <p:nvPr/>
          </p:nvSpPr>
          <p:spPr>
            <a:xfrm>
              <a:off x="474928" y="1351893"/>
              <a:ext cx="36103" cy="55135"/>
            </a:xfrm>
            <a:custGeom>
              <a:avLst/>
              <a:gdLst/>
              <a:ahLst/>
              <a:cxnLst/>
              <a:rect l="l" t="t" r="r" b="b"/>
              <a:pathLst>
                <a:path w="1178" h="1799" extrusionOk="0">
                  <a:moveTo>
                    <a:pt x="77" y="1"/>
                  </a:moveTo>
                  <a:lnTo>
                    <a:pt x="1" y="1060"/>
                  </a:lnTo>
                  <a:lnTo>
                    <a:pt x="1103" y="1799"/>
                  </a:lnTo>
                  <a:lnTo>
                    <a:pt x="1177" y="740"/>
                  </a:lnTo>
                  <a:lnTo>
                    <a:pt x="7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p:cNvSpPr/>
            <p:nvPr/>
          </p:nvSpPr>
          <p:spPr>
            <a:xfrm>
              <a:off x="642202" y="1468139"/>
              <a:ext cx="6436" cy="34509"/>
            </a:xfrm>
            <a:custGeom>
              <a:avLst/>
              <a:gdLst/>
              <a:ahLst/>
              <a:cxnLst/>
              <a:rect l="l" t="t" r="r" b="b"/>
              <a:pathLst>
                <a:path w="210" h="1126" extrusionOk="0">
                  <a:moveTo>
                    <a:pt x="210" y="1"/>
                  </a:moveTo>
                  <a:lnTo>
                    <a:pt x="74" y="65"/>
                  </a:lnTo>
                  <a:lnTo>
                    <a:pt x="1" y="1125"/>
                  </a:lnTo>
                  <a:lnTo>
                    <a:pt x="135" y="1058"/>
                  </a:lnTo>
                  <a:lnTo>
                    <a:pt x="2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p:cNvSpPr/>
            <p:nvPr/>
          </p:nvSpPr>
          <p:spPr>
            <a:xfrm>
              <a:off x="610758" y="1445429"/>
              <a:ext cx="37880" cy="24733"/>
            </a:xfrm>
            <a:custGeom>
              <a:avLst/>
              <a:gdLst/>
              <a:ahLst/>
              <a:cxnLst/>
              <a:rect l="l" t="t" r="r" b="b"/>
              <a:pathLst>
                <a:path w="1236" h="807" extrusionOk="0">
                  <a:moveTo>
                    <a:pt x="137" y="1"/>
                  </a:moveTo>
                  <a:lnTo>
                    <a:pt x="1" y="67"/>
                  </a:lnTo>
                  <a:lnTo>
                    <a:pt x="1100" y="806"/>
                  </a:lnTo>
                  <a:lnTo>
                    <a:pt x="1236" y="742"/>
                  </a:lnTo>
                  <a:lnTo>
                    <a:pt x="1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p:cNvSpPr/>
            <p:nvPr/>
          </p:nvSpPr>
          <p:spPr>
            <a:xfrm>
              <a:off x="608428" y="1447452"/>
              <a:ext cx="36041" cy="55196"/>
            </a:xfrm>
            <a:custGeom>
              <a:avLst/>
              <a:gdLst/>
              <a:ahLst/>
              <a:cxnLst/>
              <a:rect l="l" t="t" r="r" b="b"/>
              <a:pathLst>
                <a:path w="1176" h="1801" extrusionOk="0">
                  <a:moveTo>
                    <a:pt x="77" y="1"/>
                  </a:moveTo>
                  <a:lnTo>
                    <a:pt x="1" y="1060"/>
                  </a:lnTo>
                  <a:lnTo>
                    <a:pt x="1103" y="1800"/>
                  </a:lnTo>
                  <a:lnTo>
                    <a:pt x="1176" y="740"/>
                  </a:lnTo>
                  <a:lnTo>
                    <a:pt x="7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p:cNvSpPr/>
            <p:nvPr/>
          </p:nvSpPr>
          <p:spPr>
            <a:xfrm>
              <a:off x="574318" y="1238650"/>
              <a:ext cx="13699" cy="29238"/>
            </a:xfrm>
            <a:custGeom>
              <a:avLst/>
              <a:gdLst/>
              <a:ahLst/>
              <a:cxnLst/>
              <a:rect l="l" t="t" r="r" b="b"/>
              <a:pathLst>
                <a:path w="447" h="954" extrusionOk="0">
                  <a:moveTo>
                    <a:pt x="446" y="0"/>
                  </a:moveTo>
                  <a:lnTo>
                    <a:pt x="55" y="194"/>
                  </a:lnTo>
                  <a:lnTo>
                    <a:pt x="0" y="953"/>
                  </a:lnTo>
                  <a:lnTo>
                    <a:pt x="392" y="761"/>
                  </a:lnTo>
                  <a:lnTo>
                    <a:pt x="446" y="0"/>
                  </a:lnTo>
                  <a:close/>
                </a:path>
              </a:pathLst>
            </a:custGeom>
            <a:solidFill>
              <a:srgbClr val="4521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9"/>
            <p:cNvSpPr/>
            <p:nvPr/>
          </p:nvSpPr>
          <p:spPr>
            <a:xfrm>
              <a:off x="653480" y="1278431"/>
              <a:ext cx="14619" cy="42723"/>
            </a:xfrm>
            <a:custGeom>
              <a:avLst/>
              <a:gdLst/>
              <a:ahLst/>
              <a:cxnLst/>
              <a:rect l="l" t="t" r="r" b="b"/>
              <a:pathLst>
                <a:path w="477" h="1394" extrusionOk="0">
                  <a:moveTo>
                    <a:pt x="477" y="0"/>
                  </a:moveTo>
                  <a:lnTo>
                    <a:pt x="85" y="194"/>
                  </a:lnTo>
                  <a:lnTo>
                    <a:pt x="54" y="631"/>
                  </a:lnTo>
                  <a:lnTo>
                    <a:pt x="1" y="1393"/>
                  </a:lnTo>
                  <a:lnTo>
                    <a:pt x="392" y="1200"/>
                  </a:lnTo>
                  <a:lnTo>
                    <a:pt x="445" y="440"/>
                  </a:lnTo>
                  <a:lnTo>
                    <a:pt x="4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9"/>
            <p:cNvSpPr/>
            <p:nvPr/>
          </p:nvSpPr>
          <p:spPr>
            <a:xfrm>
              <a:off x="566717" y="1218208"/>
              <a:ext cx="101382" cy="66168"/>
            </a:xfrm>
            <a:custGeom>
              <a:avLst/>
              <a:gdLst/>
              <a:ahLst/>
              <a:cxnLst/>
              <a:rect l="l" t="t" r="r" b="b"/>
              <a:pathLst>
                <a:path w="3308" h="2159" extrusionOk="0">
                  <a:moveTo>
                    <a:pt x="392" y="1"/>
                  </a:moveTo>
                  <a:lnTo>
                    <a:pt x="1" y="194"/>
                  </a:lnTo>
                  <a:lnTo>
                    <a:pt x="333" y="418"/>
                  </a:lnTo>
                  <a:lnTo>
                    <a:pt x="2581" y="1934"/>
                  </a:lnTo>
                  <a:lnTo>
                    <a:pt x="2916" y="2159"/>
                  </a:lnTo>
                  <a:lnTo>
                    <a:pt x="3308" y="1965"/>
                  </a:lnTo>
                  <a:lnTo>
                    <a:pt x="2974" y="1741"/>
                  </a:lnTo>
                  <a:lnTo>
                    <a:pt x="726" y="227"/>
                  </a:lnTo>
                  <a:lnTo>
                    <a:pt x="39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p:cNvSpPr/>
            <p:nvPr/>
          </p:nvSpPr>
          <p:spPr>
            <a:xfrm>
              <a:off x="564051" y="1224154"/>
              <a:ext cx="92065" cy="96999"/>
            </a:xfrm>
            <a:custGeom>
              <a:avLst/>
              <a:gdLst/>
              <a:ahLst/>
              <a:cxnLst/>
              <a:rect l="l" t="t" r="r" b="b"/>
              <a:pathLst>
                <a:path w="3004" h="3165" extrusionOk="0">
                  <a:moveTo>
                    <a:pt x="88" y="0"/>
                  </a:moveTo>
                  <a:lnTo>
                    <a:pt x="53" y="442"/>
                  </a:lnTo>
                  <a:lnTo>
                    <a:pt x="0" y="1203"/>
                  </a:lnTo>
                  <a:lnTo>
                    <a:pt x="335" y="1426"/>
                  </a:lnTo>
                  <a:lnTo>
                    <a:pt x="390" y="667"/>
                  </a:lnTo>
                  <a:lnTo>
                    <a:pt x="2638" y="2177"/>
                  </a:lnTo>
                  <a:lnTo>
                    <a:pt x="2585" y="2939"/>
                  </a:lnTo>
                  <a:lnTo>
                    <a:pt x="2919" y="3164"/>
                  </a:lnTo>
                  <a:lnTo>
                    <a:pt x="2972" y="2402"/>
                  </a:lnTo>
                  <a:lnTo>
                    <a:pt x="3003" y="1965"/>
                  </a:lnTo>
                  <a:lnTo>
                    <a:pt x="2668" y="1740"/>
                  </a:lnTo>
                  <a:lnTo>
                    <a:pt x="420" y="224"/>
                  </a:lnTo>
                  <a:lnTo>
                    <a:pt x="8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p:cNvSpPr/>
            <p:nvPr/>
          </p:nvSpPr>
          <p:spPr>
            <a:xfrm>
              <a:off x="521543" y="585276"/>
              <a:ext cx="142112" cy="704709"/>
            </a:xfrm>
            <a:custGeom>
              <a:avLst/>
              <a:gdLst/>
              <a:ahLst/>
              <a:cxnLst/>
              <a:rect l="l" t="t" r="r" b="b"/>
              <a:pathLst>
                <a:path w="4637" h="22994" extrusionOk="0">
                  <a:moveTo>
                    <a:pt x="2269" y="1"/>
                  </a:moveTo>
                  <a:cubicBezTo>
                    <a:pt x="2017" y="1"/>
                    <a:pt x="1846" y="42"/>
                    <a:pt x="1846" y="42"/>
                  </a:cubicBezTo>
                  <a:cubicBezTo>
                    <a:pt x="42" y="264"/>
                    <a:pt x="312" y="6301"/>
                    <a:pt x="205" y="8410"/>
                  </a:cubicBezTo>
                  <a:cubicBezTo>
                    <a:pt x="0" y="12475"/>
                    <a:pt x="1208" y="17178"/>
                    <a:pt x="1366" y="18072"/>
                  </a:cubicBezTo>
                  <a:cubicBezTo>
                    <a:pt x="1522" y="18966"/>
                    <a:pt x="1646" y="19408"/>
                    <a:pt x="1550" y="20437"/>
                  </a:cubicBezTo>
                  <a:cubicBezTo>
                    <a:pt x="1424" y="21778"/>
                    <a:pt x="2198" y="22249"/>
                    <a:pt x="2349" y="22395"/>
                  </a:cubicBezTo>
                  <a:cubicBezTo>
                    <a:pt x="2813" y="22844"/>
                    <a:pt x="3168" y="22994"/>
                    <a:pt x="3382" y="22994"/>
                  </a:cubicBezTo>
                  <a:cubicBezTo>
                    <a:pt x="3573" y="22994"/>
                    <a:pt x="3652" y="22875"/>
                    <a:pt x="3599" y="22744"/>
                  </a:cubicBezTo>
                  <a:cubicBezTo>
                    <a:pt x="2976" y="21199"/>
                    <a:pt x="3410" y="21110"/>
                    <a:pt x="3410" y="21110"/>
                  </a:cubicBezTo>
                  <a:lnTo>
                    <a:pt x="3410" y="21110"/>
                  </a:lnTo>
                  <a:cubicBezTo>
                    <a:pt x="3536" y="21819"/>
                    <a:pt x="3982" y="22186"/>
                    <a:pt x="4208" y="22274"/>
                  </a:cubicBezTo>
                  <a:cubicBezTo>
                    <a:pt x="4228" y="22281"/>
                    <a:pt x="4249" y="22285"/>
                    <a:pt x="4271" y="22285"/>
                  </a:cubicBezTo>
                  <a:cubicBezTo>
                    <a:pt x="4445" y="22285"/>
                    <a:pt x="4636" y="22040"/>
                    <a:pt x="4419" y="21804"/>
                  </a:cubicBezTo>
                  <a:cubicBezTo>
                    <a:pt x="4174" y="21536"/>
                    <a:pt x="4068" y="21069"/>
                    <a:pt x="4047" y="20802"/>
                  </a:cubicBezTo>
                  <a:cubicBezTo>
                    <a:pt x="3986" y="20020"/>
                    <a:pt x="3790" y="19740"/>
                    <a:pt x="3622" y="19551"/>
                  </a:cubicBezTo>
                  <a:cubicBezTo>
                    <a:pt x="3158" y="19025"/>
                    <a:pt x="3072" y="18525"/>
                    <a:pt x="3072" y="18525"/>
                  </a:cubicBezTo>
                  <a:cubicBezTo>
                    <a:pt x="2770" y="17309"/>
                    <a:pt x="3033" y="10269"/>
                    <a:pt x="3033" y="10269"/>
                  </a:cubicBezTo>
                  <a:cubicBezTo>
                    <a:pt x="3033" y="10269"/>
                    <a:pt x="4163" y="6460"/>
                    <a:pt x="4276" y="2943"/>
                  </a:cubicBezTo>
                  <a:cubicBezTo>
                    <a:pt x="4360" y="339"/>
                    <a:pt x="2987" y="1"/>
                    <a:pt x="2269" y="1"/>
                  </a:cubicBezTo>
                  <a:close/>
                </a:path>
              </a:pathLst>
            </a:custGeom>
            <a:solidFill>
              <a:srgbClr val="E6A3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p:cNvSpPr/>
            <p:nvPr/>
          </p:nvSpPr>
          <p:spPr>
            <a:xfrm>
              <a:off x="512165" y="570964"/>
              <a:ext cx="149223" cy="238376"/>
            </a:xfrm>
            <a:custGeom>
              <a:avLst/>
              <a:gdLst/>
              <a:ahLst/>
              <a:cxnLst/>
              <a:rect l="l" t="t" r="r" b="b"/>
              <a:pathLst>
                <a:path w="4869" h="7778" extrusionOk="0">
                  <a:moveTo>
                    <a:pt x="2489" y="1"/>
                  </a:moveTo>
                  <a:cubicBezTo>
                    <a:pt x="2484" y="1"/>
                    <a:pt x="2479" y="1"/>
                    <a:pt x="2474" y="1"/>
                  </a:cubicBezTo>
                  <a:cubicBezTo>
                    <a:pt x="2438" y="1"/>
                    <a:pt x="2408" y="12"/>
                    <a:pt x="2377" y="19"/>
                  </a:cubicBezTo>
                  <a:cubicBezTo>
                    <a:pt x="1879" y="121"/>
                    <a:pt x="1385" y="509"/>
                    <a:pt x="1126" y="1052"/>
                  </a:cubicBezTo>
                  <a:cubicBezTo>
                    <a:pt x="1087" y="1134"/>
                    <a:pt x="1051" y="1217"/>
                    <a:pt x="1025" y="1305"/>
                  </a:cubicBezTo>
                  <a:cubicBezTo>
                    <a:pt x="982" y="1444"/>
                    <a:pt x="896" y="1763"/>
                    <a:pt x="785" y="2214"/>
                  </a:cubicBezTo>
                  <a:cubicBezTo>
                    <a:pt x="785" y="2214"/>
                    <a:pt x="362" y="4275"/>
                    <a:pt x="1" y="6483"/>
                  </a:cubicBezTo>
                  <a:cubicBezTo>
                    <a:pt x="365" y="7513"/>
                    <a:pt x="1645" y="7777"/>
                    <a:pt x="2726" y="7777"/>
                  </a:cubicBezTo>
                  <a:cubicBezTo>
                    <a:pt x="3496" y="7777"/>
                    <a:pt x="4165" y="7643"/>
                    <a:pt x="4330" y="7556"/>
                  </a:cubicBezTo>
                  <a:cubicBezTo>
                    <a:pt x="4674" y="5754"/>
                    <a:pt x="4765" y="3947"/>
                    <a:pt x="4824" y="2421"/>
                  </a:cubicBezTo>
                  <a:cubicBezTo>
                    <a:pt x="4868" y="1268"/>
                    <a:pt x="4233" y="1"/>
                    <a:pt x="2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7" name="Google Shape;777;p39"/>
          <p:cNvGrpSpPr/>
          <p:nvPr/>
        </p:nvGrpSpPr>
        <p:grpSpPr>
          <a:xfrm flipH="1">
            <a:off x="6929559" y="311384"/>
            <a:ext cx="1342018" cy="3380645"/>
            <a:chOff x="2394534" y="2563603"/>
            <a:chExt cx="849916" cy="2141004"/>
          </a:xfrm>
        </p:grpSpPr>
        <p:sp>
          <p:nvSpPr>
            <p:cNvPr id="778" name="Google Shape;778;p39"/>
            <p:cNvSpPr/>
            <p:nvPr/>
          </p:nvSpPr>
          <p:spPr>
            <a:xfrm>
              <a:off x="2854277" y="2670716"/>
              <a:ext cx="155046" cy="144993"/>
            </a:xfrm>
            <a:custGeom>
              <a:avLst/>
              <a:gdLst/>
              <a:ahLst/>
              <a:cxnLst/>
              <a:rect l="l" t="t" r="r" b="b"/>
              <a:pathLst>
                <a:path w="5059" h="4731" extrusionOk="0">
                  <a:moveTo>
                    <a:pt x="1934" y="0"/>
                  </a:moveTo>
                  <a:cubicBezTo>
                    <a:pt x="209" y="0"/>
                    <a:pt x="0" y="745"/>
                    <a:pt x="0" y="745"/>
                  </a:cubicBezTo>
                  <a:cubicBezTo>
                    <a:pt x="0" y="745"/>
                    <a:pt x="1546" y="3791"/>
                    <a:pt x="3322" y="4539"/>
                  </a:cubicBezTo>
                  <a:cubicBezTo>
                    <a:pt x="3645" y="4675"/>
                    <a:pt x="3906" y="4731"/>
                    <a:pt x="4116" y="4731"/>
                  </a:cubicBezTo>
                  <a:cubicBezTo>
                    <a:pt x="5058" y="4731"/>
                    <a:pt x="4980" y="3612"/>
                    <a:pt x="4980" y="3612"/>
                  </a:cubicBezTo>
                  <a:cubicBezTo>
                    <a:pt x="4980" y="3612"/>
                    <a:pt x="4511" y="154"/>
                    <a:pt x="2377" y="15"/>
                  </a:cubicBezTo>
                  <a:cubicBezTo>
                    <a:pt x="2219" y="5"/>
                    <a:pt x="2072" y="0"/>
                    <a:pt x="1934" y="0"/>
                  </a:cubicBezTo>
                  <a:close/>
                </a:path>
              </a:pathLst>
            </a:custGeom>
            <a:solidFill>
              <a:srgbClr val="AA8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p:cNvSpPr/>
            <p:nvPr/>
          </p:nvSpPr>
          <p:spPr>
            <a:xfrm>
              <a:off x="2807938" y="2853375"/>
              <a:ext cx="428054" cy="321033"/>
            </a:xfrm>
            <a:custGeom>
              <a:avLst/>
              <a:gdLst/>
              <a:ahLst/>
              <a:cxnLst/>
              <a:rect l="l" t="t" r="r" b="b"/>
              <a:pathLst>
                <a:path w="13967" h="10475" extrusionOk="0">
                  <a:moveTo>
                    <a:pt x="2389" y="0"/>
                  </a:moveTo>
                  <a:cubicBezTo>
                    <a:pt x="1578" y="0"/>
                    <a:pt x="1348" y="590"/>
                    <a:pt x="1283" y="843"/>
                  </a:cubicBezTo>
                  <a:cubicBezTo>
                    <a:pt x="986" y="2620"/>
                    <a:pt x="1" y="2350"/>
                    <a:pt x="753" y="3015"/>
                  </a:cubicBezTo>
                  <a:cubicBezTo>
                    <a:pt x="1193" y="3401"/>
                    <a:pt x="9463" y="10446"/>
                    <a:pt x="11805" y="10475"/>
                  </a:cubicBezTo>
                  <a:cubicBezTo>
                    <a:pt x="11805" y="10475"/>
                    <a:pt x="13967" y="8502"/>
                    <a:pt x="13683" y="7964"/>
                  </a:cubicBezTo>
                  <a:cubicBezTo>
                    <a:pt x="11474" y="3775"/>
                    <a:pt x="5394" y="962"/>
                    <a:pt x="3295" y="187"/>
                  </a:cubicBezTo>
                  <a:cubicBezTo>
                    <a:pt x="2932" y="54"/>
                    <a:pt x="2634" y="0"/>
                    <a:pt x="23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p:cNvSpPr/>
            <p:nvPr/>
          </p:nvSpPr>
          <p:spPr>
            <a:xfrm>
              <a:off x="2934819" y="2759655"/>
              <a:ext cx="309632" cy="415028"/>
            </a:xfrm>
            <a:custGeom>
              <a:avLst/>
              <a:gdLst/>
              <a:ahLst/>
              <a:cxnLst/>
              <a:rect l="l" t="t" r="r" b="b"/>
              <a:pathLst>
                <a:path w="10103" h="13542" extrusionOk="0">
                  <a:moveTo>
                    <a:pt x="2658" y="1"/>
                  </a:moveTo>
                  <a:cubicBezTo>
                    <a:pt x="2540" y="1"/>
                    <a:pt x="2271" y="77"/>
                    <a:pt x="2033" y="187"/>
                  </a:cubicBezTo>
                  <a:cubicBezTo>
                    <a:pt x="1661" y="360"/>
                    <a:pt x="1152" y="643"/>
                    <a:pt x="687" y="919"/>
                  </a:cubicBezTo>
                  <a:cubicBezTo>
                    <a:pt x="22" y="1316"/>
                    <a:pt x="0" y="1587"/>
                    <a:pt x="35" y="1641"/>
                  </a:cubicBezTo>
                  <a:cubicBezTo>
                    <a:pt x="1387" y="4635"/>
                    <a:pt x="4469" y="11065"/>
                    <a:pt x="6103" y="12687"/>
                  </a:cubicBezTo>
                  <a:cubicBezTo>
                    <a:pt x="6710" y="13286"/>
                    <a:pt x="7326" y="13541"/>
                    <a:pt x="7869" y="13541"/>
                  </a:cubicBezTo>
                  <a:cubicBezTo>
                    <a:pt x="9211" y="13541"/>
                    <a:pt x="10103" y="11981"/>
                    <a:pt x="9280" y="10179"/>
                  </a:cubicBezTo>
                  <a:cubicBezTo>
                    <a:pt x="8904" y="9350"/>
                    <a:pt x="8258" y="7488"/>
                    <a:pt x="2715" y="16"/>
                  </a:cubicBezTo>
                  <a:cubicBezTo>
                    <a:pt x="2708" y="6"/>
                    <a:pt x="2688" y="1"/>
                    <a:pt x="26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p:cNvSpPr/>
            <p:nvPr/>
          </p:nvSpPr>
          <p:spPr>
            <a:xfrm>
              <a:off x="2829637" y="2688032"/>
              <a:ext cx="159275" cy="143338"/>
            </a:xfrm>
            <a:custGeom>
              <a:avLst/>
              <a:gdLst/>
              <a:ahLst/>
              <a:cxnLst/>
              <a:rect l="l" t="t" r="r" b="b"/>
              <a:pathLst>
                <a:path w="5197" h="4677" extrusionOk="0">
                  <a:moveTo>
                    <a:pt x="1446" y="1"/>
                  </a:moveTo>
                  <a:lnTo>
                    <a:pt x="0" y="2134"/>
                  </a:lnTo>
                  <a:lnTo>
                    <a:pt x="3753" y="4676"/>
                  </a:lnTo>
                  <a:lnTo>
                    <a:pt x="5196" y="2541"/>
                  </a:lnTo>
                  <a:lnTo>
                    <a:pt x="14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p:cNvSpPr/>
            <p:nvPr/>
          </p:nvSpPr>
          <p:spPr>
            <a:xfrm>
              <a:off x="2855135" y="2710925"/>
              <a:ext cx="108247" cy="97428"/>
            </a:xfrm>
            <a:custGeom>
              <a:avLst/>
              <a:gdLst/>
              <a:ahLst/>
              <a:cxnLst/>
              <a:rect l="l" t="t" r="r" b="b"/>
              <a:pathLst>
                <a:path w="3532" h="3179" extrusionOk="0">
                  <a:moveTo>
                    <a:pt x="985" y="0"/>
                  </a:moveTo>
                  <a:lnTo>
                    <a:pt x="1" y="1453"/>
                  </a:lnTo>
                  <a:lnTo>
                    <a:pt x="2550" y="3178"/>
                  </a:lnTo>
                  <a:lnTo>
                    <a:pt x="3532" y="1730"/>
                  </a:lnTo>
                  <a:lnTo>
                    <a:pt x="9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p:cNvSpPr/>
            <p:nvPr/>
          </p:nvSpPr>
          <p:spPr>
            <a:xfrm>
              <a:off x="2394534" y="4298772"/>
              <a:ext cx="769804" cy="405834"/>
            </a:xfrm>
            <a:custGeom>
              <a:avLst/>
              <a:gdLst/>
              <a:ahLst/>
              <a:cxnLst/>
              <a:rect l="l" t="t" r="r" b="b"/>
              <a:pathLst>
                <a:path w="25118" h="13242" extrusionOk="0">
                  <a:moveTo>
                    <a:pt x="12522" y="1"/>
                  </a:moveTo>
                  <a:cubicBezTo>
                    <a:pt x="9596" y="1"/>
                    <a:pt x="6673" y="647"/>
                    <a:pt x="4449" y="1941"/>
                  </a:cubicBezTo>
                  <a:cubicBezTo>
                    <a:pt x="0" y="4524"/>
                    <a:pt x="25" y="8715"/>
                    <a:pt x="4502" y="11302"/>
                  </a:cubicBezTo>
                  <a:cubicBezTo>
                    <a:pt x="6742" y="12595"/>
                    <a:pt x="9671" y="13241"/>
                    <a:pt x="12597" y="13241"/>
                  </a:cubicBezTo>
                  <a:cubicBezTo>
                    <a:pt x="15522" y="13241"/>
                    <a:pt x="18444" y="12595"/>
                    <a:pt x="20668" y="11302"/>
                  </a:cubicBezTo>
                  <a:cubicBezTo>
                    <a:pt x="25117" y="8715"/>
                    <a:pt x="25095" y="4527"/>
                    <a:pt x="20617" y="1941"/>
                  </a:cubicBezTo>
                  <a:cubicBezTo>
                    <a:pt x="18378" y="647"/>
                    <a:pt x="15448" y="1"/>
                    <a:pt x="1252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p:cNvSpPr/>
            <p:nvPr/>
          </p:nvSpPr>
          <p:spPr>
            <a:xfrm>
              <a:off x="2735028" y="4325405"/>
              <a:ext cx="262649" cy="203040"/>
            </a:xfrm>
            <a:custGeom>
              <a:avLst/>
              <a:gdLst/>
              <a:ahLst/>
              <a:cxnLst/>
              <a:rect l="l" t="t" r="r" b="b"/>
              <a:pathLst>
                <a:path w="8570" h="6625" extrusionOk="0">
                  <a:moveTo>
                    <a:pt x="3509" y="0"/>
                  </a:moveTo>
                  <a:cubicBezTo>
                    <a:pt x="2691" y="0"/>
                    <a:pt x="1460" y="509"/>
                    <a:pt x="1460" y="509"/>
                  </a:cubicBezTo>
                  <a:cubicBezTo>
                    <a:pt x="1460" y="509"/>
                    <a:pt x="1" y="2035"/>
                    <a:pt x="1080" y="3042"/>
                  </a:cubicBezTo>
                  <a:cubicBezTo>
                    <a:pt x="2157" y="4048"/>
                    <a:pt x="3199" y="4502"/>
                    <a:pt x="3752" y="5346"/>
                  </a:cubicBezTo>
                  <a:cubicBezTo>
                    <a:pt x="4127" y="5916"/>
                    <a:pt x="5446" y="6624"/>
                    <a:pt x="6616" y="6624"/>
                  </a:cubicBezTo>
                  <a:cubicBezTo>
                    <a:pt x="7174" y="6624"/>
                    <a:pt x="7697" y="6463"/>
                    <a:pt x="8068" y="6049"/>
                  </a:cubicBezTo>
                  <a:cubicBezTo>
                    <a:pt x="8068" y="6049"/>
                    <a:pt x="8570" y="4717"/>
                    <a:pt x="6674" y="3260"/>
                  </a:cubicBezTo>
                  <a:cubicBezTo>
                    <a:pt x="4772" y="1801"/>
                    <a:pt x="4596" y="847"/>
                    <a:pt x="4138" y="221"/>
                  </a:cubicBezTo>
                  <a:cubicBezTo>
                    <a:pt x="4021" y="60"/>
                    <a:pt x="3789" y="0"/>
                    <a:pt x="35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p:cNvSpPr/>
            <p:nvPr/>
          </p:nvSpPr>
          <p:spPr>
            <a:xfrm>
              <a:off x="2725159" y="3409229"/>
              <a:ext cx="277452" cy="983202"/>
            </a:xfrm>
            <a:custGeom>
              <a:avLst/>
              <a:gdLst/>
              <a:ahLst/>
              <a:cxnLst/>
              <a:rect l="l" t="t" r="r" b="b"/>
              <a:pathLst>
                <a:path w="9053" h="32081" extrusionOk="0">
                  <a:moveTo>
                    <a:pt x="7645" y="1"/>
                  </a:moveTo>
                  <a:cubicBezTo>
                    <a:pt x="7198" y="3411"/>
                    <a:pt x="1716" y="7317"/>
                    <a:pt x="1716" y="7317"/>
                  </a:cubicBezTo>
                  <a:cubicBezTo>
                    <a:pt x="1716" y="7317"/>
                    <a:pt x="1" y="30243"/>
                    <a:pt x="1476" y="31391"/>
                  </a:cubicBezTo>
                  <a:cubicBezTo>
                    <a:pt x="2136" y="31904"/>
                    <a:pt x="2781" y="32080"/>
                    <a:pt x="3355" y="32080"/>
                  </a:cubicBezTo>
                  <a:cubicBezTo>
                    <a:pt x="4616" y="32080"/>
                    <a:pt x="5539" y="31231"/>
                    <a:pt x="5539" y="31231"/>
                  </a:cubicBezTo>
                  <a:cubicBezTo>
                    <a:pt x="5437" y="30351"/>
                    <a:pt x="5967" y="24412"/>
                    <a:pt x="7393" y="14556"/>
                  </a:cubicBezTo>
                  <a:cubicBezTo>
                    <a:pt x="9052" y="3091"/>
                    <a:pt x="7645" y="1"/>
                    <a:pt x="7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p:cNvSpPr/>
            <p:nvPr/>
          </p:nvSpPr>
          <p:spPr>
            <a:xfrm>
              <a:off x="2578572" y="4492587"/>
              <a:ext cx="183211" cy="179564"/>
            </a:xfrm>
            <a:custGeom>
              <a:avLst/>
              <a:gdLst/>
              <a:ahLst/>
              <a:cxnLst/>
              <a:rect l="l" t="t" r="r" b="b"/>
              <a:pathLst>
                <a:path w="5978" h="5859" extrusionOk="0">
                  <a:moveTo>
                    <a:pt x="3403" y="0"/>
                  </a:moveTo>
                  <a:cubicBezTo>
                    <a:pt x="2488" y="0"/>
                    <a:pt x="376" y="410"/>
                    <a:pt x="376" y="410"/>
                  </a:cubicBezTo>
                  <a:cubicBezTo>
                    <a:pt x="376" y="410"/>
                    <a:pt x="1" y="2489"/>
                    <a:pt x="1208" y="3850"/>
                  </a:cubicBezTo>
                  <a:cubicBezTo>
                    <a:pt x="2102" y="4855"/>
                    <a:pt x="2863" y="5858"/>
                    <a:pt x="3722" y="5858"/>
                  </a:cubicBezTo>
                  <a:cubicBezTo>
                    <a:pt x="4027" y="5858"/>
                    <a:pt x="4343" y="5732"/>
                    <a:pt x="4682" y="5436"/>
                  </a:cubicBezTo>
                  <a:cubicBezTo>
                    <a:pt x="5977" y="4303"/>
                    <a:pt x="3942" y="417"/>
                    <a:pt x="3815" y="92"/>
                  </a:cubicBezTo>
                  <a:cubicBezTo>
                    <a:pt x="3789" y="26"/>
                    <a:pt x="3634" y="0"/>
                    <a:pt x="34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p:cNvSpPr/>
            <p:nvPr/>
          </p:nvSpPr>
          <p:spPr>
            <a:xfrm>
              <a:off x="2559816" y="3516955"/>
              <a:ext cx="324833" cy="1011919"/>
            </a:xfrm>
            <a:custGeom>
              <a:avLst/>
              <a:gdLst/>
              <a:ahLst/>
              <a:cxnLst/>
              <a:rect l="l" t="t" r="r" b="b"/>
              <a:pathLst>
                <a:path w="10599" h="33018" extrusionOk="0">
                  <a:moveTo>
                    <a:pt x="1798" y="1"/>
                  </a:moveTo>
                  <a:cubicBezTo>
                    <a:pt x="1798" y="1"/>
                    <a:pt x="1295" y="4069"/>
                    <a:pt x="1232" y="9787"/>
                  </a:cubicBezTo>
                  <a:cubicBezTo>
                    <a:pt x="1158" y="15505"/>
                    <a:pt x="754" y="17657"/>
                    <a:pt x="611" y="18540"/>
                  </a:cubicBezTo>
                  <a:cubicBezTo>
                    <a:pt x="475" y="19416"/>
                    <a:pt x="1" y="28981"/>
                    <a:pt x="274" y="31778"/>
                  </a:cubicBezTo>
                  <a:cubicBezTo>
                    <a:pt x="274" y="31778"/>
                    <a:pt x="1060" y="33018"/>
                    <a:pt x="2412" y="33018"/>
                  </a:cubicBezTo>
                  <a:cubicBezTo>
                    <a:pt x="3088" y="33018"/>
                    <a:pt x="3905" y="32708"/>
                    <a:pt x="4837" y="31778"/>
                  </a:cubicBezTo>
                  <a:cubicBezTo>
                    <a:pt x="4837" y="31778"/>
                    <a:pt x="5311" y="21966"/>
                    <a:pt x="5790" y="19735"/>
                  </a:cubicBezTo>
                  <a:cubicBezTo>
                    <a:pt x="6268" y="17501"/>
                    <a:pt x="8933" y="6655"/>
                    <a:pt x="10014" y="2759"/>
                  </a:cubicBezTo>
                  <a:cubicBezTo>
                    <a:pt x="10482" y="1044"/>
                    <a:pt x="10598" y="391"/>
                    <a:pt x="10598" y="391"/>
                  </a:cubicBezTo>
                  <a:lnTo>
                    <a:pt x="10598" y="391"/>
                  </a:lnTo>
                  <a:cubicBezTo>
                    <a:pt x="10598" y="391"/>
                    <a:pt x="8756" y="1640"/>
                    <a:pt x="6304" y="1640"/>
                  </a:cubicBezTo>
                  <a:cubicBezTo>
                    <a:pt x="4922" y="1640"/>
                    <a:pt x="3346" y="1243"/>
                    <a:pt x="1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p:cNvSpPr/>
            <p:nvPr/>
          </p:nvSpPr>
          <p:spPr>
            <a:xfrm>
              <a:off x="2612652" y="3508343"/>
              <a:ext cx="302368" cy="1020500"/>
            </a:xfrm>
            <a:custGeom>
              <a:avLst/>
              <a:gdLst/>
              <a:ahLst/>
              <a:cxnLst/>
              <a:rect l="l" t="t" r="r" b="b"/>
              <a:pathLst>
                <a:path w="9866" h="33298" extrusionOk="0">
                  <a:moveTo>
                    <a:pt x="9866" y="1"/>
                  </a:moveTo>
                  <a:cubicBezTo>
                    <a:pt x="9866" y="1"/>
                    <a:pt x="6776" y="2205"/>
                    <a:pt x="4111" y="2205"/>
                  </a:cubicBezTo>
                  <a:cubicBezTo>
                    <a:pt x="4110" y="2205"/>
                    <a:pt x="4109" y="2205"/>
                    <a:pt x="4109" y="2205"/>
                  </a:cubicBezTo>
                  <a:cubicBezTo>
                    <a:pt x="3985" y="3039"/>
                    <a:pt x="2858" y="11049"/>
                    <a:pt x="2588" y="14549"/>
                  </a:cubicBezTo>
                  <a:cubicBezTo>
                    <a:pt x="2335" y="18021"/>
                    <a:pt x="0" y="30235"/>
                    <a:pt x="624" y="33296"/>
                  </a:cubicBezTo>
                  <a:cubicBezTo>
                    <a:pt x="650" y="33297"/>
                    <a:pt x="677" y="33297"/>
                    <a:pt x="704" y="33297"/>
                  </a:cubicBezTo>
                  <a:cubicBezTo>
                    <a:pt x="1374" y="33297"/>
                    <a:pt x="2187" y="32984"/>
                    <a:pt x="3116" y="32059"/>
                  </a:cubicBezTo>
                  <a:cubicBezTo>
                    <a:pt x="3116" y="32059"/>
                    <a:pt x="3590" y="22247"/>
                    <a:pt x="4067" y="20016"/>
                  </a:cubicBezTo>
                  <a:cubicBezTo>
                    <a:pt x="4546" y="17782"/>
                    <a:pt x="7211" y="6936"/>
                    <a:pt x="8291" y="3040"/>
                  </a:cubicBezTo>
                  <a:cubicBezTo>
                    <a:pt x="8760" y="1325"/>
                    <a:pt x="9866" y="1"/>
                    <a:pt x="9866"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p:cNvSpPr/>
            <p:nvPr/>
          </p:nvSpPr>
          <p:spPr>
            <a:xfrm>
              <a:off x="2849404" y="3476439"/>
              <a:ext cx="130283" cy="913326"/>
            </a:xfrm>
            <a:custGeom>
              <a:avLst/>
              <a:gdLst/>
              <a:ahLst/>
              <a:cxnLst/>
              <a:rect l="l" t="t" r="r" b="b"/>
              <a:pathLst>
                <a:path w="4251" h="29801" extrusionOk="0">
                  <a:moveTo>
                    <a:pt x="2728" y="0"/>
                  </a:moveTo>
                  <a:cubicBezTo>
                    <a:pt x="2521" y="337"/>
                    <a:pt x="2286" y="671"/>
                    <a:pt x="2033" y="996"/>
                  </a:cubicBezTo>
                  <a:cubicBezTo>
                    <a:pt x="1695" y="4422"/>
                    <a:pt x="664" y="15153"/>
                    <a:pt x="486" y="19748"/>
                  </a:cubicBezTo>
                  <a:cubicBezTo>
                    <a:pt x="320" y="24051"/>
                    <a:pt x="92" y="28197"/>
                    <a:pt x="0" y="29800"/>
                  </a:cubicBezTo>
                  <a:cubicBezTo>
                    <a:pt x="889" y="29585"/>
                    <a:pt x="1485" y="29038"/>
                    <a:pt x="1485" y="29038"/>
                  </a:cubicBezTo>
                  <a:cubicBezTo>
                    <a:pt x="1383" y="28158"/>
                    <a:pt x="1913" y="22219"/>
                    <a:pt x="3339" y="12363"/>
                  </a:cubicBezTo>
                  <a:cubicBezTo>
                    <a:pt x="4250" y="6066"/>
                    <a:pt x="4236" y="2300"/>
                    <a:pt x="4040" y="179"/>
                  </a:cubicBezTo>
                  <a:lnTo>
                    <a:pt x="2728"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9"/>
            <p:cNvSpPr/>
            <p:nvPr/>
          </p:nvSpPr>
          <p:spPr>
            <a:xfrm>
              <a:off x="2509922" y="2853375"/>
              <a:ext cx="479603" cy="753254"/>
            </a:xfrm>
            <a:custGeom>
              <a:avLst/>
              <a:gdLst/>
              <a:ahLst/>
              <a:cxnLst/>
              <a:rect l="l" t="t" r="r" b="b"/>
              <a:pathLst>
                <a:path w="15649" h="24578" extrusionOk="0">
                  <a:moveTo>
                    <a:pt x="11180" y="0"/>
                  </a:moveTo>
                  <a:cubicBezTo>
                    <a:pt x="10234" y="0"/>
                    <a:pt x="8619" y="255"/>
                    <a:pt x="6111" y="1382"/>
                  </a:cubicBezTo>
                  <a:cubicBezTo>
                    <a:pt x="5543" y="1638"/>
                    <a:pt x="4952" y="2061"/>
                    <a:pt x="3979" y="2677"/>
                  </a:cubicBezTo>
                  <a:cubicBezTo>
                    <a:pt x="2688" y="3495"/>
                    <a:pt x="1346" y="4686"/>
                    <a:pt x="1159" y="4915"/>
                  </a:cubicBezTo>
                  <a:cubicBezTo>
                    <a:pt x="904" y="5223"/>
                    <a:pt x="1" y="5991"/>
                    <a:pt x="2119" y="10164"/>
                  </a:cubicBezTo>
                  <a:cubicBezTo>
                    <a:pt x="2119" y="10164"/>
                    <a:pt x="5457" y="14804"/>
                    <a:pt x="3986" y="19409"/>
                  </a:cubicBezTo>
                  <a:lnTo>
                    <a:pt x="3166" y="21974"/>
                  </a:lnTo>
                  <a:cubicBezTo>
                    <a:pt x="3166" y="21974"/>
                    <a:pt x="4819" y="24578"/>
                    <a:pt x="8277" y="24578"/>
                  </a:cubicBezTo>
                  <a:cubicBezTo>
                    <a:pt x="9323" y="24578"/>
                    <a:pt x="10534" y="24340"/>
                    <a:pt x="11914" y="23719"/>
                  </a:cubicBezTo>
                  <a:cubicBezTo>
                    <a:pt x="13118" y="23175"/>
                    <a:pt x="15309" y="22193"/>
                    <a:pt x="15294" y="20862"/>
                  </a:cubicBezTo>
                  <a:cubicBezTo>
                    <a:pt x="15294" y="20862"/>
                    <a:pt x="14437" y="16171"/>
                    <a:pt x="15088" y="11474"/>
                  </a:cubicBezTo>
                  <a:cubicBezTo>
                    <a:pt x="15648" y="7411"/>
                    <a:pt x="14982" y="793"/>
                    <a:pt x="12281" y="172"/>
                  </a:cubicBezTo>
                  <a:cubicBezTo>
                    <a:pt x="12281" y="171"/>
                    <a:pt x="11955" y="0"/>
                    <a:pt x="111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9"/>
            <p:cNvSpPr/>
            <p:nvPr/>
          </p:nvSpPr>
          <p:spPr>
            <a:xfrm>
              <a:off x="2509922" y="2950374"/>
              <a:ext cx="256029" cy="649083"/>
            </a:xfrm>
            <a:custGeom>
              <a:avLst/>
              <a:gdLst/>
              <a:ahLst/>
              <a:cxnLst/>
              <a:rect l="l" t="t" r="r" b="b"/>
              <a:pathLst>
                <a:path w="8354" h="21179" extrusionOk="0">
                  <a:moveTo>
                    <a:pt x="3265" y="1"/>
                  </a:moveTo>
                  <a:cubicBezTo>
                    <a:pt x="2233" y="740"/>
                    <a:pt x="1311" y="1564"/>
                    <a:pt x="1159" y="1750"/>
                  </a:cubicBezTo>
                  <a:cubicBezTo>
                    <a:pt x="904" y="2058"/>
                    <a:pt x="1" y="2826"/>
                    <a:pt x="2119" y="6999"/>
                  </a:cubicBezTo>
                  <a:cubicBezTo>
                    <a:pt x="2119" y="6999"/>
                    <a:pt x="5457" y="11639"/>
                    <a:pt x="3986" y="16244"/>
                  </a:cubicBezTo>
                  <a:lnTo>
                    <a:pt x="3166" y="18809"/>
                  </a:lnTo>
                  <a:cubicBezTo>
                    <a:pt x="3166" y="18809"/>
                    <a:pt x="4265" y="20540"/>
                    <a:pt x="6542" y="21179"/>
                  </a:cubicBezTo>
                  <a:cubicBezTo>
                    <a:pt x="8353" y="15512"/>
                    <a:pt x="6327" y="6780"/>
                    <a:pt x="5890" y="3560"/>
                  </a:cubicBezTo>
                  <a:cubicBezTo>
                    <a:pt x="5581" y="1276"/>
                    <a:pt x="4143" y="355"/>
                    <a:pt x="3265"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9"/>
            <p:cNvSpPr/>
            <p:nvPr/>
          </p:nvSpPr>
          <p:spPr>
            <a:xfrm>
              <a:off x="2662026" y="2778932"/>
              <a:ext cx="198872" cy="186521"/>
            </a:xfrm>
            <a:custGeom>
              <a:avLst/>
              <a:gdLst/>
              <a:ahLst/>
              <a:cxnLst/>
              <a:rect l="l" t="t" r="r" b="b"/>
              <a:pathLst>
                <a:path w="6489" h="6086" extrusionOk="0">
                  <a:moveTo>
                    <a:pt x="0" y="1"/>
                  </a:moveTo>
                  <a:cubicBezTo>
                    <a:pt x="0" y="1"/>
                    <a:pt x="1923" y="2044"/>
                    <a:pt x="984" y="3809"/>
                  </a:cubicBezTo>
                  <a:cubicBezTo>
                    <a:pt x="536" y="4652"/>
                    <a:pt x="1888" y="6086"/>
                    <a:pt x="3961" y="6086"/>
                  </a:cubicBezTo>
                  <a:cubicBezTo>
                    <a:pt x="4313" y="6086"/>
                    <a:pt x="4687" y="6044"/>
                    <a:pt x="5075" y="5952"/>
                  </a:cubicBezTo>
                  <a:cubicBezTo>
                    <a:pt x="5075" y="5952"/>
                    <a:pt x="6236" y="5450"/>
                    <a:pt x="6035" y="5030"/>
                  </a:cubicBezTo>
                  <a:cubicBezTo>
                    <a:pt x="5584" y="4089"/>
                    <a:pt x="5885" y="3454"/>
                    <a:pt x="6184" y="2620"/>
                  </a:cubicBezTo>
                  <a:cubicBezTo>
                    <a:pt x="6488" y="1789"/>
                    <a:pt x="0" y="1"/>
                    <a:pt x="0" y="1"/>
                  </a:cubicBezTo>
                  <a:close/>
                </a:path>
              </a:pathLst>
            </a:custGeom>
            <a:solidFill>
              <a:srgbClr val="AA8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9"/>
            <p:cNvSpPr/>
            <p:nvPr/>
          </p:nvSpPr>
          <p:spPr>
            <a:xfrm>
              <a:off x="2671067" y="2781660"/>
              <a:ext cx="103558" cy="125808"/>
            </a:xfrm>
            <a:custGeom>
              <a:avLst/>
              <a:gdLst/>
              <a:ahLst/>
              <a:cxnLst/>
              <a:rect l="l" t="t" r="r" b="b"/>
              <a:pathLst>
                <a:path w="3379" h="4105" extrusionOk="0">
                  <a:moveTo>
                    <a:pt x="30" y="1"/>
                  </a:moveTo>
                  <a:lnTo>
                    <a:pt x="0" y="270"/>
                  </a:lnTo>
                  <a:cubicBezTo>
                    <a:pt x="497" y="929"/>
                    <a:pt x="1392" y="2404"/>
                    <a:pt x="689" y="3720"/>
                  </a:cubicBezTo>
                  <a:cubicBezTo>
                    <a:pt x="626" y="3839"/>
                    <a:pt x="596" y="3967"/>
                    <a:pt x="609" y="4104"/>
                  </a:cubicBezTo>
                  <a:cubicBezTo>
                    <a:pt x="1449" y="2898"/>
                    <a:pt x="3379" y="2482"/>
                    <a:pt x="3379" y="2482"/>
                  </a:cubicBezTo>
                  <a:lnTo>
                    <a:pt x="320" y="87"/>
                  </a:lnTo>
                  <a:cubicBezTo>
                    <a:pt x="211" y="51"/>
                    <a:pt x="115" y="25"/>
                    <a:pt x="30" y="1"/>
                  </a:cubicBezTo>
                  <a:close/>
                </a:path>
              </a:pathLst>
            </a:custGeom>
            <a:solidFill>
              <a:srgbClr val="9E7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9"/>
            <p:cNvSpPr/>
            <p:nvPr/>
          </p:nvSpPr>
          <p:spPr>
            <a:xfrm>
              <a:off x="2591781" y="2574207"/>
              <a:ext cx="292255" cy="311838"/>
            </a:xfrm>
            <a:custGeom>
              <a:avLst/>
              <a:gdLst/>
              <a:ahLst/>
              <a:cxnLst/>
              <a:rect l="l" t="t" r="r" b="b"/>
              <a:pathLst>
                <a:path w="9536" h="10175" extrusionOk="0">
                  <a:moveTo>
                    <a:pt x="4137" y="1"/>
                  </a:moveTo>
                  <a:cubicBezTo>
                    <a:pt x="3637" y="1"/>
                    <a:pt x="3095" y="147"/>
                    <a:pt x="2447" y="521"/>
                  </a:cubicBezTo>
                  <a:cubicBezTo>
                    <a:pt x="2447" y="524"/>
                    <a:pt x="1" y="2202"/>
                    <a:pt x="1508" y="5483"/>
                  </a:cubicBezTo>
                  <a:cubicBezTo>
                    <a:pt x="1508" y="5483"/>
                    <a:pt x="2696" y="8423"/>
                    <a:pt x="5032" y="9446"/>
                  </a:cubicBezTo>
                  <a:cubicBezTo>
                    <a:pt x="5985" y="9859"/>
                    <a:pt x="6985" y="10175"/>
                    <a:pt x="7790" y="10175"/>
                  </a:cubicBezTo>
                  <a:cubicBezTo>
                    <a:pt x="8743" y="10175"/>
                    <a:pt x="9423" y="9734"/>
                    <a:pt x="9435" y="8493"/>
                  </a:cubicBezTo>
                  <a:cubicBezTo>
                    <a:pt x="9445" y="6674"/>
                    <a:pt x="9535" y="2024"/>
                    <a:pt x="7820" y="1393"/>
                  </a:cubicBezTo>
                  <a:cubicBezTo>
                    <a:pt x="6264" y="818"/>
                    <a:pt x="5318" y="1"/>
                    <a:pt x="4137" y="1"/>
                  </a:cubicBezTo>
                  <a:close/>
                </a:path>
              </a:pathLst>
            </a:custGeom>
            <a:solidFill>
              <a:srgbClr val="C494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9"/>
            <p:cNvSpPr/>
            <p:nvPr/>
          </p:nvSpPr>
          <p:spPr>
            <a:xfrm>
              <a:off x="2622122" y="2590450"/>
              <a:ext cx="240001" cy="294032"/>
            </a:xfrm>
            <a:custGeom>
              <a:avLst/>
              <a:gdLst/>
              <a:ahLst/>
              <a:cxnLst/>
              <a:rect l="l" t="t" r="r" b="b"/>
              <a:pathLst>
                <a:path w="7831" h="9594" extrusionOk="0">
                  <a:moveTo>
                    <a:pt x="5723" y="1"/>
                  </a:moveTo>
                  <a:cubicBezTo>
                    <a:pt x="4505" y="234"/>
                    <a:pt x="1027" y="912"/>
                    <a:pt x="958" y="944"/>
                  </a:cubicBezTo>
                  <a:cubicBezTo>
                    <a:pt x="915" y="957"/>
                    <a:pt x="458" y="1881"/>
                    <a:pt x="28" y="2749"/>
                  </a:cubicBezTo>
                  <a:cubicBezTo>
                    <a:pt x="1" y="3385"/>
                    <a:pt x="131" y="4113"/>
                    <a:pt x="518" y="4953"/>
                  </a:cubicBezTo>
                  <a:cubicBezTo>
                    <a:pt x="518" y="4953"/>
                    <a:pt x="1213" y="7533"/>
                    <a:pt x="4043" y="8956"/>
                  </a:cubicBezTo>
                  <a:cubicBezTo>
                    <a:pt x="4649" y="9259"/>
                    <a:pt x="5393" y="9458"/>
                    <a:pt x="5968" y="9594"/>
                  </a:cubicBezTo>
                  <a:cubicBezTo>
                    <a:pt x="4863" y="9035"/>
                    <a:pt x="4728" y="8832"/>
                    <a:pt x="3811" y="8077"/>
                  </a:cubicBezTo>
                  <a:cubicBezTo>
                    <a:pt x="2900" y="7326"/>
                    <a:pt x="4848" y="7340"/>
                    <a:pt x="3169" y="5304"/>
                  </a:cubicBezTo>
                  <a:cubicBezTo>
                    <a:pt x="2595" y="4612"/>
                    <a:pt x="4495" y="3905"/>
                    <a:pt x="4976" y="3814"/>
                  </a:cubicBezTo>
                  <a:cubicBezTo>
                    <a:pt x="7830" y="3241"/>
                    <a:pt x="7760" y="2351"/>
                    <a:pt x="7698" y="1641"/>
                  </a:cubicBezTo>
                  <a:cubicBezTo>
                    <a:pt x="7661" y="1544"/>
                    <a:pt x="7621" y="1518"/>
                    <a:pt x="7579" y="1518"/>
                  </a:cubicBezTo>
                  <a:cubicBezTo>
                    <a:pt x="7533" y="1518"/>
                    <a:pt x="7484" y="1549"/>
                    <a:pt x="7433" y="1549"/>
                  </a:cubicBezTo>
                  <a:cubicBezTo>
                    <a:pt x="7392" y="1549"/>
                    <a:pt x="7349" y="1529"/>
                    <a:pt x="7304" y="1457"/>
                  </a:cubicBezTo>
                  <a:lnTo>
                    <a:pt x="6951" y="985"/>
                  </a:lnTo>
                  <a:cubicBezTo>
                    <a:pt x="6908" y="941"/>
                    <a:pt x="6866" y="898"/>
                    <a:pt x="6830" y="863"/>
                  </a:cubicBezTo>
                  <a:cubicBezTo>
                    <a:pt x="6449" y="521"/>
                    <a:pt x="6084" y="234"/>
                    <a:pt x="5723" y="1"/>
                  </a:cubicBezTo>
                  <a:close/>
                </a:path>
              </a:pathLst>
            </a:custGeom>
            <a:solidFill>
              <a:srgbClr val="AA8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9"/>
            <p:cNvSpPr/>
            <p:nvPr/>
          </p:nvSpPr>
          <p:spPr>
            <a:xfrm>
              <a:off x="2559510" y="2616286"/>
              <a:ext cx="215452" cy="214410"/>
            </a:xfrm>
            <a:custGeom>
              <a:avLst/>
              <a:gdLst/>
              <a:ahLst/>
              <a:cxnLst/>
              <a:rect l="l" t="t" r="r" b="b"/>
              <a:pathLst>
                <a:path w="7030" h="6996" extrusionOk="0">
                  <a:moveTo>
                    <a:pt x="2580" y="0"/>
                  </a:moveTo>
                  <a:lnTo>
                    <a:pt x="2580" y="0"/>
                  </a:lnTo>
                  <a:cubicBezTo>
                    <a:pt x="1" y="3954"/>
                    <a:pt x="4384" y="6996"/>
                    <a:pt x="4384" y="6996"/>
                  </a:cubicBezTo>
                  <a:cubicBezTo>
                    <a:pt x="4387" y="6756"/>
                    <a:pt x="2788" y="5265"/>
                    <a:pt x="3222" y="4621"/>
                  </a:cubicBezTo>
                  <a:cubicBezTo>
                    <a:pt x="3292" y="4516"/>
                    <a:pt x="3383" y="4471"/>
                    <a:pt x="3487" y="4471"/>
                  </a:cubicBezTo>
                  <a:cubicBezTo>
                    <a:pt x="4088" y="4471"/>
                    <a:pt x="5124" y="5975"/>
                    <a:pt x="5195" y="6069"/>
                  </a:cubicBezTo>
                  <a:cubicBezTo>
                    <a:pt x="5201" y="6075"/>
                    <a:pt x="5206" y="6079"/>
                    <a:pt x="5211" y="6079"/>
                  </a:cubicBezTo>
                  <a:cubicBezTo>
                    <a:pt x="5279" y="6079"/>
                    <a:pt x="5214" y="5402"/>
                    <a:pt x="4958" y="4918"/>
                  </a:cubicBezTo>
                  <a:cubicBezTo>
                    <a:pt x="4642" y="4332"/>
                    <a:pt x="4560" y="3590"/>
                    <a:pt x="4928" y="3117"/>
                  </a:cubicBezTo>
                  <a:cubicBezTo>
                    <a:pt x="5259" y="2698"/>
                    <a:pt x="6366" y="2687"/>
                    <a:pt x="7029" y="2643"/>
                  </a:cubicBezTo>
                  <a:cubicBezTo>
                    <a:pt x="6443" y="2393"/>
                    <a:pt x="5351" y="2456"/>
                    <a:pt x="4814" y="1631"/>
                  </a:cubicBezTo>
                  <a:cubicBezTo>
                    <a:pt x="4094" y="526"/>
                    <a:pt x="3289" y="92"/>
                    <a:pt x="25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9"/>
            <p:cNvSpPr/>
            <p:nvPr/>
          </p:nvSpPr>
          <p:spPr>
            <a:xfrm>
              <a:off x="2635607" y="2563603"/>
              <a:ext cx="254313" cy="133746"/>
            </a:xfrm>
            <a:custGeom>
              <a:avLst/>
              <a:gdLst/>
              <a:ahLst/>
              <a:cxnLst/>
              <a:rect l="l" t="t" r="r" b="b"/>
              <a:pathLst>
                <a:path w="8298" h="4364" extrusionOk="0">
                  <a:moveTo>
                    <a:pt x="2953" y="1"/>
                  </a:moveTo>
                  <a:cubicBezTo>
                    <a:pt x="236" y="1"/>
                    <a:pt x="1" y="1861"/>
                    <a:pt x="1" y="1861"/>
                  </a:cubicBezTo>
                  <a:cubicBezTo>
                    <a:pt x="25" y="1860"/>
                    <a:pt x="49" y="1859"/>
                    <a:pt x="73" y="1859"/>
                  </a:cubicBezTo>
                  <a:cubicBezTo>
                    <a:pt x="685" y="1859"/>
                    <a:pt x="1197" y="2374"/>
                    <a:pt x="1409" y="2704"/>
                  </a:cubicBezTo>
                  <a:cubicBezTo>
                    <a:pt x="2465" y="4304"/>
                    <a:pt x="4546" y="4363"/>
                    <a:pt x="4546" y="4363"/>
                  </a:cubicBezTo>
                  <a:cubicBezTo>
                    <a:pt x="5838" y="4238"/>
                    <a:pt x="8297" y="2467"/>
                    <a:pt x="8102" y="1410"/>
                  </a:cubicBezTo>
                  <a:cubicBezTo>
                    <a:pt x="8093" y="1358"/>
                    <a:pt x="8058" y="1339"/>
                    <a:pt x="8004" y="1339"/>
                  </a:cubicBezTo>
                  <a:cubicBezTo>
                    <a:pt x="7857" y="1339"/>
                    <a:pt x="7563" y="1477"/>
                    <a:pt x="7219" y="1477"/>
                  </a:cubicBezTo>
                  <a:cubicBezTo>
                    <a:pt x="7004" y="1477"/>
                    <a:pt x="6771" y="1424"/>
                    <a:pt x="6541" y="1251"/>
                  </a:cubicBezTo>
                  <a:cubicBezTo>
                    <a:pt x="6247" y="1029"/>
                    <a:pt x="4600" y="94"/>
                    <a:pt x="3365" y="14"/>
                  </a:cubicBezTo>
                  <a:cubicBezTo>
                    <a:pt x="3222" y="5"/>
                    <a:pt x="3085" y="1"/>
                    <a:pt x="29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9"/>
            <p:cNvSpPr/>
            <p:nvPr/>
          </p:nvSpPr>
          <p:spPr>
            <a:xfrm>
              <a:off x="2664692" y="2876698"/>
              <a:ext cx="171381" cy="134420"/>
            </a:xfrm>
            <a:custGeom>
              <a:avLst/>
              <a:gdLst/>
              <a:ahLst/>
              <a:cxnLst/>
              <a:rect l="l" t="t" r="r" b="b"/>
              <a:pathLst>
                <a:path w="5592" h="4386" extrusionOk="0">
                  <a:moveTo>
                    <a:pt x="1114" y="0"/>
                  </a:moveTo>
                  <a:lnTo>
                    <a:pt x="0" y="1233"/>
                  </a:lnTo>
                  <a:cubicBezTo>
                    <a:pt x="1098" y="4004"/>
                    <a:pt x="3271" y="4386"/>
                    <a:pt x="4386" y="4386"/>
                  </a:cubicBezTo>
                  <a:cubicBezTo>
                    <a:pt x="4811" y="4386"/>
                    <a:pt x="5081" y="4331"/>
                    <a:pt x="5081" y="4331"/>
                  </a:cubicBezTo>
                  <a:lnTo>
                    <a:pt x="5592" y="2413"/>
                  </a:lnTo>
                  <a:cubicBezTo>
                    <a:pt x="1221" y="2336"/>
                    <a:pt x="1114" y="0"/>
                    <a:pt x="11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9"/>
            <p:cNvSpPr/>
            <p:nvPr/>
          </p:nvSpPr>
          <p:spPr>
            <a:xfrm>
              <a:off x="2836042" y="2881479"/>
              <a:ext cx="67608" cy="99022"/>
            </a:xfrm>
            <a:custGeom>
              <a:avLst/>
              <a:gdLst/>
              <a:ahLst/>
              <a:cxnLst/>
              <a:rect l="l" t="t" r="r" b="b"/>
              <a:pathLst>
                <a:path w="2206" h="3231" extrusionOk="0">
                  <a:moveTo>
                    <a:pt x="600" y="1"/>
                  </a:moveTo>
                  <a:lnTo>
                    <a:pt x="164" y="107"/>
                  </a:lnTo>
                  <a:lnTo>
                    <a:pt x="118" y="294"/>
                  </a:lnTo>
                  <a:cubicBezTo>
                    <a:pt x="48" y="471"/>
                    <a:pt x="46" y="711"/>
                    <a:pt x="69" y="909"/>
                  </a:cubicBezTo>
                  <a:cubicBezTo>
                    <a:pt x="178" y="1812"/>
                    <a:pt x="1" y="2257"/>
                    <a:pt x="1" y="2257"/>
                  </a:cubicBezTo>
                  <a:lnTo>
                    <a:pt x="1797" y="3230"/>
                  </a:lnTo>
                  <a:cubicBezTo>
                    <a:pt x="2206" y="1676"/>
                    <a:pt x="600" y="1"/>
                    <a:pt x="6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9"/>
            <p:cNvSpPr/>
            <p:nvPr/>
          </p:nvSpPr>
          <p:spPr>
            <a:xfrm>
              <a:off x="2473145" y="3001831"/>
              <a:ext cx="497256" cy="567071"/>
            </a:xfrm>
            <a:custGeom>
              <a:avLst/>
              <a:gdLst/>
              <a:ahLst/>
              <a:cxnLst/>
              <a:rect l="l" t="t" r="r" b="b"/>
              <a:pathLst>
                <a:path w="16225" h="18503" extrusionOk="0">
                  <a:moveTo>
                    <a:pt x="3767" y="1"/>
                  </a:moveTo>
                  <a:cubicBezTo>
                    <a:pt x="2880" y="1"/>
                    <a:pt x="1990" y="604"/>
                    <a:pt x="1687" y="1954"/>
                  </a:cubicBezTo>
                  <a:cubicBezTo>
                    <a:pt x="1687" y="1954"/>
                    <a:pt x="0" y="12353"/>
                    <a:pt x="993" y="14337"/>
                  </a:cubicBezTo>
                  <a:cubicBezTo>
                    <a:pt x="1038" y="14426"/>
                    <a:pt x="1244" y="14836"/>
                    <a:pt x="1344" y="14896"/>
                  </a:cubicBezTo>
                  <a:cubicBezTo>
                    <a:pt x="2441" y="16867"/>
                    <a:pt x="7722" y="17074"/>
                    <a:pt x="9896" y="17074"/>
                  </a:cubicBezTo>
                  <a:cubicBezTo>
                    <a:pt x="10474" y="17074"/>
                    <a:pt x="10833" y="17060"/>
                    <a:pt x="10833" y="17060"/>
                  </a:cubicBezTo>
                  <a:cubicBezTo>
                    <a:pt x="11076" y="17210"/>
                    <a:pt x="11301" y="17303"/>
                    <a:pt x="11604" y="17545"/>
                  </a:cubicBezTo>
                  <a:cubicBezTo>
                    <a:pt x="12601" y="18346"/>
                    <a:pt x="13673" y="18502"/>
                    <a:pt x="14215" y="18502"/>
                  </a:cubicBezTo>
                  <a:cubicBezTo>
                    <a:pt x="14370" y="18502"/>
                    <a:pt x="14482" y="18489"/>
                    <a:pt x="14535" y="18475"/>
                  </a:cubicBezTo>
                  <a:cubicBezTo>
                    <a:pt x="15944" y="18108"/>
                    <a:pt x="16225" y="17633"/>
                    <a:pt x="15871" y="17565"/>
                  </a:cubicBezTo>
                  <a:cubicBezTo>
                    <a:pt x="13915" y="17194"/>
                    <a:pt x="13451" y="16019"/>
                    <a:pt x="13451" y="16019"/>
                  </a:cubicBezTo>
                  <a:lnTo>
                    <a:pt x="13451" y="16019"/>
                  </a:lnTo>
                  <a:cubicBezTo>
                    <a:pt x="13752" y="16148"/>
                    <a:pt x="14032" y="16196"/>
                    <a:pt x="14276" y="16196"/>
                  </a:cubicBezTo>
                  <a:cubicBezTo>
                    <a:pt x="14682" y="16196"/>
                    <a:pt x="14989" y="16065"/>
                    <a:pt x="15132" y="15952"/>
                  </a:cubicBezTo>
                  <a:cubicBezTo>
                    <a:pt x="15307" y="15815"/>
                    <a:pt x="15224" y="15405"/>
                    <a:pt x="14883" y="15405"/>
                  </a:cubicBezTo>
                  <a:cubicBezTo>
                    <a:pt x="14852" y="15405"/>
                    <a:pt x="14820" y="15408"/>
                    <a:pt x="14786" y="15415"/>
                  </a:cubicBezTo>
                  <a:cubicBezTo>
                    <a:pt x="14720" y="15427"/>
                    <a:pt x="14651" y="15433"/>
                    <a:pt x="14580" y="15433"/>
                  </a:cubicBezTo>
                  <a:cubicBezTo>
                    <a:pt x="14201" y="15433"/>
                    <a:pt x="13779" y="15270"/>
                    <a:pt x="13540" y="15138"/>
                  </a:cubicBezTo>
                  <a:cubicBezTo>
                    <a:pt x="12941" y="14809"/>
                    <a:pt x="12564" y="14728"/>
                    <a:pt x="12290" y="14728"/>
                  </a:cubicBezTo>
                  <a:cubicBezTo>
                    <a:pt x="12182" y="14728"/>
                    <a:pt x="12090" y="14741"/>
                    <a:pt x="12006" y="14756"/>
                  </a:cubicBezTo>
                  <a:cubicBezTo>
                    <a:pt x="11821" y="14788"/>
                    <a:pt x="11648" y="14800"/>
                    <a:pt x="11492" y="14800"/>
                  </a:cubicBezTo>
                  <a:cubicBezTo>
                    <a:pt x="11302" y="14800"/>
                    <a:pt x="11137" y="14782"/>
                    <a:pt x="11003" y="14758"/>
                  </a:cubicBezTo>
                  <a:lnTo>
                    <a:pt x="4733" y="12844"/>
                  </a:lnTo>
                  <a:lnTo>
                    <a:pt x="5652" y="5735"/>
                  </a:lnTo>
                  <a:cubicBezTo>
                    <a:pt x="5988" y="3648"/>
                    <a:pt x="6225" y="1978"/>
                    <a:pt x="5465" y="900"/>
                  </a:cubicBezTo>
                  <a:cubicBezTo>
                    <a:pt x="5052" y="319"/>
                    <a:pt x="4410" y="1"/>
                    <a:pt x="3767" y="1"/>
                  </a:cubicBezTo>
                  <a:close/>
                </a:path>
              </a:pathLst>
            </a:custGeom>
            <a:solidFill>
              <a:srgbClr val="C494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9"/>
            <p:cNvSpPr/>
            <p:nvPr/>
          </p:nvSpPr>
          <p:spPr>
            <a:xfrm>
              <a:off x="2482401" y="2991044"/>
              <a:ext cx="330932" cy="542645"/>
            </a:xfrm>
            <a:custGeom>
              <a:avLst/>
              <a:gdLst/>
              <a:ahLst/>
              <a:cxnLst/>
              <a:rect l="l" t="t" r="r" b="b"/>
              <a:pathLst>
                <a:path w="10798" h="17706" extrusionOk="0">
                  <a:moveTo>
                    <a:pt x="3266" y="0"/>
                  </a:moveTo>
                  <a:cubicBezTo>
                    <a:pt x="2850" y="0"/>
                    <a:pt x="2430" y="115"/>
                    <a:pt x="2052" y="344"/>
                  </a:cubicBezTo>
                  <a:cubicBezTo>
                    <a:pt x="1508" y="675"/>
                    <a:pt x="989" y="2394"/>
                    <a:pt x="612" y="4518"/>
                  </a:cubicBezTo>
                  <a:cubicBezTo>
                    <a:pt x="1" y="7967"/>
                    <a:pt x="117" y="13334"/>
                    <a:pt x="225" y="14086"/>
                  </a:cubicBezTo>
                  <a:cubicBezTo>
                    <a:pt x="342" y="14879"/>
                    <a:pt x="50" y="17706"/>
                    <a:pt x="9493" y="17706"/>
                  </a:cubicBezTo>
                  <a:cubicBezTo>
                    <a:pt x="9671" y="17706"/>
                    <a:pt x="9853" y="17705"/>
                    <a:pt x="10038" y="17702"/>
                  </a:cubicBezTo>
                  <a:cubicBezTo>
                    <a:pt x="10254" y="17700"/>
                    <a:pt x="9333" y="15615"/>
                    <a:pt x="10797" y="14653"/>
                  </a:cubicBezTo>
                  <a:lnTo>
                    <a:pt x="4530" y="13156"/>
                  </a:lnTo>
                  <a:cubicBezTo>
                    <a:pt x="4530" y="13156"/>
                    <a:pt x="5762" y="4049"/>
                    <a:pt x="5748" y="3098"/>
                  </a:cubicBezTo>
                  <a:cubicBezTo>
                    <a:pt x="5714" y="1016"/>
                    <a:pt x="4502" y="0"/>
                    <a:pt x="32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2" name="Google Shape;802;p39"/>
          <p:cNvSpPr/>
          <p:nvPr/>
        </p:nvSpPr>
        <p:spPr>
          <a:xfrm rot="5400000">
            <a:off x="5342966" y="48448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40"/>
          <p:cNvSpPr txBox="1">
            <a:spLocks noGrp="1"/>
          </p:cNvSpPr>
          <p:nvPr>
            <p:ph type="title"/>
          </p:nvPr>
        </p:nvSpPr>
        <p:spPr>
          <a:xfrm>
            <a:off x="2461115" y="1398300"/>
            <a:ext cx="4221600" cy="1169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Introduction</a:t>
            </a:r>
            <a:endParaRPr/>
          </a:p>
        </p:txBody>
      </p:sp>
      <p:sp>
        <p:nvSpPr>
          <p:cNvPr id="808" name="Google Shape;808;p40"/>
          <p:cNvSpPr txBox="1">
            <a:spLocks noGrp="1"/>
          </p:cNvSpPr>
          <p:nvPr>
            <p:ph type="subTitle" idx="1"/>
          </p:nvPr>
        </p:nvSpPr>
        <p:spPr>
          <a:xfrm>
            <a:off x="2461025" y="2534100"/>
            <a:ext cx="4221600" cy="121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give a brief description of the topic you want to talk about here. For example, if you want to talk about Mercury, you can say that it’s the smallest planet in the entire Solar System</a:t>
            </a:r>
            <a:endParaRPr>
              <a:solidFill>
                <a:srgbClr val="595959"/>
              </a:solidFill>
              <a:latin typeface="Anaheim"/>
              <a:ea typeface="Anaheim"/>
              <a:cs typeface="Anaheim"/>
              <a:sym typeface="Anaheim"/>
            </a:endParaRPr>
          </a:p>
        </p:txBody>
      </p:sp>
      <p:sp>
        <p:nvSpPr>
          <p:cNvPr id="809" name="Google Shape;809;p40"/>
          <p:cNvSpPr/>
          <p:nvPr/>
        </p:nvSpPr>
        <p:spPr>
          <a:xfrm rot="5400000">
            <a:off x="7175766" y="3334981"/>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0" name="Google Shape;810;p40"/>
          <p:cNvGrpSpPr/>
          <p:nvPr/>
        </p:nvGrpSpPr>
        <p:grpSpPr>
          <a:xfrm>
            <a:off x="-1441609" y="829265"/>
            <a:ext cx="3666831" cy="3690082"/>
            <a:chOff x="-370816" y="1264408"/>
            <a:chExt cx="3364682" cy="3386018"/>
          </a:xfrm>
        </p:grpSpPr>
        <p:sp>
          <p:nvSpPr>
            <p:cNvPr id="811" name="Google Shape;811;p40"/>
            <p:cNvSpPr/>
            <p:nvPr/>
          </p:nvSpPr>
          <p:spPr>
            <a:xfrm>
              <a:off x="355115" y="3573555"/>
              <a:ext cx="2039457" cy="1076870"/>
            </a:xfrm>
            <a:custGeom>
              <a:avLst/>
              <a:gdLst/>
              <a:ahLst/>
              <a:cxnLst/>
              <a:rect l="l" t="t" r="r" b="b"/>
              <a:pathLst>
                <a:path w="59265" h="31293" extrusionOk="0">
                  <a:moveTo>
                    <a:pt x="29489" y="1"/>
                  </a:moveTo>
                  <a:cubicBezTo>
                    <a:pt x="22570" y="1"/>
                    <a:pt x="15659" y="1528"/>
                    <a:pt x="10402" y="4583"/>
                  </a:cubicBezTo>
                  <a:cubicBezTo>
                    <a:pt x="693" y="10220"/>
                    <a:pt x="1" y="19151"/>
                    <a:pt x="8345" y="25284"/>
                  </a:cubicBezTo>
                  <a:cubicBezTo>
                    <a:pt x="9010" y="25771"/>
                    <a:pt x="9730" y="26240"/>
                    <a:pt x="10542" y="26710"/>
                  </a:cubicBezTo>
                  <a:cubicBezTo>
                    <a:pt x="11328" y="27168"/>
                    <a:pt x="12149" y="27585"/>
                    <a:pt x="13000" y="27974"/>
                  </a:cubicBezTo>
                  <a:cubicBezTo>
                    <a:pt x="17877" y="30186"/>
                    <a:pt x="23772" y="31293"/>
                    <a:pt x="29662" y="31293"/>
                  </a:cubicBezTo>
                  <a:cubicBezTo>
                    <a:pt x="36583" y="31293"/>
                    <a:pt x="43496" y="29765"/>
                    <a:pt x="48738" y="26710"/>
                  </a:cubicBezTo>
                  <a:cubicBezTo>
                    <a:pt x="59265" y="20614"/>
                    <a:pt x="59189" y="10679"/>
                    <a:pt x="48628" y="4583"/>
                  </a:cubicBezTo>
                  <a:cubicBezTo>
                    <a:pt x="43337" y="1528"/>
                    <a:pt x="36409" y="1"/>
                    <a:pt x="29489"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0"/>
            <p:cNvSpPr/>
            <p:nvPr/>
          </p:nvSpPr>
          <p:spPr>
            <a:xfrm>
              <a:off x="-370816" y="2716065"/>
              <a:ext cx="190232" cy="369349"/>
            </a:xfrm>
            <a:custGeom>
              <a:avLst/>
              <a:gdLst/>
              <a:ahLst/>
              <a:cxnLst/>
              <a:rect l="l" t="t" r="r" b="b"/>
              <a:pathLst>
                <a:path w="5528" h="10733" extrusionOk="0">
                  <a:moveTo>
                    <a:pt x="3686" y="0"/>
                  </a:moveTo>
                  <a:cubicBezTo>
                    <a:pt x="2669" y="0"/>
                    <a:pt x="1844" y="824"/>
                    <a:pt x="1844" y="1841"/>
                  </a:cubicBezTo>
                  <a:cubicBezTo>
                    <a:pt x="1844" y="2132"/>
                    <a:pt x="1920" y="2404"/>
                    <a:pt x="2038" y="2650"/>
                  </a:cubicBezTo>
                  <a:cubicBezTo>
                    <a:pt x="1974" y="2642"/>
                    <a:pt x="1909" y="2629"/>
                    <a:pt x="1844" y="2629"/>
                  </a:cubicBezTo>
                  <a:cubicBezTo>
                    <a:pt x="828" y="2629"/>
                    <a:pt x="3" y="3454"/>
                    <a:pt x="3" y="4471"/>
                  </a:cubicBezTo>
                  <a:cubicBezTo>
                    <a:pt x="0" y="5203"/>
                    <a:pt x="430" y="5830"/>
                    <a:pt x="1051" y="6126"/>
                  </a:cubicBezTo>
                  <a:cubicBezTo>
                    <a:pt x="891" y="6396"/>
                    <a:pt x="795" y="6711"/>
                    <a:pt x="795" y="7048"/>
                  </a:cubicBezTo>
                  <a:cubicBezTo>
                    <a:pt x="795" y="7786"/>
                    <a:pt x="1232" y="8420"/>
                    <a:pt x="1861" y="8712"/>
                  </a:cubicBezTo>
                  <a:cubicBezTo>
                    <a:pt x="1855" y="8772"/>
                    <a:pt x="1845" y="8830"/>
                    <a:pt x="1845" y="8890"/>
                  </a:cubicBezTo>
                  <a:cubicBezTo>
                    <a:pt x="1845" y="9908"/>
                    <a:pt x="2667" y="10731"/>
                    <a:pt x="3686" y="10733"/>
                  </a:cubicBezTo>
                  <a:cubicBezTo>
                    <a:pt x="4705" y="10733"/>
                    <a:pt x="5528" y="9909"/>
                    <a:pt x="5528" y="8891"/>
                  </a:cubicBezTo>
                  <a:lnTo>
                    <a:pt x="5528" y="1841"/>
                  </a:lnTo>
                  <a:cubicBezTo>
                    <a:pt x="5528" y="824"/>
                    <a:pt x="4705" y="0"/>
                    <a:pt x="3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0"/>
            <p:cNvSpPr/>
            <p:nvPr/>
          </p:nvSpPr>
          <p:spPr>
            <a:xfrm>
              <a:off x="2307337" y="1664040"/>
              <a:ext cx="310779" cy="298322"/>
            </a:xfrm>
            <a:custGeom>
              <a:avLst/>
              <a:gdLst/>
              <a:ahLst/>
              <a:cxnLst/>
              <a:rect l="l" t="t" r="r" b="b"/>
              <a:pathLst>
                <a:path w="9031" h="8669" extrusionOk="0">
                  <a:moveTo>
                    <a:pt x="2022" y="1"/>
                  </a:moveTo>
                  <a:cubicBezTo>
                    <a:pt x="1551" y="1"/>
                    <a:pt x="1081" y="180"/>
                    <a:pt x="722" y="539"/>
                  </a:cubicBezTo>
                  <a:cubicBezTo>
                    <a:pt x="4" y="1260"/>
                    <a:pt x="1" y="2425"/>
                    <a:pt x="722" y="3143"/>
                  </a:cubicBezTo>
                  <a:lnTo>
                    <a:pt x="5707" y="8129"/>
                  </a:lnTo>
                  <a:cubicBezTo>
                    <a:pt x="6067" y="8489"/>
                    <a:pt x="6538" y="8668"/>
                    <a:pt x="7009" y="8668"/>
                  </a:cubicBezTo>
                  <a:cubicBezTo>
                    <a:pt x="7480" y="8668"/>
                    <a:pt x="7951" y="8489"/>
                    <a:pt x="8311" y="8129"/>
                  </a:cubicBezTo>
                  <a:cubicBezTo>
                    <a:pt x="9031" y="7411"/>
                    <a:pt x="9031" y="6243"/>
                    <a:pt x="8309" y="5525"/>
                  </a:cubicBezTo>
                  <a:cubicBezTo>
                    <a:pt x="8105" y="5320"/>
                    <a:pt x="7860" y="5180"/>
                    <a:pt x="7601" y="5092"/>
                  </a:cubicBezTo>
                  <a:cubicBezTo>
                    <a:pt x="7653" y="5051"/>
                    <a:pt x="7707" y="5016"/>
                    <a:pt x="7753" y="4969"/>
                  </a:cubicBezTo>
                  <a:cubicBezTo>
                    <a:pt x="8472" y="4249"/>
                    <a:pt x="8472" y="3083"/>
                    <a:pt x="7753" y="2365"/>
                  </a:cubicBezTo>
                  <a:cubicBezTo>
                    <a:pt x="7394" y="2007"/>
                    <a:pt x="6926" y="1830"/>
                    <a:pt x="6458" y="1830"/>
                  </a:cubicBezTo>
                  <a:cubicBezTo>
                    <a:pt x="6249" y="1830"/>
                    <a:pt x="6041" y="1865"/>
                    <a:pt x="5841" y="1935"/>
                  </a:cubicBezTo>
                  <a:cubicBezTo>
                    <a:pt x="5761" y="1629"/>
                    <a:pt x="5609" y="1341"/>
                    <a:pt x="5369" y="1101"/>
                  </a:cubicBezTo>
                  <a:cubicBezTo>
                    <a:pt x="5011" y="743"/>
                    <a:pt x="4543" y="566"/>
                    <a:pt x="4074" y="566"/>
                  </a:cubicBezTo>
                  <a:cubicBezTo>
                    <a:pt x="3858" y="566"/>
                    <a:pt x="3643" y="603"/>
                    <a:pt x="3437" y="678"/>
                  </a:cubicBezTo>
                  <a:cubicBezTo>
                    <a:pt x="3401" y="633"/>
                    <a:pt x="3369" y="586"/>
                    <a:pt x="3326" y="542"/>
                  </a:cubicBezTo>
                  <a:cubicBezTo>
                    <a:pt x="2965" y="181"/>
                    <a:pt x="2493" y="1"/>
                    <a:pt x="20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0"/>
            <p:cNvSpPr/>
            <p:nvPr/>
          </p:nvSpPr>
          <p:spPr>
            <a:xfrm>
              <a:off x="2203514" y="3734021"/>
              <a:ext cx="310883" cy="298322"/>
            </a:xfrm>
            <a:custGeom>
              <a:avLst/>
              <a:gdLst/>
              <a:ahLst/>
              <a:cxnLst/>
              <a:rect l="l" t="t" r="r" b="b"/>
              <a:pathLst>
                <a:path w="9034" h="8669" extrusionOk="0">
                  <a:moveTo>
                    <a:pt x="7008" y="0"/>
                  </a:moveTo>
                  <a:cubicBezTo>
                    <a:pt x="6537" y="0"/>
                    <a:pt x="6067" y="180"/>
                    <a:pt x="5707" y="539"/>
                  </a:cubicBezTo>
                  <a:lnTo>
                    <a:pt x="721" y="5525"/>
                  </a:lnTo>
                  <a:cubicBezTo>
                    <a:pt x="1" y="6243"/>
                    <a:pt x="1" y="7409"/>
                    <a:pt x="721" y="8129"/>
                  </a:cubicBezTo>
                  <a:cubicBezTo>
                    <a:pt x="1080" y="8488"/>
                    <a:pt x="1552" y="8668"/>
                    <a:pt x="2023" y="8668"/>
                  </a:cubicBezTo>
                  <a:cubicBezTo>
                    <a:pt x="2494" y="8668"/>
                    <a:pt x="2965" y="8489"/>
                    <a:pt x="3325" y="8129"/>
                  </a:cubicBezTo>
                  <a:cubicBezTo>
                    <a:pt x="3533" y="7924"/>
                    <a:pt x="3673" y="7678"/>
                    <a:pt x="3761" y="7421"/>
                  </a:cubicBezTo>
                  <a:cubicBezTo>
                    <a:pt x="3800" y="7472"/>
                    <a:pt x="3836" y="7525"/>
                    <a:pt x="3884" y="7573"/>
                  </a:cubicBezTo>
                  <a:cubicBezTo>
                    <a:pt x="4243" y="7932"/>
                    <a:pt x="4714" y="8112"/>
                    <a:pt x="5185" y="8112"/>
                  </a:cubicBezTo>
                  <a:cubicBezTo>
                    <a:pt x="5656" y="8112"/>
                    <a:pt x="6127" y="7932"/>
                    <a:pt x="6487" y="7573"/>
                  </a:cubicBezTo>
                  <a:cubicBezTo>
                    <a:pt x="7005" y="7055"/>
                    <a:pt x="7144" y="6308"/>
                    <a:pt x="6917" y="5659"/>
                  </a:cubicBezTo>
                  <a:cubicBezTo>
                    <a:pt x="7223" y="5579"/>
                    <a:pt x="7511" y="5427"/>
                    <a:pt x="7751" y="5188"/>
                  </a:cubicBezTo>
                  <a:cubicBezTo>
                    <a:pt x="8274" y="4665"/>
                    <a:pt x="8413" y="3908"/>
                    <a:pt x="8175" y="3257"/>
                  </a:cubicBezTo>
                  <a:cubicBezTo>
                    <a:pt x="8220" y="3218"/>
                    <a:pt x="8269" y="3185"/>
                    <a:pt x="8313" y="3143"/>
                  </a:cubicBezTo>
                  <a:cubicBezTo>
                    <a:pt x="9034" y="2423"/>
                    <a:pt x="9034" y="1257"/>
                    <a:pt x="8311" y="539"/>
                  </a:cubicBezTo>
                  <a:cubicBezTo>
                    <a:pt x="7950" y="180"/>
                    <a:pt x="7479" y="0"/>
                    <a:pt x="70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0"/>
            <p:cNvSpPr/>
            <p:nvPr/>
          </p:nvSpPr>
          <p:spPr>
            <a:xfrm>
              <a:off x="95748" y="1480690"/>
              <a:ext cx="2561632" cy="2410596"/>
            </a:xfrm>
            <a:custGeom>
              <a:avLst/>
              <a:gdLst/>
              <a:ahLst/>
              <a:cxnLst/>
              <a:rect l="l" t="t" r="r" b="b"/>
              <a:pathLst>
                <a:path w="74439" h="70050" extrusionOk="0">
                  <a:moveTo>
                    <a:pt x="37213" y="0"/>
                  </a:moveTo>
                  <a:lnTo>
                    <a:pt x="37191" y="151"/>
                  </a:lnTo>
                  <a:lnTo>
                    <a:pt x="37219" y="467"/>
                  </a:lnTo>
                  <a:cubicBezTo>
                    <a:pt x="37827" y="467"/>
                    <a:pt x="38443" y="482"/>
                    <a:pt x="39045" y="509"/>
                  </a:cubicBezTo>
                  <a:lnTo>
                    <a:pt x="39065" y="43"/>
                  </a:lnTo>
                  <a:cubicBezTo>
                    <a:pt x="38457" y="15"/>
                    <a:pt x="37836" y="0"/>
                    <a:pt x="37214" y="0"/>
                  </a:cubicBezTo>
                  <a:close/>
                  <a:moveTo>
                    <a:pt x="35289" y="47"/>
                  </a:moveTo>
                  <a:cubicBezTo>
                    <a:pt x="34663" y="76"/>
                    <a:pt x="34028" y="122"/>
                    <a:pt x="33405" y="182"/>
                  </a:cubicBezTo>
                  <a:lnTo>
                    <a:pt x="33449" y="647"/>
                  </a:lnTo>
                  <a:cubicBezTo>
                    <a:pt x="34066" y="588"/>
                    <a:pt x="34692" y="542"/>
                    <a:pt x="35311" y="512"/>
                  </a:cubicBezTo>
                  <a:lnTo>
                    <a:pt x="35289" y="47"/>
                  </a:lnTo>
                  <a:close/>
                  <a:moveTo>
                    <a:pt x="40953" y="174"/>
                  </a:moveTo>
                  <a:lnTo>
                    <a:pt x="40909" y="640"/>
                  </a:lnTo>
                  <a:cubicBezTo>
                    <a:pt x="41528" y="698"/>
                    <a:pt x="42151" y="771"/>
                    <a:pt x="42764" y="859"/>
                  </a:cubicBezTo>
                  <a:lnTo>
                    <a:pt x="42830" y="395"/>
                  </a:lnTo>
                  <a:cubicBezTo>
                    <a:pt x="42209" y="307"/>
                    <a:pt x="41580" y="233"/>
                    <a:pt x="40953" y="174"/>
                  </a:cubicBezTo>
                  <a:close/>
                  <a:moveTo>
                    <a:pt x="31529" y="407"/>
                  </a:moveTo>
                  <a:cubicBezTo>
                    <a:pt x="30909" y="496"/>
                    <a:pt x="30281" y="603"/>
                    <a:pt x="29665" y="723"/>
                  </a:cubicBezTo>
                  <a:lnTo>
                    <a:pt x="29754" y="1182"/>
                  </a:lnTo>
                  <a:cubicBezTo>
                    <a:pt x="30364" y="1064"/>
                    <a:pt x="30983" y="959"/>
                    <a:pt x="31596" y="869"/>
                  </a:cubicBezTo>
                  <a:lnTo>
                    <a:pt x="31529" y="407"/>
                  </a:lnTo>
                  <a:close/>
                  <a:moveTo>
                    <a:pt x="44691" y="708"/>
                  </a:moveTo>
                  <a:lnTo>
                    <a:pt x="44603" y="1168"/>
                  </a:lnTo>
                  <a:cubicBezTo>
                    <a:pt x="45212" y="1285"/>
                    <a:pt x="45826" y="1418"/>
                    <a:pt x="46429" y="1564"/>
                  </a:cubicBezTo>
                  <a:lnTo>
                    <a:pt x="46538" y="1111"/>
                  </a:lnTo>
                  <a:cubicBezTo>
                    <a:pt x="45927" y="963"/>
                    <a:pt x="45305" y="827"/>
                    <a:pt x="44691" y="708"/>
                  </a:cubicBezTo>
                  <a:close/>
                  <a:moveTo>
                    <a:pt x="27820" y="1130"/>
                  </a:moveTo>
                  <a:cubicBezTo>
                    <a:pt x="27213" y="1279"/>
                    <a:pt x="26599" y="1446"/>
                    <a:pt x="25996" y="1624"/>
                  </a:cubicBezTo>
                  <a:lnTo>
                    <a:pt x="26130" y="2073"/>
                  </a:lnTo>
                  <a:cubicBezTo>
                    <a:pt x="26724" y="1895"/>
                    <a:pt x="27330" y="1731"/>
                    <a:pt x="27931" y="1583"/>
                  </a:cubicBezTo>
                  <a:lnTo>
                    <a:pt x="27820" y="1130"/>
                  </a:lnTo>
                  <a:close/>
                  <a:moveTo>
                    <a:pt x="48367" y="1602"/>
                  </a:moveTo>
                  <a:lnTo>
                    <a:pt x="48233" y="2051"/>
                  </a:lnTo>
                  <a:cubicBezTo>
                    <a:pt x="48828" y="2228"/>
                    <a:pt x="49425" y="2420"/>
                    <a:pt x="50009" y="2625"/>
                  </a:cubicBezTo>
                  <a:lnTo>
                    <a:pt x="50164" y="2185"/>
                  </a:lnTo>
                  <a:cubicBezTo>
                    <a:pt x="49576" y="1975"/>
                    <a:pt x="48970" y="1782"/>
                    <a:pt x="48367" y="1602"/>
                  </a:cubicBezTo>
                  <a:close/>
                  <a:moveTo>
                    <a:pt x="24199" y="2209"/>
                  </a:moveTo>
                  <a:cubicBezTo>
                    <a:pt x="23608" y="2417"/>
                    <a:pt x="23014" y="2644"/>
                    <a:pt x="22432" y="2881"/>
                  </a:cubicBezTo>
                  <a:lnTo>
                    <a:pt x="22610" y="3314"/>
                  </a:lnTo>
                  <a:cubicBezTo>
                    <a:pt x="23184" y="3080"/>
                    <a:pt x="23770" y="2858"/>
                    <a:pt x="24354" y="2650"/>
                  </a:cubicBezTo>
                  <a:lnTo>
                    <a:pt x="24199" y="2209"/>
                  </a:lnTo>
                  <a:close/>
                  <a:moveTo>
                    <a:pt x="51930" y="2852"/>
                  </a:moveTo>
                  <a:lnTo>
                    <a:pt x="51754" y="3285"/>
                  </a:lnTo>
                  <a:cubicBezTo>
                    <a:pt x="52328" y="3519"/>
                    <a:pt x="52904" y="3771"/>
                    <a:pt x="53466" y="4031"/>
                  </a:cubicBezTo>
                  <a:lnTo>
                    <a:pt x="53664" y="3607"/>
                  </a:lnTo>
                  <a:cubicBezTo>
                    <a:pt x="53094" y="3342"/>
                    <a:pt x="52511" y="3087"/>
                    <a:pt x="51930" y="2852"/>
                  </a:cubicBezTo>
                  <a:close/>
                  <a:moveTo>
                    <a:pt x="20701" y="3640"/>
                  </a:moveTo>
                  <a:cubicBezTo>
                    <a:pt x="20133" y="3905"/>
                    <a:pt x="19563" y="4189"/>
                    <a:pt x="19008" y="4483"/>
                  </a:cubicBezTo>
                  <a:lnTo>
                    <a:pt x="19228" y="4897"/>
                  </a:lnTo>
                  <a:cubicBezTo>
                    <a:pt x="19776" y="4606"/>
                    <a:pt x="20338" y="4326"/>
                    <a:pt x="20899" y="4065"/>
                  </a:cubicBezTo>
                  <a:lnTo>
                    <a:pt x="20701" y="3640"/>
                  </a:lnTo>
                  <a:close/>
                  <a:moveTo>
                    <a:pt x="55356" y="4446"/>
                  </a:moveTo>
                  <a:lnTo>
                    <a:pt x="55138" y="4860"/>
                  </a:lnTo>
                  <a:cubicBezTo>
                    <a:pt x="55687" y="5149"/>
                    <a:pt x="56236" y="5456"/>
                    <a:pt x="56773" y="5775"/>
                  </a:cubicBezTo>
                  <a:lnTo>
                    <a:pt x="57010" y="5373"/>
                  </a:lnTo>
                  <a:cubicBezTo>
                    <a:pt x="56467" y="5051"/>
                    <a:pt x="55911" y="4739"/>
                    <a:pt x="55356" y="4446"/>
                  </a:cubicBezTo>
                  <a:close/>
                  <a:moveTo>
                    <a:pt x="17361" y="5411"/>
                  </a:moveTo>
                  <a:cubicBezTo>
                    <a:pt x="16821" y="5731"/>
                    <a:pt x="16284" y="6070"/>
                    <a:pt x="15765" y="6416"/>
                  </a:cubicBezTo>
                  <a:lnTo>
                    <a:pt x="16024" y="6806"/>
                  </a:lnTo>
                  <a:cubicBezTo>
                    <a:pt x="16539" y="6464"/>
                    <a:pt x="17068" y="6129"/>
                    <a:pt x="17601" y="5813"/>
                  </a:cubicBezTo>
                  <a:lnTo>
                    <a:pt x="17361" y="5411"/>
                  </a:lnTo>
                  <a:close/>
                  <a:moveTo>
                    <a:pt x="58612" y="6379"/>
                  </a:moveTo>
                  <a:lnTo>
                    <a:pt x="58354" y="6768"/>
                  </a:lnTo>
                  <a:cubicBezTo>
                    <a:pt x="58873" y="7112"/>
                    <a:pt x="59388" y="7473"/>
                    <a:pt x="59886" y="7842"/>
                  </a:cubicBezTo>
                  <a:lnTo>
                    <a:pt x="60162" y="7466"/>
                  </a:lnTo>
                  <a:cubicBezTo>
                    <a:pt x="59658" y="7093"/>
                    <a:pt x="59137" y="6727"/>
                    <a:pt x="58612" y="6379"/>
                  </a:cubicBezTo>
                  <a:close/>
                  <a:moveTo>
                    <a:pt x="14221" y="7503"/>
                  </a:moveTo>
                  <a:cubicBezTo>
                    <a:pt x="13718" y="7876"/>
                    <a:pt x="13219" y="8266"/>
                    <a:pt x="12735" y="8666"/>
                  </a:cubicBezTo>
                  <a:lnTo>
                    <a:pt x="13032" y="9026"/>
                  </a:lnTo>
                  <a:cubicBezTo>
                    <a:pt x="13510" y="8631"/>
                    <a:pt x="14005" y="8245"/>
                    <a:pt x="14499" y="7879"/>
                  </a:cubicBezTo>
                  <a:lnTo>
                    <a:pt x="14221" y="7503"/>
                  </a:lnTo>
                  <a:close/>
                  <a:moveTo>
                    <a:pt x="61659" y="8631"/>
                  </a:moveTo>
                  <a:lnTo>
                    <a:pt x="61362" y="8991"/>
                  </a:lnTo>
                  <a:cubicBezTo>
                    <a:pt x="61842" y="9384"/>
                    <a:pt x="62317" y="9795"/>
                    <a:pt x="62775" y="10215"/>
                  </a:cubicBezTo>
                  <a:lnTo>
                    <a:pt x="63090" y="9868"/>
                  </a:lnTo>
                  <a:cubicBezTo>
                    <a:pt x="62626" y="9446"/>
                    <a:pt x="62143" y="9029"/>
                    <a:pt x="61659" y="8631"/>
                  </a:cubicBezTo>
                  <a:close/>
                  <a:moveTo>
                    <a:pt x="11310" y="9901"/>
                  </a:moveTo>
                  <a:cubicBezTo>
                    <a:pt x="10844" y="10325"/>
                    <a:pt x="10388" y="10765"/>
                    <a:pt x="9949" y="11210"/>
                  </a:cubicBezTo>
                  <a:lnTo>
                    <a:pt x="10281" y="11539"/>
                  </a:lnTo>
                  <a:cubicBezTo>
                    <a:pt x="10716" y="11100"/>
                    <a:pt x="11166" y="10664"/>
                    <a:pt x="11626" y="10246"/>
                  </a:cubicBezTo>
                  <a:lnTo>
                    <a:pt x="11310" y="9901"/>
                  </a:lnTo>
                  <a:close/>
                  <a:moveTo>
                    <a:pt x="64458" y="11178"/>
                  </a:moveTo>
                  <a:lnTo>
                    <a:pt x="64126" y="11507"/>
                  </a:lnTo>
                  <a:cubicBezTo>
                    <a:pt x="64560" y="11949"/>
                    <a:pt x="64990" y="12407"/>
                    <a:pt x="65405" y="12871"/>
                  </a:cubicBezTo>
                  <a:lnTo>
                    <a:pt x="65753" y="12559"/>
                  </a:lnTo>
                  <a:cubicBezTo>
                    <a:pt x="65336" y="12089"/>
                    <a:pt x="64900" y="11624"/>
                    <a:pt x="64458" y="11178"/>
                  </a:cubicBezTo>
                  <a:close/>
                  <a:moveTo>
                    <a:pt x="8656" y="12588"/>
                  </a:moveTo>
                  <a:cubicBezTo>
                    <a:pt x="8240" y="13056"/>
                    <a:pt x="7831" y="13544"/>
                    <a:pt x="7440" y="14034"/>
                  </a:cubicBezTo>
                  <a:lnTo>
                    <a:pt x="7806" y="14326"/>
                  </a:lnTo>
                  <a:cubicBezTo>
                    <a:pt x="8192" y="13841"/>
                    <a:pt x="8596" y="13362"/>
                    <a:pt x="9005" y="12900"/>
                  </a:cubicBezTo>
                  <a:lnTo>
                    <a:pt x="8656" y="12588"/>
                  </a:lnTo>
                  <a:close/>
                  <a:moveTo>
                    <a:pt x="66973" y="14006"/>
                  </a:moveTo>
                  <a:lnTo>
                    <a:pt x="66607" y="14299"/>
                  </a:lnTo>
                  <a:cubicBezTo>
                    <a:pt x="66995" y="14783"/>
                    <a:pt x="67374" y="15285"/>
                    <a:pt x="67734" y="15787"/>
                  </a:cubicBezTo>
                  <a:lnTo>
                    <a:pt x="68114" y="15514"/>
                  </a:lnTo>
                  <a:cubicBezTo>
                    <a:pt x="67750" y="15004"/>
                    <a:pt x="67366" y="14498"/>
                    <a:pt x="66973" y="14006"/>
                  </a:cubicBezTo>
                  <a:close/>
                  <a:moveTo>
                    <a:pt x="6302" y="15542"/>
                  </a:moveTo>
                  <a:cubicBezTo>
                    <a:pt x="5934" y="16056"/>
                    <a:pt x="5580" y="16582"/>
                    <a:pt x="5245" y="17109"/>
                  </a:cubicBezTo>
                  <a:lnTo>
                    <a:pt x="5640" y="17359"/>
                  </a:lnTo>
                  <a:cubicBezTo>
                    <a:pt x="5970" y="16840"/>
                    <a:pt x="6321" y="16321"/>
                    <a:pt x="6682" y="15814"/>
                  </a:cubicBezTo>
                  <a:lnTo>
                    <a:pt x="6302" y="15542"/>
                  </a:lnTo>
                  <a:close/>
                  <a:moveTo>
                    <a:pt x="69173" y="17084"/>
                  </a:moveTo>
                  <a:lnTo>
                    <a:pt x="68778" y="17334"/>
                  </a:lnTo>
                  <a:cubicBezTo>
                    <a:pt x="69109" y="17855"/>
                    <a:pt x="69432" y="18394"/>
                    <a:pt x="69737" y="18935"/>
                  </a:cubicBezTo>
                  <a:lnTo>
                    <a:pt x="70145" y="18705"/>
                  </a:lnTo>
                  <a:cubicBezTo>
                    <a:pt x="69838" y="18158"/>
                    <a:pt x="69510" y="17612"/>
                    <a:pt x="69173" y="17084"/>
                  </a:cubicBezTo>
                  <a:close/>
                  <a:moveTo>
                    <a:pt x="4275" y="18732"/>
                  </a:moveTo>
                  <a:cubicBezTo>
                    <a:pt x="3968" y="19280"/>
                    <a:pt x="3673" y="19844"/>
                    <a:pt x="3396" y="20407"/>
                  </a:cubicBezTo>
                  <a:lnTo>
                    <a:pt x="3817" y="20613"/>
                  </a:lnTo>
                  <a:cubicBezTo>
                    <a:pt x="4090" y="20059"/>
                    <a:pt x="4381" y="19503"/>
                    <a:pt x="4684" y="18960"/>
                  </a:cubicBezTo>
                  <a:lnTo>
                    <a:pt x="4275" y="18732"/>
                  </a:lnTo>
                  <a:close/>
                  <a:moveTo>
                    <a:pt x="71024" y="20378"/>
                  </a:moveTo>
                  <a:lnTo>
                    <a:pt x="70606" y="20584"/>
                  </a:lnTo>
                  <a:cubicBezTo>
                    <a:pt x="70879" y="21141"/>
                    <a:pt x="71140" y="21710"/>
                    <a:pt x="71381" y="22280"/>
                  </a:cubicBezTo>
                  <a:lnTo>
                    <a:pt x="71808" y="22097"/>
                  </a:lnTo>
                  <a:cubicBezTo>
                    <a:pt x="71565" y="21520"/>
                    <a:pt x="71301" y="20942"/>
                    <a:pt x="71024" y="20378"/>
                  </a:cubicBezTo>
                  <a:close/>
                  <a:moveTo>
                    <a:pt x="2612" y="22129"/>
                  </a:moveTo>
                  <a:cubicBezTo>
                    <a:pt x="2366" y="22711"/>
                    <a:pt x="2135" y="23304"/>
                    <a:pt x="1924" y="23895"/>
                  </a:cubicBezTo>
                  <a:lnTo>
                    <a:pt x="2365" y="24051"/>
                  </a:lnTo>
                  <a:cubicBezTo>
                    <a:pt x="2574" y="23470"/>
                    <a:pt x="2801" y="22885"/>
                    <a:pt x="3042" y="22310"/>
                  </a:cubicBezTo>
                  <a:lnTo>
                    <a:pt x="2612" y="22129"/>
                  </a:lnTo>
                  <a:close/>
                  <a:moveTo>
                    <a:pt x="72497" y="23858"/>
                  </a:moveTo>
                  <a:lnTo>
                    <a:pt x="72057" y="24015"/>
                  </a:lnTo>
                  <a:cubicBezTo>
                    <a:pt x="72266" y="24596"/>
                    <a:pt x="72459" y="25192"/>
                    <a:pt x="72635" y="25784"/>
                  </a:cubicBezTo>
                  <a:lnTo>
                    <a:pt x="73086" y="25652"/>
                  </a:lnTo>
                  <a:cubicBezTo>
                    <a:pt x="72907" y="25052"/>
                    <a:pt x="72710" y="24448"/>
                    <a:pt x="72497" y="23858"/>
                  </a:cubicBezTo>
                  <a:close/>
                  <a:moveTo>
                    <a:pt x="1340" y="25697"/>
                  </a:moveTo>
                  <a:cubicBezTo>
                    <a:pt x="1160" y="26303"/>
                    <a:pt x="1000" y="26919"/>
                    <a:pt x="858" y="27530"/>
                  </a:cubicBezTo>
                  <a:lnTo>
                    <a:pt x="1313" y="27636"/>
                  </a:lnTo>
                  <a:cubicBezTo>
                    <a:pt x="1452" y="27033"/>
                    <a:pt x="1613" y="26423"/>
                    <a:pt x="1788" y="25829"/>
                  </a:cubicBezTo>
                  <a:lnTo>
                    <a:pt x="1340" y="25697"/>
                  </a:lnTo>
                  <a:close/>
                  <a:moveTo>
                    <a:pt x="73567" y="27478"/>
                  </a:moveTo>
                  <a:lnTo>
                    <a:pt x="73112" y="27585"/>
                  </a:lnTo>
                  <a:cubicBezTo>
                    <a:pt x="73254" y="28189"/>
                    <a:pt x="73380" y="28802"/>
                    <a:pt x="73485" y="29412"/>
                  </a:cubicBezTo>
                  <a:lnTo>
                    <a:pt x="73946" y="29331"/>
                  </a:lnTo>
                  <a:cubicBezTo>
                    <a:pt x="73839" y="28714"/>
                    <a:pt x="73710" y="28089"/>
                    <a:pt x="73567" y="27478"/>
                  </a:cubicBezTo>
                  <a:close/>
                  <a:moveTo>
                    <a:pt x="482" y="29383"/>
                  </a:moveTo>
                  <a:cubicBezTo>
                    <a:pt x="373" y="30001"/>
                    <a:pt x="284" y="30634"/>
                    <a:pt x="212" y="31255"/>
                  </a:cubicBezTo>
                  <a:lnTo>
                    <a:pt x="676" y="31308"/>
                  </a:lnTo>
                  <a:cubicBezTo>
                    <a:pt x="748" y="30694"/>
                    <a:pt x="837" y="30073"/>
                    <a:pt x="942" y="29463"/>
                  </a:cubicBezTo>
                  <a:lnTo>
                    <a:pt x="482" y="29383"/>
                  </a:lnTo>
                  <a:close/>
                  <a:moveTo>
                    <a:pt x="74216" y="31204"/>
                  </a:moveTo>
                  <a:lnTo>
                    <a:pt x="73753" y="31257"/>
                  </a:lnTo>
                  <a:cubicBezTo>
                    <a:pt x="73824" y="31873"/>
                    <a:pt x="73879" y="32499"/>
                    <a:pt x="73914" y="33115"/>
                  </a:cubicBezTo>
                  <a:lnTo>
                    <a:pt x="74379" y="33087"/>
                  </a:lnTo>
                  <a:cubicBezTo>
                    <a:pt x="74342" y="32462"/>
                    <a:pt x="74290" y="31827"/>
                    <a:pt x="74216" y="31204"/>
                  </a:cubicBezTo>
                  <a:close/>
                  <a:moveTo>
                    <a:pt x="53" y="33140"/>
                  </a:moveTo>
                  <a:cubicBezTo>
                    <a:pt x="18" y="33764"/>
                    <a:pt x="0" y="34396"/>
                    <a:pt x="0" y="35021"/>
                  </a:cubicBezTo>
                  <a:lnTo>
                    <a:pt x="0" y="35030"/>
                  </a:lnTo>
                  <a:lnTo>
                    <a:pt x="467" y="35021"/>
                  </a:lnTo>
                  <a:cubicBezTo>
                    <a:pt x="467" y="34404"/>
                    <a:pt x="485" y="33781"/>
                    <a:pt x="520" y="33166"/>
                  </a:cubicBezTo>
                  <a:lnTo>
                    <a:pt x="53" y="33140"/>
                  </a:lnTo>
                  <a:close/>
                  <a:moveTo>
                    <a:pt x="74439" y="34980"/>
                  </a:moveTo>
                  <a:lnTo>
                    <a:pt x="73971" y="35021"/>
                  </a:lnTo>
                  <a:cubicBezTo>
                    <a:pt x="73971" y="35628"/>
                    <a:pt x="73953" y="36240"/>
                    <a:pt x="73919" y="36844"/>
                  </a:cubicBezTo>
                  <a:lnTo>
                    <a:pt x="74385" y="36869"/>
                  </a:lnTo>
                  <a:cubicBezTo>
                    <a:pt x="74420" y="36257"/>
                    <a:pt x="74436" y="35636"/>
                    <a:pt x="74439" y="35021"/>
                  </a:cubicBezTo>
                  <a:lnTo>
                    <a:pt x="74439" y="34980"/>
                  </a:lnTo>
                  <a:close/>
                  <a:moveTo>
                    <a:pt x="521" y="36897"/>
                  </a:moveTo>
                  <a:lnTo>
                    <a:pt x="54" y="36923"/>
                  </a:lnTo>
                  <a:cubicBezTo>
                    <a:pt x="90" y="37549"/>
                    <a:pt x="144" y="38183"/>
                    <a:pt x="215" y="38806"/>
                  </a:cubicBezTo>
                  <a:lnTo>
                    <a:pt x="681" y="38755"/>
                  </a:lnTo>
                  <a:cubicBezTo>
                    <a:pt x="610" y="38140"/>
                    <a:pt x="556" y="37516"/>
                    <a:pt x="521" y="36897"/>
                  </a:cubicBezTo>
                  <a:close/>
                  <a:moveTo>
                    <a:pt x="73763" y="38699"/>
                  </a:moveTo>
                  <a:cubicBezTo>
                    <a:pt x="73694" y="39317"/>
                    <a:pt x="73603" y="39936"/>
                    <a:pt x="73500" y="40547"/>
                  </a:cubicBezTo>
                  <a:lnTo>
                    <a:pt x="73960" y="40626"/>
                  </a:lnTo>
                  <a:cubicBezTo>
                    <a:pt x="74067" y="40007"/>
                    <a:pt x="74157" y="39378"/>
                    <a:pt x="74228" y="38753"/>
                  </a:cubicBezTo>
                  <a:lnTo>
                    <a:pt x="73763" y="38699"/>
                  </a:lnTo>
                  <a:close/>
                  <a:moveTo>
                    <a:pt x="945" y="40598"/>
                  </a:moveTo>
                  <a:lnTo>
                    <a:pt x="485" y="40677"/>
                  </a:lnTo>
                  <a:cubicBezTo>
                    <a:pt x="593" y="41298"/>
                    <a:pt x="719" y="41921"/>
                    <a:pt x="862" y="42531"/>
                  </a:cubicBezTo>
                  <a:lnTo>
                    <a:pt x="1317" y="42426"/>
                  </a:lnTo>
                  <a:cubicBezTo>
                    <a:pt x="1177" y="41824"/>
                    <a:pt x="1052" y="41210"/>
                    <a:pt x="945" y="40598"/>
                  </a:cubicBezTo>
                  <a:close/>
                  <a:moveTo>
                    <a:pt x="73131" y="42376"/>
                  </a:moveTo>
                  <a:cubicBezTo>
                    <a:pt x="72992" y="42980"/>
                    <a:pt x="72831" y="43587"/>
                    <a:pt x="72657" y="44183"/>
                  </a:cubicBezTo>
                  <a:lnTo>
                    <a:pt x="73108" y="44314"/>
                  </a:lnTo>
                  <a:cubicBezTo>
                    <a:pt x="73285" y="43709"/>
                    <a:pt x="73445" y="43093"/>
                    <a:pt x="73586" y="42480"/>
                  </a:cubicBezTo>
                  <a:lnTo>
                    <a:pt x="73131" y="42376"/>
                  </a:lnTo>
                  <a:close/>
                  <a:moveTo>
                    <a:pt x="1790" y="44228"/>
                  </a:moveTo>
                  <a:lnTo>
                    <a:pt x="1342" y="44360"/>
                  </a:lnTo>
                  <a:cubicBezTo>
                    <a:pt x="1517" y="44960"/>
                    <a:pt x="1714" y="45564"/>
                    <a:pt x="1926" y="46156"/>
                  </a:cubicBezTo>
                  <a:lnTo>
                    <a:pt x="2366" y="45998"/>
                  </a:lnTo>
                  <a:cubicBezTo>
                    <a:pt x="2158" y="45416"/>
                    <a:pt x="1964" y="44819"/>
                    <a:pt x="1790" y="44228"/>
                  </a:cubicBezTo>
                  <a:close/>
                  <a:moveTo>
                    <a:pt x="72080" y="45959"/>
                  </a:moveTo>
                  <a:cubicBezTo>
                    <a:pt x="71874" y="46540"/>
                    <a:pt x="71647" y="47125"/>
                    <a:pt x="71406" y="47700"/>
                  </a:cubicBezTo>
                  <a:lnTo>
                    <a:pt x="71838" y="47881"/>
                  </a:lnTo>
                  <a:cubicBezTo>
                    <a:pt x="72083" y="47301"/>
                    <a:pt x="72313" y="46707"/>
                    <a:pt x="72522" y="46116"/>
                  </a:cubicBezTo>
                  <a:lnTo>
                    <a:pt x="72080" y="45959"/>
                  </a:lnTo>
                  <a:close/>
                  <a:moveTo>
                    <a:pt x="3042" y="47735"/>
                  </a:moveTo>
                  <a:lnTo>
                    <a:pt x="2612" y="47915"/>
                  </a:lnTo>
                  <a:cubicBezTo>
                    <a:pt x="2853" y="48490"/>
                    <a:pt x="3117" y="49069"/>
                    <a:pt x="3395" y="49634"/>
                  </a:cubicBezTo>
                  <a:lnTo>
                    <a:pt x="3813" y="49432"/>
                  </a:lnTo>
                  <a:cubicBezTo>
                    <a:pt x="3541" y="48872"/>
                    <a:pt x="3280" y="48301"/>
                    <a:pt x="3042" y="47735"/>
                  </a:cubicBezTo>
                  <a:close/>
                  <a:moveTo>
                    <a:pt x="70636" y="49399"/>
                  </a:moveTo>
                  <a:cubicBezTo>
                    <a:pt x="70366" y="49956"/>
                    <a:pt x="70073" y="50512"/>
                    <a:pt x="69772" y="51052"/>
                  </a:cubicBezTo>
                  <a:lnTo>
                    <a:pt x="70178" y="51280"/>
                  </a:lnTo>
                  <a:cubicBezTo>
                    <a:pt x="70484" y="50734"/>
                    <a:pt x="70781" y="50168"/>
                    <a:pt x="71056" y="49603"/>
                  </a:cubicBezTo>
                  <a:lnTo>
                    <a:pt x="70636" y="49399"/>
                  </a:lnTo>
                  <a:close/>
                  <a:moveTo>
                    <a:pt x="4682" y="51080"/>
                  </a:moveTo>
                  <a:lnTo>
                    <a:pt x="4274" y="51308"/>
                  </a:lnTo>
                  <a:cubicBezTo>
                    <a:pt x="4581" y="51855"/>
                    <a:pt x="4907" y="52402"/>
                    <a:pt x="5244" y="52932"/>
                  </a:cubicBezTo>
                  <a:lnTo>
                    <a:pt x="5639" y="52682"/>
                  </a:lnTo>
                  <a:cubicBezTo>
                    <a:pt x="5305" y="52158"/>
                    <a:pt x="4983" y="51619"/>
                    <a:pt x="4682" y="51080"/>
                  </a:cubicBezTo>
                  <a:close/>
                  <a:moveTo>
                    <a:pt x="68816" y="52655"/>
                  </a:moveTo>
                  <a:cubicBezTo>
                    <a:pt x="68486" y="53179"/>
                    <a:pt x="68136" y="53698"/>
                    <a:pt x="67776" y="54203"/>
                  </a:cubicBezTo>
                  <a:lnTo>
                    <a:pt x="68157" y="54474"/>
                  </a:lnTo>
                  <a:cubicBezTo>
                    <a:pt x="68519" y="53963"/>
                    <a:pt x="68875" y="53435"/>
                    <a:pt x="69211" y="52907"/>
                  </a:cubicBezTo>
                  <a:lnTo>
                    <a:pt x="68816" y="52655"/>
                  </a:lnTo>
                  <a:close/>
                  <a:moveTo>
                    <a:pt x="6681" y="54231"/>
                  </a:moveTo>
                  <a:lnTo>
                    <a:pt x="6300" y="54502"/>
                  </a:lnTo>
                  <a:cubicBezTo>
                    <a:pt x="6663" y="55009"/>
                    <a:pt x="7046" y="55519"/>
                    <a:pt x="7440" y="56012"/>
                  </a:cubicBezTo>
                  <a:lnTo>
                    <a:pt x="7806" y="55720"/>
                  </a:lnTo>
                  <a:cubicBezTo>
                    <a:pt x="7418" y="55233"/>
                    <a:pt x="7039" y="54731"/>
                    <a:pt x="6681" y="54231"/>
                  </a:cubicBezTo>
                  <a:close/>
                  <a:moveTo>
                    <a:pt x="66653" y="55691"/>
                  </a:moveTo>
                  <a:cubicBezTo>
                    <a:pt x="66269" y="56174"/>
                    <a:pt x="65867" y="56654"/>
                    <a:pt x="65453" y="57121"/>
                  </a:cubicBezTo>
                  <a:lnTo>
                    <a:pt x="65802" y="57431"/>
                  </a:lnTo>
                  <a:cubicBezTo>
                    <a:pt x="66221" y="56957"/>
                    <a:pt x="66631" y="56471"/>
                    <a:pt x="67018" y="55982"/>
                  </a:cubicBezTo>
                  <a:lnTo>
                    <a:pt x="66653" y="55691"/>
                  </a:lnTo>
                  <a:close/>
                  <a:moveTo>
                    <a:pt x="9007" y="57147"/>
                  </a:moveTo>
                  <a:lnTo>
                    <a:pt x="8657" y="57459"/>
                  </a:lnTo>
                  <a:cubicBezTo>
                    <a:pt x="9071" y="57925"/>
                    <a:pt x="9506" y="58389"/>
                    <a:pt x="9952" y="58841"/>
                  </a:cubicBezTo>
                  <a:lnTo>
                    <a:pt x="10284" y="58512"/>
                  </a:lnTo>
                  <a:cubicBezTo>
                    <a:pt x="9845" y="58066"/>
                    <a:pt x="9415" y="57606"/>
                    <a:pt x="9007" y="57147"/>
                  </a:cubicBezTo>
                  <a:close/>
                  <a:moveTo>
                    <a:pt x="64183" y="58483"/>
                  </a:moveTo>
                  <a:cubicBezTo>
                    <a:pt x="63748" y="58922"/>
                    <a:pt x="63298" y="59356"/>
                    <a:pt x="62840" y="59776"/>
                  </a:cubicBezTo>
                  <a:lnTo>
                    <a:pt x="63154" y="60121"/>
                  </a:lnTo>
                  <a:cubicBezTo>
                    <a:pt x="63617" y="59697"/>
                    <a:pt x="64076" y="59255"/>
                    <a:pt x="64515" y="58810"/>
                  </a:cubicBezTo>
                  <a:lnTo>
                    <a:pt x="64183" y="58483"/>
                  </a:lnTo>
                  <a:close/>
                  <a:moveTo>
                    <a:pt x="11633" y="59808"/>
                  </a:moveTo>
                  <a:lnTo>
                    <a:pt x="11317" y="60153"/>
                  </a:lnTo>
                  <a:cubicBezTo>
                    <a:pt x="11779" y="60576"/>
                    <a:pt x="12261" y="60993"/>
                    <a:pt x="12746" y="61394"/>
                  </a:cubicBezTo>
                  <a:lnTo>
                    <a:pt x="13045" y="61031"/>
                  </a:lnTo>
                  <a:cubicBezTo>
                    <a:pt x="12566" y="60639"/>
                    <a:pt x="12091" y="60225"/>
                    <a:pt x="11633" y="59808"/>
                  </a:cubicBezTo>
                  <a:close/>
                  <a:moveTo>
                    <a:pt x="61432" y="60999"/>
                  </a:moveTo>
                  <a:cubicBezTo>
                    <a:pt x="60952" y="61394"/>
                    <a:pt x="60459" y="61779"/>
                    <a:pt x="59965" y="62148"/>
                  </a:cubicBezTo>
                  <a:lnTo>
                    <a:pt x="60243" y="62522"/>
                  </a:lnTo>
                  <a:cubicBezTo>
                    <a:pt x="60745" y="62151"/>
                    <a:pt x="61244" y="61760"/>
                    <a:pt x="61729" y="61359"/>
                  </a:cubicBezTo>
                  <a:lnTo>
                    <a:pt x="61432" y="60999"/>
                  </a:lnTo>
                  <a:close/>
                  <a:moveTo>
                    <a:pt x="14520" y="62184"/>
                  </a:moveTo>
                  <a:lnTo>
                    <a:pt x="14242" y="62559"/>
                  </a:lnTo>
                  <a:cubicBezTo>
                    <a:pt x="14743" y="62932"/>
                    <a:pt x="15266" y="63298"/>
                    <a:pt x="15790" y="63647"/>
                  </a:cubicBezTo>
                  <a:lnTo>
                    <a:pt x="16050" y="63259"/>
                  </a:lnTo>
                  <a:cubicBezTo>
                    <a:pt x="15532" y="62913"/>
                    <a:pt x="15017" y="62553"/>
                    <a:pt x="14520" y="62184"/>
                  </a:cubicBezTo>
                  <a:close/>
                  <a:moveTo>
                    <a:pt x="58442" y="63221"/>
                  </a:moveTo>
                  <a:cubicBezTo>
                    <a:pt x="57933" y="63561"/>
                    <a:pt x="57403" y="63896"/>
                    <a:pt x="56868" y="64218"/>
                  </a:cubicBezTo>
                  <a:lnTo>
                    <a:pt x="57106" y="64619"/>
                  </a:lnTo>
                  <a:cubicBezTo>
                    <a:pt x="57650" y="64292"/>
                    <a:pt x="58187" y="63954"/>
                    <a:pt x="58701" y="63611"/>
                  </a:cubicBezTo>
                  <a:lnTo>
                    <a:pt x="58442" y="63221"/>
                  </a:lnTo>
                  <a:close/>
                  <a:moveTo>
                    <a:pt x="17633" y="64254"/>
                  </a:moveTo>
                  <a:lnTo>
                    <a:pt x="17395" y="64657"/>
                  </a:lnTo>
                  <a:cubicBezTo>
                    <a:pt x="17933" y="64979"/>
                    <a:pt x="18489" y="65289"/>
                    <a:pt x="19045" y="65583"/>
                  </a:cubicBezTo>
                  <a:lnTo>
                    <a:pt x="19264" y="65170"/>
                  </a:lnTo>
                  <a:cubicBezTo>
                    <a:pt x="18716" y="64879"/>
                    <a:pt x="18167" y="64572"/>
                    <a:pt x="17633" y="64254"/>
                  </a:cubicBezTo>
                  <a:close/>
                  <a:moveTo>
                    <a:pt x="55245" y="65132"/>
                  </a:moveTo>
                  <a:cubicBezTo>
                    <a:pt x="54696" y="65423"/>
                    <a:pt x="54135" y="65704"/>
                    <a:pt x="53576" y="65966"/>
                  </a:cubicBezTo>
                  <a:lnTo>
                    <a:pt x="53773" y="66390"/>
                  </a:lnTo>
                  <a:cubicBezTo>
                    <a:pt x="54339" y="66123"/>
                    <a:pt x="54909" y="65839"/>
                    <a:pt x="55465" y="65545"/>
                  </a:cubicBezTo>
                  <a:lnTo>
                    <a:pt x="55245" y="65132"/>
                  </a:lnTo>
                  <a:close/>
                  <a:moveTo>
                    <a:pt x="20935" y="65998"/>
                  </a:moveTo>
                  <a:lnTo>
                    <a:pt x="20738" y="66423"/>
                  </a:lnTo>
                  <a:cubicBezTo>
                    <a:pt x="21302" y="66689"/>
                    <a:pt x="21886" y="66942"/>
                    <a:pt x="22468" y="67180"/>
                  </a:cubicBezTo>
                  <a:lnTo>
                    <a:pt x="22644" y="66747"/>
                  </a:lnTo>
                  <a:cubicBezTo>
                    <a:pt x="22070" y="66510"/>
                    <a:pt x="21494" y="66260"/>
                    <a:pt x="20935" y="65998"/>
                  </a:cubicBezTo>
                  <a:close/>
                  <a:moveTo>
                    <a:pt x="51865" y="66717"/>
                  </a:moveTo>
                  <a:cubicBezTo>
                    <a:pt x="51295" y="66951"/>
                    <a:pt x="50708" y="67176"/>
                    <a:pt x="50120" y="67382"/>
                  </a:cubicBezTo>
                  <a:lnTo>
                    <a:pt x="50277" y="67824"/>
                  </a:lnTo>
                  <a:cubicBezTo>
                    <a:pt x="50871" y="67614"/>
                    <a:pt x="51465" y="67387"/>
                    <a:pt x="52042" y="67151"/>
                  </a:cubicBezTo>
                  <a:lnTo>
                    <a:pt x="51865" y="66717"/>
                  </a:lnTo>
                  <a:close/>
                  <a:moveTo>
                    <a:pt x="24392" y="67409"/>
                  </a:moveTo>
                  <a:lnTo>
                    <a:pt x="24237" y="67849"/>
                  </a:lnTo>
                  <a:cubicBezTo>
                    <a:pt x="24828" y="68058"/>
                    <a:pt x="25434" y="68253"/>
                    <a:pt x="26035" y="68433"/>
                  </a:cubicBezTo>
                  <a:lnTo>
                    <a:pt x="26168" y="67985"/>
                  </a:lnTo>
                  <a:cubicBezTo>
                    <a:pt x="25574" y="67808"/>
                    <a:pt x="24978" y="67615"/>
                    <a:pt x="24392" y="67409"/>
                  </a:cubicBezTo>
                  <a:close/>
                  <a:moveTo>
                    <a:pt x="48347" y="67963"/>
                  </a:moveTo>
                  <a:cubicBezTo>
                    <a:pt x="47756" y="68140"/>
                    <a:pt x="47150" y="68306"/>
                    <a:pt x="46546" y="68455"/>
                  </a:cubicBezTo>
                  <a:lnTo>
                    <a:pt x="46657" y="68908"/>
                  </a:lnTo>
                  <a:cubicBezTo>
                    <a:pt x="47270" y="68756"/>
                    <a:pt x="47882" y="68591"/>
                    <a:pt x="48480" y="68411"/>
                  </a:cubicBezTo>
                  <a:lnTo>
                    <a:pt x="48347" y="67963"/>
                  </a:lnTo>
                  <a:close/>
                  <a:moveTo>
                    <a:pt x="27971" y="68475"/>
                  </a:moveTo>
                  <a:lnTo>
                    <a:pt x="27860" y="68929"/>
                  </a:lnTo>
                  <a:cubicBezTo>
                    <a:pt x="28471" y="69078"/>
                    <a:pt x="29093" y="69214"/>
                    <a:pt x="29706" y="69333"/>
                  </a:cubicBezTo>
                  <a:lnTo>
                    <a:pt x="29795" y="68873"/>
                  </a:lnTo>
                  <a:cubicBezTo>
                    <a:pt x="29190" y="68756"/>
                    <a:pt x="28577" y="68623"/>
                    <a:pt x="27971" y="68475"/>
                  </a:cubicBezTo>
                  <a:close/>
                  <a:moveTo>
                    <a:pt x="44721" y="68859"/>
                  </a:moveTo>
                  <a:cubicBezTo>
                    <a:pt x="44114" y="68977"/>
                    <a:pt x="43495" y="69082"/>
                    <a:pt x="42882" y="69172"/>
                  </a:cubicBezTo>
                  <a:lnTo>
                    <a:pt x="42950" y="69634"/>
                  </a:lnTo>
                  <a:cubicBezTo>
                    <a:pt x="43570" y="69543"/>
                    <a:pt x="44198" y="69436"/>
                    <a:pt x="44812" y="69318"/>
                  </a:cubicBezTo>
                  <a:lnTo>
                    <a:pt x="44721" y="68859"/>
                  </a:lnTo>
                  <a:close/>
                  <a:moveTo>
                    <a:pt x="31634" y="69183"/>
                  </a:moveTo>
                  <a:lnTo>
                    <a:pt x="31569" y="69646"/>
                  </a:lnTo>
                  <a:cubicBezTo>
                    <a:pt x="32189" y="69735"/>
                    <a:pt x="32819" y="69810"/>
                    <a:pt x="33446" y="69871"/>
                  </a:cubicBezTo>
                  <a:lnTo>
                    <a:pt x="33490" y="69404"/>
                  </a:lnTo>
                  <a:cubicBezTo>
                    <a:pt x="32871" y="69346"/>
                    <a:pt x="32247" y="69271"/>
                    <a:pt x="31634" y="69183"/>
                  </a:cubicBezTo>
                  <a:close/>
                  <a:moveTo>
                    <a:pt x="41027" y="69397"/>
                  </a:moveTo>
                  <a:cubicBezTo>
                    <a:pt x="40416" y="69457"/>
                    <a:pt x="39788" y="69502"/>
                    <a:pt x="39166" y="69533"/>
                  </a:cubicBezTo>
                  <a:lnTo>
                    <a:pt x="39190" y="70000"/>
                  </a:lnTo>
                  <a:cubicBezTo>
                    <a:pt x="39819" y="69969"/>
                    <a:pt x="40454" y="69924"/>
                    <a:pt x="41071" y="69862"/>
                  </a:cubicBezTo>
                  <a:lnTo>
                    <a:pt x="41027" y="69397"/>
                  </a:lnTo>
                  <a:close/>
                  <a:moveTo>
                    <a:pt x="35351" y="69537"/>
                  </a:moveTo>
                  <a:lnTo>
                    <a:pt x="35329" y="70004"/>
                  </a:lnTo>
                  <a:cubicBezTo>
                    <a:pt x="35958" y="70035"/>
                    <a:pt x="36594" y="70050"/>
                    <a:pt x="37219" y="70050"/>
                  </a:cubicBezTo>
                  <a:lnTo>
                    <a:pt x="37298" y="70050"/>
                  </a:lnTo>
                  <a:lnTo>
                    <a:pt x="37298" y="69581"/>
                  </a:lnTo>
                  <a:lnTo>
                    <a:pt x="37217" y="69581"/>
                  </a:lnTo>
                  <a:cubicBezTo>
                    <a:pt x="36601" y="69581"/>
                    <a:pt x="35972" y="69567"/>
                    <a:pt x="35351" y="6953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0"/>
            <p:cNvSpPr/>
            <p:nvPr/>
          </p:nvSpPr>
          <p:spPr>
            <a:xfrm>
              <a:off x="242208" y="1765660"/>
              <a:ext cx="2268575" cy="2269917"/>
            </a:xfrm>
            <a:custGeom>
              <a:avLst/>
              <a:gdLst/>
              <a:ahLst/>
              <a:cxnLst/>
              <a:rect l="l" t="t" r="r" b="b"/>
              <a:pathLst>
                <a:path w="65923" h="65962" extrusionOk="0">
                  <a:moveTo>
                    <a:pt x="32963" y="0"/>
                  </a:moveTo>
                  <a:cubicBezTo>
                    <a:pt x="14786" y="0"/>
                    <a:pt x="0" y="14799"/>
                    <a:pt x="0" y="32977"/>
                  </a:cubicBezTo>
                  <a:cubicBezTo>
                    <a:pt x="0" y="51164"/>
                    <a:pt x="14786" y="65962"/>
                    <a:pt x="32963" y="65962"/>
                  </a:cubicBezTo>
                  <a:cubicBezTo>
                    <a:pt x="51137" y="65962"/>
                    <a:pt x="65922" y="51167"/>
                    <a:pt x="65922" y="32977"/>
                  </a:cubicBezTo>
                  <a:cubicBezTo>
                    <a:pt x="65922" y="14797"/>
                    <a:pt x="51135" y="0"/>
                    <a:pt x="329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0"/>
            <p:cNvSpPr/>
            <p:nvPr/>
          </p:nvSpPr>
          <p:spPr>
            <a:xfrm>
              <a:off x="242208" y="1798318"/>
              <a:ext cx="982855" cy="2002395"/>
            </a:xfrm>
            <a:custGeom>
              <a:avLst/>
              <a:gdLst/>
              <a:ahLst/>
              <a:cxnLst/>
              <a:rect l="l" t="t" r="r" b="b"/>
              <a:pathLst>
                <a:path w="28561" h="58188" extrusionOk="0">
                  <a:moveTo>
                    <a:pt x="8441" y="11761"/>
                  </a:moveTo>
                  <a:cubicBezTo>
                    <a:pt x="8854" y="11761"/>
                    <a:pt x="9309" y="11909"/>
                    <a:pt x="9790" y="12202"/>
                  </a:cubicBezTo>
                  <a:cubicBezTo>
                    <a:pt x="10132" y="12403"/>
                    <a:pt x="10509" y="12590"/>
                    <a:pt x="10915" y="12789"/>
                  </a:cubicBezTo>
                  <a:cubicBezTo>
                    <a:pt x="12125" y="13386"/>
                    <a:pt x="13498" y="14062"/>
                    <a:pt x="13560" y="15209"/>
                  </a:cubicBezTo>
                  <a:cubicBezTo>
                    <a:pt x="13594" y="15806"/>
                    <a:pt x="13329" y="16352"/>
                    <a:pt x="13021" y="16985"/>
                  </a:cubicBezTo>
                  <a:cubicBezTo>
                    <a:pt x="12729" y="17585"/>
                    <a:pt x="12385" y="18295"/>
                    <a:pt x="12307" y="19139"/>
                  </a:cubicBezTo>
                  <a:cubicBezTo>
                    <a:pt x="11735" y="18546"/>
                    <a:pt x="11020" y="18015"/>
                    <a:pt x="10403" y="17556"/>
                  </a:cubicBezTo>
                  <a:cubicBezTo>
                    <a:pt x="10205" y="17408"/>
                    <a:pt x="10019" y="17272"/>
                    <a:pt x="9861" y="17146"/>
                  </a:cubicBezTo>
                  <a:cubicBezTo>
                    <a:pt x="9512" y="16874"/>
                    <a:pt x="9108" y="16618"/>
                    <a:pt x="8678" y="16347"/>
                  </a:cubicBezTo>
                  <a:cubicBezTo>
                    <a:pt x="7433" y="15560"/>
                    <a:pt x="6255" y="14818"/>
                    <a:pt x="6445" y="13806"/>
                  </a:cubicBezTo>
                  <a:lnTo>
                    <a:pt x="6713" y="12368"/>
                  </a:lnTo>
                  <a:lnTo>
                    <a:pt x="7822" y="11886"/>
                  </a:lnTo>
                  <a:cubicBezTo>
                    <a:pt x="8015" y="11803"/>
                    <a:pt x="8222" y="11761"/>
                    <a:pt x="8441" y="11761"/>
                  </a:cubicBezTo>
                  <a:close/>
                  <a:moveTo>
                    <a:pt x="12994" y="22480"/>
                  </a:moveTo>
                  <a:cubicBezTo>
                    <a:pt x="13399" y="23652"/>
                    <a:pt x="13970" y="24924"/>
                    <a:pt x="14656" y="25641"/>
                  </a:cubicBezTo>
                  <a:cubicBezTo>
                    <a:pt x="14382" y="25389"/>
                    <a:pt x="14092" y="25143"/>
                    <a:pt x="13775" y="24922"/>
                  </a:cubicBezTo>
                  <a:cubicBezTo>
                    <a:pt x="13583" y="24788"/>
                    <a:pt x="13343" y="24587"/>
                    <a:pt x="13108" y="24394"/>
                  </a:cubicBezTo>
                  <a:cubicBezTo>
                    <a:pt x="12622" y="23989"/>
                    <a:pt x="12117" y="23572"/>
                    <a:pt x="11621" y="23342"/>
                  </a:cubicBezTo>
                  <a:lnTo>
                    <a:pt x="11545" y="23308"/>
                  </a:lnTo>
                  <a:lnTo>
                    <a:pt x="11545" y="23308"/>
                  </a:lnTo>
                  <a:cubicBezTo>
                    <a:pt x="11586" y="23313"/>
                    <a:pt x="11629" y="23314"/>
                    <a:pt x="11671" y="23314"/>
                  </a:cubicBezTo>
                  <a:cubicBezTo>
                    <a:pt x="12094" y="23314"/>
                    <a:pt x="12619" y="23150"/>
                    <a:pt x="12994" y="22480"/>
                  </a:cubicBezTo>
                  <a:close/>
                  <a:moveTo>
                    <a:pt x="9835" y="22202"/>
                  </a:moveTo>
                  <a:cubicBezTo>
                    <a:pt x="9956" y="22202"/>
                    <a:pt x="10037" y="22208"/>
                    <a:pt x="10088" y="22216"/>
                  </a:cubicBezTo>
                  <a:cubicBezTo>
                    <a:pt x="10113" y="22255"/>
                    <a:pt x="10144" y="22314"/>
                    <a:pt x="10185" y="22385"/>
                  </a:cubicBezTo>
                  <a:cubicBezTo>
                    <a:pt x="10332" y="22654"/>
                    <a:pt x="10485" y="22931"/>
                    <a:pt x="10779" y="23071"/>
                  </a:cubicBezTo>
                  <a:cubicBezTo>
                    <a:pt x="10830" y="23099"/>
                    <a:pt x="10882" y="23123"/>
                    <a:pt x="10932" y="23146"/>
                  </a:cubicBezTo>
                  <a:cubicBezTo>
                    <a:pt x="10863" y="23139"/>
                    <a:pt x="10792" y="23136"/>
                    <a:pt x="10722" y="23136"/>
                  </a:cubicBezTo>
                  <a:cubicBezTo>
                    <a:pt x="9497" y="23136"/>
                    <a:pt x="9073" y="24296"/>
                    <a:pt x="8790" y="25064"/>
                  </a:cubicBezTo>
                  <a:cubicBezTo>
                    <a:pt x="8670" y="25396"/>
                    <a:pt x="8520" y="25809"/>
                    <a:pt x="8369" y="25961"/>
                  </a:cubicBezTo>
                  <a:cubicBezTo>
                    <a:pt x="8027" y="26303"/>
                    <a:pt x="7535" y="26508"/>
                    <a:pt x="7055" y="26508"/>
                  </a:cubicBezTo>
                  <a:cubicBezTo>
                    <a:pt x="6705" y="26508"/>
                    <a:pt x="6420" y="26398"/>
                    <a:pt x="6289" y="26215"/>
                  </a:cubicBezTo>
                  <a:cubicBezTo>
                    <a:pt x="6120" y="25981"/>
                    <a:pt x="6214" y="25597"/>
                    <a:pt x="6284" y="25390"/>
                  </a:cubicBezTo>
                  <a:cubicBezTo>
                    <a:pt x="6801" y="23885"/>
                    <a:pt x="7501" y="22338"/>
                    <a:pt x="8774" y="22270"/>
                  </a:cubicBezTo>
                  <a:cubicBezTo>
                    <a:pt x="8866" y="22267"/>
                    <a:pt x="8983" y="22255"/>
                    <a:pt x="9117" y="22245"/>
                  </a:cubicBezTo>
                  <a:cubicBezTo>
                    <a:pt x="9335" y="22226"/>
                    <a:pt x="9602" y="22202"/>
                    <a:pt x="9835" y="22202"/>
                  </a:cubicBezTo>
                  <a:close/>
                  <a:moveTo>
                    <a:pt x="25087" y="1"/>
                  </a:moveTo>
                  <a:cubicBezTo>
                    <a:pt x="10703" y="3548"/>
                    <a:pt x="0" y="16564"/>
                    <a:pt x="0" y="32031"/>
                  </a:cubicBezTo>
                  <a:cubicBezTo>
                    <a:pt x="0" y="35420"/>
                    <a:pt x="514" y="38689"/>
                    <a:pt x="1466" y="41768"/>
                  </a:cubicBezTo>
                  <a:cubicBezTo>
                    <a:pt x="1512" y="41785"/>
                    <a:pt x="1560" y="41804"/>
                    <a:pt x="1602" y="41819"/>
                  </a:cubicBezTo>
                  <a:cubicBezTo>
                    <a:pt x="2116" y="42011"/>
                    <a:pt x="2631" y="42193"/>
                    <a:pt x="3149" y="42375"/>
                  </a:cubicBezTo>
                  <a:cubicBezTo>
                    <a:pt x="3645" y="42547"/>
                    <a:pt x="3990" y="42729"/>
                    <a:pt x="4356" y="42921"/>
                  </a:cubicBezTo>
                  <a:cubicBezTo>
                    <a:pt x="4654" y="43077"/>
                    <a:pt x="4962" y="43238"/>
                    <a:pt x="5371" y="43411"/>
                  </a:cubicBezTo>
                  <a:cubicBezTo>
                    <a:pt x="6754" y="44002"/>
                    <a:pt x="6757" y="44069"/>
                    <a:pt x="6814" y="45803"/>
                  </a:cubicBezTo>
                  <a:lnTo>
                    <a:pt x="6815" y="45832"/>
                  </a:lnTo>
                  <a:cubicBezTo>
                    <a:pt x="6828" y="46223"/>
                    <a:pt x="7038" y="46493"/>
                    <a:pt x="7203" y="46710"/>
                  </a:cubicBezTo>
                  <a:cubicBezTo>
                    <a:pt x="7338" y="46884"/>
                    <a:pt x="7421" y="46998"/>
                    <a:pt x="7427" y="47124"/>
                  </a:cubicBezTo>
                  <a:cubicBezTo>
                    <a:pt x="7491" y="48362"/>
                    <a:pt x="7558" y="49640"/>
                    <a:pt x="7477" y="50862"/>
                  </a:cubicBezTo>
                  <a:cubicBezTo>
                    <a:pt x="7433" y="51449"/>
                    <a:pt x="7305" y="52028"/>
                    <a:pt x="7172" y="52547"/>
                  </a:cubicBezTo>
                  <a:cubicBezTo>
                    <a:pt x="8847" y="54653"/>
                    <a:pt x="10776" y="56547"/>
                    <a:pt x="12909" y="58187"/>
                  </a:cubicBezTo>
                  <a:lnTo>
                    <a:pt x="12992" y="58053"/>
                  </a:lnTo>
                  <a:cubicBezTo>
                    <a:pt x="13158" y="57775"/>
                    <a:pt x="13318" y="57498"/>
                    <a:pt x="13469" y="57239"/>
                  </a:cubicBezTo>
                  <a:lnTo>
                    <a:pt x="13484" y="57215"/>
                  </a:lnTo>
                  <a:cubicBezTo>
                    <a:pt x="13747" y="56761"/>
                    <a:pt x="13974" y="56370"/>
                    <a:pt x="14144" y="56122"/>
                  </a:cubicBezTo>
                  <a:cubicBezTo>
                    <a:pt x="14385" y="55765"/>
                    <a:pt x="14624" y="55396"/>
                    <a:pt x="14865" y="55026"/>
                  </a:cubicBezTo>
                  <a:cubicBezTo>
                    <a:pt x="15460" y="54106"/>
                    <a:pt x="16309" y="53153"/>
                    <a:pt x="17057" y="52312"/>
                  </a:cubicBezTo>
                  <a:lnTo>
                    <a:pt x="17210" y="52138"/>
                  </a:lnTo>
                  <a:cubicBezTo>
                    <a:pt x="17434" y="51886"/>
                    <a:pt x="17706" y="51608"/>
                    <a:pt x="17997" y="51316"/>
                  </a:cubicBezTo>
                  <a:cubicBezTo>
                    <a:pt x="18202" y="51109"/>
                    <a:pt x="18432" y="50891"/>
                    <a:pt x="18670" y="50667"/>
                  </a:cubicBezTo>
                  <a:cubicBezTo>
                    <a:pt x="19857" y="49551"/>
                    <a:pt x="21335" y="48161"/>
                    <a:pt x="21187" y="46501"/>
                  </a:cubicBezTo>
                  <a:cubicBezTo>
                    <a:pt x="21014" y="44567"/>
                    <a:pt x="17850" y="43592"/>
                    <a:pt x="15539" y="42880"/>
                  </a:cubicBezTo>
                  <a:cubicBezTo>
                    <a:pt x="15282" y="42799"/>
                    <a:pt x="15035" y="42723"/>
                    <a:pt x="14801" y="42648"/>
                  </a:cubicBezTo>
                  <a:cubicBezTo>
                    <a:pt x="14228" y="42466"/>
                    <a:pt x="13734" y="42306"/>
                    <a:pt x="13419" y="42171"/>
                  </a:cubicBezTo>
                  <a:cubicBezTo>
                    <a:pt x="11415" y="41304"/>
                    <a:pt x="9961" y="40430"/>
                    <a:pt x="8277" y="39417"/>
                  </a:cubicBezTo>
                  <a:lnTo>
                    <a:pt x="8152" y="39342"/>
                  </a:lnTo>
                  <a:cubicBezTo>
                    <a:pt x="8049" y="39278"/>
                    <a:pt x="7908" y="39197"/>
                    <a:pt x="7743" y="39106"/>
                  </a:cubicBezTo>
                  <a:cubicBezTo>
                    <a:pt x="6872" y="38619"/>
                    <a:pt x="6527" y="38354"/>
                    <a:pt x="6389" y="38223"/>
                  </a:cubicBezTo>
                  <a:cubicBezTo>
                    <a:pt x="6556" y="38107"/>
                    <a:pt x="7023" y="37869"/>
                    <a:pt x="8303" y="37541"/>
                  </a:cubicBezTo>
                  <a:cubicBezTo>
                    <a:pt x="8502" y="37490"/>
                    <a:pt x="8672" y="37446"/>
                    <a:pt x="8805" y="37405"/>
                  </a:cubicBezTo>
                  <a:cubicBezTo>
                    <a:pt x="8947" y="37361"/>
                    <a:pt x="9081" y="37321"/>
                    <a:pt x="9213" y="37281"/>
                  </a:cubicBezTo>
                  <a:cubicBezTo>
                    <a:pt x="9431" y="37215"/>
                    <a:pt x="9646" y="37171"/>
                    <a:pt x="9857" y="37127"/>
                  </a:cubicBezTo>
                  <a:cubicBezTo>
                    <a:pt x="10449" y="37003"/>
                    <a:pt x="11062" y="36877"/>
                    <a:pt x="11678" y="36311"/>
                  </a:cubicBezTo>
                  <a:cubicBezTo>
                    <a:pt x="12028" y="35993"/>
                    <a:pt x="12130" y="35638"/>
                    <a:pt x="12211" y="35352"/>
                  </a:cubicBezTo>
                  <a:cubicBezTo>
                    <a:pt x="12267" y="35152"/>
                    <a:pt x="12316" y="34981"/>
                    <a:pt x="12439" y="34820"/>
                  </a:cubicBezTo>
                  <a:cubicBezTo>
                    <a:pt x="12842" y="34296"/>
                    <a:pt x="13222" y="33804"/>
                    <a:pt x="13684" y="33418"/>
                  </a:cubicBezTo>
                  <a:cubicBezTo>
                    <a:pt x="13765" y="33351"/>
                    <a:pt x="13991" y="33343"/>
                    <a:pt x="14193" y="33335"/>
                  </a:cubicBezTo>
                  <a:cubicBezTo>
                    <a:pt x="14504" y="33322"/>
                    <a:pt x="14859" y="33308"/>
                    <a:pt x="15165" y="33111"/>
                  </a:cubicBezTo>
                  <a:cubicBezTo>
                    <a:pt x="16346" y="32346"/>
                    <a:pt x="17201" y="30685"/>
                    <a:pt x="17317" y="29585"/>
                  </a:cubicBezTo>
                  <a:cubicBezTo>
                    <a:pt x="17397" y="28820"/>
                    <a:pt x="17051" y="28066"/>
                    <a:pt x="16264" y="27279"/>
                  </a:cubicBezTo>
                  <a:cubicBezTo>
                    <a:pt x="16060" y="27076"/>
                    <a:pt x="15863" y="26867"/>
                    <a:pt x="15656" y="26647"/>
                  </a:cubicBezTo>
                  <a:cubicBezTo>
                    <a:pt x="15403" y="26379"/>
                    <a:pt x="15146" y="26109"/>
                    <a:pt x="14875" y="25844"/>
                  </a:cubicBezTo>
                  <a:lnTo>
                    <a:pt x="14875" y="25844"/>
                  </a:lnTo>
                  <a:cubicBezTo>
                    <a:pt x="14912" y="25873"/>
                    <a:pt x="14947" y="25902"/>
                    <a:pt x="14983" y="25930"/>
                  </a:cubicBezTo>
                  <a:cubicBezTo>
                    <a:pt x="15768" y="26517"/>
                    <a:pt x="17267" y="26725"/>
                    <a:pt x="18312" y="26725"/>
                  </a:cubicBezTo>
                  <a:cubicBezTo>
                    <a:pt x="19294" y="26725"/>
                    <a:pt x="20034" y="26564"/>
                    <a:pt x="20515" y="26246"/>
                  </a:cubicBezTo>
                  <a:cubicBezTo>
                    <a:pt x="21456" y="25619"/>
                    <a:pt x="21744" y="24311"/>
                    <a:pt x="21978" y="23256"/>
                  </a:cubicBezTo>
                  <a:cubicBezTo>
                    <a:pt x="22035" y="23000"/>
                    <a:pt x="22088" y="22760"/>
                    <a:pt x="22144" y="22574"/>
                  </a:cubicBezTo>
                  <a:cubicBezTo>
                    <a:pt x="22417" y="21630"/>
                    <a:pt x="22743" y="20637"/>
                    <a:pt x="23266" y="19759"/>
                  </a:cubicBezTo>
                  <a:cubicBezTo>
                    <a:pt x="23512" y="19329"/>
                    <a:pt x="23870" y="18956"/>
                    <a:pt x="24247" y="18559"/>
                  </a:cubicBezTo>
                  <a:cubicBezTo>
                    <a:pt x="24379" y="18422"/>
                    <a:pt x="24612" y="18264"/>
                    <a:pt x="24859" y="18097"/>
                  </a:cubicBezTo>
                  <a:cubicBezTo>
                    <a:pt x="25289" y="17804"/>
                    <a:pt x="25735" y="17500"/>
                    <a:pt x="25962" y="17109"/>
                  </a:cubicBezTo>
                  <a:cubicBezTo>
                    <a:pt x="26738" y="15787"/>
                    <a:pt x="26603" y="14372"/>
                    <a:pt x="26476" y="13001"/>
                  </a:cubicBezTo>
                  <a:cubicBezTo>
                    <a:pt x="26369" y="11873"/>
                    <a:pt x="26269" y="10810"/>
                    <a:pt x="26748" y="9999"/>
                  </a:cubicBezTo>
                  <a:cubicBezTo>
                    <a:pt x="26931" y="9687"/>
                    <a:pt x="26900" y="9399"/>
                    <a:pt x="26877" y="9187"/>
                  </a:cubicBezTo>
                  <a:cubicBezTo>
                    <a:pt x="26858" y="9026"/>
                    <a:pt x="26858" y="8973"/>
                    <a:pt x="26885" y="8933"/>
                  </a:cubicBezTo>
                  <a:cubicBezTo>
                    <a:pt x="27623" y="7819"/>
                    <a:pt x="28385" y="6666"/>
                    <a:pt x="28468" y="4851"/>
                  </a:cubicBezTo>
                  <a:cubicBezTo>
                    <a:pt x="28561" y="2794"/>
                    <a:pt x="27422" y="1164"/>
                    <a:pt x="25087" y="1"/>
                  </a:cubicBez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0"/>
            <p:cNvSpPr/>
            <p:nvPr/>
          </p:nvSpPr>
          <p:spPr>
            <a:xfrm>
              <a:off x="961223" y="2165843"/>
              <a:ext cx="1542919" cy="1600870"/>
            </a:xfrm>
            <a:custGeom>
              <a:avLst/>
              <a:gdLst/>
              <a:ahLst/>
              <a:cxnLst/>
              <a:rect l="l" t="t" r="r" b="b"/>
              <a:pathLst>
                <a:path w="44836" h="46520" extrusionOk="0">
                  <a:moveTo>
                    <a:pt x="7270" y="23323"/>
                  </a:moveTo>
                  <a:cubicBezTo>
                    <a:pt x="8550" y="24031"/>
                    <a:pt x="9994" y="24529"/>
                    <a:pt x="11367" y="25003"/>
                  </a:cubicBezTo>
                  <a:lnTo>
                    <a:pt x="12247" y="25309"/>
                  </a:lnTo>
                  <a:cubicBezTo>
                    <a:pt x="12304" y="25328"/>
                    <a:pt x="12361" y="25345"/>
                    <a:pt x="12417" y="25364"/>
                  </a:cubicBezTo>
                  <a:cubicBezTo>
                    <a:pt x="12359" y="25363"/>
                    <a:pt x="12300" y="25360"/>
                    <a:pt x="12240" y="25360"/>
                  </a:cubicBezTo>
                  <a:cubicBezTo>
                    <a:pt x="11686" y="25360"/>
                    <a:pt x="11086" y="25452"/>
                    <a:pt x="10500" y="25543"/>
                  </a:cubicBezTo>
                  <a:cubicBezTo>
                    <a:pt x="9945" y="25628"/>
                    <a:pt x="9370" y="25718"/>
                    <a:pt x="8869" y="25718"/>
                  </a:cubicBezTo>
                  <a:cubicBezTo>
                    <a:pt x="7969" y="25718"/>
                    <a:pt x="7552" y="25442"/>
                    <a:pt x="7333" y="24699"/>
                  </a:cubicBezTo>
                  <a:cubicBezTo>
                    <a:pt x="7317" y="24643"/>
                    <a:pt x="7331" y="24462"/>
                    <a:pt x="7343" y="24340"/>
                  </a:cubicBezTo>
                  <a:cubicBezTo>
                    <a:pt x="7365" y="24075"/>
                    <a:pt x="7394" y="23699"/>
                    <a:pt x="7270" y="23323"/>
                  </a:cubicBezTo>
                  <a:close/>
                  <a:moveTo>
                    <a:pt x="22401" y="1"/>
                  </a:moveTo>
                  <a:cubicBezTo>
                    <a:pt x="21605" y="1"/>
                    <a:pt x="20964" y="238"/>
                    <a:pt x="20496" y="709"/>
                  </a:cubicBezTo>
                  <a:cubicBezTo>
                    <a:pt x="19775" y="1429"/>
                    <a:pt x="19450" y="2981"/>
                    <a:pt x="19453" y="4121"/>
                  </a:cubicBezTo>
                  <a:cubicBezTo>
                    <a:pt x="19457" y="4920"/>
                    <a:pt x="19374" y="5727"/>
                    <a:pt x="19292" y="6517"/>
                  </a:cubicBezTo>
                  <a:cubicBezTo>
                    <a:pt x="19209" y="7331"/>
                    <a:pt x="19122" y="8171"/>
                    <a:pt x="19125" y="9042"/>
                  </a:cubicBezTo>
                  <a:cubicBezTo>
                    <a:pt x="19125" y="9236"/>
                    <a:pt x="19135" y="9418"/>
                    <a:pt x="19144" y="9591"/>
                  </a:cubicBezTo>
                  <a:cubicBezTo>
                    <a:pt x="19179" y="10273"/>
                    <a:pt x="19179" y="10273"/>
                    <a:pt x="18942" y="10352"/>
                  </a:cubicBezTo>
                  <a:cubicBezTo>
                    <a:pt x="18833" y="10387"/>
                    <a:pt x="18741" y="10408"/>
                    <a:pt x="18658" y="10408"/>
                  </a:cubicBezTo>
                  <a:cubicBezTo>
                    <a:pt x="18392" y="10408"/>
                    <a:pt x="18208" y="10195"/>
                    <a:pt x="17785" y="9553"/>
                  </a:cubicBezTo>
                  <a:lnTo>
                    <a:pt x="17691" y="9413"/>
                  </a:lnTo>
                  <a:cubicBezTo>
                    <a:pt x="17567" y="9224"/>
                    <a:pt x="17441" y="9006"/>
                    <a:pt x="17331" y="8814"/>
                  </a:cubicBezTo>
                  <a:cubicBezTo>
                    <a:pt x="16803" y="7895"/>
                    <a:pt x="16143" y="6753"/>
                    <a:pt x="14705" y="6753"/>
                  </a:cubicBezTo>
                  <a:cubicBezTo>
                    <a:pt x="14509" y="6753"/>
                    <a:pt x="14304" y="6776"/>
                    <a:pt x="14092" y="6823"/>
                  </a:cubicBezTo>
                  <a:cubicBezTo>
                    <a:pt x="12373" y="7206"/>
                    <a:pt x="11228" y="8011"/>
                    <a:pt x="10483" y="9354"/>
                  </a:cubicBezTo>
                  <a:cubicBezTo>
                    <a:pt x="10315" y="9657"/>
                    <a:pt x="10247" y="10103"/>
                    <a:pt x="10176" y="10573"/>
                  </a:cubicBezTo>
                  <a:cubicBezTo>
                    <a:pt x="10132" y="10855"/>
                    <a:pt x="10060" y="11329"/>
                    <a:pt x="9981" y="11436"/>
                  </a:cubicBezTo>
                  <a:cubicBezTo>
                    <a:pt x="9775" y="11717"/>
                    <a:pt x="9530" y="11998"/>
                    <a:pt x="9286" y="12276"/>
                  </a:cubicBezTo>
                  <a:cubicBezTo>
                    <a:pt x="8780" y="12858"/>
                    <a:pt x="8259" y="13459"/>
                    <a:pt x="7911" y="14204"/>
                  </a:cubicBezTo>
                  <a:cubicBezTo>
                    <a:pt x="7808" y="14419"/>
                    <a:pt x="7756" y="14653"/>
                    <a:pt x="7706" y="14860"/>
                  </a:cubicBezTo>
                  <a:cubicBezTo>
                    <a:pt x="7696" y="14911"/>
                    <a:pt x="7674" y="15004"/>
                    <a:pt x="7648" y="15092"/>
                  </a:cubicBezTo>
                  <a:cubicBezTo>
                    <a:pt x="7617" y="15061"/>
                    <a:pt x="7588" y="15031"/>
                    <a:pt x="7566" y="15006"/>
                  </a:cubicBezTo>
                  <a:cubicBezTo>
                    <a:pt x="7340" y="14767"/>
                    <a:pt x="7002" y="14406"/>
                    <a:pt x="6461" y="14296"/>
                  </a:cubicBezTo>
                  <a:cubicBezTo>
                    <a:pt x="6327" y="14272"/>
                    <a:pt x="6196" y="14260"/>
                    <a:pt x="6067" y="14260"/>
                  </a:cubicBezTo>
                  <a:cubicBezTo>
                    <a:pt x="5505" y="14260"/>
                    <a:pt x="5001" y="14487"/>
                    <a:pt x="4629" y="14917"/>
                  </a:cubicBezTo>
                  <a:cubicBezTo>
                    <a:pt x="3952" y="15698"/>
                    <a:pt x="3288" y="17190"/>
                    <a:pt x="3416" y="18081"/>
                  </a:cubicBezTo>
                  <a:cubicBezTo>
                    <a:pt x="3672" y="19929"/>
                    <a:pt x="4514" y="21237"/>
                    <a:pt x="5655" y="22222"/>
                  </a:cubicBezTo>
                  <a:cubicBezTo>
                    <a:pt x="5595" y="22217"/>
                    <a:pt x="5538" y="22207"/>
                    <a:pt x="5475" y="22207"/>
                  </a:cubicBezTo>
                  <a:cubicBezTo>
                    <a:pt x="4432" y="22207"/>
                    <a:pt x="3250" y="22810"/>
                    <a:pt x="2840" y="23550"/>
                  </a:cubicBezTo>
                  <a:cubicBezTo>
                    <a:pt x="2410" y="24315"/>
                    <a:pt x="2144" y="25243"/>
                    <a:pt x="1886" y="26137"/>
                  </a:cubicBezTo>
                  <a:cubicBezTo>
                    <a:pt x="1708" y="26754"/>
                    <a:pt x="1539" y="27338"/>
                    <a:pt x="1332" y="27832"/>
                  </a:cubicBezTo>
                  <a:cubicBezTo>
                    <a:pt x="0" y="30979"/>
                    <a:pt x="534" y="33162"/>
                    <a:pt x="2966" y="34513"/>
                  </a:cubicBezTo>
                  <a:cubicBezTo>
                    <a:pt x="3775" y="34953"/>
                    <a:pt x="4678" y="35004"/>
                    <a:pt x="5288" y="35004"/>
                  </a:cubicBezTo>
                  <a:cubicBezTo>
                    <a:pt x="5653" y="35004"/>
                    <a:pt x="6005" y="34984"/>
                    <a:pt x="6342" y="34965"/>
                  </a:cubicBezTo>
                  <a:cubicBezTo>
                    <a:pt x="6635" y="34947"/>
                    <a:pt x="6919" y="34933"/>
                    <a:pt x="7156" y="34933"/>
                  </a:cubicBezTo>
                  <a:cubicBezTo>
                    <a:pt x="7286" y="34933"/>
                    <a:pt x="7401" y="34937"/>
                    <a:pt x="7497" y="34947"/>
                  </a:cubicBezTo>
                  <a:cubicBezTo>
                    <a:pt x="8784" y="35099"/>
                    <a:pt x="9374" y="35420"/>
                    <a:pt x="9681" y="36131"/>
                  </a:cubicBezTo>
                  <a:cubicBezTo>
                    <a:pt x="10079" y="37058"/>
                    <a:pt x="9797" y="38315"/>
                    <a:pt x="9525" y="39532"/>
                  </a:cubicBezTo>
                  <a:cubicBezTo>
                    <a:pt x="9340" y="40359"/>
                    <a:pt x="9165" y="41140"/>
                    <a:pt x="9157" y="41907"/>
                  </a:cubicBezTo>
                  <a:cubicBezTo>
                    <a:pt x="9143" y="43401"/>
                    <a:pt x="9447" y="44410"/>
                    <a:pt x="10117" y="45086"/>
                  </a:cubicBezTo>
                  <a:lnTo>
                    <a:pt x="10157" y="45126"/>
                  </a:lnTo>
                  <a:cubicBezTo>
                    <a:pt x="10705" y="45682"/>
                    <a:pt x="11538" y="46520"/>
                    <a:pt x="12723" y="46520"/>
                  </a:cubicBezTo>
                  <a:cubicBezTo>
                    <a:pt x="13124" y="46520"/>
                    <a:pt x="13789" y="46489"/>
                    <a:pt x="14234" y="46431"/>
                  </a:cubicBezTo>
                  <a:cubicBezTo>
                    <a:pt x="17209" y="46047"/>
                    <a:pt x="17523" y="43211"/>
                    <a:pt x="17734" y="41333"/>
                  </a:cubicBezTo>
                  <a:lnTo>
                    <a:pt x="17747" y="41213"/>
                  </a:lnTo>
                  <a:cubicBezTo>
                    <a:pt x="17844" y="40352"/>
                    <a:pt x="17943" y="39461"/>
                    <a:pt x="18269" y="38795"/>
                  </a:cubicBezTo>
                  <a:cubicBezTo>
                    <a:pt x="18457" y="38419"/>
                    <a:pt x="18547" y="38039"/>
                    <a:pt x="18635" y="37668"/>
                  </a:cubicBezTo>
                  <a:cubicBezTo>
                    <a:pt x="18708" y="37364"/>
                    <a:pt x="18778" y="37074"/>
                    <a:pt x="18898" y="36795"/>
                  </a:cubicBezTo>
                  <a:cubicBezTo>
                    <a:pt x="19444" y="35525"/>
                    <a:pt x="20007" y="34214"/>
                    <a:pt x="20737" y="33170"/>
                  </a:cubicBezTo>
                  <a:cubicBezTo>
                    <a:pt x="20920" y="32909"/>
                    <a:pt x="21192" y="32655"/>
                    <a:pt x="21484" y="32385"/>
                  </a:cubicBezTo>
                  <a:cubicBezTo>
                    <a:pt x="22189" y="31729"/>
                    <a:pt x="23059" y="30919"/>
                    <a:pt x="22963" y="29559"/>
                  </a:cubicBezTo>
                  <a:lnTo>
                    <a:pt x="22963" y="29559"/>
                  </a:lnTo>
                  <a:cubicBezTo>
                    <a:pt x="23176" y="29759"/>
                    <a:pt x="23454" y="30030"/>
                    <a:pt x="23507" y="30137"/>
                  </a:cubicBezTo>
                  <a:cubicBezTo>
                    <a:pt x="23614" y="30388"/>
                    <a:pt x="23631" y="30761"/>
                    <a:pt x="23650" y="31158"/>
                  </a:cubicBezTo>
                  <a:cubicBezTo>
                    <a:pt x="23697" y="32129"/>
                    <a:pt x="23784" y="33938"/>
                    <a:pt x="26180" y="33938"/>
                  </a:cubicBezTo>
                  <a:lnTo>
                    <a:pt x="26265" y="33938"/>
                  </a:lnTo>
                  <a:cubicBezTo>
                    <a:pt x="28433" y="33898"/>
                    <a:pt x="28713" y="32039"/>
                    <a:pt x="28898" y="30807"/>
                  </a:cubicBezTo>
                  <a:cubicBezTo>
                    <a:pt x="28996" y="30170"/>
                    <a:pt x="29094" y="29512"/>
                    <a:pt x="29367" y="29252"/>
                  </a:cubicBezTo>
                  <a:cubicBezTo>
                    <a:pt x="29465" y="29159"/>
                    <a:pt x="29526" y="29135"/>
                    <a:pt x="29545" y="29135"/>
                  </a:cubicBezTo>
                  <a:cubicBezTo>
                    <a:pt x="29570" y="29135"/>
                    <a:pt x="29804" y="29156"/>
                    <a:pt x="30367" y="29892"/>
                  </a:cubicBezTo>
                  <a:cubicBezTo>
                    <a:pt x="30749" y="30409"/>
                    <a:pt x="30749" y="30409"/>
                    <a:pt x="30629" y="31215"/>
                  </a:cubicBezTo>
                  <a:lnTo>
                    <a:pt x="30620" y="31285"/>
                  </a:lnTo>
                  <a:cubicBezTo>
                    <a:pt x="30332" y="33278"/>
                    <a:pt x="30862" y="35017"/>
                    <a:pt x="32107" y="36182"/>
                  </a:cubicBezTo>
                  <a:cubicBezTo>
                    <a:pt x="32342" y="36401"/>
                    <a:pt x="32566" y="36703"/>
                    <a:pt x="32781" y="36993"/>
                  </a:cubicBezTo>
                  <a:cubicBezTo>
                    <a:pt x="33185" y="37534"/>
                    <a:pt x="33533" y="38002"/>
                    <a:pt x="34009" y="38002"/>
                  </a:cubicBezTo>
                  <a:cubicBezTo>
                    <a:pt x="34449" y="38002"/>
                    <a:pt x="34661" y="37525"/>
                    <a:pt x="34865" y="37064"/>
                  </a:cubicBezTo>
                  <a:cubicBezTo>
                    <a:pt x="34916" y="36947"/>
                    <a:pt x="34995" y="36772"/>
                    <a:pt x="35027" y="36729"/>
                  </a:cubicBezTo>
                  <a:cubicBezTo>
                    <a:pt x="35804" y="35850"/>
                    <a:pt x="35631" y="33907"/>
                    <a:pt x="35302" y="31263"/>
                  </a:cubicBezTo>
                  <a:cubicBezTo>
                    <a:pt x="35223" y="30624"/>
                    <a:pt x="35102" y="29658"/>
                    <a:pt x="35137" y="29464"/>
                  </a:cubicBezTo>
                  <a:cubicBezTo>
                    <a:pt x="35261" y="28779"/>
                    <a:pt x="35767" y="28227"/>
                    <a:pt x="36356" y="27588"/>
                  </a:cubicBezTo>
                  <a:cubicBezTo>
                    <a:pt x="36616" y="27303"/>
                    <a:pt x="36887" y="27009"/>
                    <a:pt x="37154" y="26674"/>
                  </a:cubicBezTo>
                  <a:cubicBezTo>
                    <a:pt x="37263" y="26539"/>
                    <a:pt x="37527" y="26366"/>
                    <a:pt x="37760" y="26216"/>
                  </a:cubicBezTo>
                  <a:cubicBezTo>
                    <a:pt x="38067" y="26015"/>
                    <a:pt x="38357" y="25828"/>
                    <a:pt x="38521" y="25601"/>
                  </a:cubicBezTo>
                  <a:cubicBezTo>
                    <a:pt x="38969" y="24972"/>
                    <a:pt x="39475" y="24608"/>
                    <a:pt x="40116" y="24148"/>
                  </a:cubicBezTo>
                  <a:cubicBezTo>
                    <a:pt x="40366" y="23970"/>
                    <a:pt x="40623" y="23784"/>
                    <a:pt x="40898" y="23568"/>
                  </a:cubicBezTo>
                  <a:cubicBezTo>
                    <a:pt x="41757" y="22880"/>
                    <a:pt x="42291" y="21980"/>
                    <a:pt x="42805" y="21110"/>
                  </a:cubicBezTo>
                  <a:cubicBezTo>
                    <a:pt x="43118" y="20580"/>
                    <a:pt x="43407" y="20279"/>
                    <a:pt x="43805" y="19860"/>
                  </a:cubicBezTo>
                  <a:lnTo>
                    <a:pt x="43985" y="19672"/>
                  </a:lnTo>
                  <a:cubicBezTo>
                    <a:pt x="44129" y="19518"/>
                    <a:pt x="44206" y="19263"/>
                    <a:pt x="44325" y="18827"/>
                  </a:cubicBezTo>
                  <a:cubicBezTo>
                    <a:pt x="44369" y="18668"/>
                    <a:pt x="44434" y="18429"/>
                    <a:pt x="44473" y="18347"/>
                  </a:cubicBezTo>
                  <a:cubicBezTo>
                    <a:pt x="44645" y="18163"/>
                    <a:pt x="44756" y="17983"/>
                    <a:pt x="44835" y="17815"/>
                  </a:cubicBezTo>
                  <a:cubicBezTo>
                    <a:pt x="44241" y="12223"/>
                    <a:pt x="42238" y="7043"/>
                    <a:pt x="39191" y="2636"/>
                  </a:cubicBezTo>
                  <a:cubicBezTo>
                    <a:pt x="38878" y="2478"/>
                    <a:pt x="38557" y="2349"/>
                    <a:pt x="38224" y="2349"/>
                  </a:cubicBezTo>
                  <a:cubicBezTo>
                    <a:pt x="38193" y="2349"/>
                    <a:pt x="38162" y="2351"/>
                    <a:pt x="38138" y="2353"/>
                  </a:cubicBezTo>
                  <a:cubicBezTo>
                    <a:pt x="37833" y="2371"/>
                    <a:pt x="37526" y="2437"/>
                    <a:pt x="37229" y="2500"/>
                  </a:cubicBezTo>
                  <a:cubicBezTo>
                    <a:pt x="36929" y="2563"/>
                    <a:pt x="36619" y="2624"/>
                    <a:pt x="36382" y="2624"/>
                  </a:cubicBezTo>
                  <a:cubicBezTo>
                    <a:pt x="36293" y="2624"/>
                    <a:pt x="36238" y="2614"/>
                    <a:pt x="36209" y="2607"/>
                  </a:cubicBezTo>
                  <a:cubicBezTo>
                    <a:pt x="36050" y="2567"/>
                    <a:pt x="35854" y="2393"/>
                    <a:pt x="35646" y="2209"/>
                  </a:cubicBezTo>
                  <a:cubicBezTo>
                    <a:pt x="35500" y="2078"/>
                    <a:pt x="35349" y="1945"/>
                    <a:pt x="35175" y="1821"/>
                  </a:cubicBezTo>
                  <a:lnTo>
                    <a:pt x="34734" y="924"/>
                  </a:lnTo>
                  <a:lnTo>
                    <a:pt x="34054" y="1165"/>
                  </a:lnTo>
                  <a:cubicBezTo>
                    <a:pt x="33488" y="1367"/>
                    <a:pt x="32778" y="1375"/>
                    <a:pt x="32026" y="1383"/>
                  </a:cubicBezTo>
                  <a:cubicBezTo>
                    <a:pt x="31274" y="1392"/>
                    <a:pt x="30543" y="1710"/>
                    <a:pt x="29838" y="2015"/>
                  </a:cubicBezTo>
                  <a:cubicBezTo>
                    <a:pt x="29590" y="2124"/>
                    <a:pt x="29356" y="2225"/>
                    <a:pt x="29124" y="2312"/>
                  </a:cubicBezTo>
                  <a:cubicBezTo>
                    <a:pt x="28445" y="2570"/>
                    <a:pt x="27644" y="2899"/>
                    <a:pt x="26847" y="3401"/>
                  </a:cubicBezTo>
                  <a:cubicBezTo>
                    <a:pt x="26243" y="3770"/>
                    <a:pt x="25548" y="4220"/>
                    <a:pt x="24966" y="4769"/>
                  </a:cubicBezTo>
                  <a:cubicBezTo>
                    <a:pt x="24718" y="5010"/>
                    <a:pt x="24528" y="5323"/>
                    <a:pt x="24344" y="5626"/>
                  </a:cubicBezTo>
                  <a:cubicBezTo>
                    <a:pt x="24231" y="5809"/>
                    <a:pt x="24025" y="6147"/>
                    <a:pt x="23928" y="6213"/>
                  </a:cubicBezTo>
                  <a:cubicBezTo>
                    <a:pt x="23710" y="6342"/>
                    <a:pt x="23493" y="6404"/>
                    <a:pt x="23309" y="6404"/>
                  </a:cubicBezTo>
                  <a:cubicBezTo>
                    <a:pt x="23101" y="6404"/>
                    <a:pt x="22936" y="6324"/>
                    <a:pt x="22862" y="6169"/>
                  </a:cubicBezTo>
                  <a:cubicBezTo>
                    <a:pt x="22758" y="5954"/>
                    <a:pt x="22840" y="5635"/>
                    <a:pt x="23075" y="5340"/>
                  </a:cubicBezTo>
                  <a:cubicBezTo>
                    <a:pt x="23273" y="5091"/>
                    <a:pt x="23601" y="4816"/>
                    <a:pt x="23950" y="4528"/>
                  </a:cubicBezTo>
                  <a:cubicBezTo>
                    <a:pt x="24841" y="3784"/>
                    <a:pt x="26060" y="2769"/>
                    <a:pt x="25801" y="1258"/>
                  </a:cubicBezTo>
                  <a:lnTo>
                    <a:pt x="25721" y="787"/>
                  </a:lnTo>
                  <a:lnTo>
                    <a:pt x="25270" y="630"/>
                  </a:lnTo>
                  <a:cubicBezTo>
                    <a:pt x="24432" y="337"/>
                    <a:pt x="23346" y="1"/>
                    <a:pt x="22401" y="1"/>
                  </a:cubicBez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0"/>
            <p:cNvSpPr/>
            <p:nvPr/>
          </p:nvSpPr>
          <p:spPr>
            <a:xfrm>
              <a:off x="2016792" y="3364465"/>
              <a:ext cx="391270" cy="401972"/>
            </a:xfrm>
            <a:custGeom>
              <a:avLst/>
              <a:gdLst/>
              <a:ahLst/>
              <a:cxnLst/>
              <a:rect l="l" t="t" r="r" b="b"/>
              <a:pathLst>
                <a:path w="11370" h="11681" extrusionOk="0">
                  <a:moveTo>
                    <a:pt x="8963" y="1"/>
                  </a:moveTo>
                  <a:cubicBezTo>
                    <a:pt x="8704" y="1"/>
                    <a:pt x="8486" y="30"/>
                    <a:pt x="8290" y="93"/>
                  </a:cubicBezTo>
                  <a:cubicBezTo>
                    <a:pt x="8166" y="132"/>
                    <a:pt x="8058" y="167"/>
                    <a:pt x="7965" y="194"/>
                  </a:cubicBezTo>
                  <a:cubicBezTo>
                    <a:pt x="5364" y="965"/>
                    <a:pt x="4113" y="3055"/>
                    <a:pt x="3145" y="4953"/>
                  </a:cubicBezTo>
                  <a:cubicBezTo>
                    <a:pt x="3038" y="5162"/>
                    <a:pt x="2773" y="5532"/>
                    <a:pt x="2489" y="5926"/>
                  </a:cubicBezTo>
                  <a:cubicBezTo>
                    <a:pt x="1437" y="7392"/>
                    <a:pt x="0" y="9396"/>
                    <a:pt x="916" y="10821"/>
                  </a:cubicBezTo>
                  <a:cubicBezTo>
                    <a:pt x="1228" y="11306"/>
                    <a:pt x="2052" y="11556"/>
                    <a:pt x="2678" y="11680"/>
                  </a:cubicBezTo>
                  <a:cubicBezTo>
                    <a:pt x="6355" y="8564"/>
                    <a:pt x="9339" y="4659"/>
                    <a:pt x="11370" y="229"/>
                  </a:cubicBezTo>
                  <a:lnTo>
                    <a:pt x="11104" y="178"/>
                  </a:lnTo>
                  <a:cubicBezTo>
                    <a:pt x="10957" y="150"/>
                    <a:pt x="10798" y="135"/>
                    <a:pt x="10625" y="135"/>
                  </a:cubicBezTo>
                  <a:cubicBezTo>
                    <a:pt x="10390" y="135"/>
                    <a:pt x="10125" y="105"/>
                    <a:pt x="9845" y="71"/>
                  </a:cubicBezTo>
                  <a:cubicBezTo>
                    <a:pt x="9553" y="36"/>
                    <a:pt x="9250" y="1"/>
                    <a:pt x="8963" y="1"/>
                  </a:cubicBez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0"/>
            <p:cNvSpPr/>
            <p:nvPr/>
          </p:nvSpPr>
          <p:spPr>
            <a:xfrm>
              <a:off x="242208" y="2237765"/>
              <a:ext cx="720632" cy="1554481"/>
            </a:xfrm>
            <a:custGeom>
              <a:avLst/>
              <a:gdLst/>
              <a:ahLst/>
              <a:cxnLst/>
              <a:rect l="l" t="t" r="r" b="b"/>
              <a:pathLst>
                <a:path w="20941" h="45172" extrusionOk="0">
                  <a:moveTo>
                    <a:pt x="6226" y="0"/>
                  </a:moveTo>
                  <a:lnTo>
                    <a:pt x="6226" y="0"/>
                  </a:lnTo>
                  <a:cubicBezTo>
                    <a:pt x="2312" y="5422"/>
                    <a:pt x="0" y="12078"/>
                    <a:pt x="0" y="19261"/>
                  </a:cubicBezTo>
                  <a:cubicBezTo>
                    <a:pt x="0" y="22465"/>
                    <a:pt x="461" y="25561"/>
                    <a:pt x="1314" y="28493"/>
                  </a:cubicBezTo>
                  <a:cubicBezTo>
                    <a:pt x="1458" y="28560"/>
                    <a:pt x="1598" y="28622"/>
                    <a:pt x="1743" y="28670"/>
                  </a:cubicBezTo>
                  <a:cubicBezTo>
                    <a:pt x="2255" y="28860"/>
                    <a:pt x="2768" y="29043"/>
                    <a:pt x="3282" y="29224"/>
                  </a:cubicBezTo>
                  <a:cubicBezTo>
                    <a:pt x="4202" y="29548"/>
                    <a:pt x="4613" y="29884"/>
                    <a:pt x="5531" y="30272"/>
                  </a:cubicBezTo>
                  <a:cubicBezTo>
                    <a:pt x="7159" y="30968"/>
                    <a:pt x="7159" y="31239"/>
                    <a:pt x="7220" y="33053"/>
                  </a:cubicBezTo>
                  <a:cubicBezTo>
                    <a:pt x="7237" y="33570"/>
                    <a:pt x="7803" y="33818"/>
                    <a:pt x="7831" y="34335"/>
                  </a:cubicBezTo>
                  <a:cubicBezTo>
                    <a:pt x="7896" y="35584"/>
                    <a:pt x="7962" y="36876"/>
                    <a:pt x="7880" y="38124"/>
                  </a:cubicBezTo>
                  <a:cubicBezTo>
                    <a:pt x="7829" y="38824"/>
                    <a:pt x="7668" y="39517"/>
                    <a:pt x="7493" y="40172"/>
                  </a:cubicBezTo>
                  <a:cubicBezTo>
                    <a:pt x="9007" y="42016"/>
                    <a:pt x="10714" y="43693"/>
                    <a:pt x="12590" y="45172"/>
                  </a:cubicBezTo>
                  <a:lnTo>
                    <a:pt x="12645" y="45077"/>
                  </a:lnTo>
                  <a:cubicBezTo>
                    <a:pt x="12815" y="44793"/>
                    <a:pt x="12979" y="44510"/>
                    <a:pt x="13133" y="44246"/>
                  </a:cubicBezTo>
                  <a:cubicBezTo>
                    <a:pt x="13400" y="43783"/>
                    <a:pt x="13632" y="43384"/>
                    <a:pt x="13809" y="43126"/>
                  </a:cubicBezTo>
                  <a:cubicBezTo>
                    <a:pt x="14049" y="42772"/>
                    <a:pt x="14287" y="42407"/>
                    <a:pt x="14524" y="42038"/>
                  </a:cubicBezTo>
                  <a:cubicBezTo>
                    <a:pt x="15181" y="41027"/>
                    <a:pt x="16128" y="39981"/>
                    <a:pt x="16907" y="39104"/>
                  </a:cubicBezTo>
                  <a:cubicBezTo>
                    <a:pt x="17136" y="38845"/>
                    <a:pt x="17415" y="38563"/>
                    <a:pt x="17711" y="38266"/>
                  </a:cubicBezTo>
                  <a:cubicBezTo>
                    <a:pt x="18910" y="37053"/>
                    <a:pt x="20941" y="35542"/>
                    <a:pt x="20784" y="33772"/>
                  </a:cubicBezTo>
                  <a:cubicBezTo>
                    <a:pt x="20618" y="31914"/>
                    <a:pt x="16844" y="30965"/>
                    <a:pt x="14682" y="30272"/>
                  </a:cubicBezTo>
                  <a:cubicBezTo>
                    <a:pt x="14097" y="30085"/>
                    <a:pt x="13592" y="29922"/>
                    <a:pt x="13260" y="29777"/>
                  </a:cubicBezTo>
                  <a:cubicBezTo>
                    <a:pt x="11181" y="28881"/>
                    <a:pt x="9708" y="27984"/>
                    <a:pt x="7942" y="26923"/>
                  </a:cubicBezTo>
                  <a:cubicBezTo>
                    <a:pt x="7842" y="26862"/>
                    <a:pt x="7706" y="26784"/>
                    <a:pt x="7550" y="26696"/>
                  </a:cubicBezTo>
                  <a:cubicBezTo>
                    <a:pt x="7155" y="26475"/>
                    <a:pt x="5952" y="25802"/>
                    <a:pt x="5926" y="25466"/>
                  </a:cubicBezTo>
                  <a:cubicBezTo>
                    <a:pt x="5898" y="25143"/>
                    <a:pt x="6666" y="24778"/>
                    <a:pt x="8208" y="24385"/>
                  </a:cubicBezTo>
                  <a:cubicBezTo>
                    <a:pt x="8400" y="24335"/>
                    <a:pt x="8564" y="24294"/>
                    <a:pt x="8688" y="24254"/>
                  </a:cubicBezTo>
                  <a:cubicBezTo>
                    <a:pt x="8831" y="24211"/>
                    <a:pt x="8969" y="24170"/>
                    <a:pt x="9100" y="24129"/>
                  </a:cubicBezTo>
                  <a:cubicBezTo>
                    <a:pt x="9942" y="23874"/>
                    <a:pt x="10667" y="23925"/>
                    <a:pt x="11408" y="23245"/>
                  </a:cubicBezTo>
                  <a:cubicBezTo>
                    <a:pt x="11889" y="22810"/>
                    <a:pt x="11741" y="22300"/>
                    <a:pt x="12122" y="21808"/>
                  </a:cubicBezTo>
                  <a:cubicBezTo>
                    <a:pt x="12539" y="21267"/>
                    <a:pt x="12934" y="20756"/>
                    <a:pt x="13428" y="20344"/>
                  </a:cubicBezTo>
                  <a:cubicBezTo>
                    <a:pt x="13792" y="20039"/>
                    <a:pt x="14511" y="20288"/>
                    <a:pt x="14947" y="20009"/>
                  </a:cubicBezTo>
                  <a:cubicBezTo>
                    <a:pt x="15994" y="19330"/>
                    <a:pt x="16808" y="17816"/>
                    <a:pt x="16916" y="16781"/>
                  </a:cubicBezTo>
                  <a:cubicBezTo>
                    <a:pt x="16982" y="16145"/>
                    <a:pt x="16676" y="15497"/>
                    <a:pt x="15980" y="14803"/>
                  </a:cubicBezTo>
                  <a:cubicBezTo>
                    <a:pt x="15772" y="14595"/>
                    <a:pt x="15569" y="14379"/>
                    <a:pt x="15364" y="14162"/>
                  </a:cubicBezTo>
                  <a:cubicBezTo>
                    <a:pt x="14809" y="13573"/>
                    <a:pt x="14236" y="12964"/>
                    <a:pt x="13542" y="12484"/>
                  </a:cubicBezTo>
                  <a:cubicBezTo>
                    <a:pt x="13340" y="12342"/>
                    <a:pt x="13103" y="12146"/>
                    <a:pt x="12853" y="11939"/>
                  </a:cubicBezTo>
                  <a:cubicBezTo>
                    <a:pt x="12385" y="11551"/>
                    <a:pt x="11899" y="11150"/>
                    <a:pt x="11460" y="10945"/>
                  </a:cubicBezTo>
                  <a:cubicBezTo>
                    <a:pt x="11194" y="10828"/>
                    <a:pt x="10953" y="10771"/>
                    <a:pt x="10724" y="10771"/>
                  </a:cubicBezTo>
                  <a:cubicBezTo>
                    <a:pt x="9782" y="10771"/>
                    <a:pt x="9446" y="11693"/>
                    <a:pt x="9174" y="12433"/>
                  </a:cubicBezTo>
                  <a:cubicBezTo>
                    <a:pt x="9024" y="12840"/>
                    <a:pt x="8871" y="13260"/>
                    <a:pt x="8657" y="13476"/>
                  </a:cubicBezTo>
                  <a:cubicBezTo>
                    <a:pt x="8240" y="13893"/>
                    <a:pt x="7642" y="14142"/>
                    <a:pt x="7060" y="14142"/>
                  </a:cubicBezTo>
                  <a:cubicBezTo>
                    <a:pt x="6572" y="14142"/>
                    <a:pt x="6174" y="13974"/>
                    <a:pt x="5964" y="13681"/>
                  </a:cubicBezTo>
                  <a:cubicBezTo>
                    <a:pt x="5703" y="13318"/>
                    <a:pt x="5788" y="12832"/>
                    <a:pt x="5905" y="12489"/>
                  </a:cubicBezTo>
                  <a:cubicBezTo>
                    <a:pt x="6467" y="10856"/>
                    <a:pt x="7245" y="9176"/>
                    <a:pt x="8758" y="9096"/>
                  </a:cubicBezTo>
                  <a:cubicBezTo>
                    <a:pt x="8846" y="9093"/>
                    <a:pt x="8957" y="9083"/>
                    <a:pt x="9083" y="9072"/>
                  </a:cubicBezTo>
                  <a:cubicBezTo>
                    <a:pt x="9308" y="9052"/>
                    <a:pt x="9588" y="9029"/>
                    <a:pt x="9836" y="9029"/>
                  </a:cubicBezTo>
                  <a:cubicBezTo>
                    <a:pt x="10201" y="9029"/>
                    <a:pt x="10310" y="9080"/>
                    <a:pt x="10327" y="9089"/>
                  </a:cubicBezTo>
                  <a:cubicBezTo>
                    <a:pt x="10382" y="9131"/>
                    <a:pt x="10486" y="9320"/>
                    <a:pt x="10543" y="9422"/>
                  </a:cubicBezTo>
                  <a:cubicBezTo>
                    <a:pt x="10670" y="9653"/>
                    <a:pt x="10780" y="9854"/>
                    <a:pt x="10969" y="9943"/>
                  </a:cubicBezTo>
                  <a:cubicBezTo>
                    <a:pt x="11222" y="10075"/>
                    <a:pt x="11452" y="10140"/>
                    <a:pt x="11673" y="10140"/>
                  </a:cubicBezTo>
                  <a:cubicBezTo>
                    <a:pt x="12275" y="10140"/>
                    <a:pt x="12689" y="9690"/>
                    <a:pt x="12906" y="8808"/>
                  </a:cubicBezTo>
                  <a:cubicBezTo>
                    <a:pt x="13256" y="7407"/>
                    <a:pt x="11474" y="6083"/>
                    <a:pt x="10171" y="5116"/>
                  </a:cubicBezTo>
                  <a:cubicBezTo>
                    <a:pt x="9967" y="4963"/>
                    <a:pt x="9775" y="4822"/>
                    <a:pt x="9610" y="4692"/>
                  </a:cubicBezTo>
                  <a:cubicBezTo>
                    <a:pt x="9278" y="4430"/>
                    <a:pt x="8881" y="4181"/>
                    <a:pt x="8461" y="3917"/>
                  </a:cubicBezTo>
                  <a:cubicBezTo>
                    <a:pt x="7156" y="3092"/>
                    <a:pt x="5806" y="2240"/>
                    <a:pt x="6046" y="960"/>
                  </a:cubicBezTo>
                  <a:lnTo>
                    <a:pt x="62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0"/>
            <p:cNvSpPr/>
            <p:nvPr/>
          </p:nvSpPr>
          <p:spPr>
            <a:xfrm>
              <a:off x="1089341" y="2180021"/>
              <a:ext cx="1411360" cy="1279835"/>
            </a:xfrm>
            <a:custGeom>
              <a:avLst/>
              <a:gdLst/>
              <a:ahLst/>
              <a:cxnLst/>
              <a:rect l="l" t="t" r="r" b="b"/>
              <a:pathLst>
                <a:path w="41013" h="37191" extrusionOk="0">
                  <a:moveTo>
                    <a:pt x="18674" y="0"/>
                  </a:moveTo>
                  <a:cubicBezTo>
                    <a:pt x="18032" y="0"/>
                    <a:pt x="17477" y="167"/>
                    <a:pt x="17055" y="590"/>
                  </a:cubicBezTo>
                  <a:cubicBezTo>
                    <a:pt x="16448" y="1197"/>
                    <a:pt x="16128" y="2631"/>
                    <a:pt x="16131" y="3713"/>
                  </a:cubicBezTo>
                  <a:cubicBezTo>
                    <a:pt x="16134" y="4532"/>
                    <a:pt x="16050" y="5352"/>
                    <a:pt x="15967" y="6143"/>
                  </a:cubicBezTo>
                  <a:cubicBezTo>
                    <a:pt x="15885" y="6948"/>
                    <a:pt x="15797" y="7782"/>
                    <a:pt x="15802" y="8633"/>
                  </a:cubicBezTo>
                  <a:cubicBezTo>
                    <a:pt x="15802" y="8821"/>
                    <a:pt x="15810" y="8996"/>
                    <a:pt x="15819" y="9165"/>
                  </a:cubicBezTo>
                  <a:cubicBezTo>
                    <a:pt x="15860" y="9950"/>
                    <a:pt x="15848" y="10162"/>
                    <a:pt x="15338" y="10331"/>
                  </a:cubicBezTo>
                  <a:cubicBezTo>
                    <a:pt x="15181" y="10382"/>
                    <a:pt x="15036" y="10408"/>
                    <a:pt x="14911" y="10408"/>
                  </a:cubicBezTo>
                  <a:cubicBezTo>
                    <a:pt x="14426" y="10408"/>
                    <a:pt x="14142" y="10013"/>
                    <a:pt x="13720" y="9369"/>
                  </a:cubicBezTo>
                  <a:lnTo>
                    <a:pt x="13626" y="9229"/>
                  </a:lnTo>
                  <a:cubicBezTo>
                    <a:pt x="13499" y="9034"/>
                    <a:pt x="13374" y="8816"/>
                    <a:pt x="13253" y="8609"/>
                  </a:cubicBezTo>
                  <a:cubicBezTo>
                    <a:pt x="12751" y="7738"/>
                    <a:pt x="12182" y="6750"/>
                    <a:pt x="10978" y="6750"/>
                  </a:cubicBezTo>
                  <a:cubicBezTo>
                    <a:pt x="10813" y="6750"/>
                    <a:pt x="10637" y="6771"/>
                    <a:pt x="10454" y="6810"/>
                  </a:cubicBezTo>
                  <a:cubicBezTo>
                    <a:pt x="8935" y="7145"/>
                    <a:pt x="7841" y="7821"/>
                    <a:pt x="7113" y="9137"/>
                  </a:cubicBezTo>
                  <a:cubicBezTo>
                    <a:pt x="6840" y="9630"/>
                    <a:pt x="6854" y="10904"/>
                    <a:pt x="6583" y="11265"/>
                  </a:cubicBezTo>
                  <a:cubicBezTo>
                    <a:pt x="6365" y="11561"/>
                    <a:pt x="6112" y="11849"/>
                    <a:pt x="5869" y="12129"/>
                  </a:cubicBezTo>
                  <a:cubicBezTo>
                    <a:pt x="5383" y="12689"/>
                    <a:pt x="4878" y="13268"/>
                    <a:pt x="4557" y="13963"/>
                  </a:cubicBezTo>
                  <a:cubicBezTo>
                    <a:pt x="4473" y="14139"/>
                    <a:pt x="4426" y="14342"/>
                    <a:pt x="4381" y="14540"/>
                  </a:cubicBezTo>
                  <a:cubicBezTo>
                    <a:pt x="4298" y="14897"/>
                    <a:pt x="4229" y="15153"/>
                    <a:pt x="4078" y="15189"/>
                  </a:cubicBezTo>
                  <a:cubicBezTo>
                    <a:pt x="4049" y="15197"/>
                    <a:pt x="4023" y="15200"/>
                    <a:pt x="3998" y="15200"/>
                  </a:cubicBezTo>
                  <a:cubicBezTo>
                    <a:pt x="3866" y="15200"/>
                    <a:pt x="3742" y="15075"/>
                    <a:pt x="3551" y="14872"/>
                  </a:cubicBezTo>
                  <a:cubicBezTo>
                    <a:pt x="3339" y="14647"/>
                    <a:pt x="3076" y="14366"/>
                    <a:pt x="2671" y="14284"/>
                  </a:cubicBezTo>
                  <a:cubicBezTo>
                    <a:pt x="2560" y="14264"/>
                    <a:pt x="2452" y="14254"/>
                    <a:pt x="2347" y="14254"/>
                  </a:cubicBezTo>
                  <a:cubicBezTo>
                    <a:pt x="1902" y="14254"/>
                    <a:pt x="1511" y="14431"/>
                    <a:pt x="1216" y="14769"/>
                  </a:cubicBezTo>
                  <a:cubicBezTo>
                    <a:pt x="549" y="15542"/>
                    <a:pt x="1" y="16923"/>
                    <a:pt x="99" y="17614"/>
                  </a:cubicBezTo>
                  <a:cubicBezTo>
                    <a:pt x="698" y="21941"/>
                    <a:pt x="4634" y="23119"/>
                    <a:pt x="8230" y="24366"/>
                  </a:cubicBezTo>
                  <a:lnTo>
                    <a:pt x="8663" y="24515"/>
                  </a:lnTo>
                  <a:cubicBezTo>
                    <a:pt x="9745" y="24892"/>
                    <a:pt x="10836" y="25099"/>
                    <a:pt x="11891" y="25296"/>
                  </a:cubicBezTo>
                  <a:cubicBezTo>
                    <a:pt x="13314" y="25564"/>
                    <a:pt x="14656" y="25815"/>
                    <a:pt x="16001" y="26458"/>
                  </a:cubicBezTo>
                  <a:cubicBezTo>
                    <a:pt x="17137" y="26986"/>
                    <a:pt x="18138" y="27485"/>
                    <a:pt x="18883" y="28251"/>
                  </a:cubicBezTo>
                  <a:cubicBezTo>
                    <a:pt x="18991" y="28367"/>
                    <a:pt x="19139" y="28502"/>
                    <a:pt x="19310" y="28660"/>
                  </a:cubicBezTo>
                  <a:cubicBezTo>
                    <a:pt x="19598" y="28923"/>
                    <a:pt x="20077" y="29362"/>
                    <a:pt x="20161" y="29570"/>
                  </a:cubicBezTo>
                  <a:cubicBezTo>
                    <a:pt x="20295" y="29887"/>
                    <a:pt x="20315" y="30297"/>
                    <a:pt x="20334" y="30730"/>
                  </a:cubicBezTo>
                  <a:cubicBezTo>
                    <a:pt x="20384" y="31739"/>
                    <a:pt x="20450" y="33123"/>
                    <a:pt x="22454" y="33123"/>
                  </a:cubicBezTo>
                  <a:lnTo>
                    <a:pt x="22537" y="33123"/>
                  </a:lnTo>
                  <a:cubicBezTo>
                    <a:pt x="24362" y="33091"/>
                    <a:pt x="24593" y="31564"/>
                    <a:pt x="24777" y="30338"/>
                  </a:cubicBezTo>
                  <a:cubicBezTo>
                    <a:pt x="24889" y="29602"/>
                    <a:pt x="24992" y="28907"/>
                    <a:pt x="25368" y="28545"/>
                  </a:cubicBezTo>
                  <a:cubicBezTo>
                    <a:pt x="25529" y="28395"/>
                    <a:pt x="25679" y="28319"/>
                    <a:pt x="25823" y="28319"/>
                  </a:cubicBezTo>
                  <a:cubicBezTo>
                    <a:pt x="26268" y="28319"/>
                    <a:pt x="26799" y="29018"/>
                    <a:pt x="26972" y="29243"/>
                  </a:cubicBezTo>
                  <a:cubicBezTo>
                    <a:pt x="27453" y="29894"/>
                    <a:pt x="27434" y="30022"/>
                    <a:pt x="27308" y="30864"/>
                  </a:cubicBezTo>
                  <a:lnTo>
                    <a:pt x="27300" y="30935"/>
                  </a:lnTo>
                  <a:cubicBezTo>
                    <a:pt x="27032" y="32793"/>
                    <a:pt x="27515" y="34408"/>
                    <a:pt x="28662" y="35479"/>
                  </a:cubicBezTo>
                  <a:cubicBezTo>
                    <a:pt x="29317" y="36093"/>
                    <a:pt x="29835" y="37191"/>
                    <a:pt x="30287" y="37191"/>
                  </a:cubicBezTo>
                  <a:cubicBezTo>
                    <a:pt x="30567" y="37191"/>
                    <a:pt x="30814" y="36269"/>
                    <a:pt x="31003" y="36055"/>
                  </a:cubicBezTo>
                  <a:cubicBezTo>
                    <a:pt x="31667" y="35303"/>
                    <a:pt x="31485" y="33365"/>
                    <a:pt x="31180" y="30907"/>
                  </a:cubicBezTo>
                  <a:cubicBezTo>
                    <a:pt x="31077" y="30088"/>
                    <a:pt x="30973" y="29243"/>
                    <a:pt x="31019" y="28984"/>
                  </a:cubicBezTo>
                  <a:cubicBezTo>
                    <a:pt x="31224" y="27861"/>
                    <a:pt x="32229" y="27135"/>
                    <a:pt x="33117" y="26017"/>
                  </a:cubicBezTo>
                  <a:cubicBezTo>
                    <a:pt x="33412" y="25644"/>
                    <a:pt x="34232" y="25293"/>
                    <a:pt x="34470" y="24960"/>
                  </a:cubicBezTo>
                  <a:cubicBezTo>
                    <a:pt x="34956" y="24276"/>
                    <a:pt x="35513" y="23877"/>
                    <a:pt x="36157" y="23415"/>
                  </a:cubicBezTo>
                  <a:cubicBezTo>
                    <a:pt x="36404" y="23238"/>
                    <a:pt x="36659" y="23055"/>
                    <a:pt x="36924" y="22845"/>
                  </a:cubicBezTo>
                  <a:cubicBezTo>
                    <a:pt x="37727" y="22206"/>
                    <a:pt x="38240" y="21337"/>
                    <a:pt x="38736" y="20497"/>
                  </a:cubicBezTo>
                  <a:cubicBezTo>
                    <a:pt x="39123" y="19846"/>
                    <a:pt x="39485" y="19501"/>
                    <a:pt x="39971" y="18989"/>
                  </a:cubicBezTo>
                  <a:cubicBezTo>
                    <a:pt x="40134" y="18816"/>
                    <a:pt x="40290" y="17843"/>
                    <a:pt x="40441" y="17687"/>
                  </a:cubicBezTo>
                  <a:cubicBezTo>
                    <a:pt x="40830" y="17279"/>
                    <a:pt x="40845" y="16917"/>
                    <a:pt x="41013" y="16556"/>
                  </a:cubicBezTo>
                  <a:cubicBezTo>
                    <a:pt x="40349" y="11589"/>
                    <a:pt x="38577" y="6970"/>
                    <a:pt x="35951" y="2952"/>
                  </a:cubicBezTo>
                  <a:cubicBezTo>
                    <a:pt x="35447" y="2694"/>
                    <a:pt x="34951" y="2350"/>
                    <a:pt x="34498" y="2350"/>
                  </a:cubicBezTo>
                  <a:cubicBezTo>
                    <a:pt x="34477" y="2350"/>
                    <a:pt x="34457" y="2351"/>
                    <a:pt x="34436" y="2353"/>
                  </a:cubicBezTo>
                  <a:cubicBezTo>
                    <a:pt x="34163" y="2369"/>
                    <a:pt x="33872" y="2430"/>
                    <a:pt x="33589" y="2492"/>
                  </a:cubicBezTo>
                  <a:cubicBezTo>
                    <a:pt x="33269" y="2559"/>
                    <a:pt x="32932" y="2624"/>
                    <a:pt x="32656" y="2624"/>
                  </a:cubicBezTo>
                  <a:cubicBezTo>
                    <a:pt x="32557" y="2624"/>
                    <a:pt x="32465" y="2615"/>
                    <a:pt x="32385" y="2595"/>
                  </a:cubicBezTo>
                  <a:cubicBezTo>
                    <a:pt x="32131" y="2531"/>
                    <a:pt x="31898" y="2325"/>
                    <a:pt x="31654" y="2107"/>
                  </a:cubicBezTo>
                  <a:cubicBezTo>
                    <a:pt x="31490" y="1962"/>
                    <a:pt x="31325" y="1816"/>
                    <a:pt x="31134" y="1690"/>
                  </a:cubicBezTo>
                  <a:lnTo>
                    <a:pt x="30807" y="1023"/>
                  </a:lnTo>
                  <a:lnTo>
                    <a:pt x="30466" y="1143"/>
                  </a:lnTo>
                  <a:cubicBezTo>
                    <a:pt x="29835" y="1366"/>
                    <a:pt x="29093" y="1375"/>
                    <a:pt x="28306" y="1384"/>
                  </a:cubicBezTo>
                  <a:cubicBezTo>
                    <a:pt x="27392" y="1396"/>
                    <a:pt x="26448" y="1946"/>
                    <a:pt x="25543" y="2288"/>
                  </a:cubicBezTo>
                  <a:cubicBezTo>
                    <a:pt x="24884" y="2538"/>
                    <a:pt x="24106" y="2859"/>
                    <a:pt x="23333" y="3343"/>
                  </a:cubicBezTo>
                  <a:cubicBezTo>
                    <a:pt x="22748" y="3701"/>
                    <a:pt x="22075" y="4137"/>
                    <a:pt x="21524" y="4654"/>
                  </a:cubicBezTo>
                  <a:cubicBezTo>
                    <a:pt x="21313" y="4862"/>
                    <a:pt x="21136" y="5151"/>
                    <a:pt x="20963" y="5434"/>
                  </a:cubicBezTo>
                  <a:cubicBezTo>
                    <a:pt x="20785" y="5728"/>
                    <a:pt x="20581" y="6061"/>
                    <a:pt x="20410" y="6159"/>
                  </a:cubicBezTo>
                  <a:cubicBezTo>
                    <a:pt x="20128" y="6326"/>
                    <a:pt x="19841" y="6414"/>
                    <a:pt x="19581" y="6414"/>
                  </a:cubicBezTo>
                  <a:cubicBezTo>
                    <a:pt x="19218" y="6414"/>
                    <a:pt x="18913" y="6238"/>
                    <a:pt x="18772" y="5944"/>
                  </a:cubicBezTo>
                  <a:cubicBezTo>
                    <a:pt x="18597" y="5582"/>
                    <a:pt x="18694" y="5112"/>
                    <a:pt x="19032" y="4686"/>
                  </a:cubicBezTo>
                  <a:cubicBezTo>
                    <a:pt x="19256" y="4404"/>
                    <a:pt x="19600" y="4117"/>
                    <a:pt x="19964" y="3813"/>
                  </a:cubicBezTo>
                  <a:cubicBezTo>
                    <a:pt x="20824" y="3096"/>
                    <a:pt x="21895" y="2206"/>
                    <a:pt x="21676" y="922"/>
                  </a:cubicBezTo>
                  <a:lnTo>
                    <a:pt x="21635" y="686"/>
                  </a:lnTo>
                  <a:lnTo>
                    <a:pt x="21409" y="607"/>
                  </a:lnTo>
                  <a:cubicBezTo>
                    <a:pt x="20418" y="261"/>
                    <a:pt x="19477" y="0"/>
                    <a:pt x="18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0"/>
            <p:cNvSpPr/>
            <p:nvPr/>
          </p:nvSpPr>
          <p:spPr>
            <a:xfrm>
              <a:off x="2033654" y="3378368"/>
              <a:ext cx="368317" cy="376232"/>
            </a:xfrm>
            <a:custGeom>
              <a:avLst/>
              <a:gdLst/>
              <a:ahLst/>
              <a:cxnLst/>
              <a:rect l="l" t="t" r="r" b="b"/>
              <a:pathLst>
                <a:path w="10703" h="10933" extrusionOk="0">
                  <a:moveTo>
                    <a:pt x="8471" y="1"/>
                  </a:moveTo>
                  <a:cubicBezTo>
                    <a:pt x="8275" y="1"/>
                    <a:pt x="8091" y="19"/>
                    <a:pt x="7930" y="71"/>
                  </a:cubicBezTo>
                  <a:cubicBezTo>
                    <a:pt x="7799" y="113"/>
                    <a:pt x="7683" y="150"/>
                    <a:pt x="7589" y="177"/>
                  </a:cubicBezTo>
                  <a:cubicBezTo>
                    <a:pt x="5249" y="872"/>
                    <a:pt x="4040" y="2725"/>
                    <a:pt x="3016" y="4732"/>
                  </a:cubicBezTo>
                  <a:cubicBezTo>
                    <a:pt x="2897" y="4967"/>
                    <a:pt x="2634" y="5335"/>
                    <a:pt x="2330" y="5756"/>
                  </a:cubicBezTo>
                  <a:cubicBezTo>
                    <a:pt x="1348" y="7127"/>
                    <a:pt x="1" y="9003"/>
                    <a:pt x="769" y="10198"/>
                  </a:cubicBezTo>
                  <a:cubicBezTo>
                    <a:pt x="1013" y="10580"/>
                    <a:pt x="1876" y="10826"/>
                    <a:pt x="2586" y="10932"/>
                  </a:cubicBezTo>
                  <a:cubicBezTo>
                    <a:pt x="5976" y="7968"/>
                    <a:pt x="8751" y="4318"/>
                    <a:pt x="10703" y="202"/>
                  </a:cubicBezTo>
                  <a:lnTo>
                    <a:pt x="10536" y="170"/>
                  </a:lnTo>
                  <a:cubicBezTo>
                    <a:pt x="10416" y="145"/>
                    <a:pt x="10283" y="135"/>
                    <a:pt x="10137" y="135"/>
                  </a:cubicBezTo>
                  <a:cubicBezTo>
                    <a:pt x="9614" y="135"/>
                    <a:pt x="8997" y="1"/>
                    <a:pt x="84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0"/>
            <p:cNvSpPr/>
            <p:nvPr/>
          </p:nvSpPr>
          <p:spPr>
            <a:xfrm>
              <a:off x="976812" y="2944013"/>
              <a:ext cx="765781" cy="808831"/>
            </a:xfrm>
            <a:custGeom>
              <a:avLst/>
              <a:gdLst/>
              <a:ahLst/>
              <a:cxnLst/>
              <a:rect l="l" t="t" r="r" b="b"/>
              <a:pathLst>
                <a:path w="22253" h="23504" extrusionOk="0">
                  <a:moveTo>
                    <a:pt x="5020" y="1"/>
                  </a:moveTo>
                  <a:cubicBezTo>
                    <a:pt x="4125" y="1"/>
                    <a:pt x="3079" y="523"/>
                    <a:pt x="2738" y="1138"/>
                  </a:cubicBezTo>
                  <a:cubicBezTo>
                    <a:pt x="2333" y="1862"/>
                    <a:pt x="2072" y="2764"/>
                    <a:pt x="1821" y="3636"/>
                  </a:cubicBezTo>
                  <a:cubicBezTo>
                    <a:pt x="1639" y="4268"/>
                    <a:pt x="1467" y="4862"/>
                    <a:pt x="1250" y="5377"/>
                  </a:cubicBezTo>
                  <a:cubicBezTo>
                    <a:pt x="295" y="7635"/>
                    <a:pt x="1" y="10045"/>
                    <a:pt x="2706" y="11544"/>
                  </a:cubicBezTo>
                  <a:cubicBezTo>
                    <a:pt x="3360" y="11901"/>
                    <a:pt x="4109" y="11986"/>
                    <a:pt x="4833" y="11986"/>
                  </a:cubicBezTo>
                  <a:cubicBezTo>
                    <a:pt x="5503" y="11986"/>
                    <a:pt x="6151" y="11913"/>
                    <a:pt x="6683" y="11913"/>
                  </a:cubicBezTo>
                  <a:cubicBezTo>
                    <a:pt x="6827" y="11913"/>
                    <a:pt x="6963" y="11918"/>
                    <a:pt x="7088" y="11932"/>
                  </a:cubicBezTo>
                  <a:cubicBezTo>
                    <a:pt x="8287" y="12072"/>
                    <a:pt x="9173" y="12369"/>
                    <a:pt x="9597" y="13357"/>
                  </a:cubicBezTo>
                  <a:cubicBezTo>
                    <a:pt x="10045" y="14404"/>
                    <a:pt x="9750" y="15727"/>
                    <a:pt x="9462" y="17006"/>
                  </a:cubicBezTo>
                  <a:cubicBezTo>
                    <a:pt x="9282" y="17812"/>
                    <a:pt x="9111" y="18573"/>
                    <a:pt x="9107" y="19297"/>
                  </a:cubicBezTo>
                  <a:cubicBezTo>
                    <a:pt x="9094" y="20675"/>
                    <a:pt x="9360" y="21594"/>
                    <a:pt x="9949" y="22188"/>
                  </a:cubicBezTo>
                  <a:cubicBezTo>
                    <a:pt x="10464" y="22710"/>
                    <a:pt x="11224" y="23503"/>
                    <a:pt x="12267" y="23503"/>
                  </a:cubicBezTo>
                  <a:cubicBezTo>
                    <a:pt x="12628" y="23503"/>
                    <a:pt x="13288" y="23475"/>
                    <a:pt x="13730" y="23417"/>
                  </a:cubicBezTo>
                  <a:cubicBezTo>
                    <a:pt x="16447" y="23066"/>
                    <a:pt x="16682" y="20418"/>
                    <a:pt x="16892" y="18557"/>
                  </a:cubicBezTo>
                  <a:cubicBezTo>
                    <a:pt x="16993" y="17660"/>
                    <a:pt x="17096" y="16735"/>
                    <a:pt x="17455" y="16005"/>
                  </a:cubicBezTo>
                  <a:cubicBezTo>
                    <a:pt x="17768" y="15372"/>
                    <a:pt x="17791" y="14688"/>
                    <a:pt x="18075" y="14025"/>
                  </a:cubicBezTo>
                  <a:cubicBezTo>
                    <a:pt x="18627" y="12738"/>
                    <a:pt x="19199" y="11408"/>
                    <a:pt x="19952" y="10328"/>
                  </a:cubicBezTo>
                  <a:cubicBezTo>
                    <a:pt x="20160" y="10030"/>
                    <a:pt x="20448" y="9762"/>
                    <a:pt x="20756" y="9478"/>
                  </a:cubicBezTo>
                  <a:cubicBezTo>
                    <a:pt x="21456" y="8827"/>
                    <a:pt x="22252" y="8090"/>
                    <a:pt x="22094" y="6839"/>
                  </a:cubicBezTo>
                  <a:cubicBezTo>
                    <a:pt x="21847" y="4861"/>
                    <a:pt x="19006" y="4459"/>
                    <a:pt x="17126" y="4191"/>
                  </a:cubicBezTo>
                  <a:cubicBezTo>
                    <a:pt x="16799" y="4146"/>
                    <a:pt x="16492" y="4102"/>
                    <a:pt x="16248" y="4055"/>
                  </a:cubicBezTo>
                  <a:cubicBezTo>
                    <a:pt x="15860" y="3982"/>
                    <a:pt x="15468" y="3884"/>
                    <a:pt x="15055" y="3777"/>
                  </a:cubicBezTo>
                  <a:cubicBezTo>
                    <a:pt x="14425" y="3619"/>
                    <a:pt x="13774" y="3452"/>
                    <a:pt x="13130" y="3386"/>
                  </a:cubicBezTo>
                  <a:lnTo>
                    <a:pt x="12729" y="3285"/>
                  </a:lnTo>
                  <a:cubicBezTo>
                    <a:pt x="12461" y="3196"/>
                    <a:pt x="12153" y="3152"/>
                    <a:pt x="11786" y="3152"/>
                  </a:cubicBezTo>
                  <a:cubicBezTo>
                    <a:pt x="11260" y="3152"/>
                    <a:pt x="10675" y="3243"/>
                    <a:pt x="10109" y="3331"/>
                  </a:cubicBezTo>
                  <a:cubicBezTo>
                    <a:pt x="9535" y="3421"/>
                    <a:pt x="8946" y="3512"/>
                    <a:pt x="8415" y="3512"/>
                  </a:cubicBezTo>
                  <a:cubicBezTo>
                    <a:pt x="7338" y="3512"/>
                    <a:pt x="6761" y="3121"/>
                    <a:pt x="6491" y="2204"/>
                  </a:cubicBezTo>
                  <a:cubicBezTo>
                    <a:pt x="6453" y="2078"/>
                    <a:pt x="6469" y="1894"/>
                    <a:pt x="6483" y="1698"/>
                  </a:cubicBezTo>
                  <a:cubicBezTo>
                    <a:pt x="6514" y="1303"/>
                    <a:pt x="6558" y="764"/>
                    <a:pt x="6118" y="369"/>
                  </a:cubicBezTo>
                  <a:cubicBezTo>
                    <a:pt x="5844" y="128"/>
                    <a:pt x="5465" y="1"/>
                    <a:pt x="50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0"/>
            <p:cNvSpPr/>
            <p:nvPr/>
          </p:nvSpPr>
          <p:spPr>
            <a:xfrm>
              <a:off x="480652" y="1804099"/>
              <a:ext cx="730474" cy="900265"/>
            </a:xfrm>
            <a:custGeom>
              <a:avLst/>
              <a:gdLst/>
              <a:ahLst/>
              <a:cxnLst/>
              <a:rect l="l" t="t" r="r" b="b"/>
              <a:pathLst>
                <a:path w="21227" h="26161" extrusionOk="0">
                  <a:moveTo>
                    <a:pt x="17547" y="1"/>
                  </a:moveTo>
                  <a:cubicBezTo>
                    <a:pt x="10490" y="1879"/>
                    <a:pt x="4360" y="6049"/>
                    <a:pt x="0" y="11661"/>
                  </a:cubicBezTo>
                  <a:lnTo>
                    <a:pt x="732" y="11344"/>
                  </a:lnTo>
                  <a:cubicBezTo>
                    <a:pt x="978" y="11237"/>
                    <a:pt x="1240" y="11184"/>
                    <a:pt x="1514" y="11184"/>
                  </a:cubicBezTo>
                  <a:cubicBezTo>
                    <a:pt x="2000" y="11184"/>
                    <a:pt x="2526" y="11351"/>
                    <a:pt x="3068" y="11683"/>
                  </a:cubicBezTo>
                  <a:cubicBezTo>
                    <a:pt x="3396" y="11879"/>
                    <a:pt x="3769" y="12064"/>
                    <a:pt x="4164" y="12257"/>
                  </a:cubicBezTo>
                  <a:cubicBezTo>
                    <a:pt x="5475" y="12903"/>
                    <a:pt x="6963" y="13636"/>
                    <a:pt x="7038" y="15018"/>
                  </a:cubicBezTo>
                  <a:cubicBezTo>
                    <a:pt x="7077" y="15718"/>
                    <a:pt x="6776" y="16337"/>
                    <a:pt x="6458" y="16993"/>
                  </a:cubicBezTo>
                  <a:cubicBezTo>
                    <a:pt x="6069" y="17790"/>
                    <a:pt x="5629" y="18693"/>
                    <a:pt x="5810" y="19835"/>
                  </a:cubicBezTo>
                  <a:cubicBezTo>
                    <a:pt x="6006" y="21056"/>
                    <a:pt x="7036" y="24519"/>
                    <a:pt x="8300" y="25445"/>
                  </a:cubicBezTo>
                  <a:cubicBezTo>
                    <a:pt x="8962" y="25939"/>
                    <a:pt x="10328" y="26160"/>
                    <a:pt x="11386" y="26160"/>
                  </a:cubicBezTo>
                  <a:cubicBezTo>
                    <a:pt x="12005" y="26160"/>
                    <a:pt x="12850" y="26088"/>
                    <a:pt x="13365" y="25749"/>
                  </a:cubicBezTo>
                  <a:cubicBezTo>
                    <a:pt x="14170" y="25211"/>
                    <a:pt x="14441" y="23990"/>
                    <a:pt x="14656" y="23013"/>
                  </a:cubicBezTo>
                  <a:cubicBezTo>
                    <a:pt x="14714" y="22750"/>
                    <a:pt x="14770" y="22498"/>
                    <a:pt x="14828" y="22301"/>
                  </a:cubicBezTo>
                  <a:cubicBezTo>
                    <a:pt x="15109" y="21332"/>
                    <a:pt x="15444" y="20309"/>
                    <a:pt x="15989" y="19399"/>
                  </a:cubicBezTo>
                  <a:cubicBezTo>
                    <a:pt x="16259" y="18927"/>
                    <a:pt x="16632" y="18533"/>
                    <a:pt x="17030" y="18121"/>
                  </a:cubicBezTo>
                  <a:cubicBezTo>
                    <a:pt x="17428" y="17704"/>
                    <a:pt x="18381" y="17272"/>
                    <a:pt x="18686" y="16745"/>
                  </a:cubicBezTo>
                  <a:cubicBezTo>
                    <a:pt x="19396" y="15535"/>
                    <a:pt x="19270" y="14187"/>
                    <a:pt x="19146" y="12882"/>
                  </a:cubicBezTo>
                  <a:cubicBezTo>
                    <a:pt x="19032" y="11685"/>
                    <a:pt x="18926" y="10557"/>
                    <a:pt x="19471" y="9635"/>
                  </a:cubicBezTo>
                  <a:cubicBezTo>
                    <a:pt x="19700" y="9247"/>
                    <a:pt x="19395" y="8892"/>
                    <a:pt x="19621" y="8551"/>
                  </a:cubicBezTo>
                  <a:cubicBezTo>
                    <a:pt x="20362" y="7433"/>
                    <a:pt x="21061" y="6378"/>
                    <a:pt x="21138" y="4675"/>
                  </a:cubicBezTo>
                  <a:cubicBezTo>
                    <a:pt x="21226" y="2669"/>
                    <a:pt x="20018" y="1100"/>
                    <a:pt x="175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0"/>
            <p:cNvSpPr/>
            <p:nvPr/>
          </p:nvSpPr>
          <p:spPr>
            <a:xfrm>
              <a:off x="1000315" y="2945114"/>
              <a:ext cx="729579" cy="785018"/>
            </a:xfrm>
            <a:custGeom>
              <a:avLst/>
              <a:gdLst/>
              <a:ahLst/>
              <a:cxnLst/>
              <a:rect l="l" t="t" r="r" b="b"/>
              <a:pathLst>
                <a:path w="21201" h="22812" extrusionOk="0">
                  <a:moveTo>
                    <a:pt x="15492" y="4421"/>
                  </a:moveTo>
                  <a:cubicBezTo>
                    <a:pt x="14473" y="4229"/>
                    <a:pt x="13405" y="3856"/>
                    <a:pt x="12377" y="3754"/>
                  </a:cubicBezTo>
                  <a:lnTo>
                    <a:pt x="11932" y="3641"/>
                  </a:lnTo>
                  <a:cubicBezTo>
                    <a:pt x="10096" y="3009"/>
                    <a:pt x="6313" y="5294"/>
                    <a:pt x="5423" y="2288"/>
                  </a:cubicBezTo>
                  <a:cubicBezTo>
                    <a:pt x="5268" y="1771"/>
                    <a:pt x="5641" y="1062"/>
                    <a:pt x="5171" y="640"/>
                  </a:cubicBezTo>
                  <a:cubicBezTo>
                    <a:pt x="4443" y="1"/>
                    <a:pt x="2788" y="624"/>
                    <a:pt x="2414" y="1303"/>
                  </a:cubicBezTo>
                  <a:cubicBezTo>
                    <a:pt x="1749" y="2484"/>
                    <a:pt x="1483" y="4231"/>
                    <a:pt x="945" y="5503"/>
                  </a:cubicBezTo>
                  <a:cubicBezTo>
                    <a:pt x="1" y="7735"/>
                    <a:pt x="89" y="9015"/>
                    <a:pt x="2490" y="10346"/>
                  </a:cubicBezTo>
                  <a:cubicBezTo>
                    <a:pt x="3700" y="11003"/>
                    <a:pt x="5123" y="11351"/>
                    <a:pt x="6457" y="11496"/>
                  </a:cubicBezTo>
                  <a:cubicBezTo>
                    <a:pt x="7593" y="11629"/>
                    <a:pt x="8751" y="11907"/>
                    <a:pt x="9291" y="13164"/>
                  </a:cubicBezTo>
                  <a:cubicBezTo>
                    <a:pt x="10080" y="15006"/>
                    <a:pt x="8851" y="17404"/>
                    <a:pt x="8832" y="19266"/>
                  </a:cubicBezTo>
                  <a:cubicBezTo>
                    <a:pt x="8807" y="21979"/>
                    <a:pt x="9915" y="22811"/>
                    <a:pt x="12724" y="22441"/>
                  </a:cubicBezTo>
                  <a:cubicBezTo>
                    <a:pt x="16336" y="21976"/>
                    <a:pt x="14972" y="18160"/>
                    <a:pt x="16138" y="15792"/>
                  </a:cubicBezTo>
                  <a:cubicBezTo>
                    <a:pt x="17047" y="13951"/>
                    <a:pt x="17762" y="11743"/>
                    <a:pt x="18937" y="10062"/>
                  </a:cubicBezTo>
                  <a:cubicBezTo>
                    <a:pt x="19666" y="9013"/>
                    <a:pt x="21201" y="8387"/>
                    <a:pt x="21009" y="6855"/>
                  </a:cubicBezTo>
                  <a:cubicBezTo>
                    <a:pt x="20762" y="4868"/>
                    <a:pt x="17089" y="4716"/>
                    <a:pt x="15492" y="442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0"/>
            <p:cNvSpPr/>
            <p:nvPr/>
          </p:nvSpPr>
          <p:spPr>
            <a:xfrm>
              <a:off x="500233" y="1810844"/>
              <a:ext cx="697335" cy="887980"/>
            </a:xfrm>
            <a:custGeom>
              <a:avLst/>
              <a:gdLst/>
              <a:ahLst/>
              <a:cxnLst/>
              <a:rect l="l" t="t" r="r" b="b"/>
              <a:pathLst>
                <a:path w="20264" h="25804" extrusionOk="0">
                  <a:moveTo>
                    <a:pt x="17225" y="16342"/>
                  </a:moveTo>
                  <a:cubicBezTo>
                    <a:pt x="18502" y="14165"/>
                    <a:pt x="16777" y="11318"/>
                    <a:pt x="18012" y="9231"/>
                  </a:cubicBezTo>
                  <a:cubicBezTo>
                    <a:pt x="18998" y="7556"/>
                    <a:pt x="20068" y="6541"/>
                    <a:pt x="20163" y="4457"/>
                  </a:cubicBezTo>
                  <a:cubicBezTo>
                    <a:pt x="20264" y="2195"/>
                    <a:pt x="18531" y="851"/>
                    <a:pt x="16411" y="1"/>
                  </a:cubicBezTo>
                  <a:cubicBezTo>
                    <a:pt x="14669" y="497"/>
                    <a:pt x="12966" y="1135"/>
                    <a:pt x="11322" y="1920"/>
                  </a:cubicBezTo>
                  <a:cubicBezTo>
                    <a:pt x="6915" y="4008"/>
                    <a:pt x="3061" y="7054"/>
                    <a:pt x="0" y="10776"/>
                  </a:cubicBezTo>
                  <a:cubicBezTo>
                    <a:pt x="798" y="10431"/>
                    <a:pt x="1734" y="10545"/>
                    <a:pt x="2707" y="11141"/>
                  </a:cubicBezTo>
                  <a:cubicBezTo>
                    <a:pt x="4157" y="12007"/>
                    <a:pt x="6760" y="12735"/>
                    <a:pt x="6871" y="14798"/>
                  </a:cubicBezTo>
                  <a:cubicBezTo>
                    <a:pt x="6969" y="16526"/>
                    <a:pt x="5338" y="17672"/>
                    <a:pt x="5638" y="19574"/>
                  </a:cubicBezTo>
                  <a:cubicBezTo>
                    <a:pt x="5848" y="20882"/>
                    <a:pt x="6878" y="24121"/>
                    <a:pt x="7971" y="24922"/>
                  </a:cubicBezTo>
                  <a:cubicBezTo>
                    <a:pt x="8856" y="25584"/>
                    <a:pt x="11674" y="25803"/>
                    <a:pt x="12568" y="25212"/>
                  </a:cubicBezTo>
                  <a:cubicBezTo>
                    <a:pt x="13436" y="24633"/>
                    <a:pt x="13597" y="22908"/>
                    <a:pt x="13866" y="21988"/>
                  </a:cubicBezTo>
                  <a:cubicBezTo>
                    <a:pt x="14167" y="20953"/>
                    <a:pt x="14511" y="19923"/>
                    <a:pt x="15064" y="18997"/>
                  </a:cubicBezTo>
                  <a:cubicBezTo>
                    <a:pt x="15648" y="17982"/>
                    <a:pt x="16653" y="17326"/>
                    <a:pt x="17225" y="1634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0"/>
            <p:cNvSpPr/>
            <p:nvPr/>
          </p:nvSpPr>
          <p:spPr>
            <a:xfrm>
              <a:off x="213542" y="2268324"/>
              <a:ext cx="708347" cy="1513599"/>
            </a:xfrm>
            <a:custGeom>
              <a:avLst/>
              <a:gdLst/>
              <a:ahLst/>
              <a:cxnLst/>
              <a:rect l="l" t="t" r="r" b="b"/>
              <a:pathLst>
                <a:path w="20584" h="43984" extrusionOk="0">
                  <a:moveTo>
                    <a:pt x="13935" y="29260"/>
                  </a:moveTo>
                  <a:cubicBezTo>
                    <a:pt x="11950" y="28402"/>
                    <a:pt x="9854" y="27478"/>
                    <a:pt x="8024" y="26377"/>
                  </a:cubicBezTo>
                  <a:cubicBezTo>
                    <a:pt x="7487" y="26047"/>
                    <a:pt x="5871" y="25282"/>
                    <a:pt x="5815" y="24610"/>
                  </a:cubicBezTo>
                  <a:cubicBezTo>
                    <a:pt x="5732" y="23625"/>
                    <a:pt x="8130" y="23204"/>
                    <a:pt x="8861" y="22982"/>
                  </a:cubicBezTo>
                  <a:cubicBezTo>
                    <a:pt x="9885" y="22660"/>
                    <a:pt x="10645" y="22509"/>
                    <a:pt x="11430" y="21789"/>
                  </a:cubicBezTo>
                  <a:cubicBezTo>
                    <a:pt x="12391" y="20919"/>
                    <a:pt x="12999" y="19715"/>
                    <a:pt x="14004" y="18875"/>
                  </a:cubicBezTo>
                  <a:cubicBezTo>
                    <a:pt x="15715" y="17448"/>
                    <a:pt x="18852" y="16518"/>
                    <a:pt x="16527" y="14203"/>
                  </a:cubicBezTo>
                  <a:cubicBezTo>
                    <a:pt x="15758" y="13435"/>
                    <a:pt x="15056" y="12559"/>
                    <a:pt x="14144" y="11930"/>
                  </a:cubicBezTo>
                  <a:cubicBezTo>
                    <a:pt x="13559" y="11516"/>
                    <a:pt x="12738" y="10711"/>
                    <a:pt x="12132" y="10430"/>
                  </a:cubicBezTo>
                  <a:cubicBezTo>
                    <a:pt x="10456" y="9694"/>
                    <a:pt x="10595" y="12048"/>
                    <a:pt x="9780" y="12876"/>
                  </a:cubicBezTo>
                  <a:cubicBezTo>
                    <a:pt x="8353" y="14306"/>
                    <a:pt x="5581" y="13754"/>
                    <a:pt x="6358" y="11470"/>
                  </a:cubicBezTo>
                  <a:cubicBezTo>
                    <a:pt x="6923" y="9826"/>
                    <a:pt x="7790" y="7899"/>
                    <a:pt x="9575" y="7806"/>
                  </a:cubicBezTo>
                  <a:cubicBezTo>
                    <a:pt x="9993" y="7785"/>
                    <a:pt x="10990" y="7637"/>
                    <a:pt x="11364" y="7851"/>
                  </a:cubicBezTo>
                  <a:cubicBezTo>
                    <a:pt x="11631" y="7997"/>
                    <a:pt x="11809" y="8610"/>
                    <a:pt x="11992" y="8698"/>
                  </a:cubicBezTo>
                  <a:cubicBezTo>
                    <a:pt x="12633" y="9033"/>
                    <a:pt x="13098" y="8837"/>
                    <a:pt x="13347" y="7825"/>
                  </a:cubicBezTo>
                  <a:cubicBezTo>
                    <a:pt x="13682" y="6487"/>
                    <a:pt x="11312" y="5004"/>
                    <a:pt x="10197" y="4127"/>
                  </a:cubicBezTo>
                  <a:cubicBezTo>
                    <a:pt x="8836" y="3061"/>
                    <a:pt x="6105" y="2024"/>
                    <a:pt x="6484" y="0"/>
                  </a:cubicBezTo>
                  <a:cubicBezTo>
                    <a:pt x="5508" y="1456"/>
                    <a:pt x="4630" y="2969"/>
                    <a:pt x="3891" y="4574"/>
                  </a:cubicBezTo>
                  <a:cubicBezTo>
                    <a:pt x="3891" y="4574"/>
                    <a:pt x="3891" y="4578"/>
                    <a:pt x="3887" y="4578"/>
                  </a:cubicBezTo>
                  <a:cubicBezTo>
                    <a:pt x="669" y="11566"/>
                    <a:pt x="1" y="19500"/>
                    <a:pt x="2008" y="26925"/>
                  </a:cubicBezTo>
                  <a:cubicBezTo>
                    <a:pt x="2026" y="26985"/>
                    <a:pt x="2045" y="27039"/>
                    <a:pt x="2056" y="27100"/>
                  </a:cubicBezTo>
                  <a:cubicBezTo>
                    <a:pt x="2250" y="27211"/>
                    <a:pt x="2462" y="27315"/>
                    <a:pt x="2722" y="27403"/>
                  </a:cubicBezTo>
                  <a:cubicBezTo>
                    <a:pt x="4166" y="27943"/>
                    <a:pt x="5634" y="28404"/>
                    <a:pt x="7067" y="29011"/>
                  </a:cubicBezTo>
                  <a:cubicBezTo>
                    <a:pt x="8933" y="29808"/>
                    <a:pt x="8936" y="29896"/>
                    <a:pt x="9002" y="31881"/>
                  </a:cubicBezTo>
                  <a:cubicBezTo>
                    <a:pt x="9060" y="33666"/>
                    <a:pt x="9240" y="35476"/>
                    <a:pt x="9121" y="37270"/>
                  </a:cubicBezTo>
                  <a:cubicBezTo>
                    <a:pt x="9060" y="38067"/>
                    <a:pt x="8870" y="38853"/>
                    <a:pt x="8656" y="39628"/>
                  </a:cubicBezTo>
                  <a:cubicBezTo>
                    <a:pt x="10002" y="41220"/>
                    <a:pt x="11503" y="42670"/>
                    <a:pt x="13133" y="43984"/>
                  </a:cubicBezTo>
                  <a:cubicBezTo>
                    <a:pt x="13601" y="43198"/>
                    <a:pt x="14020" y="42437"/>
                    <a:pt x="14309" y="42016"/>
                  </a:cubicBezTo>
                  <a:cubicBezTo>
                    <a:pt x="15221" y="40664"/>
                    <a:pt x="16089" y="39167"/>
                    <a:pt x="17170" y="37952"/>
                  </a:cubicBezTo>
                  <a:cubicBezTo>
                    <a:pt x="18328" y="36635"/>
                    <a:pt x="20583" y="34913"/>
                    <a:pt x="20406" y="32920"/>
                  </a:cubicBezTo>
                  <a:cubicBezTo>
                    <a:pt x="20220" y="30856"/>
                    <a:pt x="15471" y="29925"/>
                    <a:pt x="13935" y="2926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0"/>
            <p:cNvSpPr/>
            <p:nvPr/>
          </p:nvSpPr>
          <p:spPr>
            <a:xfrm>
              <a:off x="1119486" y="2182430"/>
              <a:ext cx="1376397" cy="1323952"/>
            </a:xfrm>
            <a:custGeom>
              <a:avLst/>
              <a:gdLst/>
              <a:ahLst/>
              <a:cxnLst/>
              <a:rect l="l" t="t" r="r" b="b"/>
              <a:pathLst>
                <a:path w="39997" h="38473" extrusionOk="0">
                  <a:moveTo>
                    <a:pt x="39262" y="12285"/>
                  </a:moveTo>
                  <a:lnTo>
                    <a:pt x="39262" y="12275"/>
                  </a:lnTo>
                  <a:cubicBezTo>
                    <a:pt x="38409" y="9128"/>
                    <a:pt x="37107" y="6173"/>
                    <a:pt x="35432" y="3468"/>
                  </a:cubicBezTo>
                  <a:cubicBezTo>
                    <a:pt x="34826" y="3272"/>
                    <a:pt x="34207" y="3174"/>
                    <a:pt x="33585" y="3219"/>
                  </a:cubicBezTo>
                  <a:cubicBezTo>
                    <a:pt x="32917" y="3257"/>
                    <a:pt x="32075" y="3617"/>
                    <a:pt x="31408" y="3449"/>
                  </a:cubicBezTo>
                  <a:cubicBezTo>
                    <a:pt x="30830" y="3302"/>
                    <a:pt x="30454" y="2729"/>
                    <a:pt x="29945" y="2436"/>
                  </a:cubicBezTo>
                  <a:lnTo>
                    <a:pt x="29726" y="1988"/>
                  </a:lnTo>
                  <a:cubicBezTo>
                    <a:pt x="28277" y="2502"/>
                    <a:pt x="26418" y="1981"/>
                    <a:pt x="24810" y="2590"/>
                  </a:cubicBezTo>
                  <a:cubicBezTo>
                    <a:pt x="24054" y="2877"/>
                    <a:pt x="23356" y="3181"/>
                    <a:pt x="22668" y="3612"/>
                  </a:cubicBezTo>
                  <a:cubicBezTo>
                    <a:pt x="22074" y="3975"/>
                    <a:pt x="21443" y="4385"/>
                    <a:pt x="20931" y="4868"/>
                  </a:cubicBezTo>
                  <a:cubicBezTo>
                    <a:pt x="20523" y="5267"/>
                    <a:pt x="20193" y="6173"/>
                    <a:pt x="19739" y="6432"/>
                  </a:cubicBezTo>
                  <a:cubicBezTo>
                    <a:pt x="18043" y="7432"/>
                    <a:pt x="16672" y="5826"/>
                    <a:pt x="17838" y="4359"/>
                  </a:cubicBezTo>
                  <a:cubicBezTo>
                    <a:pt x="18643" y="3342"/>
                    <a:pt x="20662" y="2438"/>
                    <a:pt x="20399" y="916"/>
                  </a:cubicBezTo>
                  <a:cubicBezTo>
                    <a:pt x="17779" y="0"/>
                    <a:pt x="15653" y="923"/>
                    <a:pt x="15659" y="3637"/>
                  </a:cubicBezTo>
                  <a:cubicBezTo>
                    <a:pt x="15667" y="5313"/>
                    <a:pt x="15324" y="6891"/>
                    <a:pt x="15331" y="8559"/>
                  </a:cubicBezTo>
                  <a:cubicBezTo>
                    <a:pt x="15337" y="9577"/>
                    <a:pt x="15593" y="10310"/>
                    <a:pt x="14588" y="10644"/>
                  </a:cubicBezTo>
                  <a:cubicBezTo>
                    <a:pt x="13411" y="11023"/>
                    <a:pt x="12967" y="10214"/>
                    <a:pt x="12412" y="9378"/>
                  </a:cubicBezTo>
                  <a:cubicBezTo>
                    <a:pt x="11685" y="8277"/>
                    <a:pt x="11231" y="6790"/>
                    <a:pt x="9666" y="7133"/>
                  </a:cubicBezTo>
                  <a:cubicBezTo>
                    <a:pt x="7787" y="7551"/>
                    <a:pt x="7032" y="10095"/>
                    <a:pt x="6026" y="11437"/>
                  </a:cubicBezTo>
                  <a:cubicBezTo>
                    <a:pt x="5367" y="12322"/>
                    <a:pt x="4497" y="13081"/>
                    <a:pt x="4040" y="14067"/>
                  </a:cubicBezTo>
                  <a:cubicBezTo>
                    <a:pt x="3830" y="14512"/>
                    <a:pt x="3874" y="15371"/>
                    <a:pt x="3294" y="15511"/>
                  </a:cubicBezTo>
                  <a:cubicBezTo>
                    <a:pt x="2563" y="15693"/>
                    <a:pt x="2349" y="14742"/>
                    <a:pt x="1714" y="14612"/>
                  </a:cubicBezTo>
                  <a:cubicBezTo>
                    <a:pt x="223" y="14344"/>
                    <a:pt x="1" y="16395"/>
                    <a:pt x="158" y="17487"/>
                  </a:cubicBezTo>
                  <a:cubicBezTo>
                    <a:pt x="747" y="21735"/>
                    <a:pt x="4253" y="22786"/>
                    <a:pt x="7912" y="24061"/>
                  </a:cubicBezTo>
                  <a:cubicBezTo>
                    <a:pt x="10368" y="24919"/>
                    <a:pt x="12857" y="24859"/>
                    <a:pt x="15287" y="26019"/>
                  </a:cubicBezTo>
                  <a:cubicBezTo>
                    <a:pt x="16367" y="26519"/>
                    <a:pt x="17474" y="27059"/>
                    <a:pt x="18294" y="27902"/>
                  </a:cubicBezTo>
                  <a:cubicBezTo>
                    <a:pt x="18618" y="28247"/>
                    <a:pt x="19482" y="28928"/>
                    <a:pt x="19651" y="29340"/>
                  </a:cubicBezTo>
                  <a:cubicBezTo>
                    <a:pt x="20179" y="30595"/>
                    <a:pt x="19212" y="32688"/>
                    <a:pt x="21647" y="32644"/>
                  </a:cubicBezTo>
                  <a:cubicBezTo>
                    <a:pt x="24095" y="32598"/>
                    <a:pt x="22996" y="29336"/>
                    <a:pt x="24207" y="28177"/>
                  </a:cubicBezTo>
                  <a:cubicBezTo>
                    <a:pt x="25026" y="27403"/>
                    <a:pt x="25776" y="28091"/>
                    <a:pt x="26416" y="28926"/>
                  </a:cubicBezTo>
                  <a:cubicBezTo>
                    <a:pt x="27012" y="29731"/>
                    <a:pt x="26958" y="29978"/>
                    <a:pt x="26819" y="30916"/>
                  </a:cubicBezTo>
                  <a:cubicBezTo>
                    <a:pt x="26607" y="32388"/>
                    <a:pt x="26858" y="33987"/>
                    <a:pt x="28058" y="35106"/>
                  </a:cubicBezTo>
                  <a:cubicBezTo>
                    <a:pt x="31656" y="38473"/>
                    <a:pt x="29518" y="30083"/>
                    <a:pt x="29739" y="28835"/>
                  </a:cubicBezTo>
                  <a:cubicBezTo>
                    <a:pt x="30033" y="27216"/>
                    <a:pt x="31768" y="25431"/>
                    <a:pt x="32719" y="24107"/>
                  </a:cubicBezTo>
                  <a:cubicBezTo>
                    <a:pt x="33442" y="23093"/>
                    <a:pt x="34311" y="22655"/>
                    <a:pt x="35253" y="21911"/>
                  </a:cubicBezTo>
                  <a:cubicBezTo>
                    <a:pt x="36586" y="20847"/>
                    <a:pt x="37086" y="19059"/>
                    <a:pt x="38258" y="17822"/>
                  </a:cubicBezTo>
                  <a:cubicBezTo>
                    <a:pt x="38949" y="17094"/>
                    <a:pt x="39528" y="16518"/>
                    <a:pt x="39996" y="15939"/>
                  </a:cubicBezTo>
                  <a:cubicBezTo>
                    <a:pt x="39815" y="14710"/>
                    <a:pt x="39585" y="13492"/>
                    <a:pt x="39262" y="1228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0"/>
            <p:cNvSpPr/>
            <p:nvPr/>
          </p:nvSpPr>
          <p:spPr>
            <a:xfrm>
              <a:off x="2061700" y="3392580"/>
              <a:ext cx="331909" cy="349390"/>
            </a:xfrm>
            <a:custGeom>
              <a:avLst/>
              <a:gdLst/>
              <a:ahLst/>
              <a:cxnLst/>
              <a:rect l="l" t="t" r="r" b="b"/>
              <a:pathLst>
                <a:path w="9645" h="10153" extrusionOk="0">
                  <a:moveTo>
                    <a:pt x="6890" y="693"/>
                  </a:moveTo>
                  <a:cubicBezTo>
                    <a:pt x="4710" y="1340"/>
                    <a:pt x="4120" y="2508"/>
                    <a:pt x="3104" y="4505"/>
                  </a:cubicBezTo>
                  <a:cubicBezTo>
                    <a:pt x="2587" y="5522"/>
                    <a:pt x="1" y="8269"/>
                    <a:pt x="836" y="9567"/>
                  </a:cubicBezTo>
                  <a:cubicBezTo>
                    <a:pt x="1061" y="9919"/>
                    <a:pt x="1526" y="10094"/>
                    <a:pt x="2072" y="10152"/>
                  </a:cubicBezTo>
                  <a:cubicBezTo>
                    <a:pt x="5200" y="7353"/>
                    <a:pt x="7780" y="3974"/>
                    <a:pt x="9645" y="155"/>
                  </a:cubicBezTo>
                  <a:cubicBezTo>
                    <a:pt x="8846" y="0"/>
                    <a:pt x="7436" y="538"/>
                    <a:pt x="6890" y="69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0"/>
            <p:cNvSpPr/>
            <p:nvPr/>
          </p:nvSpPr>
          <p:spPr>
            <a:xfrm>
              <a:off x="1676349" y="2717200"/>
              <a:ext cx="791178" cy="1015857"/>
            </a:xfrm>
            <a:custGeom>
              <a:avLst/>
              <a:gdLst/>
              <a:ahLst/>
              <a:cxnLst/>
              <a:rect l="l" t="t" r="r" b="b"/>
              <a:pathLst>
                <a:path w="22991" h="29520" extrusionOk="0">
                  <a:moveTo>
                    <a:pt x="16609" y="1"/>
                  </a:moveTo>
                  <a:cubicBezTo>
                    <a:pt x="15056" y="1"/>
                    <a:pt x="13302" y="508"/>
                    <a:pt x="11449" y="1578"/>
                  </a:cubicBezTo>
                  <a:cubicBezTo>
                    <a:pt x="5106" y="5237"/>
                    <a:pt x="0" y="14088"/>
                    <a:pt x="19" y="21371"/>
                  </a:cubicBezTo>
                  <a:cubicBezTo>
                    <a:pt x="34" y="26532"/>
                    <a:pt x="2621" y="29520"/>
                    <a:pt x="6384" y="29520"/>
                  </a:cubicBezTo>
                  <a:cubicBezTo>
                    <a:pt x="7931" y="29520"/>
                    <a:pt x="9676" y="29015"/>
                    <a:pt x="11523" y="27949"/>
                  </a:cubicBezTo>
                  <a:cubicBezTo>
                    <a:pt x="17861" y="24292"/>
                    <a:pt x="22991" y="15404"/>
                    <a:pt x="22970" y="8119"/>
                  </a:cubicBezTo>
                  <a:cubicBezTo>
                    <a:pt x="22956" y="2968"/>
                    <a:pt x="20367" y="1"/>
                    <a:pt x="16609" y="1"/>
                  </a:cubicBezTo>
                  <a:close/>
                </a:path>
              </a:pathLst>
            </a:custGeom>
            <a:solidFill>
              <a:srgbClr val="FFFFFF">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0"/>
            <p:cNvSpPr/>
            <p:nvPr/>
          </p:nvSpPr>
          <p:spPr>
            <a:xfrm>
              <a:off x="212131" y="1765660"/>
              <a:ext cx="1859066" cy="2175524"/>
            </a:xfrm>
            <a:custGeom>
              <a:avLst/>
              <a:gdLst/>
              <a:ahLst/>
              <a:cxnLst/>
              <a:rect l="l" t="t" r="r" b="b"/>
              <a:pathLst>
                <a:path w="54023" h="63219" extrusionOk="0">
                  <a:moveTo>
                    <a:pt x="33897" y="0"/>
                  </a:moveTo>
                  <a:cubicBezTo>
                    <a:pt x="29021" y="0"/>
                    <a:pt x="24148" y="1062"/>
                    <a:pt x="19704" y="3178"/>
                  </a:cubicBezTo>
                  <a:cubicBezTo>
                    <a:pt x="12740" y="6489"/>
                    <a:pt x="7129" y="12171"/>
                    <a:pt x="3898" y="19157"/>
                  </a:cubicBezTo>
                  <a:cubicBezTo>
                    <a:pt x="3896" y="19157"/>
                    <a:pt x="3896" y="19166"/>
                    <a:pt x="3896" y="19170"/>
                  </a:cubicBezTo>
                  <a:cubicBezTo>
                    <a:pt x="668" y="26173"/>
                    <a:pt x="1" y="34129"/>
                    <a:pt x="2008" y="41565"/>
                  </a:cubicBezTo>
                  <a:cubicBezTo>
                    <a:pt x="4566" y="51053"/>
                    <a:pt x="11158" y="58854"/>
                    <a:pt x="20065" y="62955"/>
                  </a:cubicBezTo>
                  <a:lnTo>
                    <a:pt x="20074" y="62955"/>
                  </a:lnTo>
                  <a:cubicBezTo>
                    <a:pt x="20293" y="63056"/>
                    <a:pt x="20517" y="63126"/>
                    <a:pt x="20737" y="63218"/>
                  </a:cubicBezTo>
                  <a:cubicBezTo>
                    <a:pt x="16906" y="60662"/>
                    <a:pt x="14539" y="55668"/>
                    <a:pt x="14517" y="48679"/>
                  </a:cubicBezTo>
                  <a:cubicBezTo>
                    <a:pt x="14476" y="33924"/>
                    <a:pt x="24827" y="15994"/>
                    <a:pt x="37667" y="8576"/>
                  </a:cubicBezTo>
                  <a:cubicBezTo>
                    <a:pt x="41419" y="6410"/>
                    <a:pt x="44967" y="5385"/>
                    <a:pt x="48111" y="5385"/>
                  </a:cubicBezTo>
                  <a:cubicBezTo>
                    <a:pt x="50300" y="5385"/>
                    <a:pt x="52293" y="5881"/>
                    <a:pt x="54023" y="6835"/>
                  </a:cubicBezTo>
                  <a:cubicBezTo>
                    <a:pt x="52083" y="5340"/>
                    <a:pt x="49967" y="4048"/>
                    <a:pt x="47689" y="2999"/>
                  </a:cubicBezTo>
                  <a:cubicBezTo>
                    <a:pt x="43347" y="997"/>
                    <a:pt x="38620" y="0"/>
                    <a:pt x="33897"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0"/>
            <p:cNvSpPr/>
            <p:nvPr/>
          </p:nvSpPr>
          <p:spPr>
            <a:xfrm>
              <a:off x="1815788" y="1863564"/>
              <a:ext cx="30111" cy="154615"/>
            </a:xfrm>
            <a:custGeom>
              <a:avLst/>
              <a:gdLst/>
              <a:ahLst/>
              <a:cxnLst/>
              <a:rect l="l" t="t" r="r" b="b"/>
              <a:pathLst>
                <a:path w="875" h="4493" extrusionOk="0">
                  <a:moveTo>
                    <a:pt x="794" y="1"/>
                  </a:moveTo>
                  <a:lnTo>
                    <a:pt x="1" y="4492"/>
                  </a:lnTo>
                  <a:lnTo>
                    <a:pt x="81" y="4492"/>
                  </a:lnTo>
                  <a:lnTo>
                    <a:pt x="87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0"/>
            <p:cNvSpPr/>
            <p:nvPr/>
          </p:nvSpPr>
          <p:spPr>
            <a:xfrm>
              <a:off x="1756048" y="1863564"/>
              <a:ext cx="28218" cy="154615"/>
            </a:xfrm>
            <a:custGeom>
              <a:avLst/>
              <a:gdLst/>
              <a:ahLst/>
              <a:cxnLst/>
              <a:rect l="l" t="t" r="r" b="b"/>
              <a:pathLst>
                <a:path w="820" h="4493" extrusionOk="0">
                  <a:moveTo>
                    <a:pt x="0" y="1"/>
                  </a:moveTo>
                  <a:lnTo>
                    <a:pt x="739" y="4492"/>
                  </a:lnTo>
                  <a:lnTo>
                    <a:pt x="820" y="4492"/>
                  </a:lnTo>
                  <a:lnTo>
                    <a:pt x="7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0"/>
            <p:cNvSpPr/>
            <p:nvPr/>
          </p:nvSpPr>
          <p:spPr>
            <a:xfrm>
              <a:off x="1672047" y="1667929"/>
              <a:ext cx="257440" cy="257302"/>
            </a:xfrm>
            <a:custGeom>
              <a:avLst/>
              <a:gdLst/>
              <a:ahLst/>
              <a:cxnLst/>
              <a:rect l="l" t="t" r="r" b="b"/>
              <a:pathLst>
                <a:path w="7481" h="7477" extrusionOk="0">
                  <a:moveTo>
                    <a:pt x="3741" y="0"/>
                  </a:moveTo>
                  <a:cubicBezTo>
                    <a:pt x="1673" y="0"/>
                    <a:pt x="1" y="1674"/>
                    <a:pt x="1" y="3738"/>
                  </a:cubicBezTo>
                  <a:cubicBezTo>
                    <a:pt x="1" y="5803"/>
                    <a:pt x="1673" y="7476"/>
                    <a:pt x="3741" y="7476"/>
                  </a:cubicBezTo>
                  <a:cubicBezTo>
                    <a:pt x="5805" y="7476"/>
                    <a:pt x="7480" y="5803"/>
                    <a:pt x="7480" y="3738"/>
                  </a:cubicBezTo>
                  <a:cubicBezTo>
                    <a:pt x="7480" y="1674"/>
                    <a:pt x="5805" y="0"/>
                    <a:pt x="37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0"/>
            <p:cNvSpPr/>
            <p:nvPr/>
          </p:nvSpPr>
          <p:spPr>
            <a:xfrm>
              <a:off x="1732820" y="1701137"/>
              <a:ext cx="136377" cy="224094"/>
            </a:xfrm>
            <a:custGeom>
              <a:avLst/>
              <a:gdLst/>
              <a:ahLst/>
              <a:cxnLst/>
              <a:rect l="l" t="t" r="r" b="b"/>
              <a:pathLst>
                <a:path w="3963" h="6512" extrusionOk="0">
                  <a:moveTo>
                    <a:pt x="1982" y="1"/>
                  </a:moveTo>
                  <a:cubicBezTo>
                    <a:pt x="1982" y="1"/>
                    <a:pt x="1" y="1458"/>
                    <a:pt x="1" y="3256"/>
                  </a:cubicBezTo>
                  <a:cubicBezTo>
                    <a:pt x="1" y="5054"/>
                    <a:pt x="1982" y="6511"/>
                    <a:pt x="1982" y="6511"/>
                  </a:cubicBezTo>
                  <a:cubicBezTo>
                    <a:pt x="1982" y="6511"/>
                    <a:pt x="3963" y="5054"/>
                    <a:pt x="3963" y="3256"/>
                  </a:cubicBezTo>
                  <a:cubicBezTo>
                    <a:pt x="3963" y="1461"/>
                    <a:pt x="1982" y="1"/>
                    <a:pt x="19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40"/>
            <p:cNvSpPr/>
            <p:nvPr/>
          </p:nvSpPr>
          <p:spPr>
            <a:xfrm>
              <a:off x="1764996" y="1667860"/>
              <a:ext cx="71888" cy="30352"/>
            </a:xfrm>
            <a:custGeom>
              <a:avLst/>
              <a:gdLst/>
              <a:ahLst/>
              <a:cxnLst/>
              <a:rect l="l" t="t" r="r" b="b"/>
              <a:pathLst>
                <a:path w="2089" h="882" extrusionOk="0">
                  <a:moveTo>
                    <a:pt x="1040" y="1"/>
                  </a:moveTo>
                  <a:cubicBezTo>
                    <a:pt x="680" y="2"/>
                    <a:pt x="330" y="54"/>
                    <a:pt x="1" y="149"/>
                  </a:cubicBezTo>
                  <a:cubicBezTo>
                    <a:pt x="514" y="601"/>
                    <a:pt x="1047" y="882"/>
                    <a:pt x="1047" y="882"/>
                  </a:cubicBezTo>
                  <a:cubicBezTo>
                    <a:pt x="1047" y="882"/>
                    <a:pt x="1576" y="601"/>
                    <a:pt x="2089" y="150"/>
                  </a:cubicBezTo>
                  <a:cubicBezTo>
                    <a:pt x="1756" y="54"/>
                    <a:pt x="1404" y="1"/>
                    <a:pt x="104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0"/>
            <p:cNvSpPr/>
            <p:nvPr/>
          </p:nvSpPr>
          <p:spPr>
            <a:xfrm>
              <a:off x="1749854" y="2018145"/>
              <a:ext cx="102274" cy="76017"/>
            </a:xfrm>
            <a:custGeom>
              <a:avLst/>
              <a:gdLst/>
              <a:ahLst/>
              <a:cxnLst/>
              <a:rect l="l" t="t" r="r" b="b"/>
              <a:pathLst>
                <a:path w="2972" h="2209" extrusionOk="0">
                  <a:moveTo>
                    <a:pt x="5" y="0"/>
                  </a:moveTo>
                  <a:lnTo>
                    <a:pt x="2" y="1169"/>
                  </a:lnTo>
                  <a:cubicBezTo>
                    <a:pt x="0" y="1374"/>
                    <a:pt x="147" y="1624"/>
                    <a:pt x="325" y="1730"/>
                  </a:cubicBezTo>
                  <a:lnTo>
                    <a:pt x="1026" y="2133"/>
                  </a:lnTo>
                  <a:cubicBezTo>
                    <a:pt x="1098" y="2174"/>
                    <a:pt x="1225" y="2208"/>
                    <a:pt x="1310" y="2208"/>
                  </a:cubicBezTo>
                  <a:lnTo>
                    <a:pt x="1662" y="2208"/>
                  </a:lnTo>
                  <a:cubicBezTo>
                    <a:pt x="1746" y="2208"/>
                    <a:pt x="1873" y="2173"/>
                    <a:pt x="1946" y="2133"/>
                  </a:cubicBezTo>
                  <a:lnTo>
                    <a:pt x="2646" y="1730"/>
                  </a:lnTo>
                  <a:cubicBezTo>
                    <a:pt x="2826" y="1624"/>
                    <a:pt x="2972" y="1374"/>
                    <a:pt x="2970" y="1169"/>
                  </a:cubicBezTo>
                  <a:lnTo>
                    <a:pt x="2966" y="0"/>
                  </a:lnTo>
                  <a:lnTo>
                    <a:pt x="1487" y="855"/>
                  </a:lnTo>
                  <a:lnTo>
                    <a:pt x="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0"/>
            <p:cNvSpPr/>
            <p:nvPr/>
          </p:nvSpPr>
          <p:spPr>
            <a:xfrm>
              <a:off x="1800991" y="2018145"/>
              <a:ext cx="51206" cy="76017"/>
            </a:xfrm>
            <a:custGeom>
              <a:avLst/>
              <a:gdLst/>
              <a:ahLst/>
              <a:cxnLst/>
              <a:rect l="l" t="t" r="r" b="b"/>
              <a:pathLst>
                <a:path w="1488" h="2209" extrusionOk="0">
                  <a:moveTo>
                    <a:pt x="1481" y="0"/>
                  </a:moveTo>
                  <a:lnTo>
                    <a:pt x="1" y="855"/>
                  </a:lnTo>
                  <a:lnTo>
                    <a:pt x="4" y="2024"/>
                  </a:lnTo>
                  <a:cubicBezTo>
                    <a:pt x="4" y="2107"/>
                    <a:pt x="30" y="2170"/>
                    <a:pt x="73" y="2208"/>
                  </a:cubicBezTo>
                  <a:lnTo>
                    <a:pt x="178" y="2208"/>
                  </a:lnTo>
                  <a:cubicBezTo>
                    <a:pt x="263" y="2208"/>
                    <a:pt x="389" y="2173"/>
                    <a:pt x="462" y="2133"/>
                  </a:cubicBezTo>
                  <a:lnTo>
                    <a:pt x="1163" y="1730"/>
                  </a:lnTo>
                  <a:cubicBezTo>
                    <a:pt x="1341" y="1624"/>
                    <a:pt x="1487" y="1374"/>
                    <a:pt x="1486" y="1169"/>
                  </a:cubicBezTo>
                  <a:lnTo>
                    <a:pt x="14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0"/>
            <p:cNvSpPr/>
            <p:nvPr/>
          </p:nvSpPr>
          <p:spPr>
            <a:xfrm>
              <a:off x="1745656" y="1984214"/>
              <a:ext cx="110017" cy="63250"/>
            </a:xfrm>
            <a:custGeom>
              <a:avLst/>
              <a:gdLst/>
              <a:ahLst/>
              <a:cxnLst/>
              <a:rect l="l" t="t" r="r" b="b"/>
              <a:pathLst>
                <a:path w="3197" h="1838" extrusionOk="0">
                  <a:moveTo>
                    <a:pt x="1592" y="1"/>
                  </a:moveTo>
                  <a:cubicBezTo>
                    <a:pt x="1576" y="1"/>
                    <a:pt x="1561" y="5"/>
                    <a:pt x="1549" y="12"/>
                  </a:cubicBezTo>
                  <a:lnTo>
                    <a:pt x="1" y="906"/>
                  </a:lnTo>
                  <a:lnTo>
                    <a:pt x="1604" y="1838"/>
                  </a:lnTo>
                  <a:lnTo>
                    <a:pt x="3196" y="919"/>
                  </a:lnTo>
                  <a:lnTo>
                    <a:pt x="1637" y="12"/>
                  </a:lnTo>
                  <a:cubicBezTo>
                    <a:pt x="1624" y="5"/>
                    <a:pt x="1608" y="1"/>
                    <a:pt x="15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0"/>
            <p:cNvSpPr/>
            <p:nvPr/>
          </p:nvSpPr>
          <p:spPr>
            <a:xfrm>
              <a:off x="1750095" y="1988825"/>
              <a:ext cx="50793" cy="58708"/>
            </a:xfrm>
            <a:custGeom>
              <a:avLst/>
              <a:gdLst/>
              <a:ahLst/>
              <a:cxnLst/>
              <a:rect l="l" t="t" r="r" b="b"/>
              <a:pathLst>
                <a:path w="1476" h="1706" extrusionOk="0">
                  <a:moveTo>
                    <a:pt x="1465" y="1"/>
                  </a:moveTo>
                  <a:lnTo>
                    <a:pt x="1" y="848"/>
                  </a:lnTo>
                  <a:lnTo>
                    <a:pt x="1475" y="1705"/>
                  </a:lnTo>
                  <a:lnTo>
                    <a:pt x="146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0"/>
            <p:cNvSpPr/>
            <p:nvPr/>
          </p:nvSpPr>
          <p:spPr>
            <a:xfrm>
              <a:off x="1800509" y="1988825"/>
              <a:ext cx="50862" cy="58708"/>
            </a:xfrm>
            <a:custGeom>
              <a:avLst/>
              <a:gdLst/>
              <a:ahLst/>
              <a:cxnLst/>
              <a:rect l="l" t="t" r="r" b="b"/>
              <a:pathLst>
                <a:path w="1478" h="1706" extrusionOk="0">
                  <a:moveTo>
                    <a:pt x="0" y="1"/>
                  </a:moveTo>
                  <a:lnTo>
                    <a:pt x="10" y="1705"/>
                  </a:lnTo>
                  <a:lnTo>
                    <a:pt x="1478" y="858"/>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0"/>
            <p:cNvSpPr/>
            <p:nvPr/>
          </p:nvSpPr>
          <p:spPr>
            <a:xfrm>
              <a:off x="1814102" y="1992955"/>
              <a:ext cx="28253" cy="19512"/>
            </a:xfrm>
            <a:custGeom>
              <a:avLst/>
              <a:gdLst/>
              <a:ahLst/>
              <a:cxnLst/>
              <a:rect l="l" t="t" r="r" b="b"/>
              <a:pathLst>
                <a:path w="821" h="567" extrusionOk="0">
                  <a:moveTo>
                    <a:pt x="136" y="0"/>
                  </a:moveTo>
                  <a:cubicBezTo>
                    <a:pt x="95" y="0"/>
                    <a:pt x="55" y="21"/>
                    <a:pt x="32" y="58"/>
                  </a:cubicBezTo>
                  <a:cubicBezTo>
                    <a:pt x="0" y="113"/>
                    <a:pt x="21" y="184"/>
                    <a:pt x="75" y="217"/>
                  </a:cubicBezTo>
                  <a:lnTo>
                    <a:pt x="645" y="549"/>
                  </a:lnTo>
                  <a:cubicBezTo>
                    <a:pt x="664" y="561"/>
                    <a:pt x="683" y="567"/>
                    <a:pt x="704" y="567"/>
                  </a:cubicBezTo>
                  <a:cubicBezTo>
                    <a:pt x="724" y="567"/>
                    <a:pt x="745" y="561"/>
                    <a:pt x="762" y="549"/>
                  </a:cubicBezTo>
                  <a:cubicBezTo>
                    <a:pt x="799" y="530"/>
                    <a:pt x="821" y="491"/>
                    <a:pt x="821" y="450"/>
                  </a:cubicBezTo>
                  <a:lnTo>
                    <a:pt x="821" y="128"/>
                  </a:lnTo>
                  <a:lnTo>
                    <a:pt x="588" y="128"/>
                  </a:lnTo>
                  <a:lnTo>
                    <a:pt x="588" y="247"/>
                  </a:lnTo>
                  <a:lnTo>
                    <a:pt x="192" y="15"/>
                  </a:lnTo>
                  <a:cubicBezTo>
                    <a:pt x="174" y="5"/>
                    <a:pt x="155" y="0"/>
                    <a:pt x="1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0"/>
            <p:cNvSpPr/>
            <p:nvPr/>
          </p:nvSpPr>
          <p:spPr>
            <a:xfrm>
              <a:off x="1798341" y="1994916"/>
              <a:ext cx="29388" cy="49520"/>
            </a:xfrm>
            <a:custGeom>
              <a:avLst/>
              <a:gdLst/>
              <a:ahLst/>
              <a:cxnLst/>
              <a:rect l="l" t="t" r="r" b="b"/>
              <a:pathLst>
                <a:path w="854" h="1439" extrusionOk="0">
                  <a:moveTo>
                    <a:pt x="668" y="1"/>
                  </a:moveTo>
                  <a:cubicBezTo>
                    <a:pt x="630" y="1"/>
                    <a:pt x="589" y="11"/>
                    <a:pt x="546" y="36"/>
                  </a:cubicBezTo>
                  <a:lnTo>
                    <a:pt x="246" y="211"/>
                  </a:lnTo>
                  <a:cubicBezTo>
                    <a:pt x="0" y="356"/>
                    <a:pt x="18" y="658"/>
                    <a:pt x="18" y="674"/>
                  </a:cubicBezTo>
                  <a:lnTo>
                    <a:pt x="19" y="1375"/>
                  </a:lnTo>
                  <a:cubicBezTo>
                    <a:pt x="19" y="1392"/>
                    <a:pt x="30" y="1410"/>
                    <a:pt x="52" y="1421"/>
                  </a:cubicBezTo>
                  <a:cubicBezTo>
                    <a:pt x="73" y="1433"/>
                    <a:pt x="98" y="1439"/>
                    <a:pt x="124" y="1439"/>
                  </a:cubicBezTo>
                  <a:cubicBezTo>
                    <a:pt x="146" y="1439"/>
                    <a:pt x="169" y="1435"/>
                    <a:pt x="189" y="1427"/>
                  </a:cubicBezTo>
                  <a:lnTo>
                    <a:pt x="248" y="1394"/>
                  </a:lnTo>
                  <a:lnTo>
                    <a:pt x="853" y="1045"/>
                  </a:lnTo>
                  <a:lnTo>
                    <a:pt x="853" y="716"/>
                  </a:lnTo>
                  <a:lnTo>
                    <a:pt x="852" y="279"/>
                  </a:lnTo>
                  <a:cubicBezTo>
                    <a:pt x="852" y="279"/>
                    <a:pt x="852" y="216"/>
                    <a:pt x="849" y="140"/>
                  </a:cubicBezTo>
                  <a:cubicBezTo>
                    <a:pt x="848" y="83"/>
                    <a:pt x="774" y="1"/>
                    <a:pt x="6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0"/>
            <p:cNvSpPr/>
            <p:nvPr/>
          </p:nvSpPr>
          <p:spPr>
            <a:xfrm>
              <a:off x="1798341" y="1992955"/>
              <a:ext cx="24330" cy="51550"/>
            </a:xfrm>
            <a:custGeom>
              <a:avLst/>
              <a:gdLst/>
              <a:ahLst/>
              <a:cxnLst/>
              <a:rect l="l" t="t" r="r" b="b"/>
              <a:pathLst>
                <a:path w="707" h="1498" extrusionOk="0">
                  <a:moveTo>
                    <a:pt x="707" y="1"/>
                  </a:moveTo>
                  <a:lnTo>
                    <a:pt x="665" y="26"/>
                  </a:lnTo>
                  <a:lnTo>
                    <a:pt x="245" y="270"/>
                  </a:lnTo>
                  <a:lnTo>
                    <a:pt x="242" y="271"/>
                  </a:lnTo>
                  <a:cubicBezTo>
                    <a:pt x="0" y="415"/>
                    <a:pt x="15" y="716"/>
                    <a:pt x="15" y="732"/>
                  </a:cubicBezTo>
                  <a:lnTo>
                    <a:pt x="18" y="1433"/>
                  </a:lnTo>
                  <a:lnTo>
                    <a:pt x="18" y="1435"/>
                  </a:lnTo>
                  <a:lnTo>
                    <a:pt x="18" y="1436"/>
                  </a:lnTo>
                  <a:cubicBezTo>
                    <a:pt x="18" y="1454"/>
                    <a:pt x="28" y="1470"/>
                    <a:pt x="50" y="1483"/>
                  </a:cubicBezTo>
                  <a:cubicBezTo>
                    <a:pt x="62" y="1490"/>
                    <a:pt x="73" y="1493"/>
                    <a:pt x="88" y="1497"/>
                  </a:cubicBezTo>
                  <a:cubicBezTo>
                    <a:pt x="88" y="1493"/>
                    <a:pt x="87" y="1492"/>
                    <a:pt x="87" y="1490"/>
                  </a:cubicBezTo>
                  <a:lnTo>
                    <a:pt x="87" y="1487"/>
                  </a:lnTo>
                  <a:lnTo>
                    <a:pt x="87" y="1486"/>
                  </a:lnTo>
                  <a:lnTo>
                    <a:pt x="85" y="785"/>
                  </a:lnTo>
                  <a:cubicBezTo>
                    <a:pt x="85" y="772"/>
                    <a:pt x="69" y="469"/>
                    <a:pt x="312" y="324"/>
                  </a:cubicBezTo>
                  <a:lnTo>
                    <a:pt x="313" y="323"/>
                  </a:lnTo>
                  <a:lnTo>
                    <a:pt x="707" y="1"/>
                  </a:ln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0"/>
            <p:cNvSpPr/>
            <p:nvPr/>
          </p:nvSpPr>
          <p:spPr>
            <a:xfrm>
              <a:off x="1801266" y="1977469"/>
              <a:ext cx="23228" cy="23228"/>
            </a:xfrm>
            <a:custGeom>
              <a:avLst/>
              <a:gdLst/>
              <a:ahLst/>
              <a:cxnLst/>
              <a:rect l="l" t="t" r="r" b="b"/>
              <a:pathLst>
                <a:path w="675" h="675" extrusionOk="0">
                  <a:moveTo>
                    <a:pt x="337" y="0"/>
                  </a:moveTo>
                  <a:cubicBezTo>
                    <a:pt x="152" y="0"/>
                    <a:pt x="0" y="151"/>
                    <a:pt x="0" y="338"/>
                  </a:cubicBezTo>
                  <a:cubicBezTo>
                    <a:pt x="0" y="522"/>
                    <a:pt x="149" y="675"/>
                    <a:pt x="337" y="675"/>
                  </a:cubicBezTo>
                  <a:cubicBezTo>
                    <a:pt x="525" y="675"/>
                    <a:pt x="675" y="524"/>
                    <a:pt x="675" y="338"/>
                  </a:cubicBezTo>
                  <a:cubicBezTo>
                    <a:pt x="675" y="151"/>
                    <a:pt x="525" y="0"/>
                    <a:pt x="337" y="0"/>
                  </a:cubicBezTo>
                  <a:close/>
                </a:path>
              </a:pathLst>
            </a:custGeom>
            <a:solidFill>
              <a:srgbClr val="FFD3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0"/>
            <p:cNvSpPr/>
            <p:nvPr/>
          </p:nvSpPr>
          <p:spPr>
            <a:xfrm>
              <a:off x="1833993" y="1994951"/>
              <a:ext cx="8775" cy="4646"/>
            </a:xfrm>
            <a:custGeom>
              <a:avLst/>
              <a:gdLst/>
              <a:ahLst/>
              <a:cxnLst/>
              <a:rect l="l" t="t" r="r" b="b"/>
              <a:pathLst>
                <a:path w="255" h="135" extrusionOk="0">
                  <a:moveTo>
                    <a:pt x="127" y="1"/>
                  </a:moveTo>
                  <a:cubicBezTo>
                    <a:pt x="98" y="1"/>
                    <a:pt x="68" y="7"/>
                    <a:pt x="45" y="20"/>
                  </a:cubicBezTo>
                  <a:cubicBezTo>
                    <a:pt x="0" y="48"/>
                    <a:pt x="0" y="89"/>
                    <a:pt x="45" y="115"/>
                  </a:cubicBezTo>
                  <a:cubicBezTo>
                    <a:pt x="68" y="128"/>
                    <a:pt x="97" y="134"/>
                    <a:pt x="127" y="134"/>
                  </a:cubicBezTo>
                  <a:cubicBezTo>
                    <a:pt x="156" y="134"/>
                    <a:pt x="185" y="128"/>
                    <a:pt x="208" y="115"/>
                  </a:cubicBezTo>
                  <a:cubicBezTo>
                    <a:pt x="255" y="89"/>
                    <a:pt x="255" y="45"/>
                    <a:pt x="208" y="20"/>
                  </a:cubicBezTo>
                  <a:cubicBezTo>
                    <a:pt x="186" y="7"/>
                    <a:pt x="157" y="1"/>
                    <a:pt x="1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0"/>
            <p:cNvSpPr/>
            <p:nvPr/>
          </p:nvSpPr>
          <p:spPr>
            <a:xfrm>
              <a:off x="1833167" y="1989101"/>
              <a:ext cx="8259" cy="10496"/>
            </a:xfrm>
            <a:custGeom>
              <a:avLst/>
              <a:gdLst/>
              <a:ahLst/>
              <a:cxnLst/>
              <a:rect l="l" t="t" r="r" b="b"/>
              <a:pathLst>
                <a:path w="240" h="305" extrusionOk="0">
                  <a:moveTo>
                    <a:pt x="119" y="0"/>
                  </a:moveTo>
                  <a:cubicBezTo>
                    <a:pt x="53" y="0"/>
                    <a:pt x="1" y="53"/>
                    <a:pt x="1" y="119"/>
                  </a:cubicBezTo>
                  <a:cubicBezTo>
                    <a:pt x="1" y="157"/>
                    <a:pt x="18" y="190"/>
                    <a:pt x="46" y="212"/>
                  </a:cubicBezTo>
                  <a:cubicBezTo>
                    <a:pt x="55" y="220"/>
                    <a:pt x="68" y="227"/>
                    <a:pt x="78" y="230"/>
                  </a:cubicBezTo>
                  <a:lnTo>
                    <a:pt x="78" y="288"/>
                  </a:lnTo>
                  <a:cubicBezTo>
                    <a:pt x="101" y="299"/>
                    <a:pt x="128" y="304"/>
                    <a:pt x="155" y="304"/>
                  </a:cubicBezTo>
                  <a:cubicBezTo>
                    <a:pt x="184" y="304"/>
                    <a:pt x="212" y="298"/>
                    <a:pt x="235" y="285"/>
                  </a:cubicBezTo>
                  <a:lnTo>
                    <a:pt x="239" y="280"/>
                  </a:lnTo>
                  <a:lnTo>
                    <a:pt x="239" y="196"/>
                  </a:lnTo>
                  <a:lnTo>
                    <a:pt x="239" y="119"/>
                  </a:lnTo>
                  <a:cubicBezTo>
                    <a:pt x="238" y="53"/>
                    <a:pt x="185" y="0"/>
                    <a:pt x="119" y="0"/>
                  </a:cubicBezTo>
                  <a:close/>
                </a:path>
              </a:pathLst>
            </a:custGeom>
            <a:solidFill>
              <a:srgbClr val="FFD3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40"/>
            <p:cNvSpPr/>
            <p:nvPr/>
          </p:nvSpPr>
          <p:spPr>
            <a:xfrm>
              <a:off x="1832582" y="1992817"/>
              <a:ext cx="12698" cy="5300"/>
            </a:xfrm>
            <a:custGeom>
              <a:avLst/>
              <a:gdLst/>
              <a:ahLst/>
              <a:cxnLst/>
              <a:rect l="l" t="t" r="r" b="b"/>
              <a:pathLst>
                <a:path w="369" h="154" extrusionOk="0">
                  <a:moveTo>
                    <a:pt x="32" y="1"/>
                  </a:moveTo>
                  <a:cubicBezTo>
                    <a:pt x="23" y="1"/>
                    <a:pt x="12" y="5"/>
                    <a:pt x="0" y="12"/>
                  </a:cubicBezTo>
                  <a:lnTo>
                    <a:pt x="326" y="154"/>
                  </a:lnTo>
                  <a:cubicBezTo>
                    <a:pt x="338" y="146"/>
                    <a:pt x="349" y="142"/>
                    <a:pt x="358" y="142"/>
                  </a:cubicBezTo>
                  <a:cubicBezTo>
                    <a:pt x="362" y="142"/>
                    <a:pt x="365" y="142"/>
                    <a:pt x="369" y="144"/>
                  </a:cubicBezTo>
                  <a:lnTo>
                    <a:pt x="43" y="3"/>
                  </a:lnTo>
                  <a:cubicBezTo>
                    <a:pt x="39" y="1"/>
                    <a:pt x="36" y="1"/>
                    <a:pt x="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0"/>
            <p:cNvSpPr/>
            <p:nvPr/>
          </p:nvSpPr>
          <p:spPr>
            <a:xfrm>
              <a:off x="1830895" y="1993230"/>
              <a:ext cx="12974" cy="9773"/>
            </a:xfrm>
            <a:custGeom>
              <a:avLst/>
              <a:gdLst/>
              <a:ahLst/>
              <a:cxnLst/>
              <a:rect l="l" t="t" r="r" b="b"/>
              <a:pathLst>
                <a:path w="377" h="284" extrusionOk="0">
                  <a:moveTo>
                    <a:pt x="52" y="0"/>
                  </a:moveTo>
                  <a:cubicBezTo>
                    <a:pt x="20" y="22"/>
                    <a:pt x="1" y="72"/>
                    <a:pt x="4" y="108"/>
                  </a:cubicBezTo>
                  <a:cubicBezTo>
                    <a:pt x="5" y="127"/>
                    <a:pt x="16" y="138"/>
                    <a:pt x="26" y="143"/>
                  </a:cubicBezTo>
                  <a:lnTo>
                    <a:pt x="346" y="281"/>
                  </a:lnTo>
                  <a:lnTo>
                    <a:pt x="346" y="281"/>
                  </a:lnTo>
                  <a:cubicBezTo>
                    <a:pt x="337" y="276"/>
                    <a:pt x="332" y="264"/>
                    <a:pt x="332" y="249"/>
                  </a:cubicBezTo>
                  <a:cubicBezTo>
                    <a:pt x="326" y="212"/>
                    <a:pt x="348" y="164"/>
                    <a:pt x="377" y="142"/>
                  </a:cubicBezTo>
                  <a:lnTo>
                    <a:pt x="52" y="0"/>
                  </a:lnTo>
                  <a:close/>
                  <a:moveTo>
                    <a:pt x="346" y="281"/>
                  </a:moveTo>
                  <a:cubicBezTo>
                    <a:pt x="348" y="282"/>
                    <a:pt x="350" y="283"/>
                    <a:pt x="352" y="284"/>
                  </a:cubicBezTo>
                  <a:lnTo>
                    <a:pt x="346" y="28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0"/>
            <p:cNvSpPr/>
            <p:nvPr/>
          </p:nvSpPr>
          <p:spPr>
            <a:xfrm>
              <a:off x="1842080" y="1997704"/>
              <a:ext cx="4026" cy="5403"/>
            </a:xfrm>
            <a:custGeom>
              <a:avLst/>
              <a:gdLst/>
              <a:ahLst/>
              <a:cxnLst/>
              <a:rect l="l" t="t" r="r" b="b"/>
              <a:pathLst>
                <a:path w="117" h="157" extrusionOk="0">
                  <a:moveTo>
                    <a:pt x="80" y="1"/>
                  </a:moveTo>
                  <a:cubicBezTo>
                    <a:pt x="71" y="1"/>
                    <a:pt x="61" y="4"/>
                    <a:pt x="50" y="12"/>
                  </a:cubicBezTo>
                  <a:cubicBezTo>
                    <a:pt x="21" y="34"/>
                    <a:pt x="1" y="81"/>
                    <a:pt x="5" y="119"/>
                  </a:cubicBezTo>
                  <a:cubicBezTo>
                    <a:pt x="7" y="143"/>
                    <a:pt x="20" y="156"/>
                    <a:pt x="37" y="156"/>
                  </a:cubicBezTo>
                  <a:cubicBezTo>
                    <a:pt x="46" y="156"/>
                    <a:pt x="56" y="153"/>
                    <a:pt x="67" y="145"/>
                  </a:cubicBezTo>
                  <a:cubicBezTo>
                    <a:pt x="96" y="123"/>
                    <a:pt x="116" y="73"/>
                    <a:pt x="112" y="37"/>
                  </a:cubicBezTo>
                  <a:cubicBezTo>
                    <a:pt x="110" y="13"/>
                    <a:pt x="97" y="1"/>
                    <a:pt x="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0"/>
            <p:cNvSpPr/>
            <p:nvPr/>
          </p:nvSpPr>
          <p:spPr>
            <a:xfrm>
              <a:off x="1842596" y="1998426"/>
              <a:ext cx="3063" cy="4061"/>
            </a:xfrm>
            <a:custGeom>
              <a:avLst/>
              <a:gdLst/>
              <a:ahLst/>
              <a:cxnLst/>
              <a:rect l="l" t="t" r="r" b="b"/>
              <a:pathLst>
                <a:path w="89" h="118" extrusionOk="0">
                  <a:moveTo>
                    <a:pt x="60" y="0"/>
                  </a:moveTo>
                  <a:cubicBezTo>
                    <a:pt x="54" y="0"/>
                    <a:pt x="46" y="3"/>
                    <a:pt x="38" y="9"/>
                  </a:cubicBezTo>
                  <a:cubicBezTo>
                    <a:pt x="15" y="25"/>
                    <a:pt x="0" y="60"/>
                    <a:pt x="5" y="89"/>
                  </a:cubicBezTo>
                  <a:cubicBezTo>
                    <a:pt x="7" y="107"/>
                    <a:pt x="16" y="118"/>
                    <a:pt x="29" y="118"/>
                  </a:cubicBezTo>
                  <a:cubicBezTo>
                    <a:pt x="36" y="118"/>
                    <a:pt x="44" y="115"/>
                    <a:pt x="52" y="109"/>
                  </a:cubicBezTo>
                  <a:cubicBezTo>
                    <a:pt x="73" y="93"/>
                    <a:pt x="88" y="57"/>
                    <a:pt x="85" y="29"/>
                  </a:cubicBezTo>
                  <a:cubicBezTo>
                    <a:pt x="83" y="10"/>
                    <a:pt x="73" y="0"/>
                    <a:pt x="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0"/>
            <p:cNvSpPr/>
            <p:nvPr/>
          </p:nvSpPr>
          <p:spPr>
            <a:xfrm>
              <a:off x="1825734" y="1990339"/>
              <a:ext cx="9635" cy="4061"/>
            </a:xfrm>
            <a:custGeom>
              <a:avLst/>
              <a:gdLst/>
              <a:ahLst/>
              <a:cxnLst/>
              <a:rect l="l" t="t" r="r" b="b"/>
              <a:pathLst>
                <a:path w="280" h="118" extrusionOk="0">
                  <a:moveTo>
                    <a:pt x="278" y="110"/>
                  </a:moveTo>
                  <a:lnTo>
                    <a:pt x="280" y="110"/>
                  </a:lnTo>
                  <a:cubicBezTo>
                    <a:pt x="279" y="110"/>
                    <a:pt x="278" y="110"/>
                    <a:pt x="278" y="110"/>
                  </a:cubicBezTo>
                  <a:close/>
                  <a:moveTo>
                    <a:pt x="23" y="1"/>
                  </a:moveTo>
                  <a:cubicBezTo>
                    <a:pt x="16" y="1"/>
                    <a:pt x="8" y="3"/>
                    <a:pt x="0" y="9"/>
                  </a:cubicBezTo>
                  <a:lnTo>
                    <a:pt x="249" y="118"/>
                  </a:lnTo>
                  <a:cubicBezTo>
                    <a:pt x="257" y="112"/>
                    <a:pt x="264" y="108"/>
                    <a:pt x="271" y="108"/>
                  </a:cubicBezTo>
                  <a:cubicBezTo>
                    <a:pt x="273" y="108"/>
                    <a:pt x="276" y="109"/>
                    <a:pt x="278" y="110"/>
                  </a:cubicBezTo>
                  <a:lnTo>
                    <a:pt x="278" y="110"/>
                  </a:lnTo>
                  <a:lnTo>
                    <a:pt x="31" y="2"/>
                  </a:lnTo>
                  <a:cubicBezTo>
                    <a:pt x="28" y="1"/>
                    <a:pt x="25" y="1"/>
                    <a:pt x="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0"/>
            <p:cNvSpPr/>
            <p:nvPr/>
          </p:nvSpPr>
          <p:spPr>
            <a:xfrm>
              <a:off x="1824357" y="1990649"/>
              <a:ext cx="9911" cy="7536"/>
            </a:xfrm>
            <a:custGeom>
              <a:avLst/>
              <a:gdLst/>
              <a:ahLst/>
              <a:cxnLst/>
              <a:rect l="l" t="t" r="r" b="b"/>
              <a:pathLst>
                <a:path w="288" h="219" extrusionOk="0">
                  <a:moveTo>
                    <a:pt x="39" y="0"/>
                  </a:moveTo>
                  <a:cubicBezTo>
                    <a:pt x="15" y="19"/>
                    <a:pt x="1" y="53"/>
                    <a:pt x="4" y="82"/>
                  </a:cubicBezTo>
                  <a:cubicBezTo>
                    <a:pt x="5" y="97"/>
                    <a:pt x="11" y="107"/>
                    <a:pt x="20" y="110"/>
                  </a:cubicBezTo>
                  <a:lnTo>
                    <a:pt x="268" y="218"/>
                  </a:lnTo>
                  <a:cubicBezTo>
                    <a:pt x="261" y="214"/>
                    <a:pt x="254" y="204"/>
                    <a:pt x="252" y="191"/>
                  </a:cubicBezTo>
                  <a:cubicBezTo>
                    <a:pt x="249" y="161"/>
                    <a:pt x="266" y="125"/>
                    <a:pt x="287" y="109"/>
                  </a:cubicBezTo>
                  <a:lnTo>
                    <a:pt x="3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0"/>
            <p:cNvSpPr/>
            <p:nvPr/>
          </p:nvSpPr>
          <p:spPr>
            <a:xfrm>
              <a:off x="1832960" y="1994090"/>
              <a:ext cx="3132" cy="4129"/>
            </a:xfrm>
            <a:custGeom>
              <a:avLst/>
              <a:gdLst/>
              <a:ahLst/>
              <a:cxnLst/>
              <a:rect l="l" t="t" r="r" b="b"/>
              <a:pathLst>
                <a:path w="91" h="120" extrusionOk="0">
                  <a:moveTo>
                    <a:pt x="61" y="0"/>
                  </a:moveTo>
                  <a:cubicBezTo>
                    <a:pt x="54" y="0"/>
                    <a:pt x="47" y="3"/>
                    <a:pt x="39" y="9"/>
                  </a:cubicBezTo>
                  <a:cubicBezTo>
                    <a:pt x="16" y="25"/>
                    <a:pt x="1" y="61"/>
                    <a:pt x="4" y="91"/>
                  </a:cubicBezTo>
                  <a:cubicBezTo>
                    <a:pt x="5" y="109"/>
                    <a:pt x="15" y="120"/>
                    <a:pt x="29" y="120"/>
                  </a:cubicBezTo>
                  <a:cubicBezTo>
                    <a:pt x="36" y="120"/>
                    <a:pt x="44" y="117"/>
                    <a:pt x="52" y="111"/>
                  </a:cubicBezTo>
                  <a:cubicBezTo>
                    <a:pt x="74" y="94"/>
                    <a:pt x="90" y="56"/>
                    <a:pt x="87" y="29"/>
                  </a:cubicBezTo>
                  <a:cubicBezTo>
                    <a:pt x="85" y="10"/>
                    <a:pt x="75" y="0"/>
                    <a:pt x="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0"/>
            <p:cNvSpPr/>
            <p:nvPr/>
          </p:nvSpPr>
          <p:spPr>
            <a:xfrm>
              <a:off x="1819849" y="1988275"/>
              <a:ext cx="6607" cy="2856"/>
            </a:xfrm>
            <a:custGeom>
              <a:avLst/>
              <a:gdLst/>
              <a:ahLst/>
              <a:cxnLst/>
              <a:rect l="l" t="t" r="r" b="b"/>
              <a:pathLst>
                <a:path w="192" h="83" extrusionOk="0">
                  <a:moveTo>
                    <a:pt x="190" y="76"/>
                  </a:moveTo>
                  <a:lnTo>
                    <a:pt x="192" y="77"/>
                  </a:lnTo>
                  <a:cubicBezTo>
                    <a:pt x="191" y="77"/>
                    <a:pt x="191" y="76"/>
                    <a:pt x="190" y="76"/>
                  </a:cubicBezTo>
                  <a:close/>
                  <a:moveTo>
                    <a:pt x="13" y="0"/>
                  </a:moveTo>
                  <a:cubicBezTo>
                    <a:pt x="9" y="0"/>
                    <a:pt x="3" y="3"/>
                    <a:pt x="0" y="8"/>
                  </a:cubicBezTo>
                  <a:lnTo>
                    <a:pt x="170" y="83"/>
                  </a:lnTo>
                  <a:cubicBezTo>
                    <a:pt x="176" y="78"/>
                    <a:pt x="181" y="75"/>
                    <a:pt x="186" y="75"/>
                  </a:cubicBezTo>
                  <a:cubicBezTo>
                    <a:pt x="187" y="75"/>
                    <a:pt x="189" y="76"/>
                    <a:pt x="190" y="76"/>
                  </a:cubicBezTo>
                  <a:lnTo>
                    <a:pt x="190" y="76"/>
                  </a:lnTo>
                  <a:lnTo>
                    <a:pt x="19" y="2"/>
                  </a:lnTo>
                  <a:cubicBezTo>
                    <a:pt x="18" y="1"/>
                    <a:pt x="16" y="0"/>
                    <a:pt x="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0"/>
            <p:cNvSpPr/>
            <p:nvPr/>
          </p:nvSpPr>
          <p:spPr>
            <a:xfrm>
              <a:off x="1818886" y="1988447"/>
              <a:ext cx="6779" cy="5196"/>
            </a:xfrm>
            <a:custGeom>
              <a:avLst/>
              <a:gdLst/>
              <a:ahLst/>
              <a:cxnLst/>
              <a:rect l="l" t="t" r="r" b="b"/>
              <a:pathLst>
                <a:path w="197" h="151" extrusionOk="0">
                  <a:moveTo>
                    <a:pt x="25" y="0"/>
                  </a:moveTo>
                  <a:cubicBezTo>
                    <a:pt x="10" y="13"/>
                    <a:pt x="0" y="37"/>
                    <a:pt x="2" y="57"/>
                  </a:cubicBezTo>
                  <a:cubicBezTo>
                    <a:pt x="2" y="66"/>
                    <a:pt x="8" y="73"/>
                    <a:pt x="13" y="76"/>
                  </a:cubicBezTo>
                  <a:lnTo>
                    <a:pt x="180" y="149"/>
                  </a:lnTo>
                  <a:lnTo>
                    <a:pt x="180" y="149"/>
                  </a:lnTo>
                  <a:cubicBezTo>
                    <a:pt x="176" y="146"/>
                    <a:pt x="174" y="140"/>
                    <a:pt x="171" y="132"/>
                  </a:cubicBezTo>
                  <a:cubicBezTo>
                    <a:pt x="170" y="113"/>
                    <a:pt x="179" y="86"/>
                    <a:pt x="196" y="76"/>
                  </a:cubicBezTo>
                  <a:lnTo>
                    <a:pt x="25" y="0"/>
                  </a:lnTo>
                  <a:close/>
                  <a:moveTo>
                    <a:pt x="180" y="149"/>
                  </a:moveTo>
                  <a:cubicBezTo>
                    <a:pt x="181" y="150"/>
                    <a:pt x="183" y="150"/>
                    <a:pt x="185" y="151"/>
                  </a:cubicBezTo>
                  <a:lnTo>
                    <a:pt x="180" y="149"/>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40"/>
            <p:cNvSpPr/>
            <p:nvPr/>
          </p:nvSpPr>
          <p:spPr>
            <a:xfrm>
              <a:off x="1824701" y="1990856"/>
              <a:ext cx="2271" cy="2856"/>
            </a:xfrm>
            <a:custGeom>
              <a:avLst/>
              <a:gdLst/>
              <a:ahLst/>
              <a:cxnLst/>
              <a:rect l="l" t="t" r="r" b="b"/>
              <a:pathLst>
                <a:path w="66" h="83" extrusionOk="0">
                  <a:moveTo>
                    <a:pt x="44" y="0"/>
                  </a:moveTo>
                  <a:cubicBezTo>
                    <a:pt x="39" y="0"/>
                    <a:pt x="34" y="2"/>
                    <a:pt x="29" y="6"/>
                  </a:cubicBezTo>
                  <a:cubicBezTo>
                    <a:pt x="13" y="16"/>
                    <a:pt x="1" y="43"/>
                    <a:pt x="5" y="62"/>
                  </a:cubicBezTo>
                  <a:cubicBezTo>
                    <a:pt x="6" y="75"/>
                    <a:pt x="13" y="82"/>
                    <a:pt x="22" y="82"/>
                  </a:cubicBezTo>
                  <a:cubicBezTo>
                    <a:pt x="27" y="82"/>
                    <a:pt x="32" y="80"/>
                    <a:pt x="38" y="76"/>
                  </a:cubicBezTo>
                  <a:cubicBezTo>
                    <a:pt x="52" y="66"/>
                    <a:pt x="65" y="38"/>
                    <a:pt x="61" y="21"/>
                  </a:cubicBezTo>
                  <a:cubicBezTo>
                    <a:pt x="59" y="7"/>
                    <a:pt x="53" y="0"/>
                    <a:pt x="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40"/>
            <p:cNvSpPr/>
            <p:nvPr/>
          </p:nvSpPr>
          <p:spPr>
            <a:xfrm>
              <a:off x="1806807" y="2017216"/>
              <a:ext cx="2237" cy="25775"/>
            </a:xfrm>
            <a:custGeom>
              <a:avLst/>
              <a:gdLst/>
              <a:ahLst/>
              <a:cxnLst/>
              <a:rect l="l" t="t" r="r" b="b"/>
              <a:pathLst>
                <a:path w="65" h="749" extrusionOk="0">
                  <a:moveTo>
                    <a:pt x="0" y="1"/>
                  </a:moveTo>
                  <a:lnTo>
                    <a:pt x="0" y="749"/>
                  </a:lnTo>
                  <a:lnTo>
                    <a:pt x="64" y="712"/>
                  </a:lnTo>
                  <a:lnTo>
                    <a:pt x="64" y="35"/>
                  </a:lnTo>
                  <a:lnTo>
                    <a:pt x="0" y="1"/>
                  </a:ln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0"/>
            <p:cNvSpPr/>
            <p:nvPr/>
          </p:nvSpPr>
          <p:spPr>
            <a:xfrm>
              <a:off x="1744830" y="2014187"/>
              <a:ext cx="111841" cy="37062"/>
            </a:xfrm>
            <a:custGeom>
              <a:avLst/>
              <a:gdLst/>
              <a:ahLst/>
              <a:cxnLst/>
              <a:rect l="l" t="t" r="r" b="b"/>
              <a:pathLst>
                <a:path w="3250" h="1077" extrusionOk="0">
                  <a:moveTo>
                    <a:pt x="108" y="1"/>
                  </a:moveTo>
                  <a:cubicBezTo>
                    <a:pt x="76" y="1"/>
                    <a:pt x="44" y="17"/>
                    <a:pt x="25" y="48"/>
                  </a:cubicBezTo>
                  <a:cubicBezTo>
                    <a:pt x="0" y="93"/>
                    <a:pt x="15" y="152"/>
                    <a:pt x="60" y="178"/>
                  </a:cubicBezTo>
                  <a:lnTo>
                    <a:pt x="1582" y="1063"/>
                  </a:lnTo>
                  <a:cubicBezTo>
                    <a:pt x="1596" y="1072"/>
                    <a:pt x="1612" y="1076"/>
                    <a:pt x="1628" y="1076"/>
                  </a:cubicBezTo>
                  <a:cubicBezTo>
                    <a:pt x="1646" y="1076"/>
                    <a:pt x="1662" y="1072"/>
                    <a:pt x="1677" y="1063"/>
                  </a:cubicBezTo>
                  <a:lnTo>
                    <a:pt x="3188" y="191"/>
                  </a:lnTo>
                  <a:cubicBezTo>
                    <a:pt x="3235" y="165"/>
                    <a:pt x="3250" y="106"/>
                    <a:pt x="3223" y="61"/>
                  </a:cubicBezTo>
                  <a:cubicBezTo>
                    <a:pt x="3206" y="31"/>
                    <a:pt x="3174" y="13"/>
                    <a:pt x="3141" y="13"/>
                  </a:cubicBezTo>
                  <a:cubicBezTo>
                    <a:pt x="3125" y="13"/>
                    <a:pt x="3109" y="17"/>
                    <a:pt x="3094" y="26"/>
                  </a:cubicBezTo>
                  <a:lnTo>
                    <a:pt x="1631" y="872"/>
                  </a:lnTo>
                  <a:lnTo>
                    <a:pt x="155" y="13"/>
                  </a:lnTo>
                  <a:cubicBezTo>
                    <a:pt x="140" y="5"/>
                    <a:pt x="124" y="1"/>
                    <a:pt x="1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0"/>
            <p:cNvSpPr/>
            <p:nvPr/>
          </p:nvSpPr>
          <p:spPr>
            <a:xfrm>
              <a:off x="1825011" y="1811429"/>
              <a:ext cx="103238" cy="232869"/>
            </a:xfrm>
            <a:custGeom>
              <a:avLst/>
              <a:gdLst/>
              <a:ahLst/>
              <a:cxnLst/>
              <a:rect l="l" t="t" r="r" b="b"/>
              <a:pathLst>
                <a:path w="3000" h="6767" extrusionOk="0">
                  <a:moveTo>
                    <a:pt x="2917" y="0"/>
                  </a:moveTo>
                  <a:lnTo>
                    <a:pt x="1" y="6767"/>
                  </a:lnTo>
                  <a:lnTo>
                    <a:pt x="86" y="6767"/>
                  </a:lnTo>
                  <a:lnTo>
                    <a:pt x="30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0"/>
            <p:cNvSpPr/>
            <p:nvPr/>
          </p:nvSpPr>
          <p:spPr>
            <a:xfrm>
              <a:off x="1673734" y="1811429"/>
              <a:ext cx="102171" cy="232869"/>
            </a:xfrm>
            <a:custGeom>
              <a:avLst/>
              <a:gdLst/>
              <a:ahLst/>
              <a:cxnLst/>
              <a:rect l="l" t="t" r="r" b="b"/>
              <a:pathLst>
                <a:path w="2969" h="6767" extrusionOk="0">
                  <a:moveTo>
                    <a:pt x="0" y="0"/>
                  </a:moveTo>
                  <a:lnTo>
                    <a:pt x="2887" y="6767"/>
                  </a:lnTo>
                  <a:lnTo>
                    <a:pt x="2969" y="6767"/>
                  </a:lnTo>
                  <a:lnTo>
                    <a:pt x="8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40"/>
            <p:cNvSpPr/>
            <p:nvPr/>
          </p:nvSpPr>
          <p:spPr>
            <a:xfrm>
              <a:off x="1667643" y="1792227"/>
              <a:ext cx="266250" cy="83209"/>
            </a:xfrm>
            <a:custGeom>
              <a:avLst/>
              <a:gdLst/>
              <a:ahLst/>
              <a:cxnLst/>
              <a:rect l="l" t="t" r="r" b="b"/>
              <a:pathLst>
                <a:path w="7737" h="2418" extrusionOk="0">
                  <a:moveTo>
                    <a:pt x="126" y="1"/>
                  </a:moveTo>
                  <a:cubicBezTo>
                    <a:pt x="57" y="1"/>
                    <a:pt x="0" y="58"/>
                    <a:pt x="0" y="128"/>
                  </a:cubicBezTo>
                  <a:cubicBezTo>
                    <a:pt x="3" y="754"/>
                    <a:pt x="419" y="1338"/>
                    <a:pt x="1168" y="1769"/>
                  </a:cubicBezTo>
                  <a:cubicBezTo>
                    <a:pt x="1917" y="2201"/>
                    <a:pt x="2899" y="2418"/>
                    <a:pt x="3879" y="2418"/>
                  </a:cubicBezTo>
                  <a:cubicBezTo>
                    <a:pt x="4859" y="2418"/>
                    <a:pt x="5839" y="2202"/>
                    <a:pt x="6584" y="1769"/>
                  </a:cubicBezTo>
                  <a:cubicBezTo>
                    <a:pt x="7329" y="1335"/>
                    <a:pt x="7737" y="754"/>
                    <a:pt x="7732" y="126"/>
                  </a:cubicBezTo>
                  <a:cubicBezTo>
                    <a:pt x="7734" y="58"/>
                    <a:pt x="7678" y="1"/>
                    <a:pt x="7608" y="1"/>
                  </a:cubicBezTo>
                  <a:cubicBezTo>
                    <a:pt x="7610" y="533"/>
                    <a:pt x="7122" y="1164"/>
                    <a:pt x="6458" y="1550"/>
                  </a:cubicBezTo>
                  <a:cubicBezTo>
                    <a:pt x="5749" y="1962"/>
                    <a:pt x="4815" y="2168"/>
                    <a:pt x="3880" y="2168"/>
                  </a:cubicBezTo>
                  <a:cubicBezTo>
                    <a:pt x="2945" y="2168"/>
                    <a:pt x="2009" y="1962"/>
                    <a:pt x="1295" y="1550"/>
                  </a:cubicBezTo>
                  <a:cubicBezTo>
                    <a:pt x="628" y="1164"/>
                    <a:pt x="130" y="533"/>
                    <a:pt x="1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0"/>
            <p:cNvSpPr/>
            <p:nvPr/>
          </p:nvSpPr>
          <p:spPr>
            <a:xfrm>
              <a:off x="716825" y="1295895"/>
              <a:ext cx="152379" cy="172235"/>
            </a:xfrm>
            <a:custGeom>
              <a:avLst/>
              <a:gdLst/>
              <a:ahLst/>
              <a:cxnLst/>
              <a:rect l="l" t="t" r="r" b="b"/>
              <a:pathLst>
                <a:path w="4428" h="5005" extrusionOk="0">
                  <a:moveTo>
                    <a:pt x="1246" y="0"/>
                  </a:moveTo>
                  <a:cubicBezTo>
                    <a:pt x="1195" y="0"/>
                    <a:pt x="1153" y="7"/>
                    <a:pt x="1120" y="27"/>
                  </a:cubicBezTo>
                  <a:lnTo>
                    <a:pt x="104" y="620"/>
                  </a:lnTo>
                  <a:cubicBezTo>
                    <a:pt x="36" y="659"/>
                    <a:pt x="0" y="754"/>
                    <a:pt x="30" y="830"/>
                  </a:cubicBezTo>
                  <a:lnTo>
                    <a:pt x="1550" y="4921"/>
                  </a:lnTo>
                  <a:cubicBezTo>
                    <a:pt x="1568" y="4974"/>
                    <a:pt x="1612" y="5004"/>
                    <a:pt x="1660" y="5004"/>
                  </a:cubicBezTo>
                  <a:cubicBezTo>
                    <a:pt x="1681" y="5004"/>
                    <a:pt x="1704" y="4998"/>
                    <a:pt x="1725" y="4985"/>
                  </a:cubicBezTo>
                  <a:lnTo>
                    <a:pt x="4428" y="3408"/>
                  </a:lnTo>
                  <a:lnTo>
                    <a:pt x="1420" y="11"/>
                  </a:lnTo>
                  <a:cubicBezTo>
                    <a:pt x="1354" y="7"/>
                    <a:pt x="1296" y="0"/>
                    <a:pt x="12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0"/>
            <p:cNvSpPr/>
            <p:nvPr/>
          </p:nvSpPr>
          <p:spPr>
            <a:xfrm>
              <a:off x="977121" y="1306081"/>
              <a:ext cx="48350" cy="47180"/>
            </a:xfrm>
            <a:custGeom>
              <a:avLst/>
              <a:gdLst/>
              <a:ahLst/>
              <a:cxnLst/>
              <a:rect l="l" t="t" r="r" b="b"/>
              <a:pathLst>
                <a:path w="1405" h="1371" extrusionOk="0">
                  <a:moveTo>
                    <a:pt x="525" y="1"/>
                  </a:moveTo>
                  <a:cubicBezTo>
                    <a:pt x="489" y="1"/>
                    <a:pt x="454" y="9"/>
                    <a:pt x="426" y="27"/>
                  </a:cubicBezTo>
                  <a:lnTo>
                    <a:pt x="113" y="208"/>
                  </a:lnTo>
                  <a:cubicBezTo>
                    <a:pt x="44" y="249"/>
                    <a:pt x="0" y="346"/>
                    <a:pt x="15" y="425"/>
                  </a:cubicBezTo>
                  <a:lnTo>
                    <a:pt x="176" y="1283"/>
                  </a:lnTo>
                  <a:cubicBezTo>
                    <a:pt x="186" y="1339"/>
                    <a:pt x="223" y="1371"/>
                    <a:pt x="268" y="1371"/>
                  </a:cubicBezTo>
                  <a:cubicBezTo>
                    <a:pt x="287" y="1371"/>
                    <a:pt x="307" y="1365"/>
                    <a:pt x="328" y="1354"/>
                  </a:cubicBezTo>
                  <a:lnTo>
                    <a:pt x="1339" y="764"/>
                  </a:lnTo>
                  <a:lnTo>
                    <a:pt x="1382" y="741"/>
                  </a:lnTo>
                  <a:cubicBezTo>
                    <a:pt x="1405" y="726"/>
                    <a:pt x="1374" y="672"/>
                    <a:pt x="1314" y="619"/>
                  </a:cubicBezTo>
                  <a:lnTo>
                    <a:pt x="659" y="47"/>
                  </a:lnTo>
                  <a:cubicBezTo>
                    <a:pt x="624" y="17"/>
                    <a:pt x="574" y="1"/>
                    <a:pt x="525" y="1"/>
                  </a:cubicBezTo>
                  <a:close/>
                </a:path>
              </a:pathLst>
            </a:custGeom>
            <a:solidFill>
              <a:srgbClr val="D1E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40"/>
            <p:cNvSpPr/>
            <p:nvPr/>
          </p:nvSpPr>
          <p:spPr>
            <a:xfrm>
              <a:off x="626699" y="1317954"/>
              <a:ext cx="441271" cy="280737"/>
            </a:xfrm>
            <a:custGeom>
              <a:avLst/>
              <a:gdLst/>
              <a:ahLst/>
              <a:cxnLst/>
              <a:rect l="l" t="t" r="r" b="b"/>
              <a:pathLst>
                <a:path w="12823" h="8158" extrusionOk="0">
                  <a:moveTo>
                    <a:pt x="12249" y="1"/>
                  </a:moveTo>
                  <a:cubicBezTo>
                    <a:pt x="11769" y="1"/>
                    <a:pt x="11122" y="252"/>
                    <a:pt x="10660" y="529"/>
                  </a:cubicBezTo>
                  <a:lnTo>
                    <a:pt x="2845" y="5238"/>
                  </a:lnTo>
                  <a:cubicBezTo>
                    <a:pt x="2134" y="5663"/>
                    <a:pt x="1" y="7499"/>
                    <a:pt x="308" y="8011"/>
                  </a:cubicBezTo>
                  <a:cubicBezTo>
                    <a:pt x="369" y="8114"/>
                    <a:pt x="521" y="8157"/>
                    <a:pt x="730" y="8157"/>
                  </a:cubicBezTo>
                  <a:cubicBezTo>
                    <a:pt x="1581" y="8157"/>
                    <a:pt x="3387" y="7443"/>
                    <a:pt x="3955" y="7102"/>
                  </a:cubicBezTo>
                  <a:lnTo>
                    <a:pt x="9424" y="3841"/>
                  </a:lnTo>
                  <a:lnTo>
                    <a:pt x="12823" y="252"/>
                  </a:lnTo>
                  <a:cubicBezTo>
                    <a:pt x="12716" y="73"/>
                    <a:pt x="12507" y="1"/>
                    <a:pt x="122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40"/>
            <p:cNvSpPr/>
            <p:nvPr/>
          </p:nvSpPr>
          <p:spPr>
            <a:xfrm>
              <a:off x="1005374" y="1333198"/>
              <a:ext cx="96596" cy="25431"/>
            </a:xfrm>
            <a:custGeom>
              <a:avLst/>
              <a:gdLst/>
              <a:ahLst/>
              <a:cxnLst/>
              <a:rect l="l" t="t" r="r" b="b"/>
              <a:pathLst>
                <a:path w="2807" h="739" extrusionOk="0">
                  <a:moveTo>
                    <a:pt x="1165" y="1"/>
                  </a:moveTo>
                  <a:lnTo>
                    <a:pt x="1080" y="51"/>
                  </a:lnTo>
                  <a:lnTo>
                    <a:pt x="70" y="639"/>
                  </a:lnTo>
                  <a:cubicBezTo>
                    <a:pt x="0" y="678"/>
                    <a:pt x="10" y="713"/>
                    <a:pt x="91" y="715"/>
                  </a:cubicBezTo>
                  <a:lnTo>
                    <a:pt x="877" y="738"/>
                  </a:lnTo>
                  <a:lnTo>
                    <a:pt x="2151" y="724"/>
                  </a:lnTo>
                  <a:cubicBezTo>
                    <a:pt x="2230" y="722"/>
                    <a:pt x="2353" y="690"/>
                    <a:pt x="2422" y="649"/>
                  </a:cubicBezTo>
                  <a:lnTo>
                    <a:pt x="2736" y="471"/>
                  </a:lnTo>
                  <a:cubicBezTo>
                    <a:pt x="2806" y="428"/>
                    <a:pt x="2799" y="383"/>
                    <a:pt x="2720" y="364"/>
                  </a:cubicBezTo>
                  <a:lnTo>
                    <a:pt x="11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0"/>
            <p:cNvSpPr/>
            <p:nvPr/>
          </p:nvSpPr>
          <p:spPr>
            <a:xfrm>
              <a:off x="985174" y="1264408"/>
              <a:ext cx="62665" cy="85756"/>
            </a:xfrm>
            <a:custGeom>
              <a:avLst/>
              <a:gdLst/>
              <a:ahLst/>
              <a:cxnLst/>
              <a:rect l="l" t="t" r="r" b="b"/>
              <a:pathLst>
                <a:path w="1821" h="2492" extrusionOk="0">
                  <a:moveTo>
                    <a:pt x="1511" y="1"/>
                  </a:moveTo>
                  <a:cubicBezTo>
                    <a:pt x="1492" y="1"/>
                    <a:pt x="1472" y="7"/>
                    <a:pt x="1450" y="19"/>
                  </a:cubicBezTo>
                  <a:lnTo>
                    <a:pt x="1139" y="197"/>
                  </a:lnTo>
                  <a:cubicBezTo>
                    <a:pt x="1067" y="238"/>
                    <a:pt x="985" y="329"/>
                    <a:pt x="952" y="402"/>
                  </a:cubicBezTo>
                  <a:lnTo>
                    <a:pt x="1" y="2492"/>
                  </a:lnTo>
                  <a:cubicBezTo>
                    <a:pt x="1" y="2492"/>
                    <a:pt x="461" y="2145"/>
                    <a:pt x="1069" y="1865"/>
                  </a:cubicBezTo>
                  <a:cubicBezTo>
                    <a:pt x="1559" y="1640"/>
                    <a:pt x="1821" y="1617"/>
                    <a:pt x="1821" y="1617"/>
                  </a:cubicBezTo>
                  <a:lnTo>
                    <a:pt x="1600" y="88"/>
                  </a:lnTo>
                  <a:cubicBezTo>
                    <a:pt x="1590" y="33"/>
                    <a:pt x="1555" y="1"/>
                    <a:pt x="15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0"/>
            <p:cNvSpPr/>
            <p:nvPr/>
          </p:nvSpPr>
          <p:spPr>
            <a:xfrm>
              <a:off x="842981" y="1445555"/>
              <a:ext cx="299526" cy="86238"/>
            </a:xfrm>
            <a:custGeom>
              <a:avLst/>
              <a:gdLst/>
              <a:ahLst/>
              <a:cxnLst/>
              <a:rect l="l" t="t" r="r" b="b"/>
              <a:pathLst>
                <a:path w="8704" h="2506" extrusionOk="0">
                  <a:moveTo>
                    <a:pt x="2693" y="0"/>
                  </a:moveTo>
                  <a:lnTo>
                    <a:pt x="2327" y="214"/>
                  </a:lnTo>
                  <a:lnTo>
                    <a:pt x="71" y="1525"/>
                  </a:lnTo>
                  <a:cubicBezTo>
                    <a:pt x="1" y="1565"/>
                    <a:pt x="10" y="1606"/>
                    <a:pt x="89" y="1617"/>
                  </a:cubicBezTo>
                  <a:lnTo>
                    <a:pt x="7342" y="2503"/>
                  </a:lnTo>
                  <a:cubicBezTo>
                    <a:pt x="7354" y="2505"/>
                    <a:pt x="7366" y="2505"/>
                    <a:pt x="7379" y="2505"/>
                  </a:cubicBezTo>
                  <a:cubicBezTo>
                    <a:pt x="7456" y="2505"/>
                    <a:pt x="7553" y="2483"/>
                    <a:pt x="7613" y="2448"/>
                  </a:cubicBezTo>
                  <a:lnTo>
                    <a:pt x="8633" y="1860"/>
                  </a:lnTo>
                  <a:cubicBezTo>
                    <a:pt x="8703" y="1819"/>
                    <a:pt x="8697" y="1767"/>
                    <a:pt x="8620" y="1744"/>
                  </a:cubicBezTo>
                  <a:lnTo>
                    <a:pt x="26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0"/>
            <p:cNvSpPr/>
            <p:nvPr/>
          </p:nvSpPr>
          <p:spPr>
            <a:xfrm>
              <a:off x="662660" y="1538916"/>
              <a:ext cx="37991" cy="18720"/>
            </a:xfrm>
            <a:custGeom>
              <a:avLst/>
              <a:gdLst/>
              <a:ahLst/>
              <a:cxnLst/>
              <a:rect l="l" t="t" r="r" b="b"/>
              <a:pathLst>
                <a:path w="1104" h="544" extrusionOk="0">
                  <a:moveTo>
                    <a:pt x="325" y="1"/>
                  </a:moveTo>
                  <a:cubicBezTo>
                    <a:pt x="212" y="106"/>
                    <a:pt x="104" y="215"/>
                    <a:pt x="0" y="323"/>
                  </a:cubicBezTo>
                  <a:cubicBezTo>
                    <a:pt x="160" y="403"/>
                    <a:pt x="504" y="544"/>
                    <a:pt x="965" y="544"/>
                  </a:cubicBezTo>
                  <a:cubicBezTo>
                    <a:pt x="1010" y="544"/>
                    <a:pt x="1056" y="542"/>
                    <a:pt x="1103" y="539"/>
                  </a:cubicBezTo>
                  <a:lnTo>
                    <a:pt x="1103" y="213"/>
                  </a:lnTo>
                  <a:cubicBezTo>
                    <a:pt x="1103" y="213"/>
                    <a:pt x="716" y="191"/>
                    <a:pt x="3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40"/>
            <p:cNvSpPr/>
            <p:nvPr/>
          </p:nvSpPr>
          <p:spPr>
            <a:xfrm>
              <a:off x="859878" y="1467442"/>
              <a:ext cx="6814" cy="13283"/>
            </a:xfrm>
            <a:custGeom>
              <a:avLst/>
              <a:gdLst/>
              <a:ahLst/>
              <a:cxnLst/>
              <a:rect l="l" t="t" r="r" b="b"/>
              <a:pathLst>
                <a:path w="198" h="386" extrusionOk="0">
                  <a:moveTo>
                    <a:pt x="97" y="0"/>
                  </a:moveTo>
                  <a:cubicBezTo>
                    <a:pt x="93" y="0"/>
                    <a:pt x="89" y="1"/>
                    <a:pt x="85" y="2"/>
                  </a:cubicBezTo>
                  <a:cubicBezTo>
                    <a:pt x="35" y="17"/>
                    <a:pt x="0" y="113"/>
                    <a:pt x="9" y="220"/>
                  </a:cubicBezTo>
                  <a:cubicBezTo>
                    <a:pt x="18" y="315"/>
                    <a:pt x="58" y="386"/>
                    <a:pt x="103" y="386"/>
                  </a:cubicBezTo>
                  <a:cubicBezTo>
                    <a:pt x="107" y="386"/>
                    <a:pt x="111" y="385"/>
                    <a:pt x="116" y="384"/>
                  </a:cubicBezTo>
                  <a:cubicBezTo>
                    <a:pt x="162" y="369"/>
                    <a:pt x="198" y="273"/>
                    <a:pt x="189" y="166"/>
                  </a:cubicBezTo>
                  <a:cubicBezTo>
                    <a:pt x="181" y="69"/>
                    <a:pt x="141" y="0"/>
                    <a:pt x="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0"/>
            <p:cNvSpPr/>
            <p:nvPr/>
          </p:nvSpPr>
          <p:spPr>
            <a:xfrm>
              <a:off x="882108" y="1453883"/>
              <a:ext cx="6848" cy="13386"/>
            </a:xfrm>
            <a:custGeom>
              <a:avLst/>
              <a:gdLst/>
              <a:ahLst/>
              <a:cxnLst/>
              <a:rect l="l" t="t" r="r" b="b"/>
              <a:pathLst>
                <a:path w="199" h="389" extrusionOk="0">
                  <a:moveTo>
                    <a:pt x="96" y="1"/>
                  </a:moveTo>
                  <a:cubicBezTo>
                    <a:pt x="92" y="1"/>
                    <a:pt x="88" y="1"/>
                    <a:pt x="84" y="2"/>
                  </a:cubicBezTo>
                  <a:cubicBezTo>
                    <a:pt x="34" y="17"/>
                    <a:pt x="1" y="114"/>
                    <a:pt x="9" y="220"/>
                  </a:cubicBezTo>
                  <a:cubicBezTo>
                    <a:pt x="16" y="318"/>
                    <a:pt x="57" y="389"/>
                    <a:pt x="102" y="389"/>
                  </a:cubicBezTo>
                  <a:cubicBezTo>
                    <a:pt x="106" y="389"/>
                    <a:pt x="110" y="388"/>
                    <a:pt x="113" y="387"/>
                  </a:cubicBezTo>
                  <a:cubicBezTo>
                    <a:pt x="163" y="373"/>
                    <a:pt x="198" y="274"/>
                    <a:pt x="188" y="169"/>
                  </a:cubicBezTo>
                  <a:cubicBezTo>
                    <a:pt x="181" y="71"/>
                    <a:pt x="141" y="1"/>
                    <a:pt x="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0"/>
            <p:cNvSpPr/>
            <p:nvPr/>
          </p:nvSpPr>
          <p:spPr>
            <a:xfrm>
              <a:off x="904373" y="1440462"/>
              <a:ext cx="6814" cy="13318"/>
            </a:xfrm>
            <a:custGeom>
              <a:avLst/>
              <a:gdLst/>
              <a:ahLst/>
              <a:cxnLst/>
              <a:rect l="l" t="t" r="r" b="b"/>
              <a:pathLst>
                <a:path w="198" h="387" extrusionOk="0">
                  <a:moveTo>
                    <a:pt x="96" y="0"/>
                  </a:moveTo>
                  <a:cubicBezTo>
                    <a:pt x="93" y="0"/>
                    <a:pt x="89" y="1"/>
                    <a:pt x="85" y="2"/>
                  </a:cubicBezTo>
                  <a:cubicBezTo>
                    <a:pt x="34" y="16"/>
                    <a:pt x="0" y="113"/>
                    <a:pt x="9" y="218"/>
                  </a:cubicBezTo>
                  <a:cubicBezTo>
                    <a:pt x="16" y="316"/>
                    <a:pt x="57" y="387"/>
                    <a:pt x="102" y="387"/>
                  </a:cubicBezTo>
                  <a:cubicBezTo>
                    <a:pt x="106" y="387"/>
                    <a:pt x="110" y="386"/>
                    <a:pt x="114" y="385"/>
                  </a:cubicBezTo>
                  <a:cubicBezTo>
                    <a:pt x="163" y="370"/>
                    <a:pt x="198" y="274"/>
                    <a:pt x="189" y="167"/>
                  </a:cubicBezTo>
                  <a:cubicBezTo>
                    <a:pt x="181" y="71"/>
                    <a:pt x="140" y="0"/>
                    <a:pt x="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0"/>
            <p:cNvSpPr/>
            <p:nvPr/>
          </p:nvSpPr>
          <p:spPr>
            <a:xfrm>
              <a:off x="926673" y="1427007"/>
              <a:ext cx="6814" cy="13386"/>
            </a:xfrm>
            <a:custGeom>
              <a:avLst/>
              <a:gdLst/>
              <a:ahLst/>
              <a:cxnLst/>
              <a:rect l="l" t="t" r="r" b="b"/>
              <a:pathLst>
                <a:path w="198" h="389" extrusionOk="0">
                  <a:moveTo>
                    <a:pt x="93" y="1"/>
                  </a:moveTo>
                  <a:cubicBezTo>
                    <a:pt x="89" y="1"/>
                    <a:pt x="86" y="1"/>
                    <a:pt x="82" y="2"/>
                  </a:cubicBezTo>
                  <a:cubicBezTo>
                    <a:pt x="33" y="17"/>
                    <a:pt x="0" y="115"/>
                    <a:pt x="8" y="220"/>
                  </a:cubicBezTo>
                  <a:cubicBezTo>
                    <a:pt x="16" y="319"/>
                    <a:pt x="56" y="388"/>
                    <a:pt x="102" y="388"/>
                  </a:cubicBezTo>
                  <a:cubicBezTo>
                    <a:pt x="105" y="388"/>
                    <a:pt x="109" y="388"/>
                    <a:pt x="113" y="387"/>
                  </a:cubicBezTo>
                  <a:cubicBezTo>
                    <a:pt x="163" y="372"/>
                    <a:pt x="198" y="276"/>
                    <a:pt x="188" y="169"/>
                  </a:cubicBezTo>
                  <a:cubicBezTo>
                    <a:pt x="180" y="71"/>
                    <a:pt x="137"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0"/>
            <p:cNvSpPr/>
            <p:nvPr/>
          </p:nvSpPr>
          <p:spPr>
            <a:xfrm>
              <a:off x="948938" y="1413620"/>
              <a:ext cx="6779" cy="13283"/>
            </a:xfrm>
            <a:custGeom>
              <a:avLst/>
              <a:gdLst/>
              <a:ahLst/>
              <a:cxnLst/>
              <a:rect l="l" t="t" r="r" b="b"/>
              <a:pathLst>
                <a:path w="197" h="386" extrusionOk="0">
                  <a:moveTo>
                    <a:pt x="97" y="0"/>
                  </a:moveTo>
                  <a:cubicBezTo>
                    <a:pt x="93" y="0"/>
                    <a:pt x="89" y="1"/>
                    <a:pt x="85" y="2"/>
                  </a:cubicBezTo>
                  <a:cubicBezTo>
                    <a:pt x="35" y="17"/>
                    <a:pt x="0" y="113"/>
                    <a:pt x="9" y="220"/>
                  </a:cubicBezTo>
                  <a:cubicBezTo>
                    <a:pt x="16" y="315"/>
                    <a:pt x="57" y="386"/>
                    <a:pt x="102" y="386"/>
                  </a:cubicBezTo>
                  <a:cubicBezTo>
                    <a:pt x="106" y="386"/>
                    <a:pt x="110" y="385"/>
                    <a:pt x="114" y="384"/>
                  </a:cubicBezTo>
                  <a:cubicBezTo>
                    <a:pt x="163" y="369"/>
                    <a:pt x="196" y="273"/>
                    <a:pt x="189" y="167"/>
                  </a:cubicBezTo>
                  <a:cubicBezTo>
                    <a:pt x="180" y="70"/>
                    <a:pt x="140" y="0"/>
                    <a:pt x="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0"/>
            <p:cNvSpPr/>
            <p:nvPr/>
          </p:nvSpPr>
          <p:spPr>
            <a:xfrm>
              <a:off x="748554" y="1534649"/>
              <a:ext cx="6814" cy="13283"/>
            </a:xfrm>
            <a:custGeom>
              <a:avLst/>
              <a:gdLst/>
              <a:ahLst/>
              <a:cxnLst/>
              <a:rect l="l" t="t" r="r" b="b"/>
              <a:pathLst>
                <a:path w="198" h="386" extrusionOk="0">
                  <a:moveTo>
                    <a:pt x="95" y="0"/>
                  </a:moveTo>
                  <a:cubicBezTo>
                    <a:pt x="91" y="0"/>
                    <a:pt x="86" y="1"/>
                    <a:pt x="82" y="2"/>
                  </a:cubicBezTo>
                  <a:cubicBezTo>
                    <a:pt x="34" y="17"/>
                    <a:pt x="0" y="113"/>
                    <a:pt x="8" y="220"/>
                  </a:cubicBezTo>
                  <a:cubicBezTo>
                    <a:pt x="16" y="315"/>
                    <a:pt x="57" y="386"/>
                    <a:pt x="102" y="386"/>
                  </a:cubicBezTo>
                  <a:cubicBezTo>
                    <a:pt x="106" y="386"/>
                    <a:pt x="110" y="385"/>
                    <a:pt x="114" y="384"/>
                  </a:cubicBezTo>
                  <a:cubicBezTo>
                    <a:pt x="166" y="369"/>
                    <a:pt x="198" y="273"/>
                    <a:pt x="189" y="166"/>
                  </a:cubicBezTo>
                  <a:cubicBezTo>
                    <a:pt x="182" y="71"/>
                    <a:pt x="141" y="0"/>
                    <a:pt x="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0"/>
            <p:cNvSpPr/>
            <p:nvPr/>
          </p:nvSpPr>
          <p:spPr>
            <a:xfrm>
              <a:off x="770853" y="1521228"/>
              <a:ext cx="6779" cy="13318"/>
            </a:xfrm>
            <a:custGeom>
              <a:avLst/>
              <a:gdLst/>
              <a:ahLst/>
              <a:cxnLst/>
              <a:rect l="l" t="t" r="r" b="b"/>
              <a:pathLst>
                <a:path w="197" h="387" extrusionOk="0">
                  <a:moveTo>
                    <a:pt x="98" y="0"/>
                  </a:moveTo>
                  <a:cubicBezTo>
                    <a:pt x="93" y="0"/>
                    <a:pt x="89" y="1"/>
                    <a:pt x="84" y="3"/>
                  </a:cubicBezTo>
                  <a:cubicBezTo>
                    <a:pt x="34" y="16"/>
                    <a:pt x="0" y="114"/>
                    <a:pt x="9" y="219"/>
                  </a:cubicBezTo>
                  <a:cubicBezTo>
                    <a:pt x="16" y="316"/>
                    <a:pt x="56" y="387"/>
                    <a:pt x="101" y="387"/>
                  </a:cubicBezTo>
                  <a:cubicBezTo>
                    <a:pt x="105" y="387"/>
                    <a:pt x="109" y="386"/>
                    <a:pt x="113" y="385"/>
                  </a:cubicBezTo>
                  <a:cubicBezTo>
                    <a:pt x="163" y="370"/>
                    <a:pt x="196" y="272"/>
                    <a:pt x="188" y="167"/>
                  </a:cubicBezTo>
                  <a:cubicBezTo>
                    <a:pt x="180" y="72"/>
                    <a:pt x="142" y="0"/>
                    <a:pt x="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0"/>
            <p:cNvSpPr/>
            <p:nvPr/>
          </p:nvSpPr>
          <p:spPr>
            <a:xfrm>
              <a:off x="793152" y="1507704"/>
              <a:ext cx="6745" cy="13352"/>
            </a:xfrm>
            <a:custGeom>
              <a:avLst/>
              <a:gdLst/>
              <a:ahLst/>
              <a:cxnLst/>
              <a:rect l="l" t="t" r="r" b="b"/>
              <a:pathLst>
                <a:path w="196" h="388" extrusionOk="0">
                  <a:moveTo>
                    <a:pt x="96" y="1"/>
                  </a:moveTo>
                  <a:cubicBezTo>
                    <a:pt x="92" y="1"/>
                    <a:pt x="88" y="1"/>
                    <a:pt x="84" y="2"/>
                  </a:cubicBezTo>
                  <a:cubicBezTo>
                    <a:pt x="34" y="17"/>
                    <a:pt x="0" y="114"/>
                    <a:pt x="8" y="220"/>
                  </a:cubicBezTo>
                  <a:cubicBezTo>
                    <a:pt x="14" y="317"/>
                    <a:pt x="56" y="388"/>
                    <a:pt x="101" y="388"/>
                  </a:cubicBezTo>
                  <a:cubicBezTo>
                    <a:pt x="105" y="388"/>
                    <a:pt x="109" y="387"/>
                    <a:pt x="113" y="386"/>
                  </a:cubicBezTo>
                  <a:cubicBezTo>
                    <a:pt x="161" y="371"/>
                    <a:pt x="195" y="274"/>
                    <a:pt x="188" y="169"/>
                  </a:cubicBezTo>
                  <a:cubicBezTo>
                    <a:pt x="180" y="71"/>
                    <a:pt x="139" y="1"/>
                    <a:pt x="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0"/>
            <p:cNvSpPr/>
            <p:nvPr/>
          </p:nvSpPr>
          <p:spPr>
            <a:xfrm>
              <a:off x="815348" y="1494249"/>
              <a:ext cx="6883" cy="13352"/>
            </a:xfrm>
            <a:custGeom>
              <a:avLst/>
              <a:gdLst/>
              <a:ahLst/>
              <a:cxnLst/>
              <a:rect l="l" t="t" r="r" b="b"/>
              <a:pathLst>
                <a:path w="200" h="388" extrusionOk="0">
                  <a:moveTo>
                    <a:pt x="94" y="0"/>
                  </a:moveTo>
                  <a:cubicBezTo>
                    <a:pt x="91" y="0"/>
                    <a:pt x="88" y="0"/>
                    <a:pt x="84" y="1"/>
                  </a:cubicBezTo>
                  <a:cubicBezTo>
                    <a:pt x="34" y="16"/>
                    <a:pt x="1" y="114"/>
                    <a:pt x="9" y="219"/>
                  </a:cubicBezTo>
                  <a:cubicBezTo>
                    <a:pt x="18" y="317"/>
                    <a:pt x="57" y="388"/>
                    <a:pt x="102" y="388"/>
                  </a:cubicBezTo>
                  <a:cubicBezTo>
                    <a:pt x="106" y="388"/>
                    <a:pt x="111" y="387"/>
                    <a:pt x="115" y="386"/>
                  </a:cubicBezTo>
                  <a:cubicBezTo>
                    <a:pt x="165" y="371"/>
                    <a:pt x="200" y="275"/>
                    <a:pt x="189" y="168"/>
                  </a:cubicBezTo>
                  <a:cubicBezTo>
                    <a:pt x="181" y="71"/>
                    <a:pt x="140" y="0"/>
                    <a:pt x="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40"/>
            <p:cNvSpPr/>
            <p:nvPr/>
          </p:nvSpPr>
          <p:spPr>
            <a:xfrm>
              <a:off x="837544" y="1480862"/>
              <a:ext cx="6848" cy="13352"/>
            </a:xfrm>
            <a:custGeom>
              <a:avLst/>
              <a:gdLst/>
              <a:ahLst/>
              <a:cxnLst/>
              <a:rect l="l" t="t" r="r" b="b"/>
              <a:pathLst>
                <a:path w="199" h="388" extrusionOk="0">
                  <a:moveTo>
                    <a:pt x="98" y="0"/>
                  </a:moveTo>
                  <a:cubicBezTo>
                    <a:pt x="94" y="0"/>
                    <a:pt x="89" y="1"/>
                    <a:pt x="84" y="3"/>
                  </a:cubicBezTo>
                  <a:cubicBezTo>
                    <a:pt x="35" y="16"/>
                    <a:pt x="1" y="112"/>
                    <a:pt x="10" y="219"/>
                  </a:cubicBezTo>
                  <a:cubicBezTo>
                    <a:pt x="18" y="316"/>
                    <a:pt x="59" y="388"/>
                    <a:pt x="103" y="388"/>
                  </a:cubicBezTo>
                  <a:cubicBezTo>
                    <a:pt x="107" y="388"/>
                    <a:pt x="111" y="387"/>
                    <a:pt x="115" y="386"/>
                  </a:cubicBezTo>
                  <a:cubicBezTo>
                    <a:pt x="165" y="371"/>
                    <a:pt x="198" y="272"/>
                    <a:pt x="191" y="168"/>
                  </a:cubicBezTo>
                  <a:cubicBezTo>
                    <a:pt x="184" y="71"/>
                    <a:pt x="144" y="0"/>
                    <a:pt x="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0"/>
            <p:cNvSpPr/>
            <p:nvPr/>
          </p:nvSpPr>
          <p:spPr>
            <a:xfrm>
              <a:off x="2691449" y="3031008"/>
              <a:ext cx="109535" cy="124849"/>
            </a:xfrm>
            <a:custGeom>
              <a:avLst/>
              <a:gdLst/>
              <a:ahLst/>
              <a:cxnLst/>
              <a:rect l="l" t="t" r="r" b="b"/>
              <a:pathLst>
                <a:path w="3183" h="3628" extrusionOk="0">
                  <a:moveTo>
                    <a:pt x="843" y="1"/>
                  </a:moveTo>
                  <a:cubicBezTo>
                    <a:pt x="817" y="1"/>
                    <a:pt x="792" y="8"/>
                    <a:pt x="771" y="23"/>
                  </a:cubicBezTo>
                  <a:lnTo>
                    <a:pt x="95" y="509"/>
                  </a:lnTo>
                  <a:cubicBezTo>
                    <a:pt x="52" y="542"/>
                    <a:pt x="34" y="611"/>
                    <a:pt x="0" y="699"/>
                  </a:cubicBezTo>
                  <a:lnTo>
                    <a:pt x="1332" y="3628"/>
                  </a:lnTo>
                  <a:lnTo>
                    <a:pt x="3131" y="2333"/>
                  </a:lnTo>
                  <a:cubicBezTo>
                    <a:pt x="3180" y="2299"/>
                    <a:pt x="3183" y="2239"/>
                    <a:pt x="3140" y="2198"/>
                  </a:cubicBezTo>
                  <a:lnTo>
                    <a:pt x="929" y="35"/>
                  </a:lnTo>
                  <a:cubicBezTo>
                    <a:pt x="907" y="12"/>
                    <a:pt x="875" y="1"/>
                    <a:pt x="8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0"/>
            <p:cNvSpPr/>
            <p:nvPr/>
          </p:nvSpPr>
          <p:spPr>
            <a:xfrm>
              <a:off x="2630711" y="3198493"/>
              <a:ext cx="34585" cy="34585"/>
            </a:xfrm>
            <a:custGeom>
              <a:avLst/>
              <a:gdLst/>
              <a:ahLst/>
              <a:cxnLst/>
              <a:rect l="l" t="t" r="r" b="b"/>
              <a:pathLst>
                <a:path w="1005" h="1005" extrusionOk="0">
                  <a:moveTo>
                    <a:pt x="366" y="0"/>
                  </a:moveTo>
                  <a:cubicBezTo>
                    <a:pt x="334" y="0"/>
                    <a:pt x="302" y="9"/>
                    <a:pt x="279" y="26"/>
                  </a:cubicBezTo>
                  <a:lnTo>
                    <a:pt x="73" y="177"/>
                  </a:lnTo>
                  <a:cubicBezTo>
                    <a:pt x="26" y="209"/>
                    <a:pt x="1" y="279"/>
                    <a:pt x="17" y="335"/>
                  </a:cubicBezTo>
                  <a:lnTo>
                    <a:pt x="198" y="923"/>
                  </a:lnTo>
                  <a:cubicBezTo>
                    <a:pt x="212" y="972"/>
                    <a:pt x="235" y="1004"/>
                    <a:pt x="251" y="1004"/>
                  </a:cubicBezTo>
                  <a:cubicBezTo>
                    <a:pt x="253" y="1004"/>
                    <a:pt x="255" y="1004"/>
                    <a:pt x="257" y="1002"/>
                  </a:cubicBezTo>
                  <a:lnTo>
                    <a:pt x="285" y="982"/>
                  </a:lnTo>
                  <a:lnTo>
                    <a:pt x="958" y="496"/>
                  </a:lnTo>
                  <a:cubicBezTo>
                    <a:pt x="1005" y="462"/>
                    <a:pt x="1003" y="410"/>
                    <a:pt x="958" y="377"/>
                  </a:cubicBezTo>
                  <a:lnTo>
                    <a:pt x="447" y="23"/>
                  </a:lnTo>
                  <a:cubicBezTo>
                    <a:pt x="425" y="8"/>
                    <a:pt x="396" y="0"/>
                    <a:pt x="366" y="0"/>
                  </a:cubicBezTo>
                  <a:close/>
                </a:path>
              </a:pathLst>
            </a:custGeom>
            <a:solidFill>
              <a:srgbClr val="D1E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0"/>
            <p:cNvSpPr/>
            <p:nvPr/>
          </p:nvSpPr>
          <p:spPr>
            <a:xfrm>
              <a:off x="2615569" y="3054890"/>
              <a:ext cx="314014" cy="204754"/>
            </a:xfrm>
            <a:custGeom>
              <a:avLst/>
              <a:gdLst/>
              <a:ahLst/>
              <a:cxnLst/>
              <a:rect l="l" t="t" r="r" b="b"/>
              <a:pathLst>
                <a:path w="9125" h="5950" extrusionOk="0">
                  <a:moveTo>
                    <a:pt x="8644" y="0"/>
                  </a:moveTo>
                  <a:cubicBezTo>
                    <a:pt x="8077" y="0"/>
                    <a:pt x="6750" y="643"/>
                    <a:pt x="6350" y="925"/>
                  </a:cubicBezTo>
                  <a:lnTo>
                    <a:pt x="1047" y="4628"/>
                  </a:lnTo>
                  <a:cubicBezTo>
                    <a:pt x="565" y="4964"/>
                    <a:pt x="1" y="5601"/>
                    <a:pt x="243" y="5949"/>
                  </a:cubicBezTo>
                  <a:lnTo>
                    <a:pt x="3548" y="4786"/>
                  </a:lnTo>
                  <a:lnTo>
                    <a:pt x="7237" y="2183"/>
                  </a:lnTo>
                  <a:cubicBezTo>
                    <a:pt x="7715" y="1847"/>
                    <a:pt x="9124" y="433"/>
                    <a:pt x="8877" y="82"/>
                  </a:cubicBezTo>
                  <a:cubicBezTo>
                    <a:pt x="8837" y="25"/>
                    <a:pt x="8755" y="0"/>
                    <a:pt x="86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0"/>
            <p:cNvSpPr/>
            <p:nvPr/>
          </p:nvSpPr>
          <p:spPr>
            <a:xfrm>
              <a:off x="2627063" y="3228260"/>
              <a:ext cx="34619" cy="58914"/>
            </a:xfrm>
            <a:custGeom>
              <a:avLst/>
              <a:gdLst/>
              <a:ahLst/>
              <a:cxnLst/>
              <a:rect l="l" t="t" r="r" b="b"/>
              <a:pathLst>
                <a:path w="1006" h="1712" extrusionOk="0">
                  <a:moveTo>
                    <a:pt x="986" y="0"/>
                  </a:moveTo>
                  <a:cubicBezTo>
                    <a:pt x="977" y="0"/>
                    <a:pt x="964" y="6"/>
                    <a:pt x="948" y="19"/>
                  </a:cubicBezTo>
                  <a:lnTo>
                    <a:pt x="275" y="503"/>
                  </a:lnTo>
                  <a:lnTo>
                    <a:pt x="220" y="544"/>
                  </a:lnTo>
                  <a:lnTo>
                    <a:pt x="6" y="1653"/>
                  </a:lnTo>
                  <a:cubicBezTo>
                    <a:pt x="0" y="1691"/>
                    <a:pt x="10" y="1712"/>
                    <a:pt x="31" y="1712"/>
                  </a:cubicBezTo>
                  <a:cubicBezTo>
                    <a:pt x="42" y="1712"/>
                    <a:pt x="55" y="1707"/>
                    <a:pt x="70" y="1695"/>
                  </a:cubicBezTo>
                  <a:lnTo>
                    <a:pt x="277" y="1543"/>
                  </a:lnTo>
                  <a:cubicBezTo>
                    <a:pt x="322" y="1511"/>
                    <a:pt x="379" y="1441"/>
                    <a:pt x="402" y="1390"/>
                  </a:cubicBezTo>
                  <a:lnTo>
                    <a:pt x="780" y="569"/>
                  </a:lnTo>
                  <a:lnTo>
                    <a:pt x="992" y="54"/>
                  </a:lnTo>
                  <a:cubicBezTo>
                    <a:pt x="1005" y="19"/>
                    <a:pt x="1002" y="0"/>
                    <a:pt x="9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0"/>
            <p:cNvSpPr/>
            <p:nvPr/>
          </p:nvSpPr>
          <p:spPr>
            <a:xfrm>
              <a:off x="2591893" y="3212775"/>
              <a:ext cx="71131" cy="31866"/>
            </a:xfrm>
            <a:custGeom>
              <a:avLst/>
              <a:gdLst/>
              <a:ahLst/>
              <a:cxnLst/>
              <a:rect l="l" t="t" r="r" b="b"/>
              <a:pathLst>
                <a:path w="2067" h="926" extrusionOk="0">
                  <a:moveTo>
                    <a:pt x="2067" y="0"/>
                  </a:moveTo>
                  <a:lnTo>
                    <a:pt x="441" y="14"/>
                  </a:lnTo>
                  <a:cubicBezTo>
                    <a:pt x="384" y="14"/>
                    <a:pt x="299" y="40"/>
                    <a:pt x="254" y="75"/>
                  </a:cubicBezTo>
                  <a:lnTo>
                    <a:pt x="46" y="226"/>
                  </a:lnTo>
                  <a:cubicBezTo>
                    <a:pt x="1" y="258"/>
                    <a:pt x="2" y="311"/>
                    <a:pt x="49" y="340"/>
                  </a:cubicBezTo>
                  <a:lnTo>
                    <a:pt x="977" y="925"/>
                  </a:lnTo>
                  <a:cubicBezTo>
                    <a:pt x="977" y="925"/>
                    <a:pt x="1067" y="763"/>
                    <a:pt x="1356" y="511"/>
                  </a:cubicBezTo>
                  <a:cubicBezTo>
                    <a:pt x="1710" y="199"/>
                    <a:pt x="2067" y="0"/>
                    <a:pt x="20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0"/>
            <p:cNvSpPr/>
            <p:nvPr/>
          </p:nvSpPr>
          <p:spPr>
            <a:xfrm>
              <a:off x="2718910" y="3164356"/>
              <a:ext cx="82384" cy="195257"/>
            </a:xfrm>
            <a:custGeom>
              <a:avLst/>
              <a:gdLst/>
              <a:ahLst/>
              <a:cxnLst/>
              <a:rect l="l" t="t" r="r" b="b"/>
              <a:pathLst>
                <a:path w="2394" h="5674" extrusionOk="0">
                  <a:moveTo>
                    <a:pt x="2368" y="0"/>
                  </a:moveTo>
                  <a:cubicBezTo>
                    <a:pt x="2358" y="0"/>
                    <a:pt x="2344" y="6"/>
                    <a:pt x="2327" y="18"/>
                  </a:cubicBezTo>
                  <a:lnTo>
                    <a:pt x="828" y="1100"/>
                  </a:lnTo>
                  <a:lnTo>
                    <a:pt x="585" y="1276"/>
                  </a:lnTo>
                  <a:lnTo>
                    <a:pt x="6" y="5617"/>
                  </a:lnTo>
                  <a:cubicBezTo>
                    <a:pt x="1" y="5653"/>
                    <a:pt x="12" y="5673"/>
                    <a:pt x="35" y="5673"/>
                  </a:cubicBezTo>
                  <a:cubicBezTo>
                    <a:pt x="46" y="5673"/>
                    <a:pt x="61" y="5668"/>
                    <a:pt x="77" y="5656"/>
                  </a:cubicBezTo>
                  <a:lnTo>
                    <a:pt x="752" y="5166"/>
                  </a:lnTo>
                  <a:cubicBezTo>
                    <a:pt x="797" y="5131"/>
                    <a:pt x="848" y="5061"/>
                    <a:pt x="864" y="5007"/>
                  </a:cubicBezTo>
                  <a:lnTo>
                    <a:pt x="2383" y="56"/>
                  </a:lnTo>
                  <a:cubicBezTo>
                    <a:pt x="2394" y="20"/>
                    <a:pt x="2387" y="0"/>
                    <a:pt x="23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0"/>
            <p:cNvSpPr/>
            <p:nvPr/>
          </p:nvSpPr>
          <p:spPr>
            <a:xfrm>
              <a:off x="2872080" y="3061566"/>
              <a:ext cx="13627" cy="26739"/>
            </a:xfrm>
            <a:custGeom>
              <a:avLst/>
              <a:gdLst/>
              <a:ahLst/>
              <a:cxnLst/>
              <a:rect l="l" t="t" r="r" b="b"/>
              <a:pathLst>
                <a:path w="396" h="777" extrusionOk="0">
                  <a:moveTo>
                    <a:pt x="389" y="1"/>
                  </a:moveTo>
                  <a:lnTo>
                    <a:pt x="389" y="1"/>
                  </a:lnTo>
                  <a:cubicBezTo>
                    <a:pt x="289" y="38"/>
                    <a:pt x="188" y="78"/>
                    <a:pt x="86" y="121"/>
                  </a:cubicBezTo>
                  <a:cubicBezTo>
                    <a:pt x="97" y="425"/>
                    <a:pt x="1" y="684"/>
                    <a:pt x="1" y="684"/>
                  </a:cubicBezTo>
                  <a:lnTo>
                    <a:pt x="213" y="776"/>
                  </a:lnTo>
                  <a:cubicBezTo>
                    <a:pt x="384" y="443"/>
                    <a:pt x="396" y="138"/>
                    <a:pt x="3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0"/>
            <p:cNvSpPr/>
            <p:nvPr/>
          </p:nvSpPr>
          <p:spPr>
            <a:xfrm>
              <a:off x="2773454" y="3166731"/>
              <a:ext cx="9911" cy="5678"/>
            </a:xfrm>
            <a:custGeom>
              <a:avLst/>
              <a:gdLst/>
              <a:ahLst/>
              <a:cxnLst/>
              <a:rect l="l" t="t" r="r" b="b"/>
              <a:pathLst>
                <a:path w="288" h="165" extrusionOk="0">
                  <a:moveTo>
                    <a:pt x="76" y="1"/>
                  </a:moveTo>
                  <a:cubicBezTo>
                    <a:pt x="53" y="1"/>
                    <a:pt x="34" y="6"/>
                    <a:pt x="24" y="17"/>
                  </a:cubicBezTo>
                  <a:cubicBezTo>
                    <a:pt x="1" y="45"/>
                    <a:pt x="36" y="96"/>
                    <a:pt x="102" y="133"/>
                  </a:cubicBezTo>
                  <a:cubicBezTo>
                    <a:pt x="140" y="154"/>
                    <a:pt x="180" y="165"/>
                    <a:pt x="212" y="165"/>
                  </a:cubicBezTo>
                  <a:cubicBezTo>
                    <a:pt x="236" y="165"/>
                    <a:pt x="254" y="159"/>
                    <a:pt x="264" y="148"/>
                  </a:cubicBezTo>
                  <a:cubicBezTo>
                    <a:pt x="287" y="120"/>
                    <a:pt x="252" y="67"/>
                    <a:pt x="186" y="32"/>
                  </a:cubicBezTo>
                  <a:cubicBezTo>
                    <a:pt x="149" y="11"/>
                    <a:pt x="108" y="1"/>
                    <a:pt x="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0"/>
            <p:cNvSpPr/>
            <p:nvPr/>
          </p:nvSpPr>
          <p:spPr>
            <a:xfrm>
              <a:off x="2758347" y="3177227"/>
              <a:ext cx="9876" cy="5712"/>
            </a:xfrm>
            <a:custGeom>
              <a:avLst/>
              <a:gdLst/>
              <a:ahLst/>
              <a:cxnLst/>
              <a:rect l="l" t="t" r="r" b="b"/>
              <a:pathLst>
                <a:path w="287" h="166" extrusionOk="0">
                  <a:moveTo>
                    <a:pt x="74" y="1"/>
                  </a:moveTo>
                  <a:cubicBezTo>
                    <a:pt x="51" y="1"/>
                    <a:pt x="33" y="6"/>
                    <a:pt x="23" y="18"/>
                  </a:cubicBezTo>
                  <a:cubicBezTo>
                    <a:pt x="1" y="46"/>
                    <a:pt x="36" y="97"/>
                    <a:pt x="102" y="134"/>
                  </a:cubicBezTo>
                  <a:cubicBezTo>
                    <a:pt x="140" y="155"/>
                    <a:pt x="179" y="166"/>
                    <a:pt x="211" y="166"/>
                  </a:cubicBezTo>
                  <a:cubicBezTo>
                    <a:pt x="234" y="166"/>
                    <a:pt x="252" y="160"/>
                    <a:pt x="263" y="148"/>
                  </a:cubicBezTo>
                  <a:cubicBezTo>
                    <a:pt x="286" y="121"/>
                    <a:pt x="251" y="69"/>
                    <a:pt x="185" y="33"/>
                  </a:cubicBezTo>
                  <a:cubicBezTo>
                    <a:pt x="147" y="12"/>
                    <a:pt x="106" y="1"/>
                    <a:pt x="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0"/>
            <p:cNvSpPr/>
            <p:nvPr/>
          </p:nvSpPr>
          <p:spPr>
            <a:xfrm>
              <a:off x="2743240" y="3187791"/>
              <a:ext cx="9876" cy="5712"/>
            </a:xfrm>
            <a:custGeom>
              <a:avLst/>
              <a:gdLst/>
              <a:ahLst/>
              <a:cxnLst/>
              <a:rect l="l" t="t" r="r" b="b"/>
              <a:pathLst>
                <a:path w="287" h="166" extrusionOk="0">
                  <a:moveTo>
                    <a:pt x="74" y="0"/>
                  </a:moveTo>
                  <a:cubicBezTo>
                    <a:pt x="51" y="0"/>
                    <a:pt x="33" y="6"/>
                    <a:pt x="23" y="18"/>
                  </a:cubicBezTo>
                  <a:cubicBezTo>
                    <a:pt x="1" y="46"/>
                    <a:pt x="36" y="97"/>
                    <a:pt x="99" y="134"/>
                  </a:cubicBezTo>
                  <a:cubicBezTo>
                    <a:pt x="137" y="155"/>
                    <a:pt x="178" y="166"/>
                    <a:pt x="210" y="166"/>
                  </a:cubicBezTo>
                  <a:cubicBezTo>
                    <a:pt x="233" y="166"/>
                    <a:pt x="251" y="160"/>
                    <a:pt x="261" y="149"/>
                  </a:cubicBezTo>
                  <a:cubicBezTo>
                    <a:pt x="286" y="121"/>
                    <a:pt x="251" y="68"/>
                    <a:pt x="185" y="33"/>
                  </a:cubicBezTo>
                  <a:cubicBezTo>
                    <a:pt x="147" y="12"/>
                    <a:pt x="106" y="0"/>
                    <a:pt x="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0"/>
            <p:cNvSpPr/>
            <p:nvPr/>
          </p:nvSpPr>
          <p:spPr>
            <a:xfrm>
              <a:off x="2728064" y="3198287"/>
              <a:ext cx="9876" cy="5712"/>
            </a:xfrm>
            <a:custGeom>
              <a:avLst/>
              <a:gdLst/>
              <a:ahLst/>
              <a:cxnLst/>
              <a:rect l="l" t="t" r="r" b="b"/>
              <a:pathLst>
                <a:path w="287" h="166" extrusionOk="0">
                  <a:moveTo>
                    <a:pt x="75" y="1"/>
                  </a:moveTo>
                  <a:cubicBezTo>
                    <a:pt x="53" y="1"/>
                    <a:pt x="35" y="6"/>
                    <a:pt x="25" y="18"/>
                  </a:cubicBezTo>
                  <a:cubicBezTo>
                    <a:pt x="0" y="47"/>
                    <a:pt x="35" y="98"/>
                    <a:pt x="101" y="135"/>
                  </a:cubicBezTo>
                  <a:cubicBezTo>
                    <a:pt x="140" y="155"/>
                    <a:pt x="181" y="165"/>
                    <a:pt x="213" y="165"/>
                  </a:cubicBezTo>
                  <a:cubicBezTo>
                    <a:pt x="235" y="165"/>
                    <a:pt x="252" y="160"/>
                    <a:pt x="262" y="149"/>
                  </a:cubicBezTo>
                  <a:cubicBezTo>
                    <a:pt x="287" y="120"/>
                    <a:pt x="252" y="69"/>
                    <a:pt x="186" y="32"/>
                  </a:cubicBezTo>
                  <a:cubicBezTo>
                    <a:pt x="147" y="12"/>
                    <a:pt x="107" y="1"/>
                    <a:pt x="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0"/>
            <p:cNvSpPr/>
            <p:nvPr/>
          </p:nvSpPr>
          <p:spPr>
            <a:xfrm>
              <a:off x="2712957" y="3208714"/>
              <a:ext cx="9945" cy="5781"/>
            </a:xfrm>
            <a:custGeom>
              <a:avLst/>
              <a:gdLst/>
              <a:ahLst/>
              <a:cxnLst/>
              <a:rect l="l" t="t" r="r" b="b"/>
              <a:pathLst>
                <a:path w="289" h="168" extrusionOk="0">
                  <a:moveTo>
                    <a:pt x="76" y="1"/>
                  </a:moveTo>
                  <a:cubicBezTo>
                    <a:pt x="53" y="1"/>
                    <a:pt x="35" y="7"/>
                    <a:pt x="25" y="19"/>
                  </a:cubicBezTo>
                  <a:cubicBezTo>
                    <a:pt x="0" y="48"/>
                    <a:pt x="35" y="102"/>
                    <a:pt x="101" y="136"/>
                  </a:cubicBezTo>
                  <a:cubicBezTo>
                    <a:pt x="139" y="156"/>
                    <a:pt x="180" y="167"/>
                    <a:pt x="212" y="167"/>
                  </a:cubicBezTo>
                  <a:cubicBezTo>
                    <a:pt x="235" y="167"/>
                    <a:pt x="254" y="162"/>
                    <a:pt x="263" y="149"/>
                  </a:cubicBezTo>
                  <a:cubicBezTo>
                    <a:pt x="288" y="121"/>
                    <a:pt x="253" y="70"/>
                    <a:pt x="187" y="34"/>
                  </a:cubicBezTo>
                  <a:cubicBezTo>
                    <a:pt x="149" y="12"/>
                    <a:pt x="108" y="1"/>
                    <a:pt x="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0"/>
            <p:cNvSpPr/>
            <p:nvPr/>
          </p:nvSpPr>
          <p:spPr>
            <a:xfrm>
              <a:off x="2849093" y="3114045"/>
              <a:ext cx="9842" cy="5712"/>
            </a:xfrm>
            <a:custGeom>
              <a:avLst/>
              <a:gdLst/>
              <a:ahLst/>
              <a:cxnLst/>
              <a:rect l="l" t="t" r="r" b="b"/>
              <a:pathLst>
                <a:path w="286" h="166" extrusionOk="0">
                  <a:moveTo>
                    <a:pt x="75" y="1"/>
                  </a:moveTo>
                  <a:cubicBezTo>
                    <a:pt x="52" y="1"/>
                    <a:pt x="33" y="6"/>
                    <a:pt x="22" y="18"/>
                  </a:cubicBezTo>
                  <a:cubicBezTo>
                    <a:pt x="0" y="46"/>
                    <a:pt x="35" y="98"/>
                    <a:pt x="101" y="134"/>
                  </a:cubicBezTo>
                  <a:cubicBezTo>
                    <a:pt x="140" y="154"/>
                    <a:pt x="181" y="165"/>
                    <a:pt x="213" y="165"/>
                  </a:cubicBezTo>
                  <a:cubicBezTo>
                    <a:pt x="235" y="165"/>
                    <a:pt x="253" y="160"/>
                    <a:pt x="262" y="148"/>
                  </a:cubicBezTo>
                  <a:cubicBezTo>
                    <a:pt x="285" y="120"/>
                    <a:pt x="252" y="68"/>
                    <a:pt x="186" y="33"/>
                  </a:cubicBezTo>
                  <a:cubicBezTo>
                    <a:pt x="148" y="11"/>
                    <a:pt x="107" y="1"/>
                    <a:pt x="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0"/>
            <p:cNvSpPr/>
            <p:nvPr/>
          </p:nvSpPr>
          <p:spPr>
            <a:xfrm>
              <a:off x="2833985" y="3124575"/>
              <a:ext cx="9842" cy="5678"/>
            </a:xfrm>
            <a:custGeom>
              <a:avLst/>
              <a:gdLst/>
              <a:ahLst/>
              <a:cxnLst/>
              <a:rect l="l" t="t" r="r" b="b"/>
              <a:pathLst>
                <a:path w="286" h="165" extrusionOk="0">
                  <a:moveTo>
                    <a:pt x="75" y="0"/>
                  </a:moveTo>
                  <a:cubicBezTo>
                    <a:pt x="52" y="0"/>
                    <a:pt x="33" y="6"/>
                    <a:pt x="22" y="18"/>
                  </a:cubicBezTo>
                  <a:cubicBezTo>
                    <a:pt x="0" y="46"/>
                    <a:pt x="34" y="98"/>
                    <a:pt x="101" y="133"/>
                  </a:cubicBezTo>
                  <a:cubicBezTo>
                    <a:pt x="139" y="154"/>
                    <a:pt x="179" y="165"/>
                    <a:pt x="210" y="165"/>
                  </a:cubicBezTo>
                  <a:cubicBezTo>
                    <a:pt x="234" y="165"/>
                    <a:pt x="252" y="159"/>
                    <a:pt x="262" y="148"/>
                  </a:cubicBezTo>
                  <a:cubicBezTo>
                    <a:pt x="286" y="120"/>
                    <a:pt x="252" y="68"/>
                    <a:pt x="186" y="32"/>
                  </a:cubicBezTo>
                  <a:cubicBezTo>
                    <a:pt x="148" y="11"/>
                    <a:pt x="107" y="0"/>
                    <a:pt x="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0"/>
            <p:cNvSpPr/>
            <p:nvPr/>
          </p:nvSpPr>
          <p:spPr>
            <a:xfrm>
              <a:off x="2818810" y="3135106"/>
              <a:ext cx="9911" cy="5678"/>
            </a:xfrm>
            <a:custGeom>
              <a:avLst/>
              <a:gdLst/>
              <a:ahLst/>
              <a:cxnLst/>
              <a:rect l="l" t="t" r="r" b="b"/>
              <a:pathLst>
                <a:path w="288" h="165" extrusionOk="0">
                  <a:moveTo>
                    <a:pt x="75" y="0"/>
                  </a:moveTo>
                  <a:cubicBezTo>
                    <a:pt x="52" y="0"/>
                    <a:pt x="34" y="5"/>
                    <a:pt x="24" y="16"/>
                  </a:cubicBezTo>
                  <a:cubicBezTo>
                    <a:pt x="1" y="47"/>
                    <a:pt x="36" y="98"/>
                    <a:pt x="102" y="135"/>
                  </a:cubicBezTo>
                  <a:cubicBezTo>
                    <a:pt x="140" y="154"/>
                    <a:pt x="180" y="165"/>
                    <a:pt x="212" y="165"/>
                  </a:cubicBezTo>
                  <a:cubicBezTo>
                    <a:pt x="235" y="165"/>
                    <a:pt x="254" y="159"/>
                    <a:pt x="264" y="146"/>
                  </a:cubicBezTo>
                  <a:cubicBezTo>
                    <a:pt x="288" y="120"/>
                    <a:pt x="254" y="69"/>
                    <a:pt x="188" y="32"/>
                  </a:cubicBezTo>
                  <a:cubicBezTo>
                    <a:pt x="149" y="11"/>
                    <a:pt x="107" y="0"/>
                    <a:pt x="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0"/>
            <p:cNvSpPr/>
            <p:nvPr/>
          </p:nvSpPr>
          <p:spPr>
            <a:xfrm>
              <a:off x="2803702" y="3145670"/>
              <a:ext cx="9911" cy="5644"/>
            </a:xfrm>
            <a:custGeom>
              <a:avLst/>
              <a:gdLst/>
              <a:ahLst/>
              <a:cxnLst/>
              <a:rect l="l" t="t" r="r" b="b"/>
              <a:pathLst>
                <a:path w="288" h="164" extrusionOk="0">
                  <a:moveTo>
                    <a:pt x="76" y="1"/>
                  </a:moveTo>
                  <a:cubicBezTo>
                    <a:pt x="53" y="1"/>
                    <a:pt x="35" y="6"/>
                    <a:pt x="24" y="18"/>
                  </a:cubicBezTo>
                  <a:cubicBezTo>
                    <a:pt x="1" y="44"/>
                    <a:pt x="36" y="95"/>
                    <a:pt x="102" y="132"/>
                  </a:cubicBezTo>
                  <a:cubicBezTo>
                    <a:pt x="141" y="152"/>
                    <a:pt x="182" y="164"/>
                    <a:pt x="214" y="164"/>
                  </a:cubicBezTo>
                  <a:cubicBezTo>
                    <a:pt x="236" y="164"/>
                    <a:pt x="255" y="158"/>
                    <a:pt x="264" y="147"/>
                  </a:cubicBezTo>
                  <a:cubicBezTo>
                    <a:pt x="288" y="120"/>
                    <a:pt x="254" y="66"/>
                    <a:pt x="188" y="32"/>
                  </a:cubicBezTo>
                  <a:cubicBezTo>
                    <a:pt x="150" y="12"/>
                    <a:pt x="109" y="1"/>
                    <a:pt x="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0"/>
            <p:cNvSpPr/>
            <p:nvPr/>
          </p:nvSpPr>
          <p:spPr>
            <a:xfrm>
              <a:off x="2788630" y="3156166"/>
              <a:ext cx="9876" cy="5712"/>
            </a:xfrm>
            <a:custGeom>
              <a:avLst/>
              <a:gdLst/>
              <a:ahLst/>
              <a:cxnLst/>
              <a:rect l="l" t="t" r="r" b="b"/>
              <a:pathLst>
                <a:path w="287" h="166" extrusionOk="0">
                  <a:moveTo>
                    <a:pt x="78" y="0"/>
                  </a:moveTo>
                  <a:cubicBezTo>
                    <a:pt x="54" y="0"/>
                    <a:pt x="36" y="6"/>
                    <a:pt x="26" y="17"/>
                  </a:cubicBezTo>
                  <a:cubicBezTo>
                    <a:pt x="0" y="45"/>
                    <a:pt x="35" y="98"/>
                    <a:pt x="101" y="134"/>
                  </a:cubicBezTo>
                  <a:cubicBezTo>
                    <a:pt x="140" y="155"/>
                    <a:pt x="181" y="166"/>
                    <a:pt x="213" y="166"/>
                  </a:cubicBezTo>
                  <a:cubicBezTo>
                    <a:pt x="236" y="166"/>
                    <a:pt x="254" y="160"/>
                    <a:pt x="263" y="149"/>
                  </a:cubicBezTo>
                  <a:cubicBezTo>
                    <a:pt x="287" y="122"/>
                    <a:pt x="253" y="68"/>
                    <a:pt x="187" y="32"/>
                  </a:cubicBezTo>
                  <a:cubicBezTo>
                    <a:pt x="149" y="11"/>
                    <a:pt x="109" y="0"/>
                    <a:pt x="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0"/>
            <p:cNvSpPr/>
            <p:nvPr/>
          </p:nvSpPr>
          <p:spPr>
            <a:xfrm>
              <a:off x="745078" y="2073480"/>
              <a:ext cx="36064" cy="27874"/>
            </a:xfrm>
            <a:custGeom>
              <a:avLst/>
              <a:gdLst/>
              <a:ahLst/>
              <a:cxnLst/>
              <a:rect l="l" t="t" r="r" b="b"/>
              <a:pathLst>
                <a:path w="1048" h="810" extrusionOk="0">
                  <a:moveTo>
                    <a:pt x="871" y="0"/>
                  </a:moveTo>
                  <a:cubicBezTo>
                    <a:pt x="319" y="228"/>
                    <a:pt x="13" y="386"/>
                    <a:pt x="0" y="394"/>
                  </a:cubicBezTo>
                  <a:lnTo>
                    <a:pt x="217" y="809"/>
                  </a:lnTo>
                  <a:cubicBezTo>
                    <a:pt x="220" y="809"/>
                    <a:pt x="520" y="653"/>
                    <a:pt x="1048" y="432"/>
                  </a:cubicBezTo>
                  <a:lnTo>
                    <a:pt x="8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0"/>
            <p:cNvSpPr/>
            <p:nvPr/>
          </p:nvSpPr>
          <p:spPr>
            <a:xfrm>
              <a:off x="838714" y="2018799"/>
              <a:ext cx="897168" cy="551116"/>
            </a:xfrm>
            <a:custGeom>
              <a:avLst/>
              <a:gdLst/>
              <a:ahLst/>
              <a:cxnLst/>
              <a:rect l="l" t="t" r="r" b="b"/>
              <a:pathLst>
                <a:path w="26071" h="16015" extrusionOk="0">
                  <a:moveTo>
                    <a:pt x="5794" y="0"/>
                  </a:moveTo>
                  <a:cubicBezTo>
                    <a:pt x="5149" y="12"/>
                    <a:pt x="4491" y="59"/>
                    <a:pt x="3837" y="135"/>
                  </a:cubicBezTo>
                  <a:lnTo>
                    <a:pt x="3891" y="600"/>
                  </a:lnTo>
                  <a:cubicBezTo>
                    <a:pt x="4532" y="526"/>
                    <a:pt x="5174" y="482"/>
                    <a:pt x="5804" y="468"/>
                  </a:cubicBezTo>
                  <a:lnTo>
                    <a:pt x="5794" y="0"/>
                  </a:lnTo>
                  <a:close/>
                  <a:moveTo>
                    <a:pt x="7759" y="59"/>
                  </a:moveTo>
                  <a:lnTo>
                    <a:pt x="7723" y="526"/>
                  </a:lnTo>
                  <a:cubicBezTo>
                    <a:pt x="8362" y="577"/>
                    <a:pt x="9001" y="662"/>
                    <a:pt x="9620" y="779"/>
                  </a:cubicBezTo>
                  <a:lnTo>
                    <a:pt x="9706" y="321"/>
                  </a:lnTo>
                  <a:cubicBezTo>
                    <a:pt x="9070" y="199"/>
                    <a:pt x="8416" y="111"/>
                    <a:pt x="7759" y="59"/>
                  </a:cubicBezTo>
                  <a:close/>
                  <a:moveTo>
                    <a:pt x="1901" y="448"/>
                  </a:moveTo>
                  <a:cubicBezTo>
                    <a:pt x="1263" y="581"/>
                    <a:pt x="622" y="746"/>
                    <a:pt x="1" y="935"/>
                  </a:cubicBezTo>
                  <a:lnTo>
                    <a:pt x="137" y="1383"/>
                  </a:lnTo>
                  <a:cubicBezTo>
                    <a:pt x="745" y="1199"/>
                    <a:pt x="1370" y="1039"/>
                    <a:pt x="1996" y="906"/>
                  </a:cubicBezTo>
                  <a:lnTo>
                    <a:pt x="1901" y="448"/>
                  </a:lnTo>
                  <a:close/>
                  <a:moveTo>
                    <a:pt x="11616" y="789"/>
                  </a:moveTo>
                  <a:lnTo>
                    <a:pt x="11478" y="1237"/>
                  </a:lnTo>
                  <a:cubicBezTo>
                    <a:pt x="12084" y="1422"/>
                    <a:pt x="12690" y="1646"/>
                    <a:pt x="13275" y="1898"/>
                  </a:cubicBezTo>
                  <a:lnTo>
                    <a:pt x="13461" y="1466"/>
                  </a:lnTo>
                  <a:cubicBezTo>
                    <a:pt x="12859" y="1207"/>
                    <a:pt x="12239" y="979"/>
                    <a:pt x="11616" y="789"/>
                  </a:cubicBezTo>
                  <a:close/>
                  <a:moveTo>
                    <a:pt x="15219" y="2347"/>
                  </a:moveTo>
                  <a:lnTo>
                    <a:pt x="14988" y="2752"/>
                  </a:lnTo>
                  <a:cubicBezTo>
                    <a:pt x="15535" y="3064"/>
                    <a:pt x="16078" y="3411"/>
                    <a:pt x="16602" y="3785"/>
                  </a:cubicBezTo>
                  <a:lnTo>
                    <a:pt x="16874" y="3405"/>
                  </a:lnTo>
                  <a:cubicBezTo>
                    <a:pt x="16336" y="3021"/>
                    <a:pt x="15780" y="2665"/>
                    <a:pt x="15219" y="2347"/>
                  </a:cubicBezTo>
                  <a:close/>
                  <a:moveTo>
                    <a:pt x="18412" y="4624"/>
                  </a:moveTo>
                  <a:lnTo>
                    <a:pt x="18104" y="4976"/>
                  </a:lnTo>
                  <a:cubicBezTo>
                    <a:pt x="18577" y="5387"/>
                    <a:pt x="19042" y="5833"/>
                    <a:pt x="19493" y="6300"/>
                  </a:cubicBezTo>
                  <a:lnTo>
                    <a:pt x="19831" y="5977"/>
                  </a:lnTo>
                  <a:cubicBezTo>
                    <a:pt x="19371" y="5500"/>
                    <a:pt x="18894" y="5043"/>
                    <a:pt x="18412" y="4624"/>
                  </a:cubicBezTo>
                  <a:close/>
                  <a:moveTo>
                    <a:pt x="21131" y="7441"/>
                  </a:moveTo>
                  <a:lnTo>
                    <a:pt x="20769" y="7738"/>
                  </a:lnTo>
                  <a:cubicBezTo>
                    <a:pt x="21164" y="8223"/>
                    <a:pt x="21557" y="8736"/>
                    <a:pt x="21935" y="9269"/>
                  </a:cubicBezTo>
                  <a:lnTo>
                    <a:pt x="22316" y="8998"/>
                  </a:lnTo>
                  <a:cubicBezTo>
                    <a:pt x="21932" y="8457"/>
                    <a:pt x="21534" y="7933"/>
                    <a:pt x="21131" y="7441"/>
                  </a:cubicBezTo>
                  <a:close/>
                  <a:moveTo>
                    <a:pt x="23393" y="10625"/>
                  </a:moveTo>
                  <a:lnTo>
                    <a:pt x="22997" y="10872"/>
                  </a:lnTo>
                  <a:cubicBezTo>
                    <a:pt x="23326" y="11406"/>
                    <a:pt x="23651" y="11967"/>
                    <a:pt x="23962" y="12540"/>
                  </a:cubicBezTo>
                  <a:lnTo>
                    <a:pt x="24374" y="12315"/>
                  </a:lnTo>
                  <a:cubicBezTo>
                    <a:pt x="24057" y="11734"/>
                    <a:pt x="23728" y="11165"/>
                    <a:pt x="23393" y="10625"/>
                  </a:cubicBezTo>
                  <a:close/>
                  <a:moveTo>
                    <a:pt x="25265" y="14054"/>
                  </a:moveTo>
                  <a:lnTo>
                    <a:pt x="24842" y="14258"/>
                  </a:lnTo>
                  <a:cubicBezTo>
                    <a:pt x="25112" y="14822"/>
                    <a:pt x="25382" y="15414"/>
                    <a:pt x="25639" y="16015"/>
                  </a:cubicBezTo>
                  <a:lnTo>
                    <a:pt x="26071" y="15830"/>
                  </a:lnTo>
                  <a:cubicBezTo>
                    <a:pt x="25812" y="15223"/>
                    <a:pt x="25541" y="14625"/>
                    <a:pt x="25265" y="1405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0"/>
            <p:cNvSpPr/>
            <p:nvPr/>
          </p:nvSpPr>
          <p:spPr>
            <a:xfrm>
              <a:off x="1746172" y="2626523"/>
              <a:ext cx="26360" cy="35789"/>
            </a:xfrm>
            <a:custGeom>
              <a:avLst/>
              <a:gdLst/>
              <a:ahLst/>
              <a:cxnLst/>
              <a:rect l="l" t="t" r="r" b="b"/>
              <a:pathLst>
                <a:path w="766" h="1040" extrusionOk="0">
                  <a:moveTo>
                    <a:pt x="438" y="1"/>
                  </a:moveTo>
                  <a:lnTo>
                    <a:pt x="1" y="168"/>
                  </a:lnTo>
                  <a:cubicBezTo>
                    <a:pt x="110" y="453"/>
                    <a:pt x="219" y="744"/>
                    <a:pt x="327" y="1040"/>
                  </a:cubicBezTo>
                  <a:lnTo>
                    <a:pt x="766" y="880"/>
                  </a:lnTo>
                  <a:cubicBezTo>
                    <a:pt x="657" y="583"/>
                    <a:pt x="548" y="290"/>
                    <a:pt x="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0"/>
            <p:cNvSpPr/>
            <p:nvPr/>
          </p:nvSpPr>
          <p:spPr>
            <a:xfrm>
              <a:off x="1177058" y="3182905"/>
              <a:ext cx="22334" cy="34929"/>
            </a:xfrm>
            <a:custGeom>
              <a:avLst/>
              <a:gdLst/>
              <a:ahLst/>
              <a:cxnLst/>
              <a:rect l="l" t="t" r="r" b="b"/>
              <a:pathLst>
                <a:path w="649" h="1015" extrusionOk="0">
                  <a:moveTo>
                    <a:pt x="461" y="1"/>
                  </a:moveTo>
                  <a:lnTo>
                    <a:pt x="0" y="84"/>
                  </a:lnTo>
                  <a:cubicBezTo>
                    <a:pt x="106" y="659"/>
                    <a:pt x="190" y="1000"/>
                    <a:pt x="195" y="1015"/>
                  </a:cubicBezTo>
                  <a:lnTo>
                    <a:pt x="648" y="899"/>
                  </a:lnTo>
                  <a:cubicBezTo>
                    <a:pt x="647" y="896"/>
                    <a:pt x="562" y="560"/>
                    <a:pt x="4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40"/>
            <p:cNvSpPr/>
            <p:nvPr/>
          </p:nvSpPr>
          <p:spPr>
            <a:xfrm>
              <a:off x="1165358" y="2737228"/>
              <a:ext cx="220171" cy="380740"/>
            </a:xfrm>
            <a:custGeom>
              <a:avLst/>
              <a:gdLst/>
              <a:ahLst/>
              <a:cxnLst/>
              <a:rect l="l" t="t" r="r" b="b"/>
              <a:pathLst>
                <a:path w="6398" h="11064" extrusionOk="0">
                  <a:moveTo>
                    <a:pt x="6312" y="1"/>
                  </a:moveTo>
                  <a:cubicBezTo>
                    <a:pt x="5617" y="133"/>
                    <a:pt x="4969" y="336"/>
                    <a:pt x="4386" y="604"/>
                  </a:cubicBezTo>
                  <a:lnTo>
                    <a:pt x="4582" y="1028"/>
                  </a:lnTo>
                  <a:cubicBezTo>
                    <a:pt x="5130" y="776"/>
                    <a:pt x="5742" y="585"/>
                    <a:pt x="6397" y="460"/>
                  </a:cubicBezTo>
                  <a:lnTo>
                    <a:pt x="6312" y="1"/>
                  </a:lnTo>
                  <a:close/>
                  <a:moveTo>
                    <a:pt x="2688" y="1714"/>
                  </a:moveTo>
                  <a:cubicBezTo>
                    <a:pt x="2195" y="2159"/>
                    <a:pt x="1764" y="2687"/>
                    <a:pt x="1404" y="3284"/>
                  </a:cubicBezTo>
                  <a:lnTo>
                    <a:pt x="1803" y="3525"/>
                  </a:lnTo>
                  <a:cubicBezTo>
                    <a:pt x="2140" y="2970"/>
                    <a:pt x="2545" y="2475"/>
                    <a:pt x="3002" y="2062"/>
                  </a:cubicBezTo>
                  <a:lnTo>
                    <a:pt x="2688" y="1714"/>
                  </a:lnTo>
                  <a:close/>
                  <a:moveTo>
                    <a:pt x="582" y="5125"/>
                  </a:moveTo>
                  <a:cubicBezTo>
                    <a:pt x="390" y="5729"/>
                    <a:pt x="244" y="6387"/>
                    <a:pt x="147" y="7084"/>
                  </a:cubicBezTo>
                  <a:lnTo>
                    <a:pt x="609" y="7148"/>
                  </a:lnTo>
                  <a:cubicBezTo>
                    <a:pt x="703" y="6478"/>
                    <a:pt x="844" y="5846"/>
                    <a:pt x="1026" y="5268"/>
                  </a:cubicBezTo>
                  <a:lnTo>
                    <a:pt x="582" y="5125"/>
                  </a:lnTo>
                  <a:close/>
                  <a:moveTo>
                    <a:pt x="2" y="9073"/>
                  </a:moveTo>
                  <a:lnTo>
                    <a:pt x="1" y="9294"/>
                  </a:lnTo>
                  <a:cubicBezTo>
                    <a:pt x="1" y="9868"/>
                    <a:pt x="26" y="10462"/>
                    <a:pt x="80" y="11063"/>
                  </a:cubicBezTo>
                  <a:lnTo>
                    <a:pt x="545" y="11021"/>
                  </a:lnTo>
                  <a:cubicBezTo>
                    <a:pt x="494" y="10434"/>
                    <a:pt x="469" y="9853"/>
                    <a:pt x="469" y="9294"/>
                  </a:cubicBezTo>
                  <a:lnTo>
                    <a:pt x="470" y="9079"/>
                  </a:lnTo>
                  <a:lnTo>
                    <a:pt x="2" y="907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0"/>
            <p:cNvSpPr/>
            <p:nvPr/>
          </p:nvSpPr>
          <p:spPr>
            <a:xfrm>
              <a:off x="1451704" y="2730896"/>
              <a:ext cx="32761" cy="16897"/>
            </a:xfrm>
            <a:custGeom>
              <a:avLst/>
              <a:gdLst/>
              <a:ahLst/>
              <a:cxnLst/>
              <a:rect l="l" t="t" r="r" b="b"/>
              <a:pathLst>
                <a:path w="952" h="491" extrusionOk="0">
                  <a:moveTo>
                    <a:pt x="131" y="0"/>
                  </a:moveTo>
                  <a:cubicBezTo>
                    <a:pt x="87" y="0"/>
                    <a:pt x="43" y="0"/>
                    <a:pt x="0" y="1"/>
                  </a:cubicBezTo>
                  <a:lnTo>
                    <a:pt x="5" y="469"/>
                  </a:lnTo>
                  <a:cubicBezTo>
                    <a:pt x="60" y="468"/>
                    <a:pt x="116" y="468"/>
                    <a:pt x="172" y="468"/>
                  </a:cubicBezTo>
                  <a:cubicBezTo>
                    <a:pt x="415" y="468"/>
                    <a:pt x="666" y="475"/>
                    <a:pt x="925" y="491"/>
                  </a:cubicBezTo>
                  <a:lnTo>
                    <a:pt x="951" y="24"/>
                  </a:lnTo>
                  <a:cubicBezTo>
                    <a:pt x="669" y="8"/>
                    <a:pt x="396" y="0"/>
                    <a:pt x="1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0"/>
            <p:cNvSpPr/>
            <p:nvPr/>
          </p:nvSpPr>
          <p:spPr>
            <a:xfrm>
              <a:off x="414890" y="2820369"/>
              <a:ext cx="20785" cy="34034"/>
            </a:xfrm>
            <a:custGeom>
              <a:avLst/>
              <a:gdLst/>
              <a:ahLst/>
              <a:cxnLst/>
              <a:rect l="l" t="t" r="r" b="b"/>
              <a:pathLst>
                <a:path w="604" h="989" extrusionOk="0">
                  <a:moveTo>
                    <a:pt x="142" y="0"/>
                  </a:moveTo>
                  <a:cubicBezTo>
                    <a:pt x="40" y="573"/>
                    <a:pt x="2" y="924"/>
                    <a:pt x="1" y="938"/>
                  </a:cubicBezTo>
                  <a:lnTo>
                    <a:pt x="464" y="988"/>
                  </a:lnTo>
                  <a:cubicBezTo>
                    <a:pt x="464" y="985"/>
                    <a:pt x="502" y="637"/>
                    <a:pt x="603" y="82"/>
                  </a:cubicBezTo>
                  <a:lnTo>
                    <a:pt x="14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0"/>
            <p:cNvSpPr/>
            <p:nvPr/>
          </p:nvSpPr>
          <p:spPr>
            <a:xfrm>
              <a:off x="434574" y="2499713"/>
              <a:ext cx="340236" cy="259057"/>
            </a:xfrm>
            <a:custGeom>
              <a:avLst/>
              <a:gdLst/>
              <a:ahLst/>
              <a:cxnLst/>
              <a:rect l="l" t="t" r="r" b="b"/>
              <a:pathLst>
                <a:path w="9887" h="7528" extrusionOk="0">
                  <a:moveTo>
                    <a:pt x="7961" y="0"/>
                  </a:moveTo>
                  <a:lnTo>
                    <a:pt x="7900" y="466"/>
                  </a:lnTo>
                  <a:cubicBezTo>
                    <a:pt x="8478" y="542"/>
                    <a:pt x="9091" y="703"/>
                    <a:pt x="9721" y="941"/>
                  </a:cubicBezTo>
                  <a:lnTo>
                    <a:pt x="9886" y="502"/>
                  </a:lnTo>
                  <a:cubicBezTo>
                    <a:pt x="9224" y="251"/>
                    <a:pt x="8576" y="84"/>
                    <a:pt x="7961" y="0"/>
                  </a:cubicBezTo>
                  <a:close/>
                  <a:moveTo>
                    <a:pt x="5955" y="50"/>
                  </a:moveTo>
                  <a:cubicBezTo>
                    <a:pt x="5295" y="180"/>
                    <a:pt x="4666" y="432"/>
                    <a:pt x="4085" y="798"/>
                  </a:cubicBezTo>
                  <a:lnTo>
                    <a:pt x="4334" y="1193"/>
                  </a:lnTo>
                  <a:cubicBezTo>
                    <a:pt x="4867" y="859"/>
                    <a:pt x="5442" y="628"/>
                    <a:pt x="6046" y="509"/>
                  </a:cubicBezTo>
                  <a:lnTo>
                    <a:pt x="5955" y="50"/>
                  </a:lnTo>
                  <a:close/>
                  <a:moveTo>
                    <a:pt x="2579" y="2114"/>
                  </a:moveTo>
                  <a:cubicBezTo>
                    <a:pt x="2173" y="2586"/>
                    <a:pt x="1793" y="3134"/>
                    <a:pt x="1449" y="3749"/>
                  </a:cubicBezTo>
                  <a:lnTo>
                    <a:pt x="1857" y="3977"/>
                  </a:lnTo>
                  <a:cubicBezTo>
                    <a:pt x="2186" y="3390"/>
                    <a:pt x="2548" y="2866"/>
                    <a:pt x="2933" y="2420"/>
                  </a:cubicBezTo>
                  <a:lnTo>
                    <a:pt x="2579" y="2114"/>
                  </a:lnTo>
                  <a:close/>
                  <a:moveTo>
                    <a:pt x="614" y="5538"/>
                  </a:moveTo>
                  <a:cubicBezTo>
                    <a:pt x="385" y="6122"/>
                    <a:pt x="179" y="6751"/>
                    <a:pt x="1" y="7406"/>
                  </a:cubicBezTo>
                  <a:lnTo>
                    <a:pt x="453" y="7528"/>
                  </a:lnTo>
                  <a:cubicBezTo>
                    <a:pt x="628" y="6890"/>
                    <a:pt x="829" y="6275"/>
                    <a:pt x="1048" y="5709"/>
                  </a:cubicBezTo>
                  <a:lnTo>
                    <a:pt x="614" y="553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0"/>
            <p:cNvSpPr/>
            <p:nvPr/>
          </p:nvSpPr>
          <p:spPr>
            <a:xfrm>
              <a:off x="828563" y="2546239"/>
              <a:ext cx="35927" cy="30421"/>
            </a:xfrm>
            <a:custGeom>
              <a:avLst/>
              <a:gdLst/>
              <a:ahLst/>
              <a:cxnLst/>
              <a:rect l="l" t="t" r="r" b="b"/>
              <a:pathLst>
                <a:path w="1044" h="884" extrusionOk="0">
                  <a:moveTo>
                    <a:pt x="230" y="0"/>
                  </a:moveTo>
                  <a:lnTo>
                    <a:pt x="0" y="408"/>
                  </a:lnTo>
                  <a:cubicBezTo>
                    <a:pt x="258" y="553"/>
                    <a:pt x="522" y="711"/>
                    <a:pt x="792" y="884"/>
                  </a:cubicBezTo>
                  <a:lnTo>
                    <a:pt x="1043" y="490"/>
                  </a:lnTo>
                  <a:cubicBezTo>
                    <a:pt x="767" y="313"/>
                    <a:pt x="495" y="149"/>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0"/>
            <p:cNvSpPr/>
            <p:nvPr/>
          </p:nvSpPr>
          <p:spPr>
            <a:xfrm>
              <a:off x="-146722" y="2480339"/>
              <a:ext cx="3140588" cy="980722"/>
            </a:xfrm>
            <a:custGeom>
              <a:avLst/>
              <a:gdLst/>
              <a:ahLst/>
              <a:cxnLst/>
              <a:rect l="l" t="t" r="r" b="b"/>
              <a:pathLst>
                <a:path w="91263" h="28499" extrusionOk="0">
                  <a:moveTo>
                    <a:pt x="75835" y="0"/>
                  </a:moveTo>
                  <a:lnTo>
                    <a:pt x="75696" y="446"/>
                  </a:lnTo>
                  <a:cubicBezTo>
                    <a:pt x="76303" y="636"/>
                    <a:pt x="76894" y="834"/>
                    <a:pt x="77472" y="1036"/>
                  </a:cubicBezTo>
                  <a:lnTo>
                    <a:pt x="77625" y="596"/>
                  </a:lnTo>
                  <a:cubicBezTo>
                    <a:pt x="77045" y="391"/>
                    <a:pt x="76448" y="193"/>
                    <a:pt x="75835" y="0"/>
                  </a:cubicBezTo>
                  <a:close/>
                  <a:moveTo>
                    <a:pt x="13204" y="737"/>
                  </a:moveTo>
                  <a:cubicBezTo>
                    <a:pt x="12601" y="954"/>
                    <a:pt x="12007" y="1178"/>
                    <a:pt x="11438" y="1408"/>
                  </a:cubicBezTo>
                  <a:lnTo>
                    <a:pt x="11612" y="1841"/>
                  </a:lnTo>
                  <a:cubicBezTo>
                    <a:pt x="12176" y="1614"/>
                    <a:pt x="12762" y="1390"/>
                    <a:pt x="13361" y="1178"/>
                  </a:cubicBezTo>
                  <a:lnTo>
                    <a:pt x="13204" y="737"/>
                  </a:lnTo>
                  <a:close/>
                  <a:moveTo>
                    <a:pt x="79397" y="1248"/>
                  </a:moveTo>
                  <a:lnTo>
                    <a:pt x="79227" y="1683"/>
                  </a:lnTo>
                  <a:cubicBezTo>
                    <a:pt x="79820" y="1915"/>
                    <a:pt x="80399" y="2157"/>
                    <a:pt x="80954" y="2399"/>
                  </a:cubicBezTo>
                  <a:lnTo>
                    <a:pt x="81143" y="1972"/>
                  </a:lnTo>
                  <a:cubicBezTo>
                    <a:pt x="80582" y="1725"/>
                    <a:pt x="79995" y="1482"/>
                    <a:pt x="79397" y="1248"/>
                  </a:cubicBezTo>
                  <a:close/>
                  <a:moveTo>
                    <a:pt x="9702" y="2148"/>
                  </a:moveTo>
                  <a:cubicBezTo>
                    <a:pt x="9115" y="2413"/>
                    <a:pt x="8540" y="2691"/>
                    <a:pt x="7999" y="2970"/>
                  </a:cubicBezTo>
                  <a:lnTo>
                    <a:pt x="8212" y="3386"/>
                  </a:lnTo>
                  <a:cubicBezTo>
                    <a:pt x="8746" y="3109"/>
                    <a:pt x="9311" y="2837"/>
                    <a:pt x="9895" y="2574"/>
                  </a:cubicBezTo>
                  <a:lnTo>
                    <a:pt x="9702" y="2148"/>
                  </a:lnTo>
                  <a:close/>
                  <a:moveTo>
                    <a:pt x="82854" y="2774"/>
                  </a:moveTo>
                  <a:lnTo>
                    <a:pt x="82644" y="3194"/>
                  </a:lnTo>
                  <a:cubicBezTo>
                    <a:pt x="83216" y="3481"/>
                    <a:pt x="83769" y="3778"/>
                    <a:pt x="84287" y="4078"/>
                  </a:cubicBezTo>
                  <a:lnTo>
                    <a:pt x="84521" y="3671"/>
                  </a:lnTo>
                  <a:cubicBezTo>
                    <a:pt x="83995" y="3368"/>
                    <a:pt x="83435" y="3065"/>
                    <a:pt x="82854" y="2774"/>
                  </a:cubicBezTo>
                  <a:close/>
                  <a:moveTo>
                    <a:pt x="6343" y="3890"/>
                  </a:moveTo>
                  <a:cubicBezTo>
                    <a:pt x="5779" y="4227"/>
                    <a:pt x="5245" y="4576"/>
                    <a:pt x="4752" y="4928"/>
                  </a:cubicBezTo>
                  <a:lnTo>
                    <a:pt x="5026" y="5308"/>
                  </a:lnTo>
                  <a:cubicBezTo>
                    <a:pt x="5506" y="4966"/>
                    <a:pt x="6031" y="4623"/>
                    <a:pt x="6584" y="4291"/>
                  </a:cubicBezTo>
                  <a:lnTo>
                    <a:pt x="6343" y="3890"/>
                  </a:lnTo>
                  <a:close/>
                  <a:moveTo>
                    <a:pt x="86126" y="4682"/>
                  </a:moveTo>
                  <a:lnTo>
                    <a:pt x="85862" y="5068"/>
                  </a:lnTo>
                  <a:cubicBezTo>
                    <a:pt x="86395" y="5432"/>
                    <a:pt x="86892" y="5808"/>
                    <a:pt x="87341" y="6186"/>
                  </a:cubicBezTo>
                  <a:lnTo>
                    <a:pt x="87641" y="5827"/>
                  </a:lnTo>
                  <a:cubicBezTo>
                    <a:pt x="87183" y="5441"/>
                    <a:pt x="86673" y="5055"/>
                    <a:pt x="86126" y="4682"/>
                  </a:cubicBezTo>
                  <a:close/>
                  <a:moveTo>
                    <a:pt x="3263" y="6108"/>
                  </a:moveTo>
                  <a:cubicBezTo>
                    <a:pt x="2761" y="6553"/>
                    <a:pt x="2309" y="7011"/>
                    <a:pt x="1921" y="7469"/>
                  </a:cubicBezTo>
                  <a:lnTo>
                    <a:pt x="2278" y="7772"/>
                  </a:lnTo>
                  <a:cubicBezTo>
                    <a:pt x="2653" y="7330"/>
                    <a:pt x="3089" y="6888"/>
                    <a:pt x="3572" y="6458"/>
                  </a:cubicBezTo>
                  <a:lnTo>
                    <a:pt x="3263" y="6108"/>
                  </a:lnTo>
                  <a:close/>
                  <a:moveTo>
                    <a:pt x="89024" y="7144"/>
                  </a:moveTo>
                  <a:lnTo>
                    <a:pt x="88679" y="7459"/>
                  </a:lnTo>
                  <a:cubicBezTo>
                    <a:pt x="89116" y="7936"/>
                    <a:pt x="89489" y="8426"/>
                    <a:pt x="89791" y="8914"/>
                  </a:cubicBezTo>
                  <a:lnTo>
                    <a:pt x="90187" y="8669"/>
                  </a:lnTo>
                  <a:cubicBezTo>
                    <a:pt x="89871" y="8157"/>
                    <a:pt x="89479" y="7643"/>
                    <a:pt x="89024" y="7144"/>
                  </a:cubicBezTo>
                  <a:close/>
                  <a:moveTo>
                    <a:pt x="827" y="9048"/>
                  </a:moveTo>
                  <a:cubicBezTo>
                    <a:pt x="501" y="9640"/>
                    <a:pt x="267" y="10247"/>
                    <a:pt x="128" y="10853"/>
                  </a:cubicBezTo>
                  <a:lnTo>
                    <a:pt x="583" y="10957"/>
                  </a:lnTo>
                  <a:cubicBezTo>
                    <a:pt x="713" y="10394"/>
                    <a:pt x="931" y="9827"/>
                    <a:pt x="1237" y="9273"/>
                  </a:cubicBezTo>
                  <a:lnTo>
                    <a:pt x="827" y="9048"/>
                  </a:lnTo>
                  <a:close/>
                  <a:moveTo>
                    <a:pt x="90995" y="10424"/>
                  </a:moveTo>
                  <a:lnTo>
                    <a:pt x="90546" y="10560"/>
                  </a:lnTo>
                  <a:cubicBezTo>
                    <a:pt x="90711" y="11108"/>
                    <a:pt x="90794" y="11663"/>
                    <a:pt x="90794" y="12214"/>
                  </a:cubicBezTo>
                  <a:lnTo>
                    <a:pt x="90793" y="12338"/>
                  </a:lnTo>
                  <a:lnTo>
                    <a:pt x="91261" y="12347"/>
                  </a:lnTo>
                  <a:lnTo>
                    <a:pt x="91262" y="12214"/>
                  </a:lnTo>
                  <a:cubicBezTo>
                    <a:pt x="91262" y="11615"/>
                    <a:pt x="91173" y="11014"/>
                    <a:pt x="90995" y="10424"/>
                  </a:cubicBezTo>
                  <a:close/>
                  <a:moveTo>
                    <a:pt x="464" y="12743"/>
                  </a:moveTo>
                  <a:lnTo>
                    <a:pt x="0" y="12790"/>
                  </a:lnTo>
                  <a:cubicBezTo>
                    <a:pt x="60" y="13416"/>
                    <a:pt x="221" y="14045"/>
                    <a:pt x="479" y="14663"/>
                  </a:cubicBezTo>
                  <a:lnTo>
                    <a:pt x="910" y="14481"/>
                  </a:lnTo>
                  <a:cubicBezTo>
                    <a:pt x="670" y="13909"/>
                    <a:pt x="521" y="13324"/>
                    <a:pt x="464" y="12743"/>
                  </a:cubicBezTo>
                  <a:close/>
                  <a:moveTo>
                    <a:pt x="90471" y="14099"/>
                  </a:moveTo>
                  <a:cubicBezTo>
                    <a:pt x="90282" y="14641"/>
                    <a:pt x="90010" y="15185"/>
                    <a:pt x="89660" y="15718"/>
                  </a:cubicBezTo>
                  <a:lnTo>
                    <a:pt x="90053" y="15974"/>
                  </a:lnTo>
                  <a:cubicBezTo>
                    <a:pt x="90424" y="15409"/>
                    <a:pt x="90712" y="14828"/>
                    <a:pt x="90914" y="14250"/>
                  </a:cubicBezTo>
                  <a:lnTo>
                    <a:pt x="90471" y="14099"/>
                  </a:lnTo>
                  <a:close/>
                  <a:moveTo>
                    <a:pt x="1809" y="16060"/>
                  </a:moveTo>
                  <a:lnTo>
                    <a:pt x="1430" y="16334"/>
                  </a:lnTo>
                  <a:cubicBezTo>
                    <a:pt x="1782" y="16821"/>
                    <a:pt x="2204" y="17305"/>
                    <a:pt x="2682" y="17779"/>
                  </a:cubicBezTo>
                  <a:lnTo>
                    <a:pt x="3011" y="17445"/>
                  </a:lnTo>
                  <a:cubicBezTo>
                    <a:pt x="2549" y="16990"/>
                    <a:pt x="2145" y="16524"/>
                    <a:pt x="1809" y="16060"/>
                  </a:cubicBezTo>
                  <a:close/>
                  <a:moveTo>
                    <a:pt x="88515" y="17146"/>
                  </a:moveTo>
                  <a:cubicBezTo>
                    <a:pt x="88115" y="17567"/>
                    <a:pt x="87660" y="17987"/>
                    <a:pt x="87157" y="18396"/>
                  </a:cubicBezTo>
                  <a:lnTo>
                    <a:pt x="87454" y="18759"/>
                  </a:lnTo>
                  <a:cubicBezTo>
                    <a:pt x="87971" y="18336"/>
                    <a:pt x="88443" y="17903"/>
                    <a:pt x="88854" y="17467"/>
                  </a:cubicBezTo>
                  <a:lnTo>
                    <a:pt x="88515" y="17146"/>
                  </a:lnTo>
                  <a:close/>
                  <a:moveTo>
                    <a:pt x="4407" y="18660"/>
                  </a:moveTo>
                  <a:lnTo>
                    <a:pt x="4120" y="19030"/>
                  </a:lnTo>
                  <a:cubicBezTo>
                    <a:pt x="4597" y="19400"/>
                    <a:pt x="5121" y="19769"/>
                    <a:pt x="5672" y="20123"/>
                  </a:cubicBezTo>
                  <a:lnTo>
                    <a:pt x="5926" y="19728"/>
                  </a:lnTo>
                  <a:cubicBezTo>
                    <a:pt x="5384" y="19381"/>
                    <a:pt x="4874" y="19023"/>
                    <a:pt x="4407" y="18660"/>
                  </a:cubicBezTo>
                  <a:close/>
                  <a:moveTo>
                    <a:pt x="85665" y="19498"/>
                  </a:moveTo>
                  <a:cubicBezTo>
                    <a:pt x="85172" y="19829"/>
                    <a:pt x="84638" y="20156"/>
                    <a:pt x="84079" y="20472"/>
                  </a:cubicBezTo>
                  <a:lnTo>
                    <a:pt x="84310" y="20878"/>
                  </a:lnTo>
                  <a:cubicBezTo>
                    <a:pt x="84876" y="20556"/>
                    <a:pt x="85422" y="20222"/>
                    <a:pt x="85924" y="19887"/>
                  </a:cubicBezTo>
                  <a:lnTo>
                    <a:pt x="85665" y="19498"/>
                  </a:lnTo>
                  <a:close/>
                  <a:moveTo>
                    <a:pt x="7528" y="20677"/>
                  </a:moveTo>
                  <a:lnTo>
                    <a:pt x="7302" y="21087"/>
                  </a:lnTo>
                  <a:cubicBezTo>
                    <a:pt x="7832" y="21380"/>
                    <a:pt x="8400" y="21668"/>
                    <a:pt x="8986" y="21950"/>
                  </a:cubicBezTo>
                  <a:lnTo>
                    <a:pt x="9190" y="21527"/>
                  </a:lnTo>
                  <a:cubicBezTo>
                    <a:pt x="8610" y="21249"/>
                    <a:pt x="8050" y="20964"/>
                    <a:pt x="7528" y="20677"/>
                  </a:cubicBezTo>
                  <a:close/>
                  <a:moveTo>
                    <a:pt x="82430" y="21342"/>
                  </a:moveTo>
                  <a:cubicBezTo>
                    <a:pt x="81889" y="21608"/>
                    <a:pt x="81318" y="21871"/>
                    <a:pt x="80734" y="22124"/>
                  </a:cubicBezTo>
                  <a:lnTo>
                    <a:pt x="80919" y="22553"/>
                  </a:lnTo>
                  <a:cubicBezTo>
                    <a:pt x="81510" y="22297"/>
                    <a:pt x="82088" y="22031"/>
                    <a:pt x="82636" y="21760"/>
                  </a:cubicBezTo>
                  <a:lnTo>
                    <a:pt x="82430" y="21342"/>
                  </a:lnTo>
                  <a:close/>
                  <a:moveTo>
                    <a:pt x="10893" y="22293"/>
                  </a:moveTo>
                  <a:lnTo>
                    <a:pt x="10711" y="22724"/>
                  </a:lnTo>
                  <a:cubicBezTo>
                    <a:pt x="11279" y="22963"/>
                    <a:pt x="11870" y="23197"/>
                    <a:pt x="12467" y="23422"/>
                  </a:cubicBezTo>
                  <a:lnTo>
                    <a:pt x="12629" y="22983"/>
                  </a:lnTo>
                  <a:cubicBezTo>
                    <a:pt x="12038" y="22761"/>
                    <a:pt x="11453" y="22530"/>
                    <a:pt x="10893" y="22293"/>
                  </a:cubicBezTo>
                  <a:close/>
                  <a:moveTo>
                    <a:pt x="79002" y="22831"/>
                  </a:moveTo>
                  <a:cubicBezTo>
                    <a:pt x="78437" y="23050"/>
                    <a:pt x="77846" y="23267"/>
                    <a:pt x="77245" y="23473"/>
                  </a:cubicBezTo>
                  <a:lnTo>
                    <a:pt x="77397" y="23916"/>
                  </a:lnTo>
                  <a:cubicBezTo>
                    <a:pt x="78004" y="23707"/>
                    <a:pt x="78600" y="23489"/>
                    <a:pt x="79170" y="23268"/>
                  </a:cubicBezTo>
                  <a:lnTo>
                    <a:pt x="79002" y="22831"/>
                  </a:lnTo>
                  <a:close/>
                  <a:moveTo>
                    <a:pt x="14392" y="23612"/>
                  </a:moveTo>
                  <a:lnTo>
                    <a:pt x="14245" y="24055"/>
                  </a:lnTo>
                  <a:cubicBezTo>
                    <a:pt x="14830" y="24253"/>
                    <a:pt x="15430" y="24445"/>
                    <a:pt x="16043" y="24629"/>
                  </a:cubicBezTo>
                  <a:lnTo>
                    <a:pt x="16176" y="24181"/>
                  </a:lnTo>
                  <a:cubicBezTo>
                    <a:pt x="15569" y="23997"/>
                    <a:pt x="14972" y="23807"/>
                    <a:pt x="14392" y="23612"/>
                  </a:cubicBezTo>
                  <a:close/>
                  <a:moveTo>
                    <a:pt x="75467" y="24057"/>
                  </a:moveTo>
                  <a:cubicBezTo>
                    <a:pt x="74881" y="24238"/>
                    <a:pt x="74282" y="24415"/>
                    <a:pt x="73669" y="24585"/>
                  </a:cubicBezTo>
                  <a:lnTo>
                    <a:pt x="73797" y="25036"/>
                  </a:lnTo>
                  <a:cubicBezTo>
                    <a:pt x="74411" y="24863"/>
                    <a:pt x="75014" y="24686"/>
                    <a:pt x="75605" y="24503"/>
                  </a:cubicBezTo>
                  <a:lnTo>
                    <a:pt x="75467" y="24057"/>
                  </a:lnTo>
                  <a:close/>
                  <a:moveTo>
                    <a:pt x="17977" y="24699"/>
                  </a:moveTo>
                  <a:lnTo>
                    <a:pt x="17854" y="25150"/>
                  </a:lnTo>
                  <a:cubicBezTo>
                    <a:pt x="18451" y="25314"/>
                    <a:pt x="19059" y="25470"/>
                    <a:pt x="19680" y="25624"/>
                  </a:cubicBezTo>
                  <a:lnTo>
                    <a:pt x="19791" y="25169"/>
                  </a:lnTo>
                  <a:cubicBezTo>
                    <a:pt x="19175" y="25017"/>
                    <a:pt x="18569" y="24862"/>
                    <a:pt x="17977" y="24699"/>
                  </a:cubicBezTo>
                  <a:close/>
                  <a:moveTo>
                    <a:pt x="71858" y="25068"/>
                  </a:moveTo>
                  <a:cubicBezTo>
                    <a:pt x="71260" y="25219"/>
                    <a:pt x="70652" y="25365"/>
                    <a:pt x="70034" y="25504"/>
                  </a:cubicBezTo>
                  <a:lnTo>
                    <a:pt x="70139" y="25959"/>
                  </a:lnTo>
                  <a:cubicBezTo>
                    <a:pt x="70761" y="25818"/>
                    <a:pt x="71371" y="25672"/>
                    <a:pt x="71972" y="25521"/>
                  </a:cubicBezTo>
                  <a:lnTo>
                    <a:pt x="71858" y="25068"/>
                  </a:lnTo>
                  <a:close/>
                  <a:moveTo>
                    <a:pt x="21617" y="25595"/>
                  </a:moveTo>
                  <a:lnTo>
                    <a:pt x="21516" y="26053"/>
                  </a:lnTo>
                  <a:cubicBezTo>
                    <a:pt x="22122" y="26186"/>
                    <a:pt x="22738" y="26316"/>
                    <a:pt x="23361" y="26440"/>
                  </a:cubicBezTo>
                  <a:lnTo>
                    <a:pt x="23450" y="25981"/>
                  </a:lnTo>
                  <a:cubicBezTo>
                    <a:pt x="22831" y="25856"/>
                    <a:pt x="22218" y="25728"/>
                    <a:pt x="21617" y="25595"/>
                  </a:cubicBezTo>
                  <a:close/>
                  <a:moveTo>
                    <a:pt x="68202" y="25895"/>
                  </a:moveTo>
                  <a:cubicBezTo>
                    <a:pt x="67598" y="26019"/>
                    <a:pt x="66983" y="26137"/>
                    <a:pt x="66361" y="26252"/>
                  </a:cubicBezTo>
                  <a:lnTo>
                    <a:pt x="66446" y="26712"/>
                  </a:lnTo>
                  <a:cubicBezTo>
                    <a:pt x="67071" y="26598"/>
                    <a:pt x="67688" y="26478"/>
                    <a:pt x="68295" y="26354"/>
                  </a:cubicBezTo>
                  <a:lnTo>
                    <a:pt x="68202" y="25895"/>
                  </a:lnTo>
                  <a:close/>
                  <a:moveTo>
                    <a:pt x="25293" y="26328"/>
                  </a:moveTo>
                  <a:lnTo>
                    <a:pt x="25212" y="26788"/>
                  </a:lnTo>
                  <a:cubicBezTo>
                    <a:pt x="25825" y="26898"/>
                    <a:pt x="26442" y="27001"/>
                    <a:pt x="27070" y="27102"/>
                  </a:cubicBezTo>
                  <a:lnTo>
                    <a:pt x="27143" y="26639"/>
                  </a:lnTo>
                  <a:cubicBezTo>
                    <a:pt x="26520" y="26540"/>
                    <a:pt x="25904" y="26436"/>
                    <a:pt x="25293" y="26328"/>
                  </a:cubicBezTo>
                  <a:close/>
                  <a:moveTo>
                    <a:pt x="64515" y="26573"/>
                  </a:moveTo>
                  <a:cubicBezTo>
                    <a:pt x="63903" y="26671"/>
                    <a:pt x="63286" y="26767"/>
                    <a:pt x="62660" y="26857"/>
                  </a:cubicBezTo>
                  <a:lnTo>
                    <a:pt x="62726" y="27320"/>
                  </a:lnTo>
                  <a:cubicBezTo>
                    <a:pt x="63355" y="27227"/>
                    <a:pt x="63975" y="27132"/>
                    <a:pt x="64590" y="27034"/>
                  </a:cubicBezTo>
                  <a:lnTo>
                    <a:pt x="64515" y="26573"/>
                  </a:lnTo>
                  <a:close/>
                  <a:moveTo>
                    <a:pt x="28998" y="26917"/>
                  </a:moveTo>
                  <a:lnTo>
                    <a:pt x="28934" y="27380"/>
                  </a:lnTo>
                  <a:cubicBezTo>
                    <a:pt x="29549" y="27466"/>
                    <a:pt x="30171" y="27548"/>
                    <a:pt x="30800" y="27625"/>
                  </a:cubicBezTo>
                  <a:lnTo>
                    <a:pt x="30857" y="27160"/>
                  </a:lnTo>
                  <a:cubicBezTo>
                    <a:pt x="30231" y="27083"/>
                    <a:pt x="29609" y="27002"/>
                    <a:pt x="28998" y="26917"/>
                  </a:cubicBezTo>
                  <a:close/>
                  <a:moveTo>
                    <a:pt x="60802" y="27106"/>
                  </a:moveTo>
                  <a:cubicBezTo>
                    <a:pt x="60187" y="27183"/>
                    <a:pt x="59565" y="27257"/>
                    <a:pt x="58939" y="27325"/>
                  </a:cubicBezTo>
                  <a:lnTo>
                    <a:pt x="58990" y="27789"/>
                  </a:lnTo>
                  <a:cubicBezTo>
                    <a:pt x="59620" y="27722"/>
                    <a:pt x="60243" y="27649"/>
                    <a:pt x="60860" y="27570"/>
                  </a:cubicBezTo>
                  <a:lnTo>
                    <a:pt x="60802" y="27106"/>
                  </a:lnTo>
                  <a:close/>
                  <a:moveTo>
                    <a:pt x="32723" y="27371"/>
                  </a:moveTo>
                  <a:lnTo>
                    <a:pt x="32673" y="27835"/>
                  </a:lnTo>
                  <a:cubicBezTo>
                    <a:pt x="33293" y="27900"/>
                    <a:pt x="33917" y="27962"/>
                    <a:pt x="34547" y="28017"/>
                  </a:cubicBezTo>
                  <a:lnTo>
                    <a:pt x="34590" y="27552"/>
                  </a:lnTo>
                  <a:cubicBezTo>
                    <a:pt x="33962" y="27495"/>
                    <a:pt x="33339" y="27437"/>
                    <a:pt x="32723" y="27371"/>
                  </a:cubicBezTo>
                  <a:close/>
                  <a:moveTo>
                    <a:pt x="57071" y="27513"/>
                  </a:moveTo>
                  <a:cubicBezTo>
                    <a:pt x="56454" y="27570"/>
                    <a:pt x="55830" y="27622"/>
                    <a:pt x="55203" y="27671"/>
                  </a:cubicBezTo>
                  <a:lnTo>
                    <a:pt x="55239" y="28137"/>
                  </a:lnTo>
                  <a:cubicBezTo>
                    <a:pt x="55868" y="28089"/>
                    <a:pt x="56496" y="28036"/>
                    <a:pt x="57115" y="27979"/>
                  </a:cubicBezTo>
                  <a:lnTo>
                    <a:pt x="57071" y="27513"/>
                  </a:lnTo>
                  <a:close/>
                  <a:moveTo>
                    <a:pt x="36459" y="27701"/>
                  </a:moveTo>
                  <a:lnTo>
                    <a:pt x="36426" y="28168"/>
                  </a:lnTo>
                  <a:cubicBezTo>
                    <a:pt x="37048" y="28213"/>
                    <a:pt x="37674" y="28254"/>
                    <a:pt x="38304" y="28291"/>
                  </a:cubicBezTo>
                  <a:lnTo>
                    <a:pt x="38332" y="27824"/>
                  </a:lnTo>
                  <a:cubicBezTo>
                    <a:pt x="37703" y="27788"/>
                    <a:pt x="37078" y="27747"/>
                    <a:pt x="36459" y="27701"/>
                  </a:cubicBezTo>
                  <a:close/>
                  <a:moveTo>
                    <a:pt x="53330" y="27798"/>
                  </a:moveTo>
                  <a:cubicBezTo>
                    <a:pt x="52710" y="27837"/>
                    <a:pt x="52086" y="27870"/>
                    <a:pt x="51457" y="27899"/>
                  </a:cubicBezTo>
                  <a:lnTo>
                    <a:pt x="51479" y="28366"/>
                  </a:lnTo>
                  <a:cubicBezTo>
                    <a:pt x="52110" y="28338"/>
                    <a:pt x="52737" y="28303"/>
                    <a:pt x="53359" y="28265"/>
                  </a:cubicBezTo>
                  <a:lnTo>
                    <a:pt x="53330" y="27798"/>
                  </a:lnTo>
                  <a:close/>
                  <a:moveTo>
                    <a:pt x="40206" y="27918"/>
                  </a:moveTo>
                  <a:lnTo>
                    <a:pt x="40186" y="28386"/>
                  </a:lnTo>
                  <a:cubicBezTo>
                    <a:pt x="40809" y="28412"/>
                    <a:pt x="41437" y="28433"/>
                    <a:pt x="42067" y="28452"/>
                  </a:cubicBezTo>
                  <a:lnTo>
                    <a:pt x="42081" y="27984"/>
                  </a:lnTo>
                  <a:cubicBezTo>
                    <a:pt x="41451" y="27965"/>
                    <a:pt x="40828" y="27943"/>
                    <a:pt x="40206" y="27918"/>
                  </a:cubicBezTo>
                  <a:close/>
                  <a:moveTo>
                    <a:pt x="49585" y="27971"/>
                  </a:moveTo>
                  <a:cubicBezTo>
                    <a:pt x="48963" y="27991"/>
                    <a:pt x="48337" y="28006"/>
                    <a:pt x="47707" y="28014"/>
                  </a:cubicBezTo>
                  <a:lnTo>
                    <a:pt x="47715" y="28483"/>
                  </a:lnTo>
                  <a:cubicBezTo>
                    <a:pt x="48347" y="28471"/>
                    <a:pt x="48973" y="28456"/>
                    <a:pt x="49599" y="28439"/>
                  </a:cubicBezTo>
                  <a:lnTo>
                    <a:pt x="49585" y="27971"/>
                  </a:lnTo>
                  <a:close/>
                  <a:moveTo>
                    <a:pt x="43958" y="28020"/>
                  </a:moveTo>
                  <a:lnTo>
                    <a:pt x="43950" y="28489"/>
                  </a:lnTo>
                  <a:cubicBezTo>
                    <a:pt x="44503" y="28496"/>
                    <a:pt x="45059" y="28499"/>
                    <a:pt x="45618" y="28499"/>
                  </a:cubicBezTo>
                  <a:lnTo>
                    <a:pt x="45833" y="28499"/>
                  </a:lnTo>
                  <a:lnTo>
                    <a:pt x="45833" y="28031"/>
                  </a:lnTo>
                  <a:lnTo>
                    <a:pt x="45620" y="28031"/>
                  </a:lnTo>
                  <a:cubicBezTo>
                    <a:pt x="45064" y="28031"/>
                    <a:pt x="44509" y="28028"/>
                    <a:pt x="43958" y="2802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0"/>
            <p:cNvSpPr/>
            <p:nvPr/>
          </p:nvSpPr>
          <p:spPr>
            <a:xfrm>
              <a:off x="2139851" y="2491248"/>
              <a:ext cx="12148" cy="5850"/>
            </a:xfrm>
            <a:custGeom>
              <a:avLst/>
              <a:gdLst/>
              <a:ahLst/>
              <a:cxnLst/>
              <a:rect l="l" t="t" r="r" b="b"/>
              <a:pathLst>
                <a:path w="353" h="170" extrusionOk="0">
                  <a:moveTo>
                    <a:pt x="89" y="1"/>
                  </a:moveTo>
                  <a:cubicBezTo>
                    <a:pt x="71" y="12"/>
                    <a:pt x="51" y="17"/>
                    <a:pt x="34" y="17"/>
                  </a:cubicBezTo>
                  <a:cubicBezTo>
                    <a:pt x="21" y="17"/>
                    <a:pt x="10" y="14"/>
                    <a:pt x="0" y="9"/>
                  </a:cubicBezTo>
                  <a:lnTo>
                    <a:pt x="0" y="9"/>
                  </a:lnTo>
                  <a:cubicBezTo>
                    <a:pt x="88" y="61"/>
                    <a:pt x="176" y="110"/>
                    <a:pt x="262" y="161"/>
                  </a:cubicBezTo>
                  <a:cubicBezTo>
                    <a:pt x="272" y="166"/>
                    <a:pt x="283" y="169"/>
                    <a:pt x="296" y="169"/>
                  </a:cubicBezTo>
                  <a:cubicBezTo>
                    <a:pt x="313" y="169"/>
                    <a:pt x="332" y="164"/>
                    <a:pt x="353" y="151"/>
                  </a:cubicBezTo>
                  <a:lnTo>
                    <a:pt x="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0"/>
            <p:cNvSpPr/>
            <p:nvPr/>
          </p:nvSpPr>
          <p:spPr>
            <a:xfrm>
              <a:off x="2142948" y="2480786"/>
              <a:ext cx="13524" cy="15692"/>
            </a:xfrm>
            <a:custGeom>
              <a:avLst/>
              <a:gdLst/>
              <a:ahLst/>
              <a:cxnLst/>
              <a:rect l="l" t="t" r="r" b="b"/>
              <a:pathLst>
                <a:path w="393" h="456" extrusionOk="0">
                  <a:moveTo>
                    <a:pt x="93" y="0"/>
                  </a:moveTo>
                  <a:cubicBezTo>
                    <a:pt x="94" y="1"/>
                    <a:pt x="95" y="1"/>
                    <a:pt x="96" y="2"/>
                  </a:cubicBezTo>
                  <a:lnTo>
                    <a:pt x="96" y="2"/>
                  </a:lnTo>
                  <a:cubicBezTo>
                    <a:pt x="95" y="1"/>
                    <a:pt x="94" y="1"/>
                    <a:pt x="93" y="0"/>
                  </a:cubicBezTo>
                  <a:close/>
                  <a:moveTo>
                    <a:pt x="96" y="2"/>
                  </a:moveTo>
                  <a:cubicBezTo>
                    <a:pt x="118" y="16"/>
                    <a:pt x="130" y="44"/>
                    <a:pt x="130" y="82"/>
                  </a:cubicBezTo>
                  <a:cubicBezTo>
                    <a:pt x="130" y="163"/>
                    <a:pt x="73" y="264"/>
                    <a:pt x="1" y="303"/>
                  </a:cubicBezTo>
                  <a:lnTo>
                    <a:pt x="264" y="455"/>
                  </a:lnTo>
                  <a:cubicBezTo>
                    <a:pt x="336" y="416"/>
                    <a:pt x="393" y="315"/>
                    <a:pt x="393" y="234"/>
                  </a:cubicBezTo>
                  <a:cubicBezTo>
                    <a:pt x="392" y="195"/>
                    <a:pt x="377" y="167"/>
                    <a:pt x="355" y="152"/>
                  </a:cubicBezTo>
                  <a:cubicBezTo>
                    <a:pt x="268" y="102"/>
                    <a:pt x="180" y="53"/>
                    <a:pt x="96" y="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0"/>
            <p:cNvSpPr/>
            <p:nvPr/>
          </p:nvSpPr>
          <p:spPr>
            <a:xfrm>
              <a:off x="2142914" y="2471013"/>
              <a:ext cx="17413" cy="6917"/>
            </a:xfrm>
            <a:custGeom>
              <a:avLst/>
              <a:gdLst/>
              <a:ahLst/>
              <a:cxnLst/>
              <a:rect l="l" t="t" r="r" b="b"/>
              <a:pathLst>
                <a:path w="506" h="201" extrusionOk="0">
                  <a:moveTo>
                    <a:pt x="505" y="179"/>
                  </a:moveTo>
                  <a:lnTo>
                    <a:pt x="505" y="179"/>
                  </a:lnTo>
                  <a:cubicBezTo>
                    <a:pt x="505" y="179"/>
                    <a:pt x="505" y="179"/>
                    <a:pt x="505" y="179"/>
                  </a:cubicBezTo>
                  <a:close/>
                  <a:moveTo>
                    <a:pt x="155" y="1"/>
                  </a:moveTo>
                  <a:cubicBezTo>
                    <a:pt x="108" y="1"/>
                    <a:pt x="56" y="16"/>
                    <a:pt x="0" y="49"/>
                  </a:cubicBezTo>
                  <a:lnTo>
                    <a:pt x="262" y="201"/>
                  </a:lnTo>
                  <a:cubicBezTo>
                    <a:pt x="317" y="170"/>
                    <a:pt x="368" y="155"/>
                    <a:pt x="414" y="155"/>
                  </a:cubicBezTo>
                  <a:cubicBezTo>
                    <a:pt x="448" y="155"/>
                    <a:pt x="478" y="163"/>
                    <a:pt x="505" y="179"/>
                  </a:cubicBezTo>
                  <a:lnTo>
                    <a:pt x="505" y="179"/>
                  </a:lnTo>
                  <a:lnTo>
                    <a:pt x="243" y="24"/>
                  </a:lnTo>
                  <a:cubicBezTo>
                    <a:pt x="218" y="9"/>
                    <a:pt x="188" y="1"/>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0"/>
            <p:cNvSpPr/>
            <p:nvPr/>
          </p:nvSpPr>
          <p:spPr>
            <a:xfrm>
              <a:off x="2131213" y="2472665"/>
              <a:ext cx="20751" cy="33002"/>
            </a:xfrm>
            <a:custGeom>
              <a:avLst/>
              <a:gdLst/>
              <a:ahLst/>
              <a:cxnLst/>
              <a:rect l="l" t="t" r="r" b="b"/>
              <a:pathLst>
                <a:path w="603" h="959" extrusionOk="0">
                  <a:moveTo>
                    <a:pt x="340" y="1"/>
                  </a:moveTo>
                  <a:cubicBezTo>
                    <a:pt x="152" y="109"/>
                    <a:pt x="1" y="372"/>
                    <a:pt x="2" y="587"/>
                  </a:cubicBezTo>
                  <a:cubicBezTo>
                    <a:pt x="2" y="697"/>
                    <a:pt x="40" y="772"/>
                    <a:pt x="100" y="807"/>
                  </a:cubicBezTo>
                  <a:cubicBezTo>
                    <a:pt x="188" y="856"/>
                    <a:pt x="275" y="907"/>
                    <a:pt x="361" y="958"/>
                  </a:cubicBezTo>
                  <a:lnTo>
                    <a:pt x="361" y="958"/>
                  </a:lnTo>
                  <a:cubicBezTo>
                    <a:pt x="302" y="923"/>
                    <a:pt x="264" y="847"/>
                    <a:pt x="264" y="740"/>
                  </a:cubicBezTo>
                  <a:cubicBezTo>
                    <a:pt x="264" y="523"/>
                    <a:pt x="414" y="260"/>
                    <a:pt x="602" y="153"/>
                  </a:cubicBezTo>
                  <a:lnTo>
                    <a:pt x="340" y="1"/>
                  </a:lnTo>
                  <a:close/>
                  <a:moveTo>
                    <a:pt x="361" y="958"/>
                  </a:moveTo>
                  <a:cubicBezTo>
                    <a:pt x="361" y="958"/>
                    <a:pt x="362" y="959"/>
                    <a:pt x="362" y="959"/>
                  </a:cubicBezTo>
                  <a:cubicBezTo>
                    <a:pt x="362" y="959"/>
                    <a:pt x="361" y="958"/>
                    <a:pt x="361" y="9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0"/>
            <p:cNvSpPr/>
            <p:nvPr/>
          </p:nvSpPr>
          <p:spPr>
            <a:xfrm>
              <a:off x="2140229" y="2476347"/>
              <a:ext cx="23504" cy="30111"/>
            </a:xfrm>
            <a:custGeom>
              <a:avLst/>
              <a:gdLst/>
              <a:ahLst/>
              <a:cxnLst/>
              <a:rect l="l" t="t" r="r" b="b"/>
              <a:pathLst>
                <a:path w="683" h="875" extrusionOk="0">
                  <a:moveTo>
                    <a:pt x="400" y="275"/>
                  </a:moveTo>
                  <a:cubicBezTo>
                    <a:pt x="442" y="275"/>
                    <a:pt x="471" y="307"/>
                    <a:pt x="471" y="365"/>
                  </a:cubicBezTo>
                  <a:cubicBezTo>
                    <a:pt x="471" y="445"/>
                    <a:pt x="413" y="546"/>
                    <a:pt x="342" y="587"/>
                  </a:cubicBezTo>
                  <a:cubicBezTo>
                    <a:pt x="322" y="599"/>
                    <a:pt x="303" y="604"/>
                    <a:pt x="286" y="604"/>
                  </a:cubicBezTo>
                  <a:cubicBezTo>
                    <a:pt x="244" y="604"/>
                    <a:pt x="214" y="571"/>
                    <a:pt x="214" y="514"/>
                  </a:cubicBezTo>
                  <a:cubicBezTo>
                    <a:pt x="214" y="431"/>
                    <a:pt x="270" y="333"/>
                    <a:pt x="342" y="292"/>
                  </a:cubicBezTo>
                  <a:cubicBezTo>
                    <a:pt x="363" y="280"/>
                    <a:pt x="383" y="275"/>
                    <a:pt x="400" y="275"/>
                  </a:cubicBezTo>
                  <a:close/>
                  <a:moveTo>
                    <a:pt x="493" y="0"/>
                  </a:moveTo>
                  <a:cubicBezTo>
                    <a:pt x="447" y="0"/>
                    <a:pt x="395" y="15"/>
                    <a:pt x="340" y="46"/>
                  </a:cubicBezTo>
                  <a:cubicBezTo>
                    <a:pt x="152" y="153"/>
                    <a:pt x="1" y="416"/>
                    <a:pt x="1" y="633"/>
                  </a:cubicBezTo>
                  <a:cubicBezTo>
                    <a:pt x="1" y="785"/>
                    <a:pt x="78" y="874"/>
                    <a:pt x="190" y="874"/>
                  </a:cubicBezTo>
                  <a:cubicBezTo>
                    <a:pt x="236" y="874"/>
                    <a:pt x="287" y="859"/>
                    <a:pt x="342" y="829"/>
                  </a:cubicBezTo>
                  <a:cubicBezTo>
                    <a:pt x="531" y="720"/>
                    <a:pt x="683" y="457"/>
                    <a:pt x="683" y="240"/>
                  </a:cubicBezTo>
                  <a:cubicBezTo>
                    <a:pt x="683" y="88"/>
                    <a:pt x="605" y="0"/>
                    <a:pt x="4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0"/>
            <p:cNvSpPr/>
            <p:nvPr/>
          </p:nvSpPr>
          <p:spPr>
            <a:xfrm>
              <a:off x="2211429" y="2441246"/>
              <a:ext cx="13524" cy="15692"/>
            </a:xfrm>
            <a:custGeom>
              <a:avLst/>
              <a:gdLst/>
              <a:ahLst/>
              <a:cxnLst/>
              <a:rect l="l" t="t" r="r" b="b"/>
              <a:pathLst>
                <a:path w="393" h="456" extrusionOk="0">
                  <a:moveTo>
                    <a:pt x="90" y="1"/>
                  </a:moveTo>
                  <a:cubicBezTo>
                    <a:pt x="91" y="1"/>
                    <a:pt x="92" y="2"/>
                    <a:pt x="94" y="3"/>
                  </a:cubicBezTo>
                  <a:lnTo>
                    <a:pt x="94" y="3"/>
                  </a:lnTo>
                  <a:cubicBezTo>
                    <a:pt x="92" y="2"/>
                    <a:pt x="91" y="1"/>
                    <a:pt x="90" y="1"/>
                  </a:cubicBezTo>
                  <a:close/>
                  <a:moveTo>
                    <a:pt x="94" y="3"/>
                  </a:moveTo>
                  <a:cubicBezTo>
                    <a:pt x="116" y="17"/>
                    <a:pt x="129" y="45"/>
                    <a:pt x="129" y="83"/>
                  </a:cubicBezTo>
                  <a:cubicBezTo>
                    <a:pt x="129" y="163"/>
                    <a:pt x="72" y="264"/>
                    <a:pt x="1" y="304"/>
                  </a:cubicBezTo>
                  <a:lnTo>
                    <a:pt x="264" y="456"/>
                  </a:lnTo>
                  <a:cubicBezTo>
                    <a:pt x="336" y="416"/>
                    <a:pt x="393" y="315"/>
                    <a:pt x="393" y="235"/>
                  </a:cubicBezTo>
                  <a:cubicBezTo>
                    <a:pt x="391" y="194"/>
                    <a:pt x="377" y="168"/>
                    <a:pt x="352" y="154"/>
                  </a:cubicBezTo>
                  <a:cubicBezTo>
                    <a:pt x="265" y="104"/>
                    <a:pt x="181" y="53"/>
                    <a:pt x="94" y="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0"/>
            <p:cNvSpPr/>
            <p:nvPr/>
          </p:nvSpPr>
          <p:spPr>
            <a:xfrm>
              <a:off x="2208297" y="2451673"/>
              <a:ext cx="12216" cy="5885"/>
            </a:xfrm>
            <a:custGeom>
              <a:avLst/>
              <a:gdLst/>
              <a:ahLst/>
              <a:cxnLst/>
              <a:rect l="l" t="t" r="r" b="b"/>
              <a:pathLst>
                <a:path w="355" h="171" extrusionOk="0">
                  <a:moveTo>
                    <a:pt x="92" y="1"/>
                  </a:moveTo>
                  <a:cubicBezTo>
                    <a:pt x="70" y="13"/>
                    <a:pt x="50" y="19"/>
                    <a:pt x="33" y="19"/>
                  </a:cubicBezTo>
                  <a:cubicBezTo>
                    <a:pt x="21" y="19"/>
                    <a:pt x="10" y="16"/>
                    <a:pt x="1" y="11"/>
                  </a:cubicBezTo>
                  <a:lnTo>
                    <a:pt x="1" y="11"/>
                  </a:lnTo>
                  <a:lnTo>
                    <a:pt x="264" y="163"/>
                  </a:lnTo>
                  <a:cubicBezTo>
                    <a:pt x="274" y="168"/>
                    <a:pt x="285" y="170"/>
                    <a:pt x="296" y="170"/>
                  </a:cubicBezTo>
                  <a:cubicBezTo>
                    <a:pt x="314" y="170"/>
                    <a:pt x="333" y="165"/>
                    <a:pt x="355" y="153"/>
                  </a:cubicBezTo>
                  <a:lnTo>
                    <a:pt x="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40"/>
            <p:cNvSpPr/>
            <p:nvPr/>
          </p:nvSpPr>
          <p:spPr>
            <a:xfrm>
              <a:off x="2222062" y="2426311"/>
              <a:ext cx="12526" cy="15692"/>
            </a:xfrm>
            <a:custGeom>
              <a:avLst/>
              <a:gdLst/>
              <a:ahLst/>
              <a:cxnLst/>
              <a:rect l="l" t="t" r="r" b="b"/>
              <a:pathLst>
                <a:path w="364" h="456" extrusionOk="0">
                  <a:moveTo>
                    <a:pt x="0" y="0"/>
                  </a:moveTo>
                  <a:lnTo>
                    <a:pt x="101" y="302"/>
                  </a:lnTo>
                  <a:lnTo>
                    <a:pt x="363" y="455"/>
                  </a:lnTo>
                  <a:lnTo>
                    <a:pt x="262" y="152"/>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0"/>
            <p:cNvSpPr/>
            <p:nvPr/>
          </p:nvSpPr>
          <p:spPr>
            <a:xfrm>
              <a:off x="2211429" y="2431611"/>
              <a:ext cx="17344" cy="6848"/>
            </a:xfrm>
            <a:custGeom>
              <a:avLst/>
              <a:gdLst/>
              <a:ahLst/>
              <a:cxnLst/>
              <a:rect l="l" t="t" r="r" b="b"/>
              <a:pathLst>
                <a:path w="504" h="199" extrusionOk="0">
                  <a:moveTo>
                    <a:pt x="501" y="174"/>
                  </a:moveTo>
                  <a:lnTo>
                    <a:pt x="504" y="175"/>
                  </a:lnTo>
                  <a:cubicBezTo>
                    <a:pt x="503" y="175"/>
                    <a:pt x="502" y="174"/>
                    <a:pt x="501" y="174"/>
                  </a:cubicBezTo>
                  <a:close/>
                  <a:moveTo>
                    <a:pt x="153" y="0"/>
                  </a:moveTo>
                  <a:cubicBezTo>
                    <a:pt x="107" y="0"/>
                    <a:pt x="55" y="15"/>
                    <a:pt x="1" y="47"/>
                  </a:cubicBezTo>
                  <a:lnTo>
                    <a:pt x="263" y="199"/>
                  </a:lnTo>
                  <a:cubicBezTo>
                    <a:pt x="316" y="167"/>
                    <a:pt x="368" y="152"/>
                    <a:pt x="414" y="152"/>
                  </a:cubicBezTo>
                  <a:cubicBezTo>
                    <a:pt x="446" y="152"/>
                    <a:pt x="476" y="159"/>
                    <a:pt x="501" y="174"/>
                  </a:cubicBezTo>
                  <a:lnTo>
                    <a:pt x="501" y="174"/>
                  </a:lnTo>
                  <a:lnTo>
                    <a:pt x="242" y="23"/>
                  </a:lnTo>
                  <a:cubicBezTo>
                    <a:pt x="216" y="8"/>
                    <a:pt x="186" y="0"/>
                    <a:pt x="153" y="0"/>
                  </a:cubicBezTo>
                  <a:close/>
                </a:path>
              </a:pathLst>
            </a:custGeom>
            <a:solidFill>
              <a:srgbClr val="1931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0"/>
            <p:cNvSpPr/>
            <p:nvPr/>
          </p:nvSpPr>
          <p:spPr>
            <a:xfrm>
              <a:off x="2199694" y="2433263"/>
              <a:ext cx="20751" cy="32933"/>
            </a:xfrm>
            <a:custGeom>
              <a:avLst/>
              <a:gdLst/>
              <a:ahLst/>
              <a:cxnLst/>
              <a:rect l="l" t="t" r="r" b="b"/>
              <a:pathLst>
                <a:path w="603" h="957" extrusionOk="0">
                  <a:moveTo>
                    <a:pt x="340" y="0"/>
                  </a:moveTo>
                  <a:cubicBezTo>
                    <a:pt x="151" y="108"/>
                    <a:pt x="1" y="372"/>
                    <a:pt x="2" y="588"/>
                  </a:cubicBezTo>
                  <a:cubicBezTo>
                    <a:pt x="2" y="694"/>
                    <a:pt x="39" y="768"/>
                    <a:pt x="100" y="803"/>
                  </a:cubicBezTo>
                  <a:lnTo>
                    <a:pt x="362" y="957"/>
                  </a:lnTo>
                  <a:cubicBezTo>
                    <a:pt x="301" y="920"/>
                    <a:pt x="264" y="846"/>
                    <a:pt x="261" y="739"/>
                  </a:cubicBezTo>
                  <a:cubicBezTo>
                    <a:pt x="261" y="524"/>
                    <a:pt x="413" y="261"/>
                    <a:pt x="602" y="152"/>
                  </a:cubicBezTo>
                  <a:lnTo>
                    <a:pt x="3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0"/>
            <p:cNvSpPr/>
            <p:nvPr/>
          </p:nvSpPr>
          <p:spPr>
            <a:xfrm>
              <a:off x="2208779" y="2436807"/>
              <a:ext cx="23366" cy="30111"/>
            </a:xfrm>
            <a:custGeom>
              <a:avLst/>
              <a:gdLst/>
              <a:ahLst/>
              <a:cxnLst/>
              <a:rect l="l" t="t" r="r" b="b"/>
              <a:pathLst>
                <a:path w="679" h="875" extrusionOk="0">
                  <a:moveTo>
                    <a:pt x="396" y="274"/>
                  </a:moveTo>
                  <a:cubicBezTo>
                    <a:pt x="439" y="274"/>
                    <a:pt x="468" y="307"/>
                    <a:pt x="468" y="364"/>
                  </a:cubicBezTo>
                  <a:cubicBezTo>
                    <a:pt x="468" y="444"/>
                    <a:pt x="411" y="545"/>
                    <a:pt x="340" y="585"/>
                  </a:cubicBezTo>
                  <a:cubicBezTo>
                    <a:pt x="318" y="597"/>
                    <a:pt x="298" y="603"/>
                    <a:pt x="281" y="603"/>
                  </a:cubicBezTo>
                  <a:cubicBezTo>
                    <a:pt x="240" y="603"/>
                    <a:pt x="212" y="570"/>
                    <a:pt x="212" y="512"/>
                  </a:cubicBezTo>
                  <a:cubicBezTo>
                    <a:pt x="212" y="430"/>
                    <a:pt x="268" y="332"/>
                    <a:pt x="340" y="291"/>
                  </a:cubicBezTo>
                  <a:cubicBezTo>
                    <a:pt x="360" y="279"/>
                    <a:pt x="379" y="274"/>
                    <a:pt x="396" y="274"/>
                  </a:cubicBezTo>
                  <a:close/>
                  <a:moveTo>
                    <a:pt x="492" y="0"/>
                  </a:moveTo>
                  <a:cubicBezTo>
                    <a:pt x="446" y="0"/>
                    <a:pt x="394" y="16"/>
                    <a:pt x="340" y="48"/>
                  </a:cubicBezTo>
                  <a:cubicBezTo>
                    <a:pt x="151" y="156"/>
                    <a:pt x="0" y="418"/>
                    <a:pt x="0" y="634"/>
                  </a:cubicBezTo>
                  <a:cubicBezTo>
                    <a:pt x="1" y="787"/>
                    <a:pt x="77" y="874"/>
                    <a:pt x="188" y="874"/>
                  </a:cubicBezTo>
                  <a:cubicBezTo>
                    <a:pt x="234" y="874"/>
                    <a:pt x="286" y="859"/>
                    <a:pt x="341" y="828"/>
                  </a:cubicBezTo>
                  <a:cubicBezTo>
                    <a:pt x="528" y="721"/>
                    <a:pt x="679" y="457"/>
                    <a:pt x="679" y="241"/>
                  </a:cubicBezTo>
                  <a:cubicBezTo>
                    <a:pt x="679" y="89"/>
                    <a:pt x="603"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0"/>
            <p:cNvSpPr/>
            <p:nvPr/>
          </p:nvSpPr>
          <p:spPr>
            <a:xfrm>
              <a:off x="2206336" y="2429374"/>
              <a:ext cx="28631" cy="24811"/>
            </a:xfrm>
            <a:custGeom>
              <a:avLst/>
              <a:gdLst/>
              <a:ahLst/>
              <a:cxnLst/>
              <a:rect l="l" t="t" r="r" b="b"/>
              <a:pathLst>
                <a:path w="832" h="721" extrusionOk="0">
                  <a:moveTo>
                    <a:pt x="750" y="0"/>
                  </a:moveTo>
                  <a:lnTo>
                    <a:pt x="108" y="372"/>
                  </a:lnTo>
                  <a:lnTo>
                    <a:pt x="1" y="720"/>
                  </a:lnTo>
                  <a:lnTo>
                    <a:pt x="37" y="719"/>
                  </a:lnTo>
                  <a:lnTo>
                    <a:pt x="133" y="403"/>
                  </a:lnTo>
                  <a:lnTo>
                    <a:pt x="719" y="63"/>
                  </a:lnTo>
                  <a:lnTo>
                    <a:pt x="820" y="366"/>
                  </a:lnTo>
                  <a:lnTo>
                    <a:pt x="832" y="359"/>
                  </a:lnTo>
                  <a:lnTo>
                    <a:pt x="75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0"/>
            <p:cNvSpPr/>
            <p:nvPr/>
          </p:nvSpPr>
          <p:spPr>
            <a:xfrm>
              <a:off x="2201002" y="2424143"/>
              <a:ext cx="31143" cy="18067"/>
            </a:xfrm>
            <a:custGeom>
              <a:avLst/>
              <a:gdLst/>
              <a:ahLst/>
              <a:cxnLst/>
              <a:rect l="l" t="t" r="r" b="b"/>
              <a:pathLst>
                <a:path w="905" h="525" extrusionOk="0">
                  <a:moveTo>
                    <a:pt x="643" y="0"/>
                  </a:moveTo>
                  <a:lnTo>
                    <a:pt x="1" y="372"/>
                  </a:lnTo>
                  <a:lnTo>
                    <a:pt x="263" y="524"/>
                  </a:lnTo>
                  <a:lnTo>
                    <a:pt x="905" y="152"/>
                  </a:lnTo>
                  <a:lnTo>
                    <a:pt x="64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40"/>
            <p:cNvSpPr/>
            <p:nvPr/>
          </p:nvSpPr>
          <p:spPr>
            <a:xfrm>
              <a:off x="2197320" y="2436910"/>
              <a:ext cx="12733" cy="17275"/>
            </a:xfrm>
            <a:custGeom>
              <a:avLst/>
              <a:gdLst/>
              <a:ahLst/>
              <a:cxnLst/>
              <a:rect l="l" t="t" r="r" b="b"/>
              <a:pathLst>
                <a:path w="370" h="502" extrusionOk="0">
                  <a:moveTo>
                    <a:pt x="108" y="1"/>
                  </a:moveTo>
                  <a:lnTo>
                    <a:pt x="1" y="351"/>
                  </a:lnTo>
                  <a:lnTo>
                    <a:pt x="263" y="501"/>
                  </a:lnTo>
                  <a:lnTo>
                    <a:pt x="370" y="153"/>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0"/>
            <p:cNvSpPr/>
            <p:nvPr/>
          </p:nvSpPr>
          <p:spPr>
            <a:xfrm>
              <a:off x="2114867" y="2392209"/>
              <a:ext cx="126053" cy="72989"/>
            </a:xfrm>
            <a:custGeom>
              <a:avLst/>
              <a:gdLst/>
              <a:ahLst/>
              <a:cxnLst/>
              <a:rect l="l" t="t" r="r" b="b"/>
              <a:pathLst>
                <a:path w="3663" h="2121" extrusionOk="0">
                  <a:moveTo>
                    <a:pt x="2090" y="1"/>
                  </a:moveTo>
                  <a:lnTo>
                    <a:pt x="1" y="1206"/>
                  </a:lnTo>
                  <a:lnTo>
                    <a:pt x="1573" y="2121"/>
                  </a:lnTo>
                  <a:lnTo>
                    <a:pt x="3663" y="915"/>
                  </a:lnTo>
                  <a:lnTo>
                    <a:pt x="20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0"/>
            <p:cNvSpPr/>
            <p:nvPr/>
          </p:nvSpPr>
          <p:spPr>
            <a:xfrm>
              <a:off x="2106368" y="2442829"/>
              <a:ext cx="56368" cy="33587"/>
            </a:xfrm>
            <a:custGeom>
              <a:avLst/>
              <a:gdLst/>
              <a:ahLst/>
              <a:cxnLst/>
              <a:rect l="l" t="t" r="r" b="b"/>
              <a:pathLst>
                <a:path w="1638" h="976" extrusionOk="0">
                  <a:moveTo>
                    <a:pt x="0" y="0"/>
                  </a:moveTo>
                  <a:cubicBezTo>
                    <a:pt x="25" y="15"/>
                    <a:pt x="47" y="35"/>
                    <a:pt x="65" y="62"/>
                  </a:cubicBezTo>
                  <a:lnTo>
                    <a:pt x="1637" y="976"/>
                  </a:lnTo>
                  <a:cubicBezTo>
                    <a:pt x="1620" y="950"/>
                    <a:pt x="1598" y="929"/>
                    <a:pt x="1573" y="914"/>
                  </a:cubicBezTo>
                  <a:cubicBezTo>
                    <a:pt x="1048" y="610"/>
                    <a:pt x="525" y="306"/>
                    <a:pt x="0" y="0"/>
                  </a:cubicBezTo>
                  <a:close/>
                </a:path>
              </a:pathLst>
            </a:custGeom>
            <a:solidFill>
              <a:srgbClr val="1931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40"/>
            <p:cNvSpPr/>
            <p:nvPr/>
          </p:nvSpPr>
          <p:spPr>
            <a:xfrm>
              <a:off x="2074742" y="2456870"/>
              <a:ext cx="54165" cy="39093"/>
            </a:xfrm>
            <a:custGeom>
              <a:avLst/>
              <a:gdLst/>
              <a:ahLst/>
              <a:cxnLst/>
              <a:rect l="l" t="t" r="r" b="b"/>
              <a:pathLst>
                <a:path w="1574" h="1136" extrusionOk="0">
                  <a:moveTo>
                    <a:pt x="0" y="0"/>
                  </a:moveTo>
                  <a:lnTo>
                    <a:pt x="0" y="220"/>
                  </a:lnTo>
                  <a:lnTo>
                    <a:pt x="1573" y="1136"/>
                  </a:lnTo>
                  <a:lnTo>
                    <a:pt x="1573" y="915"/>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0"/>
            <p:cNvSpPr/>
            <p:nvPr/>
          </p:nvSpPr>
          <p:spPr>
            <a:xfrm>
              <a:off x="2118687" y="2373282"/>
              <a:ext cx="54303" cy="89094"/>
            </a:xfrm>
            <a:custGeom>
              <a:avLst/>
              <a:gdLst/>
              <a:ahLst/>
              <a:cxnLst/>
              <a:rect l="l" t="t" r="r" b="b"/>
              <a:pathLst>
                <a:path w="1578" h="2589" extrusionOk="0">
                  <a:moveTo>
                    <a:pt x="1" y="1"/>
                  </a:moveTo>
                  <a:lnTo>
                    <a:pt x="5" y="1674"/>
                  </a:lnTo>
                  <a:lnTo>
                    <a:pt x="1578" y="2589"/>
                  </a:lnTo>
                  <a:lnTo>
                    <a:pt x="1575" y="91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0"/>
            <p:cNvSpPr/>
            <p:nvPr/>
          </p:nvSpPr>
          <p:spPr>
            <a:xfrm>
              <a:off x="2118687" y="2330197"/>
              <a:ext cx="128875" cy="74606"/>
            </a:xfrm>
            <a:custGeom>
              <a:avLst/>
              <a:gdLst/>
              <a:ahLst/>
              <a:cxnLst/>
              <a:rect l="l" t="t" r="r" b="b"/>
              <a:pathLst>
                <a:path w="3745" h="2168" extrusionOk="0">
                  <a:moveTo>
                    <a:pt x="2172" y="0"/>
                  </a:moveTo>
                  <a:lnTo>
                    <a:pt x="1" y="1253"/>
                  </a:lnTo>
                  <a:lnTo>
                    <a:pt x="1575" y="2167"/>
                  </a:lnTo>
                  <a:lnTo>
                    <a:pt x="3745" y="915"/>
                  </a:lnTo>
                  <a:lnTo>
                    <a:pt x="21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40"/>
            <p:cNvSpPr/>
            <p:nvPr/>
          </p:nvSpPr>
          <p:spPr>
            <a:xfrm>
              <a:off x="2172852" y="2361650"/>
              <a:ext cx="74882" cy="100725"/>
            </a:xfrm>
            <a:custGeom>
              <a:avLst/>
              <a:gdLst/>
              <a:ahLst/>
              <a:cxnLst/>
              <a:rect l="l" t="t" r="r" b="b"/>
              <a:pathLst>
                <a:path w="2176" h="2927" extrusionOk="0">
                  <a:moveTo>
                    <a:pt x="2171" y="1"/>
                  </a:moveTo>
                  <a:lnTo>
                    <a:pt x="1" y="1253"/>
                  </a:lnTo>
                  <a:lnTo>
                    <a:pt x="4" y="2927"/>
                  </a:lnTo>
                  <a:lnTo>
                    <a:pt x="2175" y="1674"/>
                  </a:lnTo>
                  <a:lnTo>
                    <a:pt x="21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0"/>
            <p:cNvSpPr/>
            <p:nvPr/>
          </p:nvSpPr>
          <p:spPr>
            <a:xfrm>
              <a:off x="2128804" y="2419842"/>
              <a:ext cx="40056" cy="76120"/>
            </a:xfrm>
            <a:custGeom>
              <a:avLst/>
              <a:gdLst/>
              <a:ahLst/>
              <a:cxnLst/>
              <a:rect l="l" t="t" r="r" b="b"/>
              <a:pathLst>
                <a:path w="1164" h="2212" extrusionOk="0">
                  <a:moveTo>
                    <a:pt x="1164" y="1"/>
                  </a:moveTo>
                  <a:lnTo>
                    <a:pt x="184" y="569"/>
                  </a:lnTo>
                  <a:lnTo>
                    <a:pt x="1" y="1347"/>
                  </a:lnTo>
                  <a:lnTo>
                    <a:pt x="2" y="1992"/>
                  </a:lnTo>
                  <a:lnTo>
                    <a:pt x="2" y="2212"/>
                  </a:lnTo>
                  <a:lnTo>
                    <a:pt x="279" y="2051"/>
                  </a:lnTo>
                  <a:cubicBezTo>
                    <a:pt x="349" y="1869"/>
                    <a:pt x="481" y="1698"/>
                    <a:pt x="631" y="1610"/>
                  </a:cubicBezTo>
                  <a:cubicBezTo>
                    <a:pt x="697" y="1573"/>
                    <a:pt x="758" y="1555"/>
                    <a:pt x="813" y="1555"/>
                  </a:cubicBezTo>
                  <a:cubicBezTo>
                    <a:pt x="885" y="1555"/>
                    <a:pt x="946" y="1586"/>
                    <a:pt x="987" y="1644"/>
                  </a:cubicBezTo>
                  <a:lnTo>
                    <a:pt x="1164" y="1542"/>
                  </a:lnTo>
                  <a:lnTo>
                    <a:pt x="116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0"/>
            <p:cNvSpPr/>
            <p:nvPr/>
          </p:nvSpPr>
          <p:spPr>
            <a:xfrm>
              <a:off x="2132074" y="2426380"/>
              <a:ext cx="29664" cy="35755"/>
            </a:xfrm>
            <a:custGeom>
              <a:avLst/>
              <a:gdLst/>
              <a:ahLst/>
              <a:cxnLst/>
              <a:rect l="l" t="t" r="r" b="b"/>
              <a:pathLst>
                <a:path w="862" h="1039" extrusionOk="0">
                  <a:moveTo>
                    <a:pt x="834" y="0"/>
                  </a:moveTo>
                  <a:cubicBezTo>
                    <a:pt x="830" y="0"/>
                    <a:pt x="825" y="1"/>
                    <a:pt x="822" y="3"/>
                  </a:cubicBezTo>
                  <a:lnTo>
                    <a:pt x="153" y="389"/>
                  </a:lnTo>
                  <a:cubicBezTo>
                    <a:pt x="147" y="393"/>
                    <a:pt x="144" y="398"/>
                    <a:pt x="141" y="403"/>
                  </a:cubicBezTo>
                  <a:lnTo>
                    <a:pt x="5" y="1002"/>
                  </a:lnTo>
                  <a:cubicBezTo>
                    <a:pt x="2" y="1005"/>
                    <a:pt x="1" y="1011"/>
                    <a:pt x="1" y="1014"/>
                  </a:cubicBezTo>
                  <a:cubicBezTo>
                    <a:pt x="1" y="1027"/>
                    <a:pt x="13" y="1038"/>
                    <a:pt x="24" y="1038"/>
                  </a:cubicBezTo>
                  <a:lnTo>
                    <a:pt x="27" y="1038"/>
                  </a:lnTo>
                  <a:cubicBezTo>
                    <a:pt x="30" y="1038"/>
                    <a:pt x="35" y="1036"/>
                    <a:pt x="37" y="1034"/>
                  </a:cubicBezTo>
                  <a:lnTo>
                    <a:pt x="849" y="564"/>
                  </a:lnTo>
                  <a:cubicBezTo>
                    <a:pt x="855" y="561"/>
                    <a:pt x="861" y="551"/>
                    <a:pt x="861" y="544"/>
                  </a:cubicBezTo>
                  <a:lnTo>
                    <a:pt x="858" y="23"/>
                  </a:lnTo>
                  <a:cubicBezTo>
                    <a:pt x="858" y="16"/>
                    <a:pt x="854" y="7"/>
                    <a:pt x="847" y="3"/>
                  </a:cubicBezTo>
                  <a:cubicBezTo>
                    <a:pt x="843" y="1"/>
                    <a:pt x="838" y="0"/>
                    <a:pt x="834" y="0"/>
                  </a:cubicBezTo>
                  <a:close/>
                </a:path>
              </a:pathLst>
            </a:custGeom>
            <a:solidFill>
              <a:srgbClr val="0527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0"/>
            <p:cNvSpPr/>
            <p:nvPr/>
          </p:nvSpPr>
          <p:spPr>
            <a:xfrm>
              <a:off x="2132831" y="2427103"/>
              <a:ext cx="27977" cy="34137"/>
            </a:xfrm>
            <a:custGeom>
              <a:avLst/>
              <a:gdLst/>
              <a:ahLst/>
              <a:cxnLst/>
              <a:rect l="l" t="t" r="r" b="b"/>
              <a:pathLst>
                <a:path w="813" h="992" extrusionOk="0">
                  <a:moveTo>
                    <a:pt x="811" y="1"/>
                  </a:moveTo>
                  <a:lnTo>
                    <a:pt x="141" y="388"/>
                  </a:lnTo>
                  <a:lnTo>
                    <a:pt x="1" y="991"/>
                  </a:lnTo>
                  <a:lnTo>
                    <a:pt x="1" y="991"/>
                  </a:lnTo>
                  <a:lnTo>
                    <a:pt x="813" y="523"/>
                  </a:lnTo>
                  <a:lnTo>
                    <a:pt x="811" y="1"/>
                  </a:lnTo>
                  <a:close/>
                </a:path>
              </a:pathLst>
            </a:custGeom>
            <a:solidFill>
              <a:srgbClr val="BCD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40"/>
            <p:cNvSpPr/>
            <p:nvPr/>
          </p:nvSpPr>
          <p:spPr>
            <a:xfrm>
              <a:off x="2077599" y="2411789"/>
              <a:ext cx="54578" cy="50449"/>
            </a:xfrm>
            <a:custGeom>
              <a:avLst/>
              <a:gdLst/>
              <a:ahLst/>
              <a:cxnLst/>
              <a:rect l="l" t="t" r="r" b="b"/>
              <a:pathLst>
                <a:path w="1586" h="1466" extrusionOk="0">
                  <a:moveTo>
                    <a:pt x="149" y="1"/>
                  </a:moveTo>
                  <a:lnTo>
                    <a:pt x="1" y="630"/>
                  </a:lnTo>
                  <a:lnTo>
                    <a:pt x="1439" y="1465"/>
                  </a:lnTo>
                  <a:lnTo>
                    <a:pt x="1585" y="839"/>
                  </a:lnTo>
                  <a:lnTo>
                    <a:pt x="149" y="1"/>
                  </a:lnTo>
                  <a:close/>
                </a:path>
              </a:pathLst>
            </a:custGeom>
            <a:solidFill>
              <a:srgbClr val="BCD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0"/>
            <p:cNvSpPr/>
            <p:nvPr/>
          </p:nvSpPr>
          <p:spPr>
            <a:xfrm>
              <a:off x="2132831" y="2427103"/>
              <a:ext cx="27977" cy="34137"/>
            </a:xfrm>
            <a:custGeom>
              <a:avLst/>
              <a:gdLst/>
              <a:ahLst/>
              <a:cxnLst/>
              <a:rect l="l" t="t" r="r" b="b"/>
              <a:pathLst>
                <a:path w="813" h="992" extrusionOk="0">
                  <a:moveTo>
                    <a:pt x="811" y="1"/>
                  </a:moveTo>
                  <a:lnTo>
                    <a:pt x="141" y="388"/>
                  </a:lnTo>
                  <a:lnTo>
                    <a:pt x="1" y="991"/>
                  </a:lnTo>
                  <a:lnTo>
                    <a:pt x="1" y="991"/>
                  </a:lnTo>
                  <a:lnTo>
                    <a:pt x="813" y="523"/>
                  </a:lnTo>
                  <a:lnTo>
                    <a:pt x="81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0"/>
            <p:cNvSpPr/>
            <p:nvPr/>
          </p:nvSpPr>
          <p:spPr>
            <a:xfrm>
              <a:off x="2074674" y="2434674"/>
              <a:ext cx="54234" cy="53683"/>
            </a:xfrm>
            <a:custGeom>
              <a:avLst/>
              <a:gdLst/>
              <a:ahLst/>
              <a:cxnLst/>
              <a:rect l="l" t="t" r="r" b="b"/>
              <a:pathLst>
                <a:path w="1576" h="1560" extrusionOk="0">
                  <a:moveTo>
                    <a:pt x="1" y="0"/>
                  </a:moveTo>
                  <a:lnTo>
                    <a:pt x="2" y="645"/>
                  </a:lnTo>
                  <a:lnTo>
                    <a:pt x="1575" y="1560"/>
                  </a:lnTo>
                  <a:lnTo>
                    <a:pt x="1575" y="1560"/>
                  </a:lnTo>
                  <a:lnTo>
                    <a:pt x="1574" y="916"/>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0"/>
            <p:cNvSpPr/>
            <p:nvPr/>
          </p:nvSpPr>
          <p:spPr>
            <a:xfrm>
              <a:off x="2080937" y="2388354"/>
              <a:ext cx="87924" cy="50965"/>
            </a:xfrm>
            <a:custGeom>
              <a:avLst/>
              <a:gdLst/>
              <a:ahLst/>
              <a:cxnLst/>
              <a:rect l="l" t="t" r="r" b="b"/>
              <a:pathLst>
                <a:path w="2555" h="1481" extrusionOk="0">
                  <a:moveTo>
                    <a:pt x="982" y="0"/>
                  </a:moveTo>
                  <a:lnTo>
                    <a:pt x="0" y="566"/>
                  </a:lnTo>
                  <a:lnTo>
                    <a:pt x="1575" y="1481"/>
                  </a:lnTo>
                  <a:lnTo>
                    <a:pt x="2555" y="914"/>
                  </a:lnTo>
                  <a:lnTo>
                    <a:pt x="98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0"/>
            <p:cNvSpPr/>
            <p:nvPr/>
          </p:nvSpPr>
          <p:spPr>
            <a:xfrm>
              <a:off x="2074674" y="2407832"/>
              <a:ext cx="60463" cy="58364"/>
            </a:xfrm>
            <a:custGeom>
              <a:avLst/>
              <a:gdLst/>
              <a:ahLst/>
              <a:cxnLst/>
              <a:rect l="l" t="t" r="r" b="b"/>
              <a:pathLst>
                <a:path w="1757" h="1696" extrusionOk="0">
                  <a:moveTo>
                    <a:pt x="182" y="0"/>
                  </a:moveTo>
                  <a:lnTo>
                    <a:pt x="1" y="780"/>
                  </a:lnTo>
                  <a:lnTo>
                    <a:pt x="1574" y="1696"/>
                  </a:lnTo>
                  <a:lnTo>
                    <a:pt x="1757" y="915"/>
                  </a:lnTo>
                  <a:lnTo>
                    <a:pt x="18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0"/>
            <p:cNvSpPr/>
            <p:nvPr/>
          </p:nvSpPr>
          <p:spPr>
            <a:xfrm>
              <a:off x="2076738" y="2410998"/>
              <a:ext cx="56402" cy="51997"/>
            </a:xfrm>
            <a:custGeom>
              <a:avLst/>
              <a:gdLst/>
              <a:ahLst/>
              <a:cxnLst/>
              <a:rect l="l" t="t" r="r" b="b"/>
              <a:pathLst>
                <a:path w="1639" h="1511" extrusionOk="0">
                  <a:moveTo>
                    <a:pt x="172" y="0"/>
                  </a:moveTo>
                  <a:cubicBezTo>
                    <a:pt x="169" y="0"/>
                    <a:pt x="167" y="1"/>
                    <a:pt x="165" y="2"/>
                  </a:cubicBezTo>
                  <a:cubicBezTo>
                    <a:pt x="158" y="6"/>
                    <a:pt x="152" y="11"/>
                    <a:pt x="150" y="18"/>
                  </a:cubicBezTo>
                  <a:lnTo>
                    <a:pt x="4" y="646"/>
                  </a:lnTo>
                  <a:cubicBezTo>
                    <a:pt x="1" y="657"/>
                    <a:pt x="5" y="666"/>
                    <a:pt x="14" y="672"/>
                  </a:cubicBezTo>
                  <a:lnTo>
                    <a:pt x="1454" y="1507"/>
                  </a:lnTo>
                  <a:cubicBezTo>
                    <a:pt x="1457" y="1509"/>
                    <a:pt x="1461" y="1510"/>
                    <a:pt x="1464" y="1510"/>
                  </a:cubicBezTo>
                  <a:cubicBezTo>
                    <a:pt x="1468" y="1510"/>
                    <a:pt x="1471" y="1510"/>
                    <a:pt x="1474" y="1509"/>
                  </a:cubicBezTo>
                  <a:cubicBezTo>
                    <a:pt x="1482" y="1504"/>
                    <a:pt x="1485" y="1500"/>
                    <a:pt x="1486" y="1493"/>
                  </a:cubicBezTo>
                  <a:lnTo>
                    <a:pt x="1635" y="865"/>
                  </a:lnTo>
                  <a:cubicBezTo>
                    <a:pt x="1638" y="856"/>
                    <a:pt x="1632" y="845"/>
                    <a:pt x="1623" y="839"/>
                  </a:cubicBezTo>
                  <a:lnTo>
                    <a:pt x="184" y="3"/>
                  </a:lnTo>
                  <a:cubicBezTo>
                    <a:pt x="181" y="2"/>
                    <a:pt x="176" y="0"/>
                    <a:pt x="172" y="0"/>
                  </a:cubicBezTo>
                  <a:close/>
                </a:path>
              </a:pathLst>
            </a:custGeom>
            <a:solidFill>
              <a:srgbClr val="0527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0"/>
            <p:cNvSpPr/>
            <p:nvPr/>
          </p:nvSpPr>
          <p:spPr>
            <a:xfrm>
              <a:off x="2077599" y="2411789"/>
              <a:ext cx="54578" cy="50449"/>
            </a:xfrm>
            <a:custGeom>
              <a:avLst/>
              <a:gdLst/>
              <a:ahLst/>
              <a:cxnLst/>
              <a:rect l="l" t="t" r="r" b="b"/>
              <a:pathLst>
                <a:path w="1586" h="1466" extrusionOk="0">
                  <a:moveTo>
                    <a:pt x="149" y="1"/>
                  </a:moveTo>
                  <a:lnTo>
                    <a:pt x="1" y="630"/>
                  </a:lnTo>
                  <a:lnTo>
                    <a:pt x="1439" y="1465"/>
                  </a:lnTo>
                  <a:lnTo>
                    <a:pt x="1585" y="839"/>
                  </a:lnTo>
                  <a:lnTo>
                    <a:pt x="1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0"/>
            <p:cNvSpPr/>
            <p:nvPr/>
          </p:nvSpPr>
          <p:spPr>
            <a:xfrm>
              <a:off x="2075844" y="2453876"/>
              <a:ext cx="11356" cy="9808"/>
            </a:xfrm>
            <a:custGeom>
              <a:avLst/>
              <a:gdLst/>
              <a:ahLst/>
              <a:cxnLst/>
              <a:rect l="l" t="t" r="r" b="b"/>
              <a:pathLst>
                <a:path w="330" h="285" extrusionOk="0">
                  <a:moveTo>
                    <a:pt x="82" y="1"/>
                  </a:moveTo>
                  <a:cubicBezTo>
                    <a:pt x="33" y="1"/>
                    <a:pt x="1" y="35"/>
                    <a:pt x="1" y="95"/>
                  </a:cubicBezTo>
                  <a:lnTo>
                    <a:pt x="330" y="285"/>
                  </a:lnTo>
                  <a:cubicBezTo>
                    <a:pt x="330" y="196"/>
                    <a:pt x="257" y="78"/>
                    <a:pt x="164" y="27"/>
                  </a:cubicBezTo>
                  <a:cubicBezTo>
                    <a:pt x="134" y="9"/>
                    <a:pt x="106" y="1"/>
                    <a:pt x="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0"/>
            <p:cNvSpPr/>
            <p:nvPr/>
          </p:nvSpPr>
          <p:spPr>
            <a:xfrm>
              <a:off x="2113629" y="2475865"/>
              <a:ext cx="11356" cy="9842"/>
            </a:xfrm>
            <a:custGeom>
              <a:avLst/>
              <a:gdLst/>
              <a:ahLst/>
              <a:cxnLst/>
              <a:rect l="l" t="t" r="r" b="b"/>
              <a:pathLst>
                <a:path w="330" h="286" extrusionOk="0">
                  <a:moveTo>
                    <a:pt x="82" y="0"/>
                  </a:moveTo>
                  <a:cubicBezTo>
                    <a:pt x="33" y="0"/>
                    <a:pt x="0" y="34"/>
                    <a:pt x="1" y="95"/>
                  </a:cubicBezTo>
                  <a:lnTo>
                    <a:pt x="329" y="285"/>
                  </a:lnTo>
                  <a:cubicBezTo>
                    <a:pt x="329" y="194"/>
                    <a:pt x="256" y="79"/>
                    <a:pt x="164" y="26"/>
                  </a:cubicBezTo>
                  <a:cubicBezTo>
                    <a:pt x="134" y="9"/>
                    <a:pt x="106" y="0"/>
                    <a:pt x="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0"/>
            <p:cNvSpPr/>
            <p:nvPr/>
          </p:nvSpPr>
          <p:spPr>
            <a:xfrm>
              <a:off x="1462957" y="3307822"/>
              <a:ext cx="33415" cy="42981"/>
            </a:xfrm>
            <a:custGeom>
              <a:avLst/>
              <a:gdLst/>
              <a:ahLst/>
              <a:cxnLst/>
              <a:rect l="l" t="t" r="r" b="b"/>
              <a:pathLst>
                <a:path w="971" h="1249" extrusionOk="0">
                  <a:moveTo>
                    <a:pt x="270" y="1"/>
                  </a:moveTo>
                  <a:cubicBezTo>
                    <a:pt x="110" y="1"/>
                    <a:pt x="1" y="128"/>
                    <a:pt x="1" y="343"/>
                  </a:cubicBezTo>
                  <a:cubicBezTo>
                    <a:pt x="1" y="653"/>
                    <a:pt x="217" y="1026"/>
                    <a:pt x="485" y="1181"/>
                  </a:cubicBezTo>
                  <a:cubicBezTo>
                    <a:pt x="563" y="1227"/>
                    <a:pt x="637" y="1248"/>
                    <a:pt x="703" y="1248"/>
                  </a:cubicBezTo>
                  <a:cubicBezTo>
                    <a:pt x="862" y="1248"/>
                    <a:pt x="971" y="1122"/>
                    <a:pt x="971" y="905"/>
                  </a:cubicBezTo>
                  <a:cubicBezTo>
                    <a:pt x="971" y="596"/>
                    <a:pt x="754" y="222"/>
                    <a:pt x="488" y="68"/>
                  </a:cubicBezTo>
                  <a:cubicBezTo>
                    <a:pt x="410" y="22"/>
                    <a:pt x="335"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0"/>
            <p:cNvSpPr/>
            <p:nvPr/>
          </p:nvSpPr>
          <p:spPr>
            <a:xfrm>
              <a:off x="1466742" y="3301112"/>
              <a:ext cx="40607" cy="48487"/>
            </a:xfrm>
            <a:custGeom>
              <a:avLst/>
              <a:gdLst/>
              <a:ahLst/>
              <a:cxnLst/>
              <a:rect l="l" t="t" r="r" b="b"/>
              <a:pathLst>
                <a:path w="1180" h="1409" extrusionOk="0">
                  <a:moveTo>
                    <a:pt x="480" y="0"/>
                  </a:moveTo>
                  <a:cubicBezTo>
                    <a:pt x="432" y="0"/>
                    <a:pt x="388" y="12"/>
                    <a:pt x="350" y="33"/>
                  </a:cubicBezTo>
                  <a:lnTo>
                    <a:pt x="1" y="251"/>
                  </a:lnTo>
                  <a:cubicBezTo>
                    <a:pt x="35" y="231"/>
                    <a:pt x="77" y="221"/>
                    <a:pt x="124" y="221"/>
                  </a:cubicBezTo>
                  <a:cubicBezTo>
                    <a:pt x="197" y="221"/>
                    <a:pt x="281" y="245"/>
                    <a:pt x="363" y="292"/>
                  </a:cubicBezTo>
                  <a:cubicBezTo>
                    <a:pt x="630" y="446"/>
                    <a:pt x="848" y="820"/>
                    <a:pt x="846" y="1128"/>
                  </a:cubicBezTo>
                  <a:cubicBezTo>
                    <a:pt x="844" y="1271"/>
                    <a:pt x="811" y="1349"/>
                    <a:pt x="735" y="1399"/>
                  </a:cubicBezTo>
                  <a:lnTo>
                    <a:pt x="735" y="1399"/>
                  </a:lnTo>
                  <a:lnTo>
                    <a:pt x="1038" y="1214"/>
                  </a:lnTo>
                  <a:cubicBezTo>
                    <a:pt x="1126" y="1161"/>
                    <a:pt x="1178" y="1056"/>
                    <a:pt x="1178" y="902"/>
                  </a:cubicBezTo>
                  <a:cubicBezTo>
                    <a:pt x="1180" y="595"/>
                    <a:pt x="963" y="221"/>
                    <a:pt x="696" y="67"/>
                  </a:cubicBezTo>
                  <a:cubicBezTo>
                    <a:pt x="618" y="21"/>
                    <a:pt x="545" y="0"/>
                    <a:pt x="480" y="0"/>
                  </a:cubicBezTo>
                  <a:close/>
                  <a:moveTo>
                    <a:pt x="735" y="1399"/>
                  </a:moveTo>
                  <a:lnTo>
                    <a:pt x="719" y="1409"/>
                  </a:lnTo>
                  <a:cubicBezTo>
                    <a:pt x="725" y="1405"/>
                    <a:pt x="730" y="1402"/>
                    <a:pt x="735" y="139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0"/>
            <p:cNvSpPr/>
            <p:nvPr/>
          </p:nvSpPr>
          <p:spPr>
            <a:xfrm>
              <a:off x="1337042" y="3235453"/>
              <a:ext cx="33518" cy="42878"/>
            </a:xfrm>
            <a:custGeom>
              <a:avLst/>
              <a:gdLst/>
              <a:ahLst/>
              <a:cxnLst/>
              <a:rect l="l" t="t" r="r" b="b"/>
              <a:pathLst>
                <a:path w="974" h="1246" extrusionOk="0">
                  <a:moveTo>
                    <a:pt x="270" y="0"/>
                  </a:moveTo>
                  <a:cubicBezTo>
                    <a:pt x="111" y="0"/>
                    <a:pt x="2" y="126"/>
                    <a:pt x="2" y="341"/>
                  </a:cubicBezTo>
                  <a:cubicBezTo>
                    <a:pt x="1" y="648"/>
                    <a:pt x="219" y="1025"/>
                    <a:pt x="485" y="1179"/>
                  </a:cubicBezTo>
                  <a:cubicBezTo>
                    <a:pt x="563" y="1224"/>
                    <a:pt x="637" y="1246"/>
                    <a:pt x="703" y="1246"/>
                  </a:cubicBezTo>
                  <a:cubicBezTo>
                    <a:pt x="862" y="1246"/>
                    <a:pt x="972" y="1120"/>
                    <a:pt x="972" y="903"/>
                  </a:cubicBezTo>
                  <a:cubicBezTo>
                    <a:pt x="974" y="595"/>
                    <a:pt x="756" y="221"/>
                    <a:pt x="489" y="67"/>
                  </a:cubicBezTo>
                  <a:cubicBezTo>
                    <a:pt x="411" y="22"/>
                    <a:pt x="336" y="0"/>
                    <a:pt x="2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0"/>
            <p:cNvSpPr/>
            <p:nvPr/>
          </p:nvSpPr>
          <p:spPr>
            <a:xfrm>
              <a:off x="1345370" y="3246086"/>
              <a:ext cx="16897" cy="21680"/>
            </a:xfrm>
            <a:custGeom>
              <a:avLst/>
              <a:gdLst/>
              <a:ahLst/>
              <a:cxnLst/>
              <a:rect l="l" t="t" r="r" b="b"/>
              <a:pathLst>
                <a:path w="491" h="630" extrusionOk="0">
                  <a:moveTo>
                    <a:pt x="137" y="1"/>
                  </a:moveTo>
                  <a:cubicBezTo>
                    <a:pt x="57" y="1"/>
                    <a:pt x="2" y="64"/>
                    <a:pt x="2" y="175"/>
                  </a:cubicBezTo>
                  <a:cubicBezTo>
                    <a:pt x="0" y="329"/>
                    <a:pt x="108" y="517"/>
                    <a:pt x="245" y="596"/>
                  </a:cubicBezTo>
                  <a:cubicBezTo>
                    <a:pt x="284" y="619"/>
                    <a:pt x="321" y="629"/>
                    <a:pt x="354" y="629"/>
                  </a:cubicBezTo>
                  <a:cubicBezTo>
                    <a:pt x="434" y="629"/>
                    <a:pt x="489" y="567"/>
                    <a:pt x="490" y="457"/>
                  </a:cubicBezTo>
                  <a:cubicBezTo>
                    <a:pt x="490" y="301"/>
                    <a:pt x="382" y="114"/>
                    <a:pt x="247" y="35"/>
                  </a:cubicBezTo>
                  <a:cubicBezTo>
                    <a:pt x="208" y="12"/>
                    <a:pt x="170" y="1"/>
                    <a:pt x="1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0"/>
            <p:cNvSpPr/>
            <p:nvPr/>
          </p:nvSpPr>
          <p:spPr>
            <a:xfrm>
              <a:off x="1340896" y="3228708"/>
              <a:ext cx="40607" cy="48556"/>
            </a:xfrm>
            <a:custGeom>
              <a:avLst/>
              <a:gdLst/>
              <a:ahLst/>
              <a:cxnLst/>
              <a:rect l="l" t="t" r="r" b="b"/>
              <a:pathLst>
                <a:path w="1180" h="1411" extrusionOk="0">
                  <a:moveTo>
                    <a:pt x="478" y="1"/>
                  </a:moveTo>
                  <a:cubicBezTo>
                    <a:pt x="431" y="1"/>
                    <a:pt x="388" y="12"/>
                    <a:pt x="351" y="33"/>
                  </a:cubicBezTo>
                  <a:lnTo>
                    <a:pt x="0" y="250"/>
                  </a:lnTo>
                  <a:cubicBezTo>
                    <a:pt x="35" y="230"/>
                    <a:pt x="78" y="220"/>
                    <a:pt x="125" y="220"/>
                  </a:cubicBezTo>
                  <a:cubicBezTo>
                    <a:pt x="197" y="220"/>
                    <a:pt x="281" y="243"/>
                    <a:pt x="363" y="291"/>
                  </a:cubicBezTo>
                  <a:cubicBezTo>
                    <a:pt x="629" y="445"/>
                    <a:pt x="846" y="819"/>
                    <a:pt x="846" y="1126"/>
                  </a:cubicBezTo>
                  <a:cubicBezTo>
                    <a:pt x="846" y="1274"/>
                    <a:pt x="808" y="1353"/>
                    <a:pt x="727" y="1405"/>
                  </a:cubicBezTo>
                  <a:lnTo>
                    <a:pt x="727" y="1405"/>
                  </a:lnTo>
                  <a:lnTo>
                    <a:pt x="1039" y="1213"/>
                  </a:lnTo>
                  <a:cubicBezTo>
                    <a:pt x="1125" y="1161"/>
                    <a:pt x="1179" y="1053"/>
                    <a:pt x="1179" y="901"/>
                  </a:cubicBezTo>
                  <a:cubicBezTo>
                    <a:pt x="1178" y="597"/>
                    <a:pt x="963" y="221"/>
                    <a:pt x="695" y="67"/>
                  </a:cubicBezTo>
                  <a:cubicBezTo>
                    <a:pt x="617" y="22"/>
                    <a:pt x="543" y="1"/>
                    <a:pt x="478" y="1"/>
                  </a:cubicBezTo>
                  <a:close/>
                  <a:moveTo>
                    <a:pt x="727" y="1405"/>
                  </a:moveTo>
                  <a:lnTo>
                    <a:pt x="718" y="1410"/>
                  </a:lnTo>
                  <a:cubicBezTo>
                    <a:pt x="721" y="1408"/>
                    <a:pt x="724" y="1406"/>
                    <a:pt x="727" y="14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0"/>
            <p:cNvSpPr/>
            <p:nvPr/>
          </p:nvSpPr>
          <p:spPr>
            <a:xfrm>
              <a:off x="1324275" y="3150970"/>
              <a:ext cx="258266" cy="183969"/>
            </a:xfrm>
            <a:custGeom>
              <a:avLst/>
              <a:gdLst/>
              <a:ahLst/>
              <a:cxnLst/>
              <a:rect l="l" t="t" r="r" b="b"/>
              <a:pathLst>
                <a:path w="7505" h="5346" extrusionOk="0">
                  <a:moveTo>
                    <a:pt x="3" y="1511"/>
                  </a:moveTo>
                  <a:lnTo>
                    <a:pt x="3" y="1511"/>
                  </a:lnTo>
                  <a:cubicBezTo>
                    <a:pt x="2" y="1511"/>
                    <a:pt x="2" y="1511"/>
                    <a:pt x="2" y="1512"/>
                  </a:cubicBezTo>
                  <a:lnTo>
                    <a:pt x="2" y="1512"/>
                  </a:lnTo>
                  <a:lnTo>
                    <a:pt x="3" y="1511"/>
                  </a:lnTo>
                  <a:close/>
                  <a:moveTo>
                    <a:pt x="2" y="1512"/>
                  </a:moveTo>
                  <a:lnTo>
                    <a:pt x="0" y="1513"/>
                  </a:lnTo>
                  <a:cubicBezTo>
                    <a:pt x="1" y="1513"/>
                    <a:pt x="1" y="1512"/>
                    <a:pt x="2" y="1512"/>
                  </a:cubicBezTo>
                  <a:close/>
                  <a:moveTo>
                    <a:pt x="3191" y="1"/>
                  </a:moveTo>
                  <a:cubicBezTo>
                    <a:pt x="3145" y="1"/>
                    <a:pt x="3102" y="12"/>
                    <a:pt x="3065" y="33"/>
                  </a:cubicBezTo>
                  <a:lnTo>
                    <a:pt x="2335" y="458"/>
                  </a:lnTo>
                  <a:lnTo>
                    <a:pt x="2157" y="380"/>
                  </a:lnTo>
                  <a:cubicBezTo>
                    <a:pt x="2118" y="364"/>
                    <a:pt x="2081" y="356"/>
                    <a:pt x="2046" y="356"/>
                  </a:cubicBezTo>
                  <a:cubicBezTo>
                    <a:pt x="2008" y="356"/>
                    <a:pt x="1974" y="366"/>
                    <a:pt x="1945" y="383"/>
                  </a:cubicBezTo>
                  <a:lnTo>
                    <a:pt x="3" y="1511"/>
                  </a:lnTo>
                  <a:lnTo>
                    <a:pt x="3" y="1511"/>
                  </a:lnTo>
                  <a:cubicBezTo>
                    <a:pt x="3" y="1511"/>
                    <a:pt x="3" y="1511"/>
                    <a:pt x="3" y="1511"/>
                  </a:cubicBezTo>
                  <a:lnTo>
                    <a:pt x="659" y="1753"/>
                  </a:lnTo>
                  <a:cubicBezTo>
                    <a:pt x="682" y="1756"/>
                    <a:pt x="705" y="1758"/>
                    <a:pt x="726" y="1758"/>
                  </a:cubicBezTo>
                  <a:cubicBezTo>
                    <a:pt x="945" y="1758"/>
                    <a:pt x="1064" y="1580"/>
                    <a:pt x="1064" y="1580"/>
                  </a:cubicBezTo>
                  <a:lnTo>
                    <a:pt x="1103" y="1438"/>
                  </a:lnTo>
                  <a:cubicBezTo>
                    <a:pt x="1135" y="1325"/>
                    <a:pt x="1226" y="1262"/>
                    <a:pt x="1336" y="1262"/>
                  </a:cubicBezTo>
                  <a:cubicBezTo>
                    <a:pt x="1393" y="1262"/>
                    <a:pt x="1456" y="1279"/>
                    <a:pt x="1517" y="1315"/>
                  </a:cubicBezTo>
                  <a:lnTo>
                    <a:pt x="3434" y="2421"/>
                  </a:lnTo>
                  <a:cubicBezTo>
                    <a:pt x="3615" y="2525"/>
                    <a:pt x="3753" y="2799"/>
                    <a:pt x="3836" y="3028"/>
                  </a:cubicBezTo>
                  <a:lnTo>
                    <a:pt x="3956" y="3359"/>
                  </a:lnTo>
                  <a:cubicBezTo>
                    <a:pt x="4038" y="3590"/>
                    <a:pt x="4325" y="3884"/>
                    <a:pt x="4505" y="4014"/>
                  </a:cubicBezTo>
                  <a:lnTo>
                    <a:pt x="5326" y="4689"/>
                  </a:lnTo>
                  <a:cubicBezTo>
                    <a:pt x="5503" y="4819"/>
                    <a:pt x="5481" y="4964"/>
                    <a:pt x="5481" y="5170"/>
                  </a:cubicBezTo>
                  <a:lnTo>
                    <a:pt x="5481" y="5346"/>
                  </a:lnTo>
                  <a:lnTo>
                    <a:pt x="7498" y="4143"/>
                  </a:lnTo>
                  <a:lnTo>
                    <a:pt x="7498" y="3965"/>
                  </a:lnTo>
                  <a:cubicBezTo>
                    <a:pt x="7504" y="3758"/>
                    <a:pt x="7359" y="3486"/>
                    <a:pt x="7182" y="3355"/>
                  </a:cubicBezTo>
                  <a:lnTo>
                    <a:pt x="6362" y="2755"/>
                  </a:lnTo>
                  <a:cubicBezTo>
                    <a:pt x="6183" y="2625"/>
                    <a:pt x="5969" y="2330"/>
                    <a:pt x="5888" y="2098"/>
                  </a:cubicBezTo>
                  <a:lnTo>
                    <a:pt x="5769" y="1767"/>
                  </a:lnTo>
                  <a:cubicBezTo>
                    <a:pt x="5686" y="1535"/>
                    <a:pt x="5472" y="1264"/>
                    <a:pt x="5291" y="1160"/>
                  </a:cubicBezTo>
                  <a:lnTo>
                    <a:pt x="3373" y="54"/>
                  </a:lnTo>
                  <a:cubicBezTo>
                    <a:pt x="3311" y="18"/>
                    <a:pt x="3248" y="1"/>
                    <a:pt x="3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0"/>
            <p:cNvSpPr/>
            <p:nvPr/>
          </p:nvSpPr>
          <p:spPr>
            <a:xfrm>
              <a:off x="1320386" y="3189856"/>
              <a:ext cx="195188" cy="154650"/>
            </a:xfrm>
            <a:custGeom>
              <a:avLst/>
              <a:gdLst/>
              <a:ahLst/>
              <a:cxnLst/>
              <a:rect l="l" t="t" r="r" b="b"/>
              <a:pathLst>
                <a:path w="5672" h="4494" extrusionOk="0">
                  <a:moveTo>
                    <a:pt x="1358" y="1"/>
                  </a:moveTo>
                  <a:cubicBezTo>
                    <a:pt x="1248" y="1"/>
                    <a:pt x="1157" y="63"/>
                    <a:pt x="1126" y="176"/>
                  </a:cubicBezTo>
                  <a:lnTo>
                    <a:pt x="1077" y="352"/>
                  </a:lnTo>
                  <a:cubicBezTo>
                    <a:pt x="1042" y="479"/>
                    <a:pt x="931" y="555"/>
                    <a:pt x="803" y="555"/>
                  </a:cubicBezTo>
                  <a:cubicBezTo>
                    <a:pt x="758" y="555"/>
                    <a:pt x="711" y="546"/>
                    <a:pt x="665" y="526"/>
                  </a:cubicBezTo>
                  <a:lnTo>
                    <a:pt x="325" y="381"/>
                  </a:lnTo>
                  <a:cubicBezTo>
                    <a:pt x="287" y="365"/>
                    <a:pt x="250" y="357"/>
                    <a:pt x="215" y="357"/>
                  </a:cubicBezTo>
                  <a:cubicBezTo>
                    <a:pt x="92" y="357"/>
                    <a:pt x="2" y="457"/>
                    <a:pt x="2" y="618"/>
                  </a:cubicBezTo>
                  <a:lnTo>
                    <a:pt x="1" y="873"/>
                  </a:lnTo>
                  <a:cubicBezTo>
                    <a:pt x="9" y="874"/>
                    <a:pt x="18" y="879"/>
                    <a:pt x="25" y="883"/>
                  </a:cubicBezTo>
                  <a:lnTo>
                    <a:pt x="135" y="947"/>
                  </a:lnTo>
                  <a:cubicBezTo>
                    <a:pt x="207" y="990"/>
                    <a:pt x="265" y="1091"/>
                    <a:pt x="265" y="1173"/>
                  </a:cubicBezTo>
                  <a:lnTo>
                    <a:pt x="265" y="1301"/>
                  </a:lnTo>
                  <a:cubicBezTo>
                    <a:pt x="265" y="1359"/>
                    <a:pt x="236" y="1393"/>
                    <a:pt x="191" y="1393"/>
                  </a:cubicBezTo>
                  <a:cubicBezTo>
                    <a:pt x="183" y="1393"/>
                    <a:pt x="174" y="1392"/>
                    <a:pt x="164" y="1389"/>
                  </a:cubicBezTo>
                  <a:lnTo>
                    <a:pt x="164" y="1389"/>
                  </a:lnTo>
                  <a:lnTo>
                    <a:pt x="483" y="1572"/>
                  </a:lnTo>
                  <a:cubicBezTo>
                    <a:pt x="485" y="1320"/>
                    <a:pt x="613" y="1174"/>
                    <a:pt x="798" y="1174"/>
                  </a:cubicBezTo>
                  <a:cubicBezTo>
                    <a:pt x="874" y="1174"/>
                    <a:pt x="960" y="1199"/>
                    <a:pt x="1051" y="1252"/>
                  </a:cubicBezTo>
                  <a:cubicBezTo>
                    <a:pt x="1363" y="1430"/>
                    <a:pt x="1614" y="1866"/>
                    <a:pt x="1614" y="2225"/>
                  </a:cubicBezTo>
                  <a:lnTo>
                    <a:pt x="4047" y="3629"/>
                  </a:lnTo>
                  <a:cubicBezTo>
                    <a:pt x="4049" y="3377"/>
                    <a:pt x="4178" y="3232"/>
                    <a:pt x="4363" y="3232"/>
                  </a:cubicBezTo>
                  <a:cubicBezTo>
                    <a:pt x="4439" y="3232"/>
                    <a:pt x="4526" y="3257"/>
                    <a:pt x="4616" y="3309"/>
                  </a:cubicBezTo>
                  <a:cubicBezTo>
                    <a:pt x="4927" y="3489"/>
                    <a:pt x="5180" y="3923"/>
                    <a:pt x="5180" y="4282"/>
                  </a:cubicBezTo>
                  <a:lnTo>
                    <a:pt x="5546" y="4494"/>
                  </a:lnTo>
                  <a:cubicBezTo>
                    <a:pt x="5488" y="4444"/>
                    <a:pt x="5446" y="4359"/>
                    <a:pt x="5446" y="4289"/>
                  </a:cubicBezTo>
                  <a:lnTo>
                    <a:pt x="5446" y="4162"/>
                  </a:lnTo>
                  <a:cubicBezTo>
                    <a:pt x="5446" y="4102"/>
                    <a:pt x="5475" y="4069"/>
                    <a:pt x="5518" y="4069"/>
                  </a:cubicBezTo>
                  <a:cubicBezTo>
                    <a:pt x="5536" y="4069"/>
                    <a:pt x="5555" y="4074"/>
                    <a:pt x="5576" y="4086"/>
                  </a:cubicBezTo>
                  <a:lnTo>
                    <a:pt x="5671" y="4141"/>
                  </a:lnTo>
                  <a:lnTo>
                    <a:pt x="5671" y="3966"/>
                  </a:lnTo>
                  <a:cubicBezTo>
                    <a:pt x="5671" y="3759"/>
                    <a:pt x="5526" y="3484"/>
                    <a:pt x="5349" y="3354"/>
                  </a:cubicBezTo>
                  <a:lnTo>
                    <a:pt x="4527" y="2753"/>
                  </a:lnTo>
                  <a:cubicBezTo>
                    <a:pt x="4349" y="2623"/>
                    <a:pt x="4137" y="2330"/>
                    <a:pt x="4055" y="2099"/>
                  </a:cubicBezTo>
                  <a:lnTo>
                    <a:pt x="3935" y="1767"/>
                  </a:lnTo>
                  <a:cubicBezTo>
                    <a:pt x="3851" y="1537"/>
                    <a:pt x="3639" y="1265"/>
                    <a:pt x="3458" y="1160"/>
                  </a:cubicBezTo>
                  <a:lnTo>
                    <a:pt x="1540" y="53"/>
                  </a:lnTo>
                  <a:cubicBezTo>
                    <a:pt x="1478" y="18"/>
                    <a:pt x="1415" y="1"/>
                    <a:pt x="13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0"/>
            <p:cNvSpPr/>
            <p:nvPr/>
          </p:nvSpPr>
          <p:spPr>
            <a:xfrm>
              <a:off x="1411304" y="3219623"/>
              <a:ext cx="48315" cy="57090"/>
            </a:xfrm>
            <a:custGeom>
              <a:avLst/>
              <a:gdLst/>
              <a:ahLst/>
              <a:cxnLst/>
              <a:rect l="l" t="t" r="r" b="b"/>
              <a:pathLst>
                <a:path w="1404" h="1659" extrusionOk="0">
                  <a:moveTo>
                    <a:pt x="41" y="0"/>
                  </a:moveTo>
                  <a:cubicBezTo>
                    <a:pt x="35" y="0"/>
                    <a:pt x="29" y="2"/>
                    <a:pt x="23" y="5"/>
                  </a:cubicBezTo>
                  <a:cubicBezTo>
                    <a:pt x="11" y="9"/>
                    <a:pt x="4" y="22"/>
                    <a:pt x="4" y="36"/>
                  </a:cubicBezTo>
                  <a:lnTo>
                    <a:pt x="1" y="855"/>
                  </a:lnTo>
                  <a:cubicBezTo>
                    <a:pt x="1" y="868"/>
                    <a:pt x="8" y="880"/>
                    <a:pt x="18" y="886"/>
                  </a:cubicBezTo>
                  <a:lnTo>
                    <a:pt x="1345" y="1652"/>
                  </a:lnTo>
                  <a:cubicBezTo>
                    <a:pt x="1350" y="1655"/>
                    <a:pt x="1357" y="1658"/>
                    <a:pt x="1363" y="1658"/>
                  </a:cubicBezTo>
                  <a:cubicBezTo>
                    <a:pt x="1370" y="1658"/>
                    <a:pt x="1379" y="1655"/>
                    <a:pt x="1386" y="1651"/>
                  </a:cubicBezTo>
                  <a:cubicBezTo>
                    <a:pt x="1398" y="1641"/>
                    <a:pt x="1404" y="1624"/>
                    <a:pt x="1398" y="1610"/>
                  </a:cubicBezTo>
                  <a:lnTo>
                    <a:pt x="1180" y="893"/>
                  </a:lnTo>
                  <a:cubicBezTo>
                    <a:pt x="1126" y="732"/>
                    <a:pt x="962" y="526"/>
                    <a:pt x="835" y="451"/>
                  </a:cubicBezTo>
                  <a:lnTo>
                    <a:pt x="59" y="5"/>
                  </a:lnTo>
                  <a:cubicBezTo>
                    <a:pt x="53" y="2"/>
                    <a:pt x="47" y="0"/>
                    <a:pt x="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0"/>
            <p:cNvSpPr/>
            <p:nvPr/>
          </p:nvSpPr>
          <p:spPr>
            <a:xfrm>
              <a:off x="1377648" y="3200180"/>
              <a:ext cx="26739" cy="44599"/>
            </a:xfrm>
            <a:custGeom>
              <a:avLst/>
              <a:gdLst/>
              <a:ahLst/>
              <a:cxnLst/>
              <a:rect l="l" t="t" r="r" b="b"/>
              <a:pathLst>
                <a:path w="777" h="1296" extrusionOk="0">
                  <a:moveTo>
                    <a:pt x="40" y="0"/>
                  </a:moveTo>
                  <a:cubicBezTo>
                    <a:pt x="34" y="0"/>
                    <a:pt x="27" y="1"/>
                    <a:pt x="22" y="4"/>
                  </a:cubicBezTo>
                  <a:cubicBezTo>
                    <a:pt x="12" y="11"/>
                    <a:pt x="2" y="24"/>
                    <a:pt x="2" y="37"/>
                  </a:cubicBezTo>
                  <a:lnTo>
                    <a:pt x="0" y="857"/>
                  </a:lnTo>
                  <a:cubicBezTo>
                    <a:pt x="0" y="870"/>
                    <a:pt x="7" y="881"/>
                    <a:pt x="19" y="887"/>
                  </a:cubicBezTo>
                  <a:lnTo>
                    <a:pt x="717" y="1290"/>
                  </a:lnTo>
                  <a:cubicBezTo>
                    <a:pt x="723" y="1294"/>
                    <a:pt x="727" y="1296"/>
                    <a:pt x="736" y="1296"/>
                  </a:cubicBezTo>
                  <a:cubicBezTo>
                    <a:pt x="740" y="1296"/>
                    <a:pt x="748" y="1294"/>
                    <a:pt x="754" y="1290"/>
                  </a:cubicBezTo>
                  <a:cubicBezTo>
                    <a:pt x="764" y="1284"/>
                    <a:pt x="773" y="1272"/>
                    <a:pt x="773" y="1259"/>
                  </a:cubicBezTo>
                  <a:lnTo>
                    <a:pt x="774" y="440"/>
                  </a:lnTo>
                  <a:cubicBezTo>
                    <a:pt x="777" y="426"/>
                    <a:pt x="773" y="416"/>
                    <a:pt x="759" y="409"/>
                  </a:cubicBezTo>
                  <a:lnTo>
                    <a:pt x="59" y="4"/>
                  </a:lnTo>
                  <a:cubicBezTo>
                    <a:pt x="53" y="1"/>
                    <a:pt x="47" y="0"/>
                    <a:pt x="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0"/>
            <p:cNvSpPr/>
            <p:nvPr/>
          </p:nvSpPr>
          <p:spPr>
            <a:xfrm>
              <a:off x="1361062" y="3197117"/>
              <a:ext cx="15382" cy="31591"/>
            </a:xfrm>
            <a:custGeom>
              <a:avLst/>
              <a:gdLst/>
              <a:ahLst/>
              <a:cxnLst/>
              <a:rect l="l" t="t" r="r" b="b"/>
              <a:pathLst>
                <a:path w="447" h="918" extrusionOk="0">
                  <a:moveTo>
                    <a:pt x="315" y="0"/>
                  </a:moveTo>
                  <a:cubicBezTo>
                    <a:pt x="227" y="0"/>
                    <a:pt x="154" y="53"/>
                    <a:pt x="132" y="135"/>
                  </a:cubicBezTo>
                  <a:lnTo>
                    <a:pt x="5" y="659"/>
                  </a:lnTo>
                  <a:cubicBezTo>
                    <a:pt x="1" y="675"/>
                    <a:pt x="8" y="691"/>
                    <a:pt x="21" y="698"/>
                  </a:cubicBezTo>
                  <a:lnTo>
                    <a:pt x="391" y="912"/>
                  </a:lnTo>
                  <a:cubicBezTo>
                    <a:pt x="394" y="916"/>
                    <a:pt x="402" y="918"/>
                    <a:pt x="409" y="918"/>
                  </a:cubicBezTo>
                  <a:cubicBezTo>
                    <a:pt x="415" y="918"/>
                    <a:pt x="421" y="916"/>
                    <a:pt x="428" y="912"/>
                  </a:cubicBezTo>
                  <a:cubicBezTo>
                    <a:pt x="438" y="906"/>
                    <a:pt x="445" y="894"/>
                    <a:pt x="445" y="881"/>
                  </a:cubicBezTo>
                  <a:lnTo>
                    <a:pt x="447" y="62"/>
                  </a:lnTo>
                  <a:cubicBezTo>
                    <a:pt x="447" y="46"/>
                    <a:pt x="440" y="33"/>
                    <a:pt x="428" y="27"/>
                  </a:cubicBezTo>
                  <a:cubicBezTo>
                    <a:pt x="393" y="9"/>
                    <a:pt x="352" y="0"/>
                    <a:pt x="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0"/>
            <p:cNvSpPr/>
            <p:nvPr/>
          </p:nvSpPr>
          <p:spPr>
            <a:xfrm>
              <a:off x="1460135" y="3209230"/>
              <a:ext cx="72989" cy="64283"/>
            </a:xfrm>
            <a:custGeom>
              <a:avLst/>
              <a:gdLst/>
              <a:ahLst/>
              <a:cxnLst/>
              <a:rect l="l" t="t" r="r" b="b"/>
              <a:pathLst>
                <a:path w="2121" h="1868" extrusionOk="0">
                  <a:moveTo>
                    <a:pt x="1681" y="0"/>
                  </a:moveTo>
                  <a:cubicBezTo>
                    <a:pt x="1675" y="0"/>
                    <a:pt x="1669" y="1"/>
                    <a:pt x="1663" y="4"/>
                  </a:cubicBezTo>
                  <a:lnTo>
                    <a:pt x="24" y="958"/>
                  </a:lnTo>
                  <a:cubicBezTo>
                    <a:pt x="8" y="967"/>
                    <a:pt x="1" y="987"/>
                    <a:pt x="10" y="1005"/>
                  </a:cubicBezTo>
                  <a:cubicBezTo>
                    <a:pt x="23" y="1033"/>
                    <a:pt x="33" y="1060"/>
                    <a:pt x="43" y="1087"/>
                  </a:cubicBezTo>
                  <a:lnTo>
                    <a:pt x="102" y="1246"/>
                  </a:lnTo>
                  <a:cubicBezTo>
                    <a:pt x="125" y="1296"/>
                    <a:pt x="147" y="1354"/>
                    <a:pt x="163" y="1422"/>
                  </a:cubicBezTo>
                  <a:cubicBezTo>
                    <a:pt x="213" y="1555"/>
                    <a:pt x="310" y="1717"/>
                    <a:pt x="425" y="1855"/>
                  </a:cubicBezTo>
                  <a:cubicBezTo>
                    <a:pt x="431" y="1864"/>
                    <a:pt x="443" y="1868"/>
                    <a:pt x="453" y="1868"/>
                  </a:cubicBezTo>
                  <a:cubicBezTo>
                    <a:pt x="457" y="1868"/>
                    <a:pt x="465" y="1866"/>
                    <a:pt x="471" y="1864"/>
                  </a:cubicBezTo>
                  <a:lnTo>
                    <a:pt x="2102" y="917"/>
                  </a:lnTo>
                  <a:cubicBezTo>
                    <a:pt x="2111" y="911"/>
                    <a:pt x="2117" y="902"/>
                    <a:pt x="2118" y="891"/>
                  </a:cubicBezTo>
                  <a:cubicBezTo>
                    <a:pt x="2121" y="882"/>
                    <a:pt x="2117" y="872"/>
                    <a:pt x="2111" y="864"/>
                  </a:cubicBezTo>
                  <a:cubicBezTo>
                    <a:pt x="2004" y="724"/>
                    <a:pt x="1913" y="566"/>
                    <a:pt x="1866" y="433"/>
                  </a:cubicBezTo>
                  <a:lnTo>
                    <a:pt x="1748" y="102"/>
                  </a:lnTo>
                  <a:cubicBezTo>
                    <a:pt x="1738" y="76"/>
                    <a:pt x="1726" y="48"/>
                    <a:pt x="1714" y="22"/>
                  </a:cubicBezTo>
                  <a:cubicBezTo>
                    <a:pt x="1711" y="11"/>
                    <a:pt x="1701" y="4"/>
                    <a:pt x="1692" y="1"/>
                  </a:cubicBezTo>
                  <a:cubicBezTo>
                    <a:pt x="1689" y="1"/>
                    <a:pt x="1685" y="0"/>
                    <a:pt x="16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0"/>
            <p:cNvSpPr/>
            <p:nvPr/>
          </p:nvSpPr>
          <p:spPr>
            <a:xfrm>
              <a:off x="1412680" y="3220896"/>
              <a:ext cx="45700" cy="54578"/>
            </a:xfrm>
            <a:custGeom>
              <a:avLst/>
              <a:gdLst/>
              <a:ahLst/>
              <a:cxnLst/>
              <a:rect l="l" t="t" r="r" b="b"/>
              <a:pathLst>
                <a:path w="1328" h="1586" extrusionOk="0">
                  <a:moveTo>
                    <a:pt x="6" y="0"/>
                  </a:moveTo>
                  <a:lnTo>
                    <a:pt x="0" y="819"/>
                  </a:lnTo>
                  <a:lnTo>
                    <a:pt x="1327" y="1586"/>
                  </a:lnTo>
                  <a:lnTo>
                    <a:pt x="1111" y="871"/>
                  </a:lnTo>
                  <a:cubicBezTo>
                    <a:pt x="1057" y="717"/>
                    <a:pt x="897" y="516"/>
                    <a:pt x="779" y="446"/>
                  </a:cubicBezTo>
                  <a:lnTo>
                    <a:pt x="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0"/>
            <p:cNvSpPr/>
            <p:nvPr/>
          </p:nvSpPr>
          <p:spPr>
            <a:xfrm>
              <a:off x="1379059" y="3201453"/>
              <a:ext cx="24089" cy="42052"/>
            </a:xfrm>
            <a:custGeom>
              <a:avLst/>
              <a:gdLst/>
              <a:ahLst/>
              <a:cxnLst/>
              <a:rect l="l" t="t" r="r" b="b"/>
              <a:pathLst>
                <a:path w="700" h="1222" extrusionOk="0">
                  <a:moveTo>
                    <a:pt x="1" y="0"/>
                  </a:moveTo>
                  <a:lnTo>
                    <a:pt x="0" y="820"/>
                  </a:lnTo>
                  <a:lnTo>
                    <a:pt x="698" y="1222"/>
                  </a:lnTo>
                  <a:lnTo>
                    <a:pt x="699" y="404"/>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40"/>
            <p:cNvSpPr/>
            <p:nvPr/>
          </p:nvSpPr>
          <p:spPr>
            <a:xfrm>
              <a:off x="1362369" y="3198356"/>
              <a:ext cx="12836" cy="29044"/>
            </a:xfrm>
            <a:custGeom>
              <a:avLst/>
              <a:gdLst/>
              <a:ahLst/>
              <a:cxnLst/>
              <a:rect l="l" t="t" r="r" b="b"/>
              <a:pathLst>
                <a:path w="373" h="844" extrusionOk="0">
                  <a:moveTo>
                    <a:pt x="277" y="1"/>
                  </a:moveTo>
                  <a:cubicBezTo>
                    <a:pt x="209" y="1"/>
                    <a:pt x="150" y="38"/>
                    <a:pt x="129" y="108"/>
                  </a:cubicBezTo>
                  <a:lnTo>
                    <a:pt x="1" y="629"/>
                  </a:lnTo>
                  <a:lnTo>
                    <a:pt x="371" y="844"/>
                  </a:lnTo>
                  <a:lnTo>
                    <a:pt x="372" y="24"/>
                  </a:lnTo>
                  <a:cubicBezTo>
                    <a:pt x="340" y="8"/>
                    <a:pt x="308" y="1"/>
                    <a:pt x="2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0"/>
            <p:cNvSpPr/>
            <p:nvPr/>
          </p:nvSpPr>
          <p:spPr>
            <a:xfrm>
              <a:off x="1381468" y="3238378"/>
              <a:ext cx="9601" cy="8156"/>
            </a:xfrm>
            <a:custGeom>
              <a:avLst/>
              <a:gdLst/>
              <a:ahLst/>
              <a:cxnLst/>
              <a:rect l="l" t="t" r="r" b="b"/>
              <a:pathLst>
                <a:path w="279" h="237" extrusionOk="0">
                  <a:moveTo>
                    <a:pt x="30" y="1"/>
                  </a:moveTo>
                  <a:cubicBezTo>
                    <a:pt x="12" y="1"/>
                    <a:pt x="0" y="15"/>
                    <a:pt x="0" y="39"/>
                  </a:cubicBezTo>
                  <a:cubicBezTo>
                    <a:pt x="0" y="71"/>
                    <a:pt x="25" y="114"/>
                    <a:pt x="54" y="130"/>
                  </a:cubicBezTo>
                  <a:lnTo>
                    <a:pt x="224" y="229"/>
                  </a:lnTo>
                  <a:cubicBezTo>
                    <a:pt x="233" y="234"/>
                    <a:pt x="241" y="236"/>
                    <a:pt x="248" y="236"/>
                  </a:cubicBezTo>
                  <a:cubicBezTo>
                    <a:pt x="266" y="236"/>
                    <a:pt x="278" y="223"/>
                    <a:pt x="278" y="200"/>
                  </a:cubicBezTo>
                  <a:cubicBezTo>
                    <a:pt x="278" y="166"/>
                    <a:pt x="253" y="126"/>
                    <a:pt x="226" y="108"/>
                  </a:cubicBezTo>
                  <a:lnTo>
                    <a:pt x="54" y="8"/>
                  </a:lnTo>
                  <a:cubicBezTo>
                    <a:pt x="46" y="3"/>
                    <a:pt x="37" y="1"/>
                    <a:pt x="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0"/>
            <p:cNvSpPr/>
            <p:nvPr/>
          </p:nvSpPr>
          <p:spPr>
            <a:xfrm>
              <a:off x="1419425" y="3260298"/>
              <a:ext cx="9601" cy="8190"/>
            </a:xfrm>
            <a:custGeom>
              <a:avLst/>
              <a:gdLst/>
              <a:ahLst/>
              <a:cxnLst/>
              <a:rect l="l" t="t" r="r" b="b"/>
              <a:pathLst>
                <a:path w="279" h="238" extrusionOk="0">
                  <a:moveTo>
                    <a:pt x="29" y="0"/>
                  </a:moveTo>
                  <a:cubicBezTo>
                    <a:pt x="12" y="0"/>
                    <a:pt x="0" y="14"/>
                    <a:pt x="0" y="39"/>
                  </a:cubicBezTo>
                  <a:cubicBezTo>
                    <a:pt x="0" y="71"/>
                    <a:pt x="24" y="113"/>
                    <a:pt x="53" y="129"/>
                  </a:cubicBezTo>
                  <a:lnTo>
                    <a:pt x="226" y="230"/>
                  </a:lnTo>
                  <a:cubicBezTo>
                    <a:pt x="234" y="235"/>
                    <a:pt x="242" y="237"/>
                    <a:pt x="249" y="237"/>
                  </a:cubicBezTo>
                  <a:cubicBezTo>
                    <a:pt x="266" y="237"/>
                    <a:pt x="278" y="224"/>
                    <a:pt x="278" y="200"/>
                  </a:cubicBezTo>
                  <a:cubicBezTo>
                    <a:pt x="278" y="164"/>
                    <a:pt x="255" y="125"/>
                    <a:pt x="226" y="107"/>
                  </a:cubicBezTo>
                  <a:lnTo>
                    <a:pt x="53" y="8"/>
                  </a:lnTo>
                  <a:cubicBezTo>
                    <a:pt x="44" y="3"/>
                    <a:pt x="36"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0"/>
            <p:cNvSpPr/>
            <p:nvPr/>
          </p:nvSpPr>
          <p:spPr>
            <a:xfrm>
              <a:off x="1461512" y="3210503"/>
              <a:ext cx="70270" cy="61805"/>
            </a:xfrm>
            <a:custGeom>
              <a:avLst/>
              <a:gdLst/>
              <a:ahLst/>
              <a:cxnLst/>
              <a:rect l="l" t="t" r="r" b="b"/>
              <a:pathLst>
                <a:path w="2042" h="1796" extrusionOk="0">
                  <a:moveTo>
                    <a:pt x="1639" y="1"/>
                  </a:moveTo>
                  <a:lnTo>
                    <a:pt x="0" y="953"/>
                  </a:lnTo>
                  <a:cubicBezTo>
                    <a:pt x="14" y="981"/>
                    <a:pt x="27" y="1010"/>
                    <a:pt x="36" y="1038"/>
                  </a:cubicBezTo>
                  <a:lnTo>
                    <a:pt x="91" y="1193"/>
                  </a:lnTo>
                  <a:cubicBezTo>
                    <a:pt x="118" y="1247"/>
                    <a:pt x="138" y="1309"/>
                    <a:pt x="154" y="1372"/>
                  </a:cubicBezTo>
                  <a:cubicBezTo>
                    <a:pt x="204" y="1508"/>
                    <a:pt x="305" y="1669"/>
                    <a:pt x="410" y="1796"/>
                  </a:cubicBezTo>
                  <a:lnTo>
                    <a:pt x="2041" y="849"/>
                  </a:lnTo>
                  <a:cubicBezTo>
                    <a:pt x="1935" y="710"/>
                    <a:pt x="1841" y="549"/>
                    <a:pt x="1791" y="409"/>
                  </a:cubicBezTo>
                  <a:lnTo>
                    <a:pt x="1673" y="77"/>
                  </a:lnTo>
                  <a:cubicBezTo>
                    <a:pt x="1664" y="52"/>
                    <a:pt x="1652" y="26"/>
                    <a:pt x="16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0"/>
            <p:cNvSpPr/>
            <p:nvPr/>
          </p:nvSpPr>
          <p:spPr>
            <a:xfrm>
              <a:off x="1518671" y="3313534"/>
              <a:ext cx="14212" cy="12182"/>
            </a:xfrm>
            <a:custGeom>
              <a:avLst/>
              <a:gdLst/>
              <a:ahLst/>
              <a:cxnLst/>
              <a:rect l="l" t="t" r="r" b="b"/>
              <a:pathLst>
                <a:path w="413" h="354" extrusionOk="0">
                  <a:moveTo>
                    <a:pt x="367" y="0"/>
                  </a:moveTo>
                  <a:cubicBezTo>
                    <a:pt x="356" y="0"/>
                    <a:pt x="343" y="4"/>
                    <a:pt x="329" y="12"/>
                  </a:cubicBezTo>
                  <a:lnTo>
                    <a:pt x="83" y="155"/>
                  </a:lnTo>
                  <a:cubicBezTo>
                    <a:pt x="37" y="181"/>
                    <a:pt x="0" y="246"/>
                    <a:pt x="0" y="297"/>
                  </a:cubicBezTo>
                  <a:cubicBezTo>
                    <a:pt x="0" y="333"/>
                    <a:pt x="18" y="353"/>
                    <a:pt x="45" y="353"/>
                  </a:cubicBezTo>
                  <a:cubicBezTo>
                    <a:pt x="57" y="353"/>
                    <a:pt x="70" y="350"/>
                    <a:pt x="83" y="342"/>
                  </a:cubicBezTo>
                  <a:lnTo>
                    <a:pt x="329" y="199"/>
                  </a:lnTo>
                  <a:cubicBezTo>
                    <a:pt x="376" y="174"/>
                    <a:pt x="413" y="110"/>
                    <a:pt x="413" y="59"/>
                  </a:cubicBezTo>
                  <a:cubicBezTo>
                    <a:pt x="413" y="21"/>
                    <a:pt x="394" y="0"/>
                    <a:pt x="3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0"/>
            <p:cNvSpPr/>
            <p:nvPr/>
          </p:nvSpPr>
          <p:spPr>
            <a:xfrm>
              <a:off x="1566470" y="3285626"/>
              <a:ext cx="14281" cy="12216"/>
            </a:xfrm>
            <a:custGeom>
              <a:avLst/>
              <a:gdLst/>
              <a:ahLst/>
              <a:cxnLst/>
              <a:rect l="l" t="t" r="r" b="b"/>
              <a:pathLst>
                <a:path w="415" h="355" extrusionOk="0">
                  <a:moveTo>
                    <a:pt x="368" y="1"/>
                  </a:moveTo>
                  <a:cubicBezTo>
                    <a:pt x="357" y="1"/>
                    <a:pt x="344" y="4"/>
                    <a:pt x="330" y="12"/>
                  </a:cubicBezTo>
                  <a:lnTo>
                    <a:pt x="84" y="154"/>
                  </a:lnTo>
                  <a:cubicBezTo>
                    <a:pt x="38" y="182"/>
                    <a:pt x="1" y="245"/>
                    <a:pt x="1" y="297"/>
                  </a:cubicBezTo>
                  <a:cubicBezTo>
                    <a:pt x="1" y="334"/>
                    <a:pt x="19" y="354"/>
                    <a:pt x="46" y="354"/>
                  </a:cubicBezTo>
                  <a:cubicBezTo>
                    <a:pt x="57" y="354"/>
                    <a:pt x="70" y="351"/>
                    <a:pt x="84" y="343"/>
                  </a:cubicBezTo>
                  <a:lnTo>
                    <a:pt x="333" y="201"/>
                  </a:lnTo>
                  <a:cubicBezTo>
                    <a:pt x="378" y="175"/>
                    <a:pt x="415" y="110"/>
                    <a:pt x="414" y="59"/>
                  </a:cubicBezTo>
                  <a:cubicBezTo>
                    <a:pt x="414" y="22"/>
                    <a:pt x="395" y="1"/>
                    <a:pt x="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0"/>
            <p:cNvSpPr/>
            <p:nvPr/>
          </p:nvSpPr>
          <p:spPr>
            <a:xfrm>
              <a:off x="1471216" y="3318387"/>
              <a:ext cx="16862" cy="21749"/>
            </a:xfrm>
            <a:custGeom>
              <a:avLst/>
              <a:gdLst/>
              <a:ahLst/>
              <a:cxnLst/>
              <a:rect l="l" t="t" r="r" b="b"/>
              <a:pathLst>
                <a:path w="490" h="632" extrusionOk="0">
                  <a:moveTo>
                    <a:pt x="136" y="1"/>
                  </a:moveTo>
                  <a:cubicBezTo>
                    <a:pt x="56" y="1"/>
                    <a:pt x="1" y="65"/>
                    <a:pt x="1" y="174"/>
                  </a:cubicBezTo>
                  <a:cubicBezTo>
                    <a:pt x="1" y="332"/>
                    <a:pt x="109" y="522"/>
                    <a:pt x="244" y="598"/>
                  </a:cubicBezTo>
                  <a:cubicBezTo>
                    <a:pt x="283" y="621"/>
                    <a:pt x="321" y="632"/>
                    <a:pt x="354" y="632"/>
                  </a:cubicBezTo>
                  <a:cubicBezTo>
                    <a:pt x="434" y="632"/>
                    <a:pt x="490" y="567"/>
                    <a:pt x="490" y="457"/>
                  </a:cubicBezTo>
                  <a:cubicBezTo>
                    <a:pt x="490" y="302"/>
                    <a:pt x="381" y="114"/>
                    <a:pt x="245" y="35"/>
                  </a:cubicBezTo>
                  <a:cubicBezTo>
                    <a:pt x="206" y="12"/>
                    <a:pt x="16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0"/>
            <p:cNvSpPr/>
            <p:nvPr/>
          </p:nvSpPr>
          <p:spPr>
            <a:xfrm>
              <a:off x="1316876" y="3219554"/>
              <a:ext cx="12870" cy="18135"/>
            </a:xfrm>
            <a:custGeom>
              <a:avLst/>
              <a:gdLst/>
              <a:ahLst/>
              <a:cxnLst/>
              <a:rect l="l" t="t" r="r" b="b"/>
              <a:pathLst>
                <a:path w="374" h="527" extrusionOk="0">
                  <a:moveTo>
                    <a:pt x="71" y="0"/>
                  </a:moveTo>
                  <a:cubicBezTo>
                    <a:pt x="29" y="0"/>
                    <a:pt x="0" y="33"/>
                    <a:pt x="0" y="92"/>
                  </a:cubicBezTo>
                  <a:lnTo>
                    <a:pt x="0" y="220"/>
                  </a:lnTo>
                  <a:cubicBezTo>
                    <a:pt x="0" y="302"/>
                    <a:pt x="56" y="403"/>
                    <a:pt x="129" y="446"/>
                  </a:cubicBezTo>
                  <a:lnTo>
                    <a:pt x="239" y="509"/>
                  </a:lnTo>
                  <a:cubicBezTo>
                    <a:pt x="250" y="515"/>
                    <a:pt x="261" y="519"/>
                    <a:pt x="271" y="522"/>
                  </a:cubicBezTo>
                  <a:cubicBezTo>
                    <a:pt x="281" y="525"/>
                    <a:pt x="291" y="527"/>
                    <a:pt x="300" y="527"/>
                  </a:cubicBezTo>
                  <a:cubicBezTo>
                    <a:pt x="341" y="527"/>
                    <a:pt x="370" y="493"/>
                    <a:pt x="370" y="434"/>
                  </a:cubicBezTo>
                  <a:lnTo>
                    <a:pt x="373" y="308"/>
                  </a:lnTo>
                  <a:cubicBezTo>
                    <a:pt x="373" y="226"/>
                    <a:pt x="315" y="125"/>
                    <a:pt x="243" y="83"/>
                  </a:cubicBezTo>
                  <a:lnTo>
                    <a:pt x="132" y="19"/>
                  </a:lnTo>
                  <a:cubicBezTo>
                    <a:pt x="122" y="11"/>
                    <a:pt x="114" y="8"/>
                    <a:pt x="105" y="7"/>
                  </a:cubicBezTo>
                  <a:cubicBezTo>
                    <a:pt x="93" y="2"/>
                    <a:pt x="82" y="0"/>
                    <a:pt x="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0"/>
            <p:cNvSpPr/>
            <p:nvPr/>
          </p:nvSpPr>
          <p:spPr>
            <a:xfrm>
              <a:off x="1506833" y="3328848"/>
              <a:ext cx="12767" cy="18239"/>
            </a:xfrm>
            <a:custGeom>
              <a:avLst/>
              <a:gdLst/>
              <a:ahLst/>
              <a:cxnLst/>
              <a:rect l="l" t="t" r="r" b="b"/>
              <a:pathLst>
                <a:path w="371" h="530" extrusionOk="0">
                  <a:moveTo>
                    <a:pt x="74" y="1"/>
                  </a:moveTo>
                  <a:cubicBezTo>
                    <a:pt x="30" y="1"/>
                    <a:pt x="0" y="34"/>
                    <a:pt x="0" y="93"/>
                  </a:cubicBezTo>
                  <a:lnTo>
                    <a:pt x="0" y="221"/>
                  </a:lnTo>
                  <a:cubicBezTo>
                    <a:pt x="0" y="292"/>
                    <a:pt x="43" y="376"/>
                    <a:pt x="100" y="426"/>
                  </a:cubicBezTo>
                  <a:cubicBezTo>
                    <a:pt x="108" y="434"/>
                    <a:pt x="120" y="442"/>
                    <a:pt x="130" y="447"/>
                  </a:cubicBezTo>
                  <a:lnTo>
                    <a:pt x="240" y="512"/>
                  </a:lnTo>
                  <a:cubicBezTo>
                    <a:pt x="261" y="524"/>
                    <a:pt x="281" y="530"/>
                    <a:pt x="298" y="530"/>
                  </a:cubicBezTo>
                  <a:cubicBezTo>
                    <a:pt x="341" y="530"/>
                    <a:pt x="370" y="495"/>
                    <a:pt x="370" y="437"/>
                  </a:cubicBezTo>
                  <a:lnTo>
                    <a:pt x="370" y="308"/>
                  </a:lnTo>
                  <a:cubicBezTo>
                    <a:pt x="370" y="227"/>
                    <a:pt x="312" y="126"/>
                    <a:pt x="240" y="83"/>
                  </a:cubicBezTo>
                  <a:lnTo>
                    <a:pt x="227" y="73"/>
                  </a:lnTo>
                  <a:lnTo>
                    <a:pt x="132" y="17"/>
                  </a:lnTo>
                  <a:cubicBezTo>
                    <a:pt x="111" y="6"/>
                    <a:pt x="91" y="1"/>
                    <a:pt x="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0"/>
            <p:cNvSpPr/>
            <p:nvPr/>
          </p:nvSpPr>
          <p:spPr>
            <a:xfrm>
              <a:off x="1515092" y="3292818"/>
              <a:ext cx="71475" cy="53959"/>
            </a:xfrm>
            <a:custGeom>
              <a:avLst/>
              <a:gdLst/>
              <a:ahLst/>
              <a:cxnLst/>
              <a:rect l="l" t="t" r="r" b="b"/>
              <a:pathLst>
                <a:path w="2077" h="1568" extrusionOk="0">
                  <a:moveTo>
                    <a:pt x="1945" y="1"/>
                  </a:moveTo>
                  <a:lnTo>
                    <a:pt x="0" y="1130"/>
                  </a:lnTo>
                  <a:cubicBezTo>
                    <a:pt x="72" y="1173"/>
                    <a:pt x="130" y="1274"/>
                    <a:pt x="130" y="1355"/>
                  </a:cubicBezTo>
                  <a:lnTo>
                    <a:pt x="130" y="1484"/>
                  </a:lnTo>
                  <a:cubicBezTo>
                    <a:pt x="130" y="1524"/>
                    <a:pt x="116" y="1553"/>
                    <a:pt x="94" y="1567"/>
                  </a:cubicBezTo>
                  <a:lnTo>
                    <a:pt x="94" y="1567"/>
                  </a:lnTo>
                  <a:cubicBezTo>
                    <a:pt x="740" y="1191"/>
                    <a:pt x="1389" y="814"/>
                    <a:pt x="2038" y="438"/>
                  </a:cubicBezTo>
                  <a:cubicBezTo>
                    <a:pt x="2062" y="425"/>
                    <a:pt x="2076" y="396"/>
                    <a:pt x="2076" y="355"/>
                  </a:cubicBezTo>
                  <a:lnTo>
                    <a:pt x="2076" y="227"/>
                  </a:lnTo>
                  <a:cubicBezTo>
                    <a:pt x="2076" y="143"/>
                    <a:pt x="2018" y="43"/>
                    <a:pt x="1945" y="1"/>
                  </a:cubicBezTo>
                  <a:close/>
                  <a:moveTo>
                    <a:pt x="94" y="1567"/>
                  </a:moveTo>
                  <a:lnTo>
                    <a:pt x="94" y="1567"/>
                  </a:lnTo>
                  <a:cubicBezTo>
                    <a:pt x="93" y="1567"/>
                    <a:pt x="93" y="1567"/>
                    <a:pt x="92" y="1568"/>
                  </a:cubicBezTo>
                  <a:cubicBezTo>
                    <a:pt x="93" y="1567"/>
                    <a:pt x="93" y="1567"/>
                    <a:pt x="94" y="156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0"/>
            <p:cNvSpPr/>
            <p:nvPr/>
          </p:nvSpPr>
          <p:spPr>
            <a:xfrm>
              <a:off x="1545306" y="3314016"/>
              <a:ext cx="15314" cy="15795"/>
            </a:xfrm>
            <a:custGeom>
              <a:avLst/>
              <a:gdLst/>
              <a:ahLst/>
              <a:cxnLst/>
              <a:rect l="l" t="t" r="r" b="b"/>
              <a:pathLst>
                <a:path w="445" h="459" extrusionOk="0">
                  <a:moveTo>
                    <a:pt x="445" y="1"/>
                  </a:moveTo>
                  <a:lnTo>
                    <a:pt x="0" y="257"/>
                  </a:lnTo>
                  <a:lnTo>
                    <a:pt x="1" y="459"/>
                  </a:lnTo>
                  <a:lnTo>
                    <a:pt x="445" y="203"/>
                  </a:lnTo>
                  <a:lnTo>
                    <a:pt x="4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0"/>
            <p:cNvSpPr/>
            <p:nvPr/>
          </p:nvSpPr>
          <p:spPr>
            <a:xfrm>
              <a:off x="857538" y="2403771"/>
              <a:ext cx="33518" cy="42947"/>
            </a:xfrm>
            <a:custGeom>
              <a:avLst/>
              <a:gdLst/>
              <a:ahLst/>
              <a:cxnLst/>
              <a:rect l="l" t="t" r="r" b="b"/>
              <a:pathLst>
                <a:path w="974" h="1248" extrusionOk="0">
                  <a:moveTo>
                    <a:pt x="704" y="0"/>
                  </a:moveTo>
                  <a:cubicBezTo>
                    <a:pt x="638" y="0"/>
                    <a:pt x="564" y="22"/>
                    <a:pt x="485" y="67"/>
                  </a:cubicBezTo>
                  <a:cubicBezTo>
                    <a:pt x="219" y="221"/>
                    <a:pt x="1" y="597"/>
                    <a:pt x="2" y="904"/>
                  </a:cubicBezTo>
                  <a:cubicBezTo>
                    <a:pt x="4" y="1122"/>
                    <a:pt x="114" y="1248"/>
                    <a:pt x="273" y="1248"/>
                  </a:cubicBezTo>
                  <a:cubicBezTo>
                    <a:pt x="338" y="1248"/>
                    <a:pt x="412" y="1227"/>
                    <a:pt x="489" y="1182"/>
                  </a:cubicBezTo>
                  <a:cubicBezTo>
                    <a:pt x="756" y="1028"/>
                    <a:pt x="974" y="652"/>
                    <a:pt x="972" y="344"/>
                  </a:cubicBezTo>
                  <a:cubicBezTo>
                    <a:pt x="972" y="126"/>
                    <a:pt x="863" y="0"/>
                    <a:pt x="7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0"/>
            <p:cNvSpPr/>
            <p:nvPr/>
          </p:nvSpPr>
          <p:spPr>
            <a:xfrm>
              <a:off x="846560" y="2397026"/>
              <a:ext cx="40676" cy="48487"/>
            </a:xfrm>
            <a:custGeom>
              <a:avLst/>
              <a:gdLst/>
              <a:ahLst/>
              <a:cxnLst/>
              <a:rect l="l" t="t" r="r" b="b"/>
              <a:pathLst>
                <a:path w="1182" h="1409" extrusionOk="0">
                  <a:moveTo>
                    <a:pt x="702" y="1"/>
                  </a:moveTo>
                  <a:cubicBezTo>
                    <a:pt x="637" y="1"/>
                    <a:pt x="563" y="22"/>
                    <a:pt x="487" y="66"/>
                  </a:cubicBezTo>
                  <a:cubicBezTo>
                    <a:pt x="217" y="222"/>
                    <a:pt x="2" y="595"/>
                    <a:pt x="1" y="902"/>
                  </a:cubicBezTo>
                  <a:cubicBezTo>
                    <a:pt x="4" y="1053"/>
                    <a:pt x="58" y="1161"/>
                    <a:pt x="144" y="1213"/>
                  </a:cubicBezTo>
                  <a:lnTo>
                    <a:pt x="442" y="1396"/>
                  </a:lnTo>
                  <a:lnTo>
                    <a:pt x="442" y="1396"/>
                  </a:lnTo>
                  <a:cubicBezTo>
                    <a:pt x="368" y="1345"/>
                    <a:pt x="336" y="1267"/>
                    <a:pt x="336" y="1126"/>
                  </a:cubicBezTo>
                  <a:cubicBezTo>
                    <a:pt x="336" y="819"/>
                    <a:pt x="552" y="444"/>
                    <a:pt x="819" y="291"/>
                  </a:cubicBezTo>
                  <a:cubicBezTo>
                    <a:pt x="900" y="243"/>
                    <a:pt x="983" y="220"/>
                    <a:pt x="1055" y="220"/>
                  </a:cubicBezTo>
                  <a:cubicBezTo>
                    <a:pt x="1103" y="220"/>
                    <a:pt x="1146" y="230"/>
                    <a:pt x="1181" y="251"/>
                  </a:cubicBezTo>
                  <a:lnTo>
                    <a:pt x="830" y="33"/>
                  </a:lnTo>
                  <a:cubicBezTo>
                    <a:pt x="793" y="12"/>
                    <a:pt x="750" y="1"/>
                    <a:pt x="702" y="1"/>
                  </a:cubicBezTo>
                  <a:close/>
                  <a:moveTo>
                    <a:pt x="442" y="1396"/>
                  </a:moveTo>
                  <a:lnTo>
                    <a:pt x="442" y="1396"/>
                  </a:lnTo>
                  <a:cubicBezTo>
                    <a:pt x="449" y="1400"/>
                    <a:pt x="456" y="1405"/>
                    <a:pt x="463" y="1409"/>
                  </a:cubicBezTo>
                  <a:lnTo>
                    <a:pt x="442" y="139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0"/>
            <p:cNvSpPr/>
            <p:nvPr/>
          </p:nvSpPr>
          <p:spPr>
            <a:xfrm>
              <a:off x="983419" y="2331367"/>
              <a:ext cx="33518" cy="42912"/>
            </a:xfrm>
            <a:custGeom>
              <a:avLst/>
              <a:gdLst/>
              <a:ahLst/>
              <a:cxnLst/>
              <a:rect l="l" t="t" r="r" b="b"/>
              <a:pathLst>
                <a:path w="974" h="1247" extrusionOk="0">
                  <a:moveTo>
                    <a:pt x="703" y="1"/>
                  </a:moveTo>
                  <a:cubicBezTo>
                    <a:pt x="637" y="1"/>
                    <a:pt x="563" y="22"/>
                    <a:pt x="485" y="67"/>
                  </a:cubicBezTo>
                  <a:cubicBezTo>
                    <a:pt x="218" y="222"/>
                    <a:pt x="0" y="597"/>
                    <a:pt x="2" y="904"/>
                  </a:cubicBezTo>
                  <a:cubicBezTo>
                    <a:pt x="4" y="1121"/>
                    <a:pt x="113" y="1246"/>
                    <a:pt x="272" y="1246"/>
                  </a:cubicBezTo>
                  <a:cubicBezTo>
                    <a:pt x="338" y="1246"/>
                    <a:pt x="411" y="1225"/>
                    <a:pt x="489" y="1181"/>
                  </a:cubicBezTo>
                  <a:cubicBezTo>
                    <a:pt x="755" y="1027"/>
                    <a:pt x="973" y="652"/>
                    <a:pt x="972" y="345"/>
                  </a:cubicBezTo>
                  <a:cubicBezTo>
                    <a:pt x="972" y="127"/>
                    <a:pt x="862" y="1"/>
                    <a:pt x="7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0"/>
            <p:cNvSpPr/>
            <p:nvPr/>
          </p:nvSpPr>
          <p:spPr>
            <a:xfrm>
              <a:off x="991712" y="2342035"/>
              <a:ext cx="16897" cy="21645"/>
            </a:xfrm>
            <a:custGeom>
              <a:avLst/>
              <a:gdLst/>
              <a:ahLst/>
              <a:cxnLst/>
              <a:rect l="l" t="t" r="r" b="b"/>
              <a:pathLst>
                <a:path w="491" h="629" extrusionOk="0">
                  <a:moveTo>
                    <a:pt x="357" y="1"/>
                  </a:moveTo>
                  <a:cubicBezTo>
                    <a:pt x="324" y="1"/>
                    <a:pt x="286" y="12"/>
                    <a:pt x="247" y="35"/>
                  </a:cubicBezTo>
                  <a:cubicBezTo>
                    <a:pt x="110" y="111"/>
                    <a:pt x="1" y="301"/>
                    <a:pt x="2" y="457"/>
                  </a:cubicBezTo>
                  <a:cubicBezTo>
                    <a:pt x="2" y="565"/>
                    <a:pt x="57" y="629"/>
                    <a:pt x="138" y="629"/>
                  </a:cubicBezTo>
                  <a:cubicBezTo>
                    <a:pt x="171" y="629"/>
                    <a:pt x="208" y="618"/>
                    <a:pt x="248" y="596"/>
                  </a:cubicBezTo>
                  <a:cubicBezTo>
                    <a:pt x="383" y="519"/>
                    <a:pt x="491" y="329"/>
                    <a:pt x="491" y="174"/>
                  </a:cubicBezTo>
                  <a:cubicBezTo>
                    <a:pt x="491" y="64"/>
                    <a:pt x="436" y="1"/>
                    <a:pt x="3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0"/>
            <p:cNvSpPr/>
            <p:nvPr/>
          </p:nvSpPr>
          <p:spPr>
            <a:xfrm>
              <a:off x="972544" y="2324588"/>
              <a:ext cx="40607" cy="48522"/>
            </a:xfrm>
            <a:custGeom>
              <a:avLst/>
              <a:gdLst/>
              <a:ahLst/>
              <a:cxnLst/>
              <a:rect l="l" t="t" r="r" b="b"/>
              <a:pathLst>
                <a:path w="1180" h="1410" extrusionOk="0">
                  <a:moveTo>
                    <a:pt x="703" y="1"/>
                  </a:moveTo>
                  <a:cubicBezTo>
                    <a:pt x="637" y="1"/>
                    <a:pt x="562" y="23"/>
                    <a:pt x="483" y="68"/>
                  </a:cubicBezTo>
                  <a:cubicBezTo>
                    <a:pt x="215" y="223"/>
                    <a:pt x="0" y="598"/>
                    <a:pt x="2" y="904"/>
                  </a:cubicBezTo>
                  <a:cubicBezTo>
                    <a:pt x="2" y="1056"/>
                    <a:pt x="54" y="1165"/>
                    <a:pt x="142" y="1215"/>
                  </a:cubicBezTo>
                  <a:lnTo>
                    <a:pt x="445" y="1400"/>
                  </a:lnTo>
                  <a:lnTo>
                    <a:pt x="445" y="1400"/>
                  </a:lnTo>
                  <a:cubicBezTo>
                    <a:pt x="368" y="1350"/>
                    <a:pt x="334" y="1272"/>
                    <a:pt x="334" y="1129"/>
                  </a:cubicBezTo>
                  <a:cubicBezTo>
                    <a:pt x="332" y="822"/>
                    <a:pt x="550" y="447"/>
                    <a:pt x="818" y="292"/>
                  </a:cubicBezTo>
                  <a:cubicBezTo>
                    <a:pt x="899" y="245"/>
                    <a:pt x="982" y="222"/>
                    <a:pt x="1054" y="222"/>
                  </a:cubicBezTo>
                  <a:cubicBezTo>
                    <a:pt x="1102" y="222"/>
                    <a:pt x="1145" y="232"/>
                    <a:pt x="1180" y="252"/>
                  </a:cubicBezTo>
                  <a:lnTo>
                    <a:pt x="828" y="33"/>
                  </a:lnTo>
                  <a:cubicBezTo>
                    <a:pt x="792" y="12"/>
                    <a:pt x="750" y="1"/>
                    <a:pt x="703" y="1"/>
                  </a:cubicBezTo>
                  <a:close/>
                  <a:moveTo>
                    <a:pt x="445" y="1400"/>
                  </a:moveTo>
                  <a:cubicBezTo>
                    <a:pt x="450" y="1403"/>
                    <a:pt x="455" y="1407"/>
                    <a:pt x="461" y="1410"/>
                  </a:cubicBezTo>
                  <a:lnTo>
                    <a:pt x="445" y="140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0"/>
            <p:cNvSpPr/>
            <p:nvPr/>
          </p:nvSpPr>
          <p:spPr>
            <a:xfrm>
              <a:off x="771438" y="2246850"/>
              <a:ext cx="258231" cy="184004"/>
            </a:xfrm>
            <a:custGeom>
              <a:avLst/>
              <a:gdLst/>
              <a:ahLst/>
              <a:cxnLst/>
              <a:rect l="l" t="t" r="r" b="b"/>
              <a:pathLst>
                <a:path w="7504" h="5347" extrusionOk="0">
                  <a:moveTo>
                    <a:pt x="4314" y="0"/>
                  </a:moveTo>
                  <a:cubicBezTo>
                    <a:pt x="4257" y="0"/>
                    <a:pt x="4194" y="17"/>
                    <a:pt x="4133" y="52"/>
                  </a:cubicBezTo>
                  <a:lnTo>
                    <a:pt x="2216" y="1158"/>
                  </a:lnTo>
                  <a:cubicBezTo>
                    <a:pt x="2035" y="1262"/>
                    <a:pt x="1822" y="1536"/>
                    <a:pt x="1738" y="1765"/>
                  </a:cubicBezTo>
                  <a:lnTo>
                    <a:pt x="1619" y="2097"/>
                  </a:lnTo>
                  <a:cubicBezTo>
                    <a:pt x="1536" y="2329"/>
                    <a:pt x="1324" y="2623"/>
                    <a:pt x="1145" y="2753"/>
                  </a:cubicBezTo>
                  <a:lnTo>
                    <a:pt x="324" y="3353"/>
                  </a:lnTo>
                  <a:cubicBezTo>
                    <a:pt x="146" y="3486"/>
                    <a:pt x="1" y="3761"/>
                    <a:pt x="1" y="3967"/>
                  </a:cubicBezTo>
                  <a:lnTo>
                    <a:pt x="1" y="4143"/>
                  </a:lnTo>
                  <a:lnTo>
                    <a:pt x="2020" y="5347"/>
                  </a:lnTo>
                  <a:lnTo>
                    <a:pt x="2020" y="5171"/>
                  </a:lnTo>
                  <a:cubicBezTo>
                    <a:pt x="2018" y="4964"/>
                    <a:pt x="1997" y="4820"/>
                    <a:pt x="2175" y="4690"/>
                  </a:cubicBezTo>
                  <a:lnTo>
                    <a:pt x="2997" y="4017"/>
                  </a:lnTo>
                  <a:cubicBezTo>
                    <a:pt x="3176" y="3887"/>
                    <a:pt x="3461" y="3593"/>
                    <a:pt x="3546" y="3360"/>
                  </a:cubicBezTo>
                  <a:lnTo>
                    <a:pt x="3664" y="3029"/>
                  </a:lnTo>
                  <a:cubicBezTo>
                    <a:pt x="3748" y="2797"/>
                    <a:pt x="3887" y="2526"/>
                    <a:pt x="4067" y="2422"/>
                  </a:cubicBezTo>
                  <a:lnTo>
                    <a:pt x="5985" y="1313"/>
                  </a:lnTo>
                  <a:cubicBezTo>
                    <a:pt x="6046" y="1278"/>
                    <a:pt x="6108" y="1261"/>
                    <a:pt x="6165" y="1261"/>
                  </a:cubicBezTo>
                  <a:cubicBezTo>
                    <a:pt x="6275" y="1261"/>
                    <a:pt x="6367" y="1324"/>
                    <a:pt x="6399" y="1436"/>
                  </a:cubicBezTo>
                  <a:lnTo>
                    <a:pt x="6438" y="1580"/>
                  </a:lnTo>
                  <a:cubicBezTo>
                    <a:pt x="6438" y="1580"/>
                    <a:pt x="6558" y="1756"/>
                    <a:pt x="6777" y="1756"/>
                  </a:cubicBezTo>
                  <a:cubicBezTo>
                    <a:pt x="6799" y="1756"/>
                    <a:pt x="6821" y="1755"/>
                    <a:pt x="6845" y="1751"/>
                  </a:cubicBezTo>
                  <a:lnTo>
                    <a:pt x="7499" y="1509"/>
                  </a:lnTo>
                  <a:cubicBezTo>
                    <a:pt x="7501" y="1511"/>
                    <a:pt x="7501" y="1511"/>
                    <a:pt x="7503" y="1511"/>
                  </a:cubicBezTo>
                  <a:lnTo>
                    <a:pt x="5559" y="381"/>
                  </a:lnTo>
                  <a:cubicBezTo>
                    <a:pt x="5530" y="364"/>
                    <a:pt x="5495" y="355"/>
                    <a:pt x="5458" y="355"/>
                  </a:cubicBezTo>
                  <a:cubicBezTo>
                    <a:pt x="5423" y="355"/>
                    <a:pt x="5386" y="363"/>
                    <a:pt x="5347" y="380"/>
                  </a:cubicBezTo>
                  <a:lnTo>
                    <a:pt x="5167" y="456"/>
                  </a:lnTo>
                  <a:lnTo>
                    <a:pt x="4440" y="32"/>
                  </a:lnTo>
                  <a:cubicBezTo>
                    <a:pt x="4403" y="11"/>
                    <a:pt x="4360" y="0"/>
                    <a:pt x="43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0"/>
            <p:cNvSpPr/>
            <p:nvPr/>
          </p:nvSpPr>
          <p:spPr>
            <a:xfrm>
              <a:off x="838405" y="2285805"/>
              <a:ext cx="195153" cy="154684"/>
            </a:xfrm>
            <a:custGeom>
              <a:avLst/>
              <a:gdLst/>
              <a:ahLst/>
              <a:cxnLst/>
              <a:rect l="l" t="t" r="r" b="b"/>
              <a:pathLst>
                <a:path w="5671" h="4495" extrusionOk="0">
                  <a:moveTo>
                    <a:pt x="4313" y="1"/>
                  </a:moveTo>
                  <a:cubicBezTo>
                    <a:pt x="4255" y="1"/>
                    <a:pt x="4193" y="18"/>
                    <a:pt x="4131" y="54"/>
                  </a:cubicBezTo>
                  <a:lnTo>
                    <a:pt x="2214" y="1160"/>
                  </a:lnTo>
                  <a:cubicBezTo>
                    <a:pt x="2033" y="1264"/>
                    <a:pt x="1821" y="1537"/>
                    <a:pt x="1736" y="1769"/>
                  </a:cubicBezTo>
                  <a:lnTo>
                    <a:pt x="1617" y="2099"/>
                  </a:lnTo>
                  <a:cubicBezTo>
                    <a:pt x="1536" y="2330"/>
                    <a:pt x="1323" y="2625"/>
                    <a:pt x="1143" y="2755"/>
                  </a:cubicBezTo>
                  <a:lnTo>
                    <a:pt x="323" y="3353"/>
                  </a:lnTo>
                  <a:cubicBezTo>
                    <a:pt x="146" y="3482"/>
                    <a:pt x="1" y="3757"/>
                    <a:pt x="1" y="3963"/>
                  </a:cubicBezTo>
                  <a:lnTo>
                    <a:pt x="1" y="4140"/>
                  </a:lnTo>
                  <a:lnTo>
                    <a:pt x="96" y="4086"/>
                  </a:lnTo>
                  <a:cubicBezTo>
                    <a:pt x="117" y="4074"/>
                    <a:pt x="137" y="4069"/>
                    <a:pt x="155" y="4069"/>
                  </a:cubicBezTo>
                  <a:cubicBezTo>
                    <a:pt x="198" y="4069"/>
                    <a:pt x="228" y="4103"/>
                    <a:pt x="228" y="4161"/>
                  </a:cubicBezTo>
                  <a:lnTo>
                    <a:pt x="228" y="4289"/>
                  </a:lnTo>
                  <a:cubicBezTo>
                    <a:pt x="228" y="4360"/>
                    <a:pt x="184" y="4445"/>
                    <a:pt x="127" y="4494"/>
                  </a:cubicBezTo>
                  <a:lnTo>
                    <a:pt x="491" y="4282"/>
                  </a:lnTo>
                  <a:cubicBezTo>
                    <a:pt x="491" y="3925"/>
                    <a:pt x="744" y="3488"/>
                    <a:pt x="1054" y="3309"/>
                  </a:cubicBezTo>
                  <a:cubicBezTo>
                    <a:pt x="1145" y="3257"/>
                    <a:pt x="1232" y="3232"/>
                    <a:pt x="1308" y="3232"/>
                  </a:cubicBezTo>
                  <a:cubicBezTo>
                    <a:pt x="1493" y="3232"/>
                    <a:pt x="1620" y="3377"/>
                    <a:pt x="1623" y="3628"/>
                  </a:cubicBezTo>
                  <a:lnTo>
                    <a:pt x="4055" y="2224"/>
                  </a:lnTo>
                  <a:cubicBezTo>
                    <a:pt x="4055" y="1868"/>
                    <a:pt x="4308" y="1431"/>
                    <a:pt x="4618" y="1251"/>
                  </a:cubicBezTo>
                  <a:cubicBezTo>
                    <a:pt x="4709" y="1199"/>
                    <a:pt x="4795" y="1174"/>
                    <a:pt x="4871" y="1174"/>
                  </a:cubicBezTo>
                  <a:cubicBezTo>
                    <a:pt x="5057" y="1174"/>
                    <a:pt x="5185" y="1320"/>
                    <a:pt x="5187" y="1571"/>
                  </a:cubicBezTo>
                  <a:lnTo>
                    <a:pt x="5506" y="1388"/>
                  </a:lnTo>
                  <a:lnTo>
                    <a:pt x="5506" y="1388"/>
                  </a:lnTo>
                  <a:cubicBezTo>
                    <a:pt x="5497" y="1391"/>
                    <a:pt x="5487" y="1392"/>
                    <a:pt x="5479" y="1392"/>
                  </a:cubicBezTo>
                  <a:cubicBezTo>
                    <a:pt x="5436" y="1392"/>
                    <a:pt x="5405" y="1360"/>
                    <a:pt x="5405" y="1300"/>
                  </a:cubicBezTo>
                  <a:lnTo>
                    <a:pt x="5405" y="1173"/>
                  </a:lnTo>
                  <a:cubicBezTo>
                    <a:pt x="5405" y="1090"/>
                    <a:pt x="5464" y="990"/>
                    <a:pt x="5535" y="948"/>
                  </a:cubicBezTo>
                  <a:lnTo>
                    <a:pt x="5647" y="884"/>
                  </a:lnTo>
                  <a:cubicBezTo>
                    <a:pt x="5654" y="881"/>
                    <a:pt x="5663" y="876"/>
                    <a:pt x="5670" y="873"/>
                  </a:cubicBezTo>
                  <a:lnTo>
                    <a:pt x="5670" y="619"/>
                  </a:lnTo>
                  <a:cubicBezTo>
                    <a:pt x="5669" y="457"/>
                    <a:pt x="5580" y="356"/>
                    <a:pt x="5455" y="356"/>
                  </a:cubicBezTo>
                  <a:cubicBezTo>
                    <a:pt x="5421" y="356"/>
                    <a:pt x="5384" y="364"/>
                    <a:pt x="5345" y="380"/>
                  </a:cubicBezTo>
                  <a:lnTo>
                    <a:pt x="5004" y="525"/>
                  </a:lnTo>
                  <a:cubicBezTo>
                    <a:pt x="4958" y="544"/>
                    <a:pt x="4911" y="554"/>
                    <a:pt x="4866" y="554"/>
                  </a:cubicBezTo>
                  <a:cubicBezTo>
                    <a:pt x="4739" y="554"/>
                    <a:pt x="4628" y="479"/>
                    <a:pt x="4593" y="351"/>
                  </a:cubicBezTo>
                  <a:lnTo>
                    <a:pt x="4544" y="175"/>
                  </a:lnTo>
                  <a:cubicBezTo>
                    <a:pt x="4513" y="63"/>
                    <a:pt x="4422" y="1"/>
                    <a:pt x="4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0"/>
            <p:cNvSpPr/>
            <p:nvPr/>
          </p:nvSpPr>
          <p:spPr>
            <a:xfrm>
              <a:off x="894256" y="2315503"/>
              <a:ext cx="48350" cy="57228"/>
            </a:xfrm>
            <a:custGeom>
              <a:avLst/>
              <a:gdLst/>
              <a:ahLst/>
              <a:cxnLst/>
              <a:rect l="l" t="t" r="r" b="b"/>
              <a:pathLst>
                <a:path w="1405" h="1663" extrusionOk="0">
                  <a:moveTo>
                    <a:pt x="1366" y="0"/>
                  </a:moveTo>
                  <a:cubicBezTo>
                    <a:pt x="1359" y="0"/>
                    <a:pt x="1353" y="2"/>
                    <a:pt x="1348" y="6"/>
                  </a:cubicBezTo>
                  <a:lnTo>
                    <a:pt x="574" y="452"/>
                  </a:lnTo>
                  <a:cubicBezTo>
                    <a:pt x="445" y="525"/>
                    <a:pt x="281" y="734"/>
                    <a:pt x="223" y="897"/>
                  </a:cubicBezTo>
                  <a:lnTo>
                    <a:pt x="5" y="1612"/>
                  </a:lnTo>
                  <a:cubicBezTo>
                    <a:pt x="0" y="1627"/>
                    <a:pt x="5" y="1643"/>
                    <a:pt x="18" y="1652"/>
                  </a:cubicBezTo>
                  <a:cubicBezTo>
                    <a:pt x="24" y="1658"/>
                    <a:pt x="32" y="1662"/>
                    <a:pt x="41" y="1662"/>
                  </a:cubicBezTo>
                  <a:cubicBezTo>
                    <a:pt x="47" y="1662"/>
                    <a:pt x="54" y="1659"/>
                    <a:pt x="60" y="1656"/>
                  </a:cubicBezTo>
                  <a:lnTo>
                    <a:pt x="1386" y="890"/>
                  </a:lnTo>
                  <a:cubicBezTo>
                    <a:pt x="1397" y="882"/>
                    <a:pt x="1405" y="871"/>
                    <a:pt x="1405" y="859"/>
                  </a:cubicBezTo>
                  <a:lnTo>
                    <a:pt x="1402" y="37"/>
                  </a:lnTo>
                  <a:cubicBezTo>
                    <a:pt x="1402" y="25"/>
                    <a:pt x="1395" y="12"/>
                    <a:pt x="1384" y="6"/>
                  </a:cubicBezTo>
                  <a:cubicBezTo>
                    <a:pt x="1379" y="2"/>
                    <a:pt x="1373" y="0"/>
                    <a:pt x="13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0"/>
            <p:cNvSpPr/>
            <p:nvPr/>
          </p:nvSpPr>
          <p:spPr>
            <a:xfrm>
              <a:off x="949488" y="2296060"/>
              <a:ext cx="26670" cy="44736"/>
            </a:xfrm>
            <a:custGeom>
              <a:avLst/>
              <a:gdLst/>
              <a:ahLst/>
              <a:cxnLst/>
              <a:rect l="l" t="t" r="r" b="b"/>
              <a:pathLst>
                <a:path w="775" h="1300" extrusionOk="0">
                  <a:moveTo>
                    <a:pt x="737" y="0"/>
                  </a:moveTo>
                  <a:cubicBezTo>
                    <a:pt x="730" y="0"/>
                    <a:pt x="723" y="2"/>
                    <a:pt x="717" y="6"/>
                  </a:cubicBezTo>
                  <a:lnTo>
                    <a:pt x="19" y="408"/>
                  </a:lnTo>
                  <a:cubicBezTo>
                    <a:pt x="8" y="417"/>
                    <a:pt x="0" y="429"/>
                    <a:pt x="0" y="442"/>
                  </a:cubicBezTo>
                  <a:lnTo>
                    <a:pt x="3" y="1261"/>
                  </a:lnTo>
                  <a:cubicBezTo>
                    <a:pt x="3" y="1273"/>
                    <a:pt x="10" y="1286"/>
                    <a:pt x="21" y="1294"/>
                  </a:cubicBezTo>
                  <a:cubicBezTo>
                    <a:pt x="27" y="1298"/>
                    <a:pt x="34" y="1299"/>
                    <a:pt x="40" y="1299"/>
                  </a:cubicBezTo>
                  <a:cubicBezTo>
                    <a:pt x="47" y="1299"/>
                    <a:pt x="51" y="1298"/>
                    <a:pt x="57" y="1294"/>
                  </a:cubicBezTo>
                  <a:lnTo>
                    <a:pt x="757" y="890"/>
                  </a:lnTo>
                  <a:cubicBezTo>
                    <a:pt x="767" y="883"/>
                    <a:pt x="774" y="869"/>
                    <a:pt x="774" y="856"/>
                  </a:cubicBezTo>
                  <a:lnTo>
                    <a:pt x="773" y="37"/>
                  </a:lnTo>
                  <a:cubicBezTo>
                    <a:pt x="773" y="25"/>
                    <a:pt x="765" y="12"/>
                    <a:pt x="754" y="5"/>
                  </a:cubicBezTo>
                  <a:cubicBezTo>
                    <a:pt x="749" y="2"/>
                    <a:pt x="743"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0"/>
            <p:cNvSpPr/>
            <p:nvPr/>
          </p:nvSpPr>
          <p:spPr>
            <a:xfrm>
              <a:off x="977534" y="2292997"/>
              <a:ext cx="15417" cy="31625"/>
            </a:xfrm>
            <a:custGeom>
              <a:avLst/>
              <a:gdLst/>
              <a:ahLst/>
              <a:cxnLst/>
              <a:rect l="l" t="t" r="r" b="b"/>
              <a:pathLst>
                <a:path w="448" h="919" extrusionOk="0">
                  <a:moveTo>
                    <a:pt x="133" y="0"/>
                  </a:moveTo>
                  <a:cubicBezTo>
                    <a:pt x="97" y="0"/>
                    <a:pt x="56" y="9"/>
                    <a:pt x="22" y="28"/>
                  </a:cubicBezTo>
                  <a:cubicBezTo>
                    <a:pt x="6" y="35"/>
                    <a:pt x="0" y="48"/>
                    <a:pt x="0" y="63"/>
                  </a:cubicBezTo>
                  <a:lnTo>
                    <a:pt x="2" y="882"/>
                  </a:lnTo>
                  <a:cubicBezTo>
                    <a:pt x="2" y="894"/>
                    <a:pt x="9" y="907"/>
                    <a:pt x="19" y="913"/>
                  </a:cubicBezTo>
                  <a:cubicBezTo>
                    <a:pt x="25" y="916"/>
                    <a:pt x="32" y="919"/>
                    <a:pt x="38" y="919"/>
                  </a:cubicBezTo>
                  <a:cubicBezTo>
                    <a:pt x="46" y="919"/>
                    <a:pt x="51" y="916"/>
                    <a:pt x="56" y="913"/>
                  </a:cubicBezTo>
                  <a:lnTo>
                    <a:pt x="426" y="699"/>
                  </a:lnTo>
                  <a:cubicBezTo>
                    <a:pt x="441" y="692"/>
                    <a:pt x="448" y="675"/>
                    <a:pt x="443" y="658"/>
                  </a:cubicBezTo>
                  <a:lnTo>
                    <a:pt x="316" y="136"/>
                  </a:lnTo>
                  <a:cubicBezTo>
                    <a:pt x="294" y="53"/>
                    <a:pt x="221" y="0"/>
                    <a:pt x="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0"/>
            <p:cNvSpPr/>
            <p:nvPr/>
          </p:nvSpPr>
          <p:spPr>
            <a:xfrm>
              <a:off x="820957" y="2305076"/>
              <a:ext cx="72920" cy="64455"/>
            </a:xfrm>
            <a:custGeom>
              <a:avLst/>
              <a:gdLst/>
              <a:ahLst/>
              <a:cxnLst/>
              <a:rect l="l" t="t" r="r" b="b"/>
              <a:pathLst>
                <a:path w="2119" h="1873" extrusionOk="0">
                  <a:moveTo>
                    <a:pt x="439" y="0"/>
                  </a:moveTo>
                  <a:cubicBezTo>
                    <a:pt x="436" y="0"/>
                    <a:pt x="432" y="1"/>
                    <a:pt x="429" y="2"/>
                  </a:cubicBezTo>
                  <a:cubicBezTo>
                    <a:pt x="419" y="6"/>
                    <a:pt x="411" y="12"/>
                    <a:pt x="407" y="22"/>
                  </a:cubicBezTo>
                  <a:cubicBezTo>
                    <a:pt x="395" y="50"/>
                    <a:pt x="383" y="75"/>
                    <a:pt x="375" y="103"/>
                  </a:cubicBezTo>
                  <a:lnTo>
                    <a:pt x="256" y="433"/>
                  </a:lnTo>
                  <a:cubicBezTo>
                    <a:pt x="208" y="568"/>
                    <a:pt x="119" y="724"/>
                    <a:pt x="10" y="865"/>
                  </a:cubicBezTo>
                  <a:cubicBezTo>
                    <a:pt x="2" y="875"/>
                    <a:pt x="0" y="885"/>
                    <a:pt x="2" y="896"/>
                  </a:cubicBezTo>
                  <a:cubicBezTo>
                    <a:pt x="3" y="906"/>
                    <a:pt x="10" y="916"/>
                    <a:pt x="19" y="920"/>
                  </a:cubicBezTo>
                  <a:lnTo>
                    <a:pt x="1649" y="1867"/>
                  </a:lnTo>
                  <a:cubicBezTo>
                    <a:pt x="1655" y="1871"/>
                    <a:pt x="1662" y="1873"/>
                    <a:pt x="1666" y="1873"/>
                  </a:cubicBezTo>
                  <a:cubicBezTo>
                    <a:pt x="1678" y="1873"/>
                    <a:pt x="1688" y="1870"/>
                    <a:pt x="1694" y="1860"/>
                  </a:cubicBezTo>
                  <a:cubicBezTo>
                    <a:pt x="1810" y="1721"/>
                    <a:pt x="1906" y="1558"/>
                    <a:pt x="1956" y="1425"/>
                  </a:cubicBezTo>
                  <a:cubicBezTo>
                    <a:pt x="1975" y="1358"/>
                    <a:pt x="1994" y="1299"/>
                    <a:pt x="2021" y="1248"/>
                  </a:cubicBezTo>
                  <a:lnTo>
                    <a:pt x="2078" y="1089"/>
                  </a:lnTo>
                  <a:cubicBezTo>
                    <a:pt x="2086" y="1062"/>
                    <a:pt x="2098" y="1033"/>
                    <a:pt x="2111" y="1007"/>
                  </a:cubicBezTo>
                  <a:cubicBezTo>
                    <a:pt x="2119" y="988"/>
                    <a:pt x="2114" y="967"/>
                    <a:pt x="2097" y="958"/>
                  </a:cubicBezTo>
                  <a:lnTo>
                    <a:pt x="458" y="6"/>
                  </a:lnTo>
                  <a:cubicBezTo>
                    <a:pt x="452" y="2"/>
                    <a:pt x="446" y="0"/>
                    <a:pt x="4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0"/>
            <p:cNvSpPr/>
            <p:nvPr/>
          </p:nvSpPr>
          <p:spPr>
            <a:xfrm>
              <a:off x="895667" y="2316845"/>
              <a:ext cx="45597" cy="54509"/>
            </a:xfrm>
            <a:custGeom>
              <a:avLst/>
              <a:gdLst/>
              <a:ahLst/>
              <a:cxnLst/>
              <a:rect l="l" t="t" r="r" b="b"/>
              <a:pathLst>
                <a:path w="1325" h="1584" extrusionOk="0">
                  <a:moveTo>
                    <a:pt x="1323" y="1"/>
                  </a:moveTo>
                  <a:lnTo>
                    <a:pt x="549" y="447"/>
                  </a:lnTo>
                  <a:cubicBezTo>
                    <a:pt x="430" y="516"/>
                    <a:pt x="272" y="717"/>
                    <a:pt x="217" y="871"/>
                  </a:cubicBezTo>
                  <a:lnTo>
                    <a:pt x="0" y="1584"/>
                  </a:lnTo>
                  <a:lnTo>
                    <a:pt x="1324" y="820"/>
                  </a:lnTo>
                  <a:lnTo>
                    <a:pt x="13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0"/>
            <p:cNvSpPr/>
            <p:nvPr/>
          </p:nvSpPr>
          <p:spPr>
            <a:xfrm>
              <a:off x="950830" y="2297299"/>
              <a:ext cx="24123" cy="42190"/>
            </a:xfrm>
            <a:custGeom>
              <a:avLst/>
              <a:gdLst/>
              <a:ahLst/>
              <a:cxnLst/>
              <a:rect l="l" t="t" r="r" b="b"/>
              <a:pathLst>
                <a:path w="701" h="1226" extrusionOk="0">
                  <a:moveTo>
                    <a:pt x="699" y="1"/>
                  </a:moveTo>
                  <a:lnTo>
                    <a:pt x="1" y="406"/>
                  </a:lnTo>
                  <a:lnTo>
                    <a:pt x="2" y="1225"/>
                  </a:lnTo>
                  <a:lnTo>
                    <a:pt x="700" y="823"/>
                  </a:lnTo>
                  <a:lnTo>
                    <a:pt x="6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0"/>
            <p:cNvSpPr/>
            <p:nvPr/>
          </p:nvSpPr>
          <p:spPr>
            <a:xfrm>
              <a:off x="978842" y="2294271"/>
              <a:ext cx="12767" cy="29044"/>
            </a:xfrm>
            <a:custGeom>
              <a:avLst/>
              <a:gdLst/>
              <a:ahLst/>
              <a:cxnLst/>
              <a:rect l="l" t="t" r="r" b="b"/>
              <a:pathLst>
                <a:path w="371" h="844" extrusionOk="0">
                  <a:moveTo>
                    <a:pt x="97" y="1"/>
                  </a:moveTo>
                  <a:cubicBezTo>
                    <a:pt x="66" y="1"/>
                    <a:pt x="33" y="9"/>
                    <a:pt x="0" y="26"/>
                  </a:cubicBezTo>
                  <a:lnTo>
                    <a:pt x="2" y="844"/>
                  </a:lnTo>
                  <a:lnTo>
                    <a:pt x="370" y="630"/>
                  </a:lnTo>
                  <a:lnTo>
                    <a:pt x="243" y="108"/>
                  </a:lnTo>
                  <a:cubicBezTo>
                    <a:pt x="224" y="40"/>
                    <a:pt x="166" y="1"/>
                    <a:pt x="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0"/>
            <p:cNvSpPr/>
            <p:nvPr/>
          </p:nvSpPr>
          <p:spPr>
            <a:xfrm>
              <a:off x="962943" y="2334327"/>
              <a:ext cx="9635" cy="8156"/>
            </a:xfrm>
            <a:custGeom>
              <a:avLst/>
              <a:gdLst/>
              <a:ahLst/>
              <a:cxnLst/>
              <a:rect l="l" t="t" r="r" b="b"/>
              <a:pathLst>
                <a:path w="280" h="237" extrusionOk="0">
                  <a:moveTo>
                    <a:pt x="250" y="1"/>
                  </a:moveTo>
                  <a:cubicBezTo>
                    <a:pt x="243" y="1"/>
                    <a:pt x="235" y="3"/>
                    <a:pt x="227" y="8"/>
                  </a:cubicBezTo>
                  <a:lnTo>
                    <a:pt x="54" y="107"/>
                  </a:lnTo>
                  <a:cubicBezTo>
                    <a:pt x="25" y="123"/>
                    <a:pt x="1" y="166"/>
                    <a:pt x="1" y="198"/>
                  </a:cubicBezTo>
                  <a:cubicBezTo>
                    <a:pt x="0" y="222"/>
                    <a:pt x="11" y="237"/>
                    <a:pt x="29" y="237"/>
                  </a:cubicBezTo>
                  <a:cubicBezTo>
                    <a:pt x="36" y="237"/>
                    <a:pt x="45" y="234"/>
                    <a:pt x="54" y="228"/>
                  </a:cubicBezTo>
                  <a:lnTo>
                    <a:pt x="227" y="130"/>
                  </a:lnTo>
                  <a:cubicBezTo>
                    <a:pt x="256" y="111"/>
                    <a:pt x="279" y="72"/>
                    <a:pt x="279" y="38"/>
                  </a:cubicBezTo>
                  <a:cubicBezTo>
                    <a:pt x="279" y="14"/>
                    <a:pt x="267" y="1"/>
                    <a:pt x="2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0"/>
            <p:cNvSpPr/>
            <p:nvPr/>
          </p:nvSpPr>
          <p:spPr>
            <a:xfrm>
              <a:off x="924952" y="2356248"/>
              <a:ext cx="9601" cy="8190"/>
            </a:xfrm>
            <a:custGeom>
              <a:avLst/>
              <a:gdLst/>
              <a:ahLst/>
              <a:cxnLst/>
              <a:rect l="l" t="t" r="r" b="b"/>
              <a:pathLst>
                <a:path w="279" h="238" extrusionOk="0">
                  <a:moveTo>
                    <a:pt x="249" y="0"/>
                  </a:moveTo>
                  <a:cubicBezTo>
                    <a:pt x="242" y="0"/>
                    <a:pt x="234" y="2"/>
                    <a:pt x="226" y="7"/>
                  </a:cubicBezTo>
                  <a:lnTo>
                    <a:pt x="53" y="108"/>
                  </a:lnTo>
                  <a:cubicBezTo>
                    <a:pt x="24" y="124"/>
                    <a:pt x="1" y="165"/>
                    <a:pt x="1" y="200"/>
                  </a:cubicBezTo>
                  <a:cubicBezTo>
                    <a:pt x="1" y="224"/>
                    <a:pt x="13" y="238"/>
                    <a:pt x="30" y="238"/>
                  </a:cubicBezTo>
                  <a:cubicBezTo>
                    <a:pt x="37" y="238"/>
                    <a:pt x="45" y="235"/>
                    <a:pt x="53" y="231"/>
                  </a:cubicBezTo>
                  <a:lnTo>
                    <a:pt x="226" y="130"/>
                  </a:lnTo>
                  <a:cubicBezTo>
                    <a:pt x="254" y="114"/>
                    <a:pt x="279" y="71"/>
                    <a:pt x="279" y="39"/>
                  </a:cubicBezTo>
                  <a:cubicBezTo>
                    <a:pt x="279" y="14"/>
                    <a:pt x="266" y="0"/>
                    <a:pt x="2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0"/>
            <p:cNvSpPr/>
            <p:nvPr/>
          </p:nvSpPr>
          <p:spPr>
            <a:xfrm>
              <a:off x="822265" y="2306384"/>
              <a:ext cx="70270" cy="61839"/>
            </a:xfrm>
            <a:custGeom>
              <a:avLst/>
              <a:gdLst/>
              <a:ahLst/>
              <a:cxnLst/>
              <a:rect l="l" t="t" r="r" b="b"/>
              <a:pathLst>
                <a:path w="2042" h="1797" extrusionOk="0">
                  <a:moveTo>
                    <a:pt x="402" y="0"/>
                  </a:moveTo>
                  <a:cubicBezTo>
                    <a:pt x="389" y="27"/>
                    <a:pt x="378" y="51"/>
                    <a:pt x="369" y="78"/>
                  </a:cubicBezTo>
                  <a:lnTo>
                    <a:pt x="250" y="410"/>
                  </a:lnTo>
                  <a:cubicBezTo>
                    <a:pt x="199" y="553"/>
                    <a:pt x="105" y="713"/>
                    <a:pt x="0" y="852"/>
                  </a:cubicBezTo>
                  <a:lnTo>
                    <a:pt x="1628" y="1797"/>
                  </a:lnTo>
                  <a:cubicBezTo>
                    <a:pt x="1737" y="1667"/>
                    <a:pt x="1836" y="1506"/>
                    <a:pt x="1885" y="1373"/>
                  </a:cubicBezTo>
                  <a:cubicBezTo>
                    <a:pt x="1901" y="1308"/>
                    <a:pt x="1921" y="1248"/>
                    <a:pt x="1949" y="1193"/>
                  </a:cubicBezTo>
                  <a:lnTo>
                    <a:pt x="2006" y="1038"/>
                  </a:lnTo>
                  <a:cubicBezTo>
                    <a:pt x="2015" y="1010"/>
                    <a:pt x="2028" y="983"/>
                    <a:pt x="2041" y="954"/>
                  </a:cubicBezTo>
                  <a:lnTo>
                    <a:pt x="4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0"/>
            <p:cNvSpPr/>
            <p:nvPr/>
          </p:nvSpPr>
          <p:spPr>
            <a:xfrm>
              <a:off x="821095" y="2409484"/>
              <a:ext cx="14281" cy="12216"/>
            </a:xfrm>
            <a:custGeom>
              <a:avLst/>
              <a:gdLst/>
              <a:ahLst/>
              <a:cxnLst/>
              <a:rect l="l" t="t" r="r" b="b"/>
              <a:pathLst>
                <a:path w="415" h="355" extrusionOk="0">
                  <a:moveTo>
                    <a:pt x="47" y="0"/>
                  </a:moveTo>
                  <a:cubicBezTo>
                    <a:pt x="19" y="0"/>
                    <a:pt x="0" y="21"/>
                    <a:pt x="0" y="59"/>
                  </a:cubicBezTo>
                  <a:cubicBezTo>
                    <a:pt x="0" y="110"/>
                    <a:pt x="37" y="175"/>
                    <a:pt x="85" y="201"/>
                  </a:cubicBezTo>
                  <a:lnTo>
                    <a:pt x="333" y="344"/>
                  </a:lnTo>
                  <a:cubicBezTo>
                    <a:pt x="345" y="351"/>
                    <a:pt x="357" y="355"/>
                    <a:pt x="368" y="355"/>
                  </a:cubicBezTo>
                  <a:cubicBezTo>
                    <a:pt x="396" y="355"/>
                    <a:pt x="415" y="333"/>
                    <a:pt x="415" y="296"/>
                  </a:cubicBezTo>
                  <a:cubicBezTo>
                    <a:pt x="415" y="245"/>
                    <a:pt x="378" y="182"/>
                    <a:pt x="333" y="156"/>
                  </a:cubicBezTo>
                  <a:lnTo>
                    <a:pt x="84" y="11"/>
                  </a:lnTo>
                  <a:cubicBezTo>
                    <a:pt x="70" y="4"/>
                    <a:pt x="58" y="0"/>
                    <a:pt x="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0"/>
            <p:cNvSpPr/>
            <p:nvPr/>
          </p:nvSpPr>
          <p:spPr>
            <a:xfrm>
              <a:off x="773227" y="2381610"/>
              <a:ext cx="14178" cy="12148"/>
            </a:xfrm>
            <a:custGeom>
              <a:avLst/>
              <a:gdLst/>
              <a:ahLst/>
              <a:cxnLst/>
              <a:rect l="l" t="t" r="r" b="b"/>
              <a:pathLst>
                <a:path w="412" h="353" extrusionOk="0">
                  <a:moveTo>
                    <a:pt x="46" y="1"/>
                  </a:moveTo>
                  <a:cubicBezTo>
                    <a:pt x="19" y="1"/>
                    <a:pt x="0" y="22"/>
                    <a:pt x="0" y="59"/>
                  </a:cubicBezTo>
                  <a:cubicBezTo>
                    <a:pt x="0" y="110"/>
                    <a:pt x="37" y="174"/>
                    <a:pt x="81" y="199"/>
                  </a:cubicBezTo>
                  <a:lnTo>
                    <a:pt x="329" y="342"/>
                  </a:lnTo>
                  <a:cubicBezTo>
                    <a:pt x="342" y="349"/>
                    <a:pt x="354" y="353"/>
                    <a:pt x="365" y="353"/>
                  </a:cubicBezTo>
                  <a:cubicBezTo>
                    <a:pt x="392" y="353"/>
                    <a:pt x="411" y="331"/>
                    <a:pt x="411" y="294"/>
                  </a:cubicBezTo>
                  <a:cubicBezTo>
                    <a:pt x="411" y="243"/>
                    <a:pt x="375" y="180"/>
                    <a:pt x="329" y="154"/>
                  </a:cubicBezTo>
                  <a:lnTo>
                    <a:pt x="82" y="12"/>
                  </a:lnTo>
                  <a:cubicBezTo>
                    <a:pt x="69" y="4"/>
                    <a:pt x="57" y="1"/>
                    <a:pt x="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0"/>
            <p:cNvSpPr/>
            <p:nvPr/>
          </p:nvSpPr>
          <p:spPr>
            <a:xfrm>
              <a:off x="865866" y="2414405"/>
              <a:ext cx="16897" cy="21714"/>
            </a:xfrm>
            <a:custGeom>
              <a:avLst/>
              <a:gdLst/>
              <a:ahLst/>
              <a:cxnLst/>
              <a:rect l="l" t="t" r="r" b="b"/>
              <a:pathLst>
                <a:path w="491" h="631" extrusionOk="0">
                  <a:moveTo>
                    <a:pt x="356" y="0"/>
                  </a:moveTo>
                  <a:cubicBezTo>
                    <a:pt x="323" y="0"/>
                    <a:pt x="285" y="11"/>
                    <a:pt x="246" y="35"/>
                  </a:cubicBezTo>
                  <a:cubicBezTo>
                    <a:pt x="110" y="112"/>
                    <a:pt x="0" y="302"/>
                    <a:pt x="2" y="457"/>
                  </a:cubicBezTo>
                  <a:cubicBezTo>
                    <a:pt x="2" y="567"/>
                    <a:pt x="56" y="631"/>
                    <a:pt x="137" y="631"/>
                  </a:cubicBezTo>
                  <a:cubicBezTo>
                    <a:pt x="170" y="631"/>
                    <a:pt x="207" y="620"/>
                    <a:pt x="247" y="596"/>
                  </a:cubicBezTo>
                  <a:cubicBezTo>
                    <a:pt x="382" y="517"/>
                    <a:pt x="490" y="329"/>
                    <a:pt x="490" y="174"/>
                  </a:cubicBezTo>
                  <a:cubicBezTo>
                    <a:pt x="490" y="64"/>
                    <a:pt x="435" y="0"/>
                    <a:pt x="3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0"/>
            <p:cNvSpPr/>
            <p:nvPr/>
          </p:nvSpPr>
          <p:spPr>
            <a:xfrm>
              <a:off x="1024232" y="2315572"/>
              <a:ext cx="12870" cy="18135"/>
            </a:xfrm>
            <a:custGeom>
              <a:avLst/>
              <a:gdLst/>
              <a:ahLst/>
              <a:cxnLst/>
              <a:rect l="l" t="t" r="r" b="b"/>
              <a:pathLst>
                <a:path w="374" h="527" extrusionOk="0">
                  <a:moveTo>
                    <a:pt x="303" y="0"/>
                  </a:moveTo>
                  <a:cubicBezTo>
                    <a:pt x="292" y="0"/>
                    <a:pt x="281" y="2"/>
                    <a:pt x="269" y="7"/>
                  </a:cubicBezTo>
                  <a:cubicBezTo>
                    <a:pt x="261" y="8"/>
                    <a:pt x="251" y="11"/>
                    <a:pt x="244" y="17"/>
                  </a:cubicBezTo>
                  <a:lnTo>
                    <a:pt x="131" y="81"/>
                  </a:lnTo>
                  <a:cubicBezTo>
                    <a:pt x="58" y="124"/>
                    <a:pt x="1" y="223"/>
                    <a:pt x="1" y="307"/>
                  </a:cubicBezTo>
                  <a:lnTo>
                    <a:pt x="1" y="434"/>
                  </a:lnTo>
                  <a:cubicBezTo>
                    <a:pt x="1" y="493"/>
                    <a:pt x="29" y="527"/>
                    <a:pt x="72" y="527"/>
                  </a:cubicBezTo>
                  <a:cubicBezTo>
                    <a:pt x="81" y="527"/>
                    <a:pt x="91" y="525"/>
                    <a:pt x="102" y="522"/>
                  </a:cubicBezTo>
                  <a:cubicBezTo>
                    <a:pt x="111" y="519"/>
                    <a:pt x="122" y="514"/>
                    <a:pt x="133" y="509"/>
                  </a:cubicBezTo>
                  <a:lnTo>
                    <a:pt x="244" y="446"/>
                  </a:lnTo>
                  <a:cubicBezTo>
                    <a:pt x="315" y="403"/>
                    <a:pt x="374" y="302"/>
                    <a:pt x="374" y="220"/>
                  </a:cubicBezTo>
                  <a:lnTo>
                    <a:pt x="374" y="92"/>
                  </a:lnTo>
                  <a:cubicBezTo>
                    <a:pt x="374" y="33"/>
                    <a:pt x="345" y="0"/>
                    <a:pt x="303" y="0"/>
                  </a:cubicBezTo>
                  <a:close/>
                </a:path>
              </a:pathLst>
            </a:custGeom>
            <a:solidFill>
              <a:srgbClr val="F35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0"/>
            <p:cNvSpPr/>
            <p:nvPr/>
          </p:nvSpPr>
          <p:spPr>
            <a:xfrm>
              <a:off x="834378" y="2424832"/>
              <a:ext cx="12836" cy="18135"/>
            </a:xfrm>
            <a:custGeom>
              <a:avLst/>
              <a:gdLst/>
              <a:ahLst/>
              <a:cxnLst/>
              <a:rect l="l" t="t" r="r" b="b"/>
              <a:pathLst>
                <a:path w="373" h="527" extrusionOk="0">
                  <a:moveTo>
                    <a:pt x="299" y="0"/>
                  </a:moveTo>
                  <a:cubicBezTo>
                    <a:pt x="282" y="0"/>
                    <a:pt x="262" y="5"/>
                    <a:pt x="241" y="17"/>
                  </a:cubicBezTo>
                  <a:lnTo>
                    <a:pt x="146" y="72"/>
                  </a:lnTo>
                  <a:lnTo>
                    <a:pt x="131" y="83"/>
                  </a:lnTo>
                  <a:cubicBezTo>
                    <a:pt x="59" y="125"/>
                    <a:pt x="1" y="226"/>
                    <a:pt x="1" y="308"/>
                  </a:cubicBezTo>
                  <a:lnTo>
                    <a:pt x="1" y="434"/>
                  </a:lnTo>
                  <a:cubicBezTo>
                    <a:pt x="1" y="492"/>
                    <a:pt x="30" y="527"/>
                    <a:pt x="73" y="527"/>
                  </a:cubicBezTo>
                  <a:cubicBezTo>
                    <a:pt x="90" y="527"/>
                    <a:pt x="110" y="521"/>
                    <a:pt x="131" y="508"/>
                  </a:cubicBezTo>
                  <a:lnTo>
                    <a:pt x="241" y="446"/>
                  </a:lnTo>
                  <a:cubicBezTo>
                    <a:pt x="251" y="440"/>
                    <a:pt x="261" y="432"/>
                    <a:pt x="271" y="424"/>
                  </a:cubicBezTo>
                  <a:cubicBezTo>
                    <a:pt x="328" y="375"/>
                    <a:pt x="372" y="289"/>
                    <a:pt x="372" y="220"/>
                  </a:cubicBezTo>
                  <a:lnTo>
                    <a:pt x="372" y="91"/>
                  </a:lnTo>
                  <a:cubicBezTo>
                    <a:pt x="372" y="33"/>
                    <a:pt x="343" y="0"/>
                    <a:pt x="299" y="0"/>
                  </a:cubicBezTo>
                  <a:close/>
                </a:path>
              </a:pathLst>
            </a:custGeom>
            <a:solidFill>
              <a:srgbClr val="F35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0"/>
            <p:cNvSpPr/>
            <p:nvPr/>
          </p:nvSpPr>
          <p:spPr>
            <a:xfrm>
              <a:off x="767412" y="2388733"/>
              <a:ext cx="71475" cy="53959"/>
            </a:xfrm>
            <a:custGeom>
              <a:avLst/>
              <a:gdLst/>
              <a:ahLst/>
              <a:cxnLst/>
              <a:rect l="l" t="t" r="r" b="b"/>
              <a:pathLst>
                <a:path w="2077" h="1568" extrusionOk="0">
                  <a:moveTo>
                    <a:pt x="133" y="1"/>
                  </a:moveTo>
                  <a:cubicBezTo>
                    <a:pt x="59" y="43"/>
                    <a:pt x="1" y="144"/>
                    <a:pt x="2" y="226"/>
                  </a:cubicBezTo>
                  <a:lnTo>
                    <a:pt x="2" y="353"/>
                  </a:lnTo>
                  <a:cubicBezTo>
                    <a:pt x="2" y="394"/>
                    <a:pt x="17" y="422"/>
                    <a:pt x="40" y="437"/>
                  </a:cubicBezTo>
                  <a:cubicBezTo>
                    <a:pt x="689" y="814"/>
                    <a:pt x="1337" y="1190"/>
                    <a:pt x="1983" y="1567"/>
                  </a:cubicBezTo>
                  <a:lnTo>
                    <a:pt x="1983" y="1567"/>
                  </a:lnTo>
                  <a:cubicBezTo>
                    <a:pt x="1961" y="1553"/>
                    <a:pt x="1947" y="1524"/>
                    <a:pt x="1947" y="1483"/>
                  </a:cubicBezTo>
                  <a:lnTo>
                    <a:pt x="1947" y="1357"/>
                  </a:lnTo>
                  <a:cubicBezTo>
                    <a:pt x="1947" y="1275"/>
                    <a:pt x="2005" y="1174"/>
                    <a:pt x="2077" y="1132"/>
                  </a:cubicBezTo>
                  <a:lnTo>
                    <a:pt x="133" y="1"/>
                  </a:lnTo>
                  <a:close/>
                  <a:moveTo>
                    <a:pt x="1983" y="1567"/>
                  </a:moveTo>
                  <a:cubicBezTo>
                    <a:pt x="1984" y="1567"/>
                    <a:pt x="1984" y="1567"/>
                    <a:pt x="1985" y="1568"/>
                  </a:cubicBezTo>
                  <a:cubicBezTo>
                    <a:pt x="1984" y="1567"/>
                    <a:pt x="1984" y="1567"/>
                    <a:pt x="1983" y="156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0"/>
            <p:cNvSpPr/>
            <p:nvPr/>
          </p:nvSpPr>
          <p:spPr>
            <a:xfrm>
              <a:off x="793359" y="2410000"/>
              <a:ext cx="15279" cy="15727"/>
            </a:xfrm>
            <a:custGeom>
              <a:avLst/>
              <a:gdLst/>
              <a:ahLst/>
              <a:cxnLst/>
              <a:rect l="l" t="t" r="r" b="b"/>
              <a:pathLst>
                <a:path w="444" h="457" extrusionOk="0">
                  <a:moveTo>
                    <a:pt x="0" y="0"/>
                  </a:moveTo>
                  <a:lnTo>
                    <a:pt x="0" y="201"/>
                  </a:lnTo>
                  <a:lnTo>
                    <a:pt x="444" y="457"/>
                  </a:lnTo>
                  <a:lnTo>
                    <a:pt x="444" y="256"/>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0"/>
            <p:cNvSpPr/>
            <p:nvPr/>
          </p:nvSpPr>
          <p:spPr>
            <a:xfrm>
              <a:off x="1503564" y="2485019"/>
              <a:ext cx="91159" cy="117037"/>
            </a:xfrm>
            <a:custGeom>
              <a:avLst/>
              <a:gdLst/>
              <a:ahLst/>
              <a:cxnLst/>
              <a:rect l="l" t="t" r="r" b="b"/>
              <a:pathLst>
                <a:path w="2649" h="3401" extrusionOk="0">
                  <a:moveTo>
                    <a:pt x="1915" y="0"/>
                  </a:moveTo>
                  <a:cubicBezTo>
                    <a:pt x="1736" y="0"/>
                    <a:pt x="1534" y="58"/>
                    <a:pt x="1321" y="182"/>
                  </a:cubicBezTo>
                  <a:cubicBezTo>
                    <a:pt x="591" y="601"/>
                    <a:pt x="0" y="1624"/>
                    <a:pt x="5" y="2464"/>
                  </a:cubicBezTo>
                  <a:cubicBezTo>
                    <a:pt x="6" y="3057"/>
                    <a:pt x="304" y="3401"/>
                    <a:pt x="737" y="3401"/>
                  </a:cubicBezTo>
                  <a:cubicBezTo>
                    <a:pt x="916" y="3401"/>
                    <a:pt x="1117" y="3342"/>
                    <a:pt x="1330" y="3219"/>
                  </a:cubicBezTo>
                  <a:cubicBezTo>
                    <a:pt x="2060" y="2796"/>
                    <a:pt x="2648" y="1776"/>
                    <a:pt x="2647" y="936"/>
                  </a:cubicBezTo>
                  <a:cubicBezTo>
                    <a:pt x="2646" y="343"/>
                    <a:pt x="2348" y="0"/>
                    <a:pt x="1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0"/>
            <p:cNvSpPr/>
            <p:nvPr/>
          </p:nvSpPr>
          <p:spPr>
            <a:xfrm>
              <a:off x="1468463" y="2441246"/>
              <a:ext cx="161429" cy="298081"/>
            </a:xfrm>
            <a:custGeom>
              <a:avLst/>
              <a:gdLst/>
              <a:ahLst/>
              <a:cxnLst/>
              <a:rect l="l" t="t" r="r" b="b"/>
              <a:pathLst>
                <a:path w="4691" h="8662" extrusionOk="0">
                  <a:moveTo>
                    <a:pt x="2935" y="1273"/>
                  </a:moveTo>
                  <a:cubicBezTo>
                    <a:pt x="3368" y="1273"/>
                    <a:pt x="3666" y="1616"/>
                    <a:pt x="3667" y="2210"/>
                  </a:cubicBezTo>
                  <a:cubicBezTo>
                    <a:pt x="3668" y="3050"/>
                    <a:pt x="3080" y="4069"/>
                    <a:pt x="2350" y="4492"/>
                  </a:cubicBezTo>
                  <a:cubicBezTo>
                    <a:pt x="2137" y="4615"/>
                    <a:pt x="1936" y="4673"/>
                    <a:pt x="1757" y="4673"/>
                  </a:cubicBezTo>
                  <a:cubicBezTo>
                    <a:pt x="1324" y="4673"/>
                    <a:pt x="1026" y="4330"/>
                    <a:pt x="1025" y="3737"/>
                  </a:cubicBezTo>
                  <a:cubicBezTo>
                    <a:pt x="1020" y="2898"/>
                    <a:pt x="1611" y="1875"/>
                    <a:pt x="2341" y="1455"/>
                  </a:cubicBezTo>
                  <a:cubicBezTo>
                    <a:pt x="2555" y="1331"/>
                    <a:pt x="2757" y="1273"/>
                    <a:pt x="2935" y="1273"/>
                  </a:cubicBezTo>
                  <a:close/>
                  <a:moveTo>
                    <a:pt x="3389" y="0"/>
                  </a:moveTo>
                  <a:cubicBezTo>
                    <a:pt x="3073" y="0"/>
                    <a:pt x="2717" y="103"/>
                    <a:pt x="2340" y="321"/>
                  </a:cubicBezTo>
                  <a:cubicBezTo>
                    <a:pt x="1045" y="1067"/>
                    <a:pt x="0" y="2877"/>
                    <a:pt x="3" y="4365"/>
                  </a:cubicBezTo>
                  <a:cubicBezTo>
                    <a:pt x="8" y="5851"/>
                    <a:pt x="2245" y="8522"/>
                    <a:pt x="2362" y="8662"/>
                  </a:cubicBezTo>
                  <a:cubicBezTo>
                    <a:pt x="2477" y="8385"/>
                    <a:pt x="4691" y="3146"/>
                    <a:pt x="4688" y="1660"/>
                  </a:cubicBezTo>
                  <a:cubicBezTo>
                    <a:pt x="4685" y="607"/>
                    <a:pt x="4156" y="0"/>
                    <a:pt x="338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0"/>
            <p:cNvSpPr/>
            <p:nvPr/>
          </p:nvSpPr>
          <p:spPr>
            <a:xfrm>
              <a:off x="1421593" y="2413957"/>
              <a:ext cx="184657" cy="325336"/>
            </a:xfrm>
            <a:custGeom>
              <a:avLst/>
              <a:gdLst/>
              <a:ahLst/>
              <a:cxnLst/>
              <a:rect l="l" t="t" r="r" b="b"/>
              <a:pathLst>
                <a:path w="5366" h="9454" extrusionOk="0">
                  <a:moveTo>
                    <a:pt x="3391" y="0"/>
                  </a:moveTo>
                  <a:cubicBezTo>
                    <a:pt x="3074" y="0"/>
                    <a:pt x="2716" y="104"/>
                    <a:pt x="2338" y="323"/>
                  </a:cubicBezTo>
                  <a:cubicBezTo>
                    <a:pt x="1046" y="1070"/>
                    <a:pt x="0" y="2880"/>
                    <a:pt x="3" y="4365"/>
                  </a:cubicBezTo>
                  <a:cubicBezTo>
                    <a:pt x="8" y="5853"/>
                    <a:pt x="2242" y="8523"/>
                    <a:pt x="2360" y="8663"/>
                  </a:cubicBezTo>
                  <a:lnTo>
                    <a:pt x="3721" y="9454"/>
                  </a:lnTo>
                  <a:cubicBezTo>
                    <a:pt x="3604" y="9313"/>
                    <a:pt x="1368" y="6643"/>
                    <a:pt x="1364" y="5155"/>
                  </a:cubicBezTo>
                  <a:cubicBezTo>
                    <a:pt x="1361" y="3669"/>
                    <a:pt x="2407" y="1859"/>
                    <a:pt x="3699" y="1113"/>
                  </a:cubicBezTo>
                  <a:cubicBezTo>
                    <a:pt x="4077" y="895"/>
                    <a:pt x="4434" y="792"/>
                    <a:pt x="4750" y="792"/>
                  </a:cubicBezTo>
                  <a:cubicBezTo>
                    <a:pt x="4979" y="792"/>
                    <a:pt x="5187" y="846"/>
                    <a:pt x="5365" y="949"/>
                  </a:cubicBezTo>
                  <a:lnTo>
                    <a:pt x="4005" y="159"/>
                  </a:lnTo>
                  <a:cubicBezTo>
                    <a:pt x="3827" y="54"/>
                    <a:pt x="3620" y="0"/>
                    <a:pt x="339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0"/>
            <p:cNvSpPr/>
            <p:nvPr/>
          </p:nvSpPr>
          <p:spPr>
            <a:xfrm>
              <a:off x="821095" y="1914632"/>
              <a:ext cx="141401" cy="91055"/>
            </a:xfrm>
            <a:custGeom>
              <a:avLst/>
              <a:gdLst/>
              <a:ahLst/>
              <a:cxnLst/>
              <a:rect l="l" t="t" r="r" b="b"/>
              <a:pathLst>
                <a:path w="4109" h="2646" extrusionOk="0">
                  <a:moveTo>
                    <a:pt x="0" y="0"/>
                  </a:moveTo>
                  <a:lnTo>
                    <a:pt x="3" y="258"/>
                  </a:lnTo>
                  <a:lnTo>
                    <a:pt x="4109" y="2645"/>
                  </a:lnTo>
                  <a:lnTo>
                    <a:pt x="4107" y="2385"/>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0"/>
            <p:cNvSpPr/>
            <p:nvPr/>
          </p:nvSpPr>
          <p:spPr>
            <a:xfrm>
              <a:off x="962427" y="1914632"/>
              <a:ext cx="142261" cy="91055"/>
            </a:xfrm>
            <a:custGeom>
              <a:avLst/>
              <a:gdLst/>
              <a:ahLst/>
              <a:cxnLst/>
              <a:rect l="l" t="t" r="r" b="b"/>
              <a:pathLst>
                <a:path w="4134" h="2646" extrusionOk="0">
                  <a:moveTo>
                    <a:pt x="4130" y="0"/>
                  </a:moveTo>
                  <a:lnTo>
                    <a:pt x="0" y="2385"/>
                  </a:lnTo>
                  <a:lnTo>
                    <a:pt x="2" y="2645"/>
                  </a:lnTo>
                  <a:lnTo>
                    <a:pt x="4133" y="261"/>
                  </a:lnTo>
                  <a:lnTo>
                    <a:pt x="4130" y="0"/>
                  </a:lnTo>
                  <a:close/>
                </a:path>
              </a:pathLst>
            </a:custGeom>
            <a:solidFill>
              <a:srgbClr val="DD3E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0"/>
            <p:cNvSpPr/>
            <p:nvPr/>
          </p:nvSpPr>
          <p:spPr>
            <a:xfrm>
              <a:off x="821095" y="1832558"/>
              <a:ext cx="283490" cy="164182"/>
            </a:xfrm>
            <a:custGeom>
              <a:avLst/>
              <a:gdLst/>
              <a:ahLst/>
              <a:cxnLst/>
              <a:rect l="l" t="t" r="r" b="b"/>
              <a:pathLst>
                <a:path w="8238" h="4771" extrusionOk="0">
                  <a:moveTo>
                    <a:pt x="4132" y="0"/>
                  </a:moveTo>
                  <a:lnTo>
                    <a:pt x="0" y="2385"/>
                  </a:lnTo>
                  <a:lnTo>
                    <a:pt x="4107" y="4770"/>
                  </a:lnTo>
                  <a:lnTo>
                    <a:pt x="8237" y="2385"/>
                  </a:lnTo>
                  <a:lnTo>
                    <a:pt x="4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0"/>
            <p:cNvSpPr/>
            <p:nvPr/>
          </p:nvSpPr>
          <p:spPr>
            <a:xfrm>
              <a:off x="835342" y="1904790"/>
              <a:ext cx="127223" cy="82831"/>
            </a:xfrm>
            <a:custGeom>
              <a:avLst/>
              <a:gdLst/>
              <a:ahLst/>
              <a:cxnLst/>
              <a:rect l="l" t="t" r="r" b="b"/>
              <a:pathLst>
                <a:path w="3697" h="2407" extrusionOk="0">
                  <a:moveTo>
                    <a:pt x="1" y="1"/>
                  </a:moveTo>
                  <a:lnTo>
                    <a:pt x="2" y="258"/>
                  </a:lnTo>
                  <a:lnTo>
                    <a:pt x="3696" y="2406"/>
                  </a:lnTo>
                  <a:lnTo>
                    <a:pt x="3695" y="2146"/>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0"/>
            <p:cNvSpPr/>
            <p:nvPr/>
          </p:nvSpPr>
          <p:spPr>
            <a:xfrm>
              <a:off x="962462" y="1904790"/>
              <a:ext cx="127980" cy="82831"/>
            </a:xfrm>
            <a:custGeom>
              <a:avLst/>
              <a:gdLst/>
              <a:ahLst/>
              <a:cxnLst/>
              <a:rect l="l" t="t" r="r" b="b"/>
              <a:pathLst>
                <a:path w="3719" h="2407" extrusionOk="0">
                  <a:moveTo>
                    <a:pt x="3718" y="1"/>
                  </a:moveTo>
                  <a:lnTo>
                    <a:pt x="1" y="2146"/>
                  </a:lnTo>
                  <a:lnTo>
                    <a:pt x="2" y="2406"/>
                  </a:lnTo>
                  <a:lnTo>
                    <a:pt x="3718" y="258"/>
                  </a:lnTo>
                  <a:lnTo>
                    <a:pt x="3718" y="1"/>
                  </a:lnTo>
                  <a:close/>
                </a:path>
              </a:pathLst>
            </a:custGeom>
            <a:solidFill>
              <a:srgbClr val="DD3E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0"/>
            <p:cNvSpPr/>
            <p:nvPr/>
          </p:nvSpPr>
          <p:spPr>
            <a:xfrm>
              <a:off x="835342" y="1830941"/>
              <a:ext cx="255100" cy="147698"/>
            </a:xfrm>
            <a:custGeom>
              <a:avLst/>
              <a:gdLst/>
              <a:ahLst/>
              <a:cxnLst/>
              <a:rect l="l" t="t" r="r" b="b"/>
              <a:pathLst>
                <a:path w="7413" h="4292" extrusionOk="0">
                  <a:moveTo>
                    <a:pt x="3718" y="1"/>
                  </a:moveTo>
                  <a:lnTo>
                    <a:pt x="1" y="2147"/>
                  </a:lnTo>
                  <a:lnTo>
                    <a:pt x="3695" y="4292"/>
                  </a:lnTo>
                  <a:lnTo>
                    <a:pt x="7412" y="2147"/>
                  </a:lnTo>
                  <a:lnTo>
                    <a:pt x="3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0"/>
            <p:cNvSpPr/>
            <p:nvPr/>
          </p:nvSpPr>
          <p:spPr>
            <a:xfrm>
              <a:off x="849485" y="1892470"/>
              <a:ext cx="113114" cy="74606"/>
            </a:xfrm>
            <a:custGeom>
              <a:avLst/>
              <a:gdLst/>
              <a:ahLst/>
              <a:cxnLst/>
              <a:rect l="l" t="t" r="r" b="b"/>
              <a:pathLst>
                <a:path w="3287" h="2168" extrusionOk="0">
                  <a:moveTo>
                    <a:pt x="1" y="1"/>
                  </a:moveTo>
                  <a:lnTo>
                    <a:pt x="2" y="258"/>
                  </a:lnTo>
                  <a:lnTo>
                    <a:pt x="3287" y="2167"/>
                  </a:lnTo>
                  <a:lnTo>
                    <a:pt x="3285" y="1910"/>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0"/>
            <p:cNvSpPr/>
            <p:nvPr/>
          </p:nvSpPr>
          <p:spPr>
            <a:xfrm>
              <a:off x="962530" y="1892505"/>
              <a:ext cx="113768" cy="74572"/>
            </a:xfrm>
            <a:custGeom>
              <a:avLst/>
              <a:gdLst/>
              <a:ahLst/>
              <a:cxnLst/>
              <a:rect l="l" t="t" r="r" b="b"/>
              <a:pathLst>
                <a:path w="3306" h="2167" extrusionOk="0">
                  <a:moveTo>
                    <a:pt x="3304" y="1"/>
                  </a:moveTo>
                  <a:lnTo>
                    <a:pt x="0" y="1909"/>
                  </a:lnTo>
                  <a:lnTo>
                    <a:pt x="2" y="2166"/>
                  </a:lnTo>
                  <a:lnTo>
                    <a:pt x="3305" y="260"/>
                  </a:lnTo>
                  <a:lnTo>
                    <a:pt x="3304" y="1"/>
                  </a:lnTo>
                  <a:close/>
                </a:path>
              </a:pathLst>
            </a:custGeom>
            <a:solidFill>
              <a:srgbClr val="DD3E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0"/>
            <p:cNvSpPr/>
            <p:nvPr/>
          </p:nvSpPr>
          <p:spPr>
            <a:xfrm>
              <a:off x="849485" y="1826811"/>
              <a:ext cx="226744" cy="131387"/>
            </a:xfrm>
            <a:custGeom>
              <a:avLst/>
              <a:gdLst/>
              <a:ahLst/>
              <a:cxnLst/>
              <a:rect l="l" t="t" r="r" b="b"/>
              <a:pathLst>
                <a:path w="6589" h="3818" extrusionOk="0">
                  <a:moveTo>
                    <a:pt x="3304" y="1"/>
                  </a:moveTo>
                  <a:lnTo>
                    <a:pt x="1" y="1909"/>
                  </a:lnTo>
                  <a:lnTo>
                    <a:pt x="3285" y="3818"/>
                  </a:lnTo>
                  <a:lnTo>
                    <a:pt x="6589" y="1910"/>
                  </a:lnTo>
                  <a:lnTo>
                    <a:pt x="33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0"/>
            <p:cNvSpPr/>
            <p:nvPr/>
          </p:nvSpPr>
          <p:spPr>
            <a:xfrm>
              <a:off x="938992" y="1830252"/>
              <a:ext cx="115385" cy="65521"/>
            </a:xfrm>
            <a:custGeom>
              <a:avLst/>
              <a:gdLst/>
              <a:ahLst/>
              <a:cxnLst/>
              <a:rect l="l" t="t" r="r" b="b"/>
              <a:pathLst>
                <a:path w="3353" h="1904" extrusionOk="0">
                  <a:moveTo>
                    <a:pt x="516" y="0"/>
                  </a:moveTo>
                  <a:lnTo>
                    <a:pt x="1" y="300"/>
                  </a:lnTo>
                  <a:lnTo>
                    <a:pt x="2746" y="1904"/>
                  </a:lnTo>
                  <a:lnTo>
                    <a:pt x="3353" y="1573"/>
                  </a:lnTo>
                  <a:lnTo>
                    <a:pt x="516"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0"/>
            <p:cNvSpPr/>
            <p:nvPr/>
          </p:nvSpPr>
          <p:spPr>
            <a:xfrm>
              <a:off x="898041" y="1853859"/>
              <a:ext cx="113389" cy="65212"/>
            </a:xfrm>
            <a:custGeom>
              <a:avLst/>
              <a:gdLst/>
              <a:ahLst/>
              <a:cxnLst/>
              <a:rect l="l" t="t" r="r" b="b"/>
              <a:pathLst>
                <a:path w="3295" h="1895" extrusionOk="0">
                  <a:moveTo>
                    <a:pt x="524" y="0"/>
                  </a:moveTo>
                  <a:lnTo>
                    <a:pt x="0" y="305"/>
                  </a:lnTo>
                  <a:lnTo>
                    <a:pt x="2715" y="1895"/>
                  </a:lnTo>
                  <a:lnTo>
                    <a:pt x="3295" y="1504"/>
                  </a:lnTo>
                  <a:lnTo>
                    <a:pt x="524"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0"/>
            <p:cNvSpPr/>
            <p:nvPr/>
          </p:nvSpPr>
          <p:spPr>
            <a:xfrm>
              <a:off x="857951" y="1877122"/>
              <a:ext cx="119996" cy="65281"/>
            </a:xfrm>
            <a:custGeom>
              <a:avLst/>
              <a:gdLst/>
              <a:ahLst/>
              <a:cxnLst/>
              <a:rect l="l" t="t" r="r" b="b"/>
              <a:pathLst>
                <a:path w="3487" h="1897" extrusionOk="0">
                  <a:moveTo>
                    <a:pt x="527" y="0"/>
                  </a:moveTo>
                  <a:lnTo>
                    <a:pt x="0" y="306"/>
                  </a:lnTo>
                  <a:lnTo>
                    <a:pt x="2722" y="1896"/>
                  </a:lnTo>
                  <a:lnTo>
                    <a:pt x="3487" y="1607"/>
                  </a:lnTo>
                  <a:lnTo>
                    <a:pt x="527"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0"/>
            <p:cNvSpPr/>
            <p:nvPr/>
          </p:nvSpPr>
          <p:spPr>
            <a:xfrm>
              <a:off x="866795" y="1810569"/>
              <a:ext cx="31109" cy="86857"/>
            </a:xfrm>
            <a:custGeom>
              <a:avLst/>
              <a:gdLst/>
              <a:ahLst/>
              <a:cxnLst/>
              <a:rect l="l" t="t" r="r" b="b"/>
              <a:pathLst>
                <a:path w="904" h="2524" extrusionOk="0">
                  <a:moveTo>
                    <a:pt x="1" y="2"/>
                  </a:moveTo>
                  <a:cubicBezTo>
                    <a:pt x="1" y="2"/>
                    <a:pt x="1" y="2"/>
                    <a:pt x="1" y="2"/>
                  </a:cubicBezTo>
                  <a:lnTo>
                    <a:pt x="1" y="2"/>
                  </a:lnTo>
                  <a:lnTo>
                    <a:pt x="1" y="2"/>
                  </a:lnTo>
                  <a:close/>
                  <a:moveTo>
                    <a:pt x="899" y="0"/>
                  </a:moveTo>
                  <a:cubicBezTo>
                    <a:pt x="899" y="67"/>
                    <a:pt x="855" y="133"/>
                    <a:pt x="765" y="184"/>
                  </a:cubicBezTo>
                  <a:cubicBezTo>
                    <a:pt x="677" y="235"/>
                    <a:pt x="562" y="260"/>
                    <a:pt x="447" y="260"/>
                  </a:cubicBezTo>
                  <a:cubicBezTo>
                    <a:pt x="332" y="260"/>
                    <a:pt x="217" y="235"/>
                    <a:pt x="131" y="184"/>
                  </a:cubicBezTo>
                  <a:cubicBezTo>
                    <a:pt x="45" y="135"/>
                    <a:pt x="1" y="68"/>
                    <a:pt x="1" y="2"/>
                  </a:cubicBezTo>
                  <a:lnTo>
                    <a:pt x="1" y="2"/>
                  </a:lnTo>
                  <a:lnTo>
                    <a:pt x="7" y="2265"/>
                  </a:lnTo>
                  <a:cubicBezTo>
                    <a:pt x="7" y="2331"/>
                    <a:pt x="51" y="2400"/>
                    <a:pt x="136" y="2448"/>
                  </a:cubicBezTo>
                  <a:cubicBezTo>
                    <a:pt x="223" y="2498"/>
                    <a:pt x="337" y="2524"/>
                    <a:pt x="452" y="2524"/>
                  </a:cubicBezTo>
                  <a:cubicBezTo>
                    <a:pt x="567" y="2524"/>
                    <a:pt x="683" y="2498"/>
                    <a:pt x="770" y="2448"/>
                  </a:cubicBezTo>
                  <a:cubicBezTo>
                    <a:pt x="858" y="2397"/>
                    <a:pt x="904" y="2331"/>
                    <a:pt x="904" y="2263"/>
                  </a:cubicBezTo>
                  <a:lnTo>
                    <a:pt x="8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0"/>
            <p:cNvSpPr/>
            <p:nvPr/>
          </p:nvSpPr>
          <p:spPr>
            <a:xfrm>
              <a:off x="888819" y="1810672"/>
              <a:ext cx="9085" cy="86066"/>
            </a:xfrm>
            <a:custGeom>
              <a:avLst/>
              <a:gdLst/>
              <a:ahLst/>
              <a:cxnLst/>
              <a:rect l="l" t="t" r="r" b="b"/>
              <a:pathLst>
                <a:path w="264" h="2501" extrusionOk="0">
                  <a:moveTo>
                    <a:pt x="259" y="0"/>
                  </a:moveTo>
                  <a:cubicBezTo>
                    <a:pt x="259" y="66"/>
                    <a:pt x="215" y="133"/>
                    <a:pt x="125" y="184"/>
                  </a:cubicBezTo>
                  <a:cubicBezTo>
                    <a:pt x="88" y="205"/>
                    <a:pt x="47" y="221"/>
                    <a:pt x="0" y="234"/>
                  </a:cubicBezTo>
                  <a:lnTo>
                    <a:pt x="0" y="2500"/>
                  </a:lnTo>
                  <a:cubicBezTo>
                    <a:pt x="47" y="2487"/>
                    <a:pt x="92" y="2471"/>
                    <a:pt x="130" y="2449"/>
                  </a:cubicBezTo>
                  <a:cubicBezTo>
                    <a:pt x="220" y="2398"/>
                    <a:pt x="264" y="2331"/>
                    <a:pt x="264" y="2265"/>
                  </a:cubicBezTo>
                  <a:lnTo>
                    <a:pt x="259"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0"/>
            <p:cNvSpPr/>
            <p:nvPr/>
          </p:nvSpPr>
          <p:spPr>
            <a:xfrm>
              <a:off x="865246" y="1801656"/>
              <a:ext cx="33965" cy="17894"/>
            </a:xfrm>
            <a:custGeom>
              <a:avLst/>
              <a:gdLst/>
              <a:ahLst/>
              <a:cxnLst/>
              <a:rect l="l" t="t" r="r" b="b"/>
              <a:pathLst>
                <a:path w="987" h="520" extrusionOk="0">
                  <a:moveTo>
                    <a:pt x="496" y="1"/>
                  </a:moveTo>
                  <a:cubicBezTo>
                    <a:pt x="381" y="1"/>
                    <a:pt x="266" y="26"/>
                    <a:pt x="178" y="76"/>
                  </a:cubicBezTo>
                  <a:cubicBezTo>
                    <a:pt x="2" y="176"/>
                    <a:pt x="1" y="343"/>
                    <a:pt x="176" y="443"/>
                  </a:cubicBezTo>
                  <a:cubicBezTo>
                    <a:pt x="262" y="494"/>
                    <a:pt x="377" y="519"/>
                    <a:pt x="492" y="519"/>
                  </a:cubicBezTo>
                  <a:cubicBezTo>
                    <a:pt x="607" y="519"/>
                    <a:pt x="722" y="494"/>
                    <a:pt x="810" y="443"/>
                  </a:cubicBezTo>
                  <a:cubicBezTo>
                    <a:pt x="985" y="341"/>
                    <a:pt x="987" y="176"/>
                    <a:pt x="811" y="76"/>
                  </a:cubicBezTo>
                  <a:cubicBezTo>
                    <a:pt x="725" y="26"/>
                    <a:pt x="611" y="1"/>
                    <a:pt x="496" y="1"/>
                  </a:cubicBezTo>
                  <a:close/>
                </a:path>
              </a:pathLst>
            </a:custGeom>
            <a:solidFill>
              <a:srgbClr val="DD4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0"/>
            <p:cNvSpPr/>
            <p:nvPr/>
          </p:nvSpPr>
          <p:spPr>
            <a:xfrm>
              <a:off x="866760" y="1805579"/>
              <a:ext cx="24605" cy="17413"/>
            </a:xfrm>
            <a:custGeom>
              <a:avLst/>
              <a:gdLst/>
              <a:ahLst/>
              <a:cxnLst/>
              <a:rect l="l" t="t" r="r" b="b"/>
              <a:pathLst>
                <a:path w="715" h="506" extrusionOk="0">
                  <a:moveTo>
                    <a:pt x="714" y="0"/>
                  </a:moveTo>
                  <a:lnTo>
                    <a:pt x="55" y="384"/>
                  </a:lnTo>
                  <a:cubicBezTo>
                    <a:pt x="55" y="442"/>
                    <a:pt x="33" y="486"/>
                    <a:pt x="0" y="505"/>
                  </a:cubicBezTo>
                  <a:lnTo>
                    <a:pt x="659" y="122"/>
                  </a:lnTo>
                  <a:cubicBezTo>
                    <a:pt x="692" y="103"/>
                    <a:pt x="713" y="60"/>
                    <a:pt x="714" y="0"/>
                  </a:cubicBezTo>
                  <a:close/>
                </a:path>
              </a:pathLst>
            </a:custGeom>
            <a:solidFill>
              <a:srgbClr val="991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0"/>
            <p:cNvSpPr/>
            <p:nvPr/>
          </p:nvSpPr>
          <p:spPr>
            <a:xfrm>
              <a:off x="857297" y="1793225"/>
              <a:ext cx="27461" cy="14144"/>
            </a:xfrm>
            <a:custGeom>
              <a:avLst/>
              <a:gdLst/>
              <a:ahLst/>
              <a:cxnLst/>
              <a:rect l="l" t="t" r="r" b="b"/>
              <a:pathLst>
                <a:path w="798" h="411" extrusionOk="0">
                  <a:moveTo>
                    <a:pt x="1" y="396"/>
                  </a:moveTo>
                  <a:cubicBezTo>
                    <a:pt x="1" y="396"/>
                    <a:pt x="1" y="396"/>
                    <a:pt x="0" y="396"/>
                  </a:cubicBezTo>
                  <a:lnTo>
                    <a:pt x="1" y="396"/>
                  </a:lnTo>
                  <a:close/>
                  <a:moveTo>
                    <a:pt x="713" y="1"/>
                  </a:moveTo>
                  <a:cubicBezTo>
                    <a:pt x="694" y="1"/>
                    <a:pt x="676" y="5"/>
                    <a:pt x="660" y="14"/>
                  </a:cubicBezTo>
                  <a:lnTo>
                    <a:pt x="1" y="396"/>
                  </a:lnTo>
                  <a:lnTo>
                    <a:pt x="1" y="396"/>
                  </a:lnTo>
                  <a:cubicBezTo>
                    <a:pt x="16" y="387"/>
                    <a:pt x="33" y="382"/>
                    <a:pt x="52" y="382"/>
                  </a:cubicBezTo>
                  <a:cubicBezTo>
                    <a:pt x="78" y="382"/>
                    <a:pt x="108" y="391"/>
                    <a:pt x="138" y="410"/>
                  </a:cubicBezTo>
                  <a:lnTo>
                    <a:pt x="798" y="26"/>
                  </a:lnTo>
                  <a:cubicBezTo>
                    <a:pt x="768" y="9"/>
                    <a:pt x="739" y="1"/>
                    <a:pt x="7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0"/>
            <p:cNvSpPr/>
            <p:nvPr/>
          </p:nvSpPr>
          <p:spPr>
            <a:xfrm>
              <a:off x="862080" y="1794188"/>
              <a:ext cx="40572" cy="23504"/>
            </a:xfrm>
            <a:custGeom>
              <a:avLst/>
              <a:gdLst/>
              <a:ahLst/>
              <a:cxnLst/>
              <a:rect l="l" t="t" r="r" b="b"/>
              <a:pathLst>
                <a:path w="1179" h="683" extrusionOk="0">
                  <a:moveTo>
                    <a:pt x="659" y="1"/>
                  </a:moveTo>
                  <a:lnTo>
                    <a:pt x="0" y="382"/>
                  </a:lnTo>
                  <a:lnTo>
                    <a:pt x="518" y="682"/>
                  </a:lnTo>
                  <a:lnTo>
                    <a:pt x="1178" y="298"/>
                  </a:lnTo>
                  <a:lnTo>
                    <a:pt x="65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0"/>
            <p:cNvSpPr/>
            <p:nvPr/>
          </p:nvSpPr>
          <p:spPr>
            <a:xfrm>
              <a:off x="879837" y="1804512"/>
              <a:ext cx="29354" cy="28769"/>
            </a:xfrm>
            <a:custGeom>
              <a:avLst/>
              <a:gdLst/>
              <a:ahLst/>
              <a:cxnLst/>
              <a:rect l="l" t="t" r="r" b="b"/>
              <a:pathLst>
                <a:path w="853" h="836" extrusionOk="0">
                  <a:moveTo>
                    <a:pt x="661" y="1"/>
                  </a:moveTo>
                  <a:lnTo>
                    <a:pt x="1" y="382"/>
                  </a:lnTo>
                  <a:cubicBezTo>
                    <a:pt x="106" y="444"/>
                    <a:pt x="193" y="590"/>
                    <a:pt x="193" y="713"/>
                  </a:cubicBezTo>
                  <a:cubicBezTo>
                    <a:pt x="193" y="773"/>
                    <a:pt x="172" y="815"/>
                    <a:pt x="137" y="836"/>
                  </a:cubicBezTo>
                  <a:lnTo>
                    <a:pt x="795" y="454"/>
                  </a:lnTo>
                  <a:cubicBezTo>
                    <a:pt x="830" y="434"/>
                    <a:pt x="852" y="391"/>
                    <a:pt x="852" y="331"/>
                  </a:cubicBezTo>
                  <a:cubicBezTo>
                    <a:pt x="852" y="208"/>
                    <a:pt x="766" y="61"/>
                    <a:pt x="66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0"/>
            <p:cNvSpPr/>
            <p:nvPr/>
          </p:nvSpPr>
          <p:spPr>
            <a:xfrm>
              <a:off x="855473" y="1806405"/>
              <a:ext cx="31040" cy="27324"/>
            </a:xfrm>
            <a:custGeom>
              <a:avLst/>
              <a:gdLst/>
              <a:ahLst/>
              <a:cxnLst/>
              <a:rect l="l" t="t" r="r" b="b"/>
              <a:pathLst>
                <a:path w="902" h="794" extrusionOk="0">
                  <a:moveTo>
                    <a:pt x="106" y="0"/>
                  </a:moveTo>
                  <a:cubicBezTo>
                    <a:pt x="44" y="0"/>
                    <a:pt x="1" y="51"/>
                    <a:pt x="1" y="137"/>
                  </a:cubicBezTo>
                  <a:cubicBezTo>
                    <a:pt x="1" y="257"/>
                    <a:pt x="87" y="408"/>
                    <a:pt x="192" y="468"/>
                  </a:cubicBezTo>
                  <a:cubicBezTo>
                    <a:pt x="223" y="485"/>
                    <a:pt x="252" y="493"/>
                    <a:pt x="278" y="493"/>
                  </a:cubicBezTo>
                  <a:cubicBezTo>
                    <a:pt x="341" y="493"/>
                    <a:pt x="384" y="444"/>
                    <a:pt x="384" y="358"/>
                  </a:cubicBezTo>
                  <a:lnTo>
                    <a:pt x="520" y="437"/>
                  </a:lnTo>
                  <a:cubicBezTo>
                    <a:pt x="520" y="557"/>
                    <a:pt x="606" y="706"/>
                    <a:pt x="710" y="768"/>
                  </a:cubicBezTo>
                  <a:cubicBezTo>
                    <a:pt x="741" y="785"/>
                    <a:pt x="769" y="793"/>
                    <a:pt x="795" y="793"/>
                  </a:cubicBezTo>
                  <a:cubicBezTo>
                    <a:pt x="858" y="793"/>
                    <a:pt x="902" y="743"/>
                    <a:pt x="902" y="658"/>
                  </a:cubicBezTo>
                  <a:cubicBezTo>
                    <a:pt x="902" y="535"/>
                    <a:pt x="816" y="389"/>
                    <a:pt x="710" y="327"/>
                  </a:cubicBezTo>
                  <a:lnTo>
                    <a:pt x="192" y="27"/>
                  </a:lnTo>
                  <a:cubicBezTo>
                    <a:pt x="161" y="9"/>
                    <a:pt x="132" y="0"/>
                    <a:pt x="10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0"/>
            <p:cNvSpPr/>
            <p:nvPr/>
          </p:nvSpPr>
          <p:spPr>
            <a:xfrm>
              <a:off x="1028671" y="1810569"/>
              <a:ext cx="31109" cy="86857"/>
            </a:xfrm>
            <a:custGeom>
              <a:avLst/>
              <a:gdLst/>
              <a:ahLst/>
              <a:cxnLst/>
              <a:rect l="l" t="t" r="r" b="b"/>
              <a:pathLst>
                <a:path w="904" h="2524" extrusionOk="0">
                  <a:moveTo>
                    <a:pt x="1" y="2"/>
                  </a:moveTo>
                  <a:cubicBezTo>
                    <a:pt x="1" y="2"/>
                    <a:pt x="1" y="2"/>
                    <a:pt x="1" y="2"/>
                  </a:cubicBezTo>
                  <a:lnTo>
                    <a:pt x="1" y="2"/>
                  </a:lnTo>
                  <a:lnTo>
                    <a:pt x="1" y="2"/>
                  </a:lnTo>
                  <a:close/>
                  <a:moveTo>
                    <a:pt x="896" y="0"/>
                  </a:moveTo>
                  <a:cubicBezTo>
                    <a:pt x="896" y="67"/>
                    <a:pt x="852" y="133"/>
                    <a:pt x="763" y="184"/>
                  </a:cubicBezTo>
                  <a:cubicBezTo>
                    <a:pt x="675" y="235"/>
                    <a:pt x="560" y="260"/>
                    <a:pt x="445" y="260"/>
                  </a:cubicBezTo>
                  <a:cubicBezTo>
                    <a:pt x="330" y="260"/>
                    <a:pt x="215" y="235"/>
                    <a:pt x="128" y="184"/>
                  </a:cubicBezTo>
                  <a:cubicBezTo>
                    <a:pt x="45" y="135"/>
                    <a:pt x="1" y="68"/>
                    <a:pt x="1" y="2"/>
                  </a:cubicBezTo>
                  <a:lnTo>
                    <a:pt x="1" y="2"/>
                  </a:lnTo>
                  <a:lnTo>
                    <a:pt x="6" y="2265"/>
                  </a:lnTo>
                  <a:cubicBezTo>
                    <a:pt x="6" y="2331"/>
                    <a:pt x="50" y="2400"/>
                    <a:pt x="135" y="2448"/>
                  </a:cubicBezTo>
                  <a:cubicBezTo>
                    <a:pt x="223" y="2498"/>
                    <a:pt x="338" y="2524"/>
                    <a:pt x="453" y="2524"/>
                  </a:cubicBezTo>
                  <a:cubicBezTo>
                    <a:pt x="568" y="2524"/>
                    <a:pt x="682" y="2498"/>
                    <a:pt x="770" y="2448"/>
                  </a:cubicBezTo>
                  <a:cubicBezTo>
                    <a:pt x="858" y="2397"/>
                    <a:pt x="903" y="2331"/>
                    <a:pt x="902" y="2263"/>
                  </a:cubicBezTo>
                  <a:lnTo>
                    <a:pt x="8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0"/>
            <p:cNvSpPr/>
            <p:nvPr/>
          </p:nvSpPr>
          <p:spPr>
            <a:xfrm>
              <a:off x="1050661" y="1810603"/>
              <a:ext cx="9119" cy="86031"/>
            </a:xfrm>
            <a:custGeom>
              <a:avLst/>
              <a:gdLst/>
              <a:ahLst/>
              <a:cxnLst/>
              <a:rect l="l" t="t" r="r" b="b"/>
              <a:pathLst>
                <a:path w="265" h="2500" extrusionOk="0">
                  <a:moveTo>
                    <a:pt x="260" y="1"/>
                  </a:moveTo>
                  <a:cubicBezTo>
                    <a:pt x="260" y="66"/>
                    <a:pt x="216" y="134"/>
                    <a:pt x="125" y="185"/>
                  </a:cubicBezTo>
                  <a:cubicBezTo>
                    <a:pt x="89" y="205"/>
                    <a:pt x="48" y="222"/>
                    <a:pt x="1" y="235"/>
                  </a:cubicBezTo>
                  <a:lnTo>
                    <a:pt x="4" y="235"/>
                  </a:lnTo>
                  <a:lnTo>
                    <a:pt x="4" y="2499"/>
                  </a:lnTo>
                  <a:cubicBezTo>
                    <a:pt x="49" y="2488"/>
                    <a:pt x="95" y="2472"/>
                    <a:pt x="133" y="2450"/>
                  </a:cubicBezTo>
                  <a:cubicBezTo>
                    <a:pt x="220" y="2399"/>
                    <a:pt x="264" y="2333"/>
                    <a:pt x="264" y="2264"/>
                  </a:cubicBezTo>
                  <a:lnTo>
                    <a:pt x="260"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0"/>
            <p:cNvSpPr/>
            <p:nvPr/>
          </p:nvSpPr>
          <p:spPr>
            <a:xfrm>
              <a:off x="1027123" y="1801656"/>
              <a:ext cx="34000" cy="17894"/>
            </a:xfrm>
            <a:custGeom>
              <a:avLst/>
              <a:gdLst/>
              <a:ahLst/>
              <a:cxnLst/>
              <a:rect l="l" t="t" r="r" b="b"/>
              <a:pathLst>
                <a:path w="988" h="520" extrusionOk="0">
                  <a:moveTo>
                    <a:pt x="496" y="1"/>
                  </a:moveTo>
                  <a:cubicBezTo>
                    <a:pt x="381" y="1"/>
                    <a:pt x="266" y="26"/>
                    <a:pt x="177" y="76"/>
                  </a:cubicBezTo>
                  <a:cubicBezTo>
                    <a:pt x="2" y="176"/>
                    <a:pt x="0" y="343"/>
                    <a:pt x="176" y="443"/>
                  </a:cubicBezTo>
                  <a:cubicBezTo>
                    <a:pt x="264" y="494"/>
                    <a:pt x="378" y="519"/>
                    <a:pt x="493" y="519"/>
                  </a:cubicBezTo>
                  <a:cubicBezTo>
                    <a:pt x="607" y="519"/>
                    <a:pt x="722" y="494"/>
                    <a:pt x="809" y="443"/>
                  </a:cubicBezTo>
                  <a:cubicBezTo>
                    <a:pt x="985" y="341"/>
                    <a:pt x="988" y="176"/>
                    <a:pt x="812" y="76"/>
                  </a:cubicBezTo>
                  <a:cubicBezTo>
                    <a:pt x="725" y="26"/>
                    <a:pt x="611" y="1"/>
                    <a:pt x="496" y="1"/>
                  </a:cubicBezTo>
                  <a:close/>
                </a:path>
              </a:pathLst>
            </a:custGeom>
            <a:solidFill>
              <a:srgbClr val="DD4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0"/>
            <p:cNvSpPr/>
            <p:nvPr/>
          </p:nvSpPr>
          <p:spPr>
            <a:xfrm>
              <a:off x="1028637" y="1805579"/>
              <a:ext cx="24639" cy="17413"/>
            </a:xfrm>
            <a:custGeom>
              <a:avLst/>
              <a:gdLst/>
              <a:ahLst/>
              <a:cxnLst/>
              <a:rect l="l" t="t" r="r" b="b"/>
              <a:pathLst>
                <a:path w="716" h="506" extrusionOk="0">
                  <a:moveTo>
                    <a:pt x="716" y="0"/>
                  </a:moveTo>
                  <a:lnTo>
                    <a:pt x="56" y="384"/>
                  </a:lnTo>
                  <a:cubicBezTo>
                    <a:pt x="54" y="441"/>
                    <a:pt x="34" y="485"/>
                    <a:pt x="2" y="504"/>
                  </a:cubicBezTo>
                  <a:lnTo>
                    <a:pt x="2" y="504"/>
                  </a:lnTo>
                  <a:lnTo>
                    <a:pt x="660" y="122"/>
                  </a:lnTo>
                  <a:cubicBezTo>
                    <a:pt x="695" y="103"/>
                    <a:pt x="714" y="60"/>
                    <a:pt x="716" y="0"/>
                  </a:cubicBezTo>
                  <a:close/>
                  <a:moveTo>
                    <a:pt x="2" y="504"/>
                  </a:moveTo>
                  <a:lnTo>
                    <a:pt x="0" y="505"/>
                  </a:lnTo>
                  <a:cubicBezTo>
                    <a:pt x="1" y="505"/>
                    <a:pt x="1" y="504"/>
                    <a:pt x="2" y="504"/>
                  </a:cubicBezTo>
                  <a:close/>
                </a:path>
              </a:pathLst>
            </a:custGeom>
            <a:solidFill>
              <a:srgbClr val="991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0"/>
            <p:cNvSpPr/>
            <p:nvPr/>
          </p:nvSpPr>
          <p:spPr>
            <a:xfrm>
              <a:off x="1019277" y="1793225"/>
              <a:ext cx="27461" cy="14144"/>
            </a:xfrm>
            <a:custGeom>
              <a:avLst/>
              <a:gdLst/>
              <a:ahLst/>
              <a:cxnLst/>
              <a:rect l="l" t="t" r="r" b="b"/>
              <a:pathLst>
                <a:path w="798" h="411" extrusionOk="0">
                  <a:moveTo>
                    <a:pt x="0" y="396"/>
                  </a:moveTo>
                  <a:lnTo>
                    <a:pt x="0" y="396"/>
                  </a:lnTo>
                  <a:cubicBezTo>
                    <a:pt x="0" y="396"/>
                    <a:pt x="0" y="396"/>
                    <a:pt x="0" y="396"/>
                  </a:cubicBezTo>
                  <a:lnTo>
                    <a:pt x="0" y="396"/>
                  </a:lnTo>
                  <a:close/>
                  <a:moveTo>
                    <a:pt x="710" y="1"/>
                  </a:moveTo>
                  <a:cubicBezTo>
                    <a:pt x="691" y="1"/>
                    <a:pt x="673" y="5"/>
                    <a:pt x="658" y="14"/>
                  </a:cubicBezTo>
                  <a:lnTo>
                    <a:pt x="0" y="396"/>
                  </a:lnTo>
                  <a:lnTo>
                    <a:pt x="0" y="396"/>
                  </a:lnTo>
                  <a:cubicBezTo>
                    <a:pt x="15" y="387"/>
                    <a:pt x="32" y="382"/>
                    <a:pt x="51" y="382"/>
                  </a:cubicBezTo>
                  <a:cubicBezTo>
                    <a:pt x="77" y="382"/>
                    <a:pt x="106" y="391"/>
                    <a:pt x="138" y="410"/>
                  </a:cubicBezTo>
                  <a:lnTo>
                    <a:pt x="797" y="26"/>
                  </a:lnTo>
                  <a:cubicBezTo>
                    <a:pt x="766" y="9"/>
                    <a:pt x="736" y="1"/>
                    <a:pt x="710" y="1"/>
                  </a:cubicBezTo>
                  <a:close/>
                </a:path>
              </a:pathLst>
            </a:custGeom>
            <a:solidFill>
              <a:srgbClr val="991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0"/>
            <p:cNvSpPr/>
            <p:nvPr/>
          </p:nvSpPr>
          <p:spPr>
            <a:xfrm>
              <a:off x="1023957" y="1794188"/>
              <a:ext cx="40538" cy="23504"/>
            </a:xfrm>
            <a:custGeom>
              <a:avLst/>
              <a:gdLst/>
              <a:ahLst/>
              <a:cxnLst/>
              <a:rect l="l" t="t" r="r" b="b"/>
              <a:pathLst>
                <a:path w="1178" h="683" extrusionOk="0">
                  <a:moveTo>
                    <a:pt x="660" y="1"/>
                  </a:moveTo>
                  <a:lnTo>
                    <a:pt x="0" y="382"/>
                  </a:lnTo>
                  <a:lnTo>
                    <a:pt x="518" y="682"/>
                  </a:lnTo>
                  <a:lnTo>
                    <a:pt x="1178" y="298"/>
                  </a:lnTo>
                  <a:lnTo>
                    <a:pt x="660" y="1"/>
                  </a:lnTo>
                  <a:close/>
                </a:path>
              </a:pathLst>
            </a:custGeom>
            <a:solidFill>
              <a:srgbClr val="991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0"/>
            <p:cNvSpPr/>
            <p:nvPr/>
          </p:nvSpPr>
          <p:spPr>
            <a:xfrm>
              <a:off x="1041817" y="1804512"/>
              <a:ext cx="29285" cy="28769"/>
            </a:xfrm>
            <a:custGeom>
              <a:avLst/>
              <a:gdLst/>
              <a:ahLst/>
              <a:cxnLst/>
              <a:rect l="l" t="t" r="r" b="b"/>
              <a:pathLst>
                <a:path w="851" h="836" extrusionOk="0">
                  <a:moveTo>
                    <a:pt x="660" y="1"/>
                  </a:moveTo>
                  <a:lnTo>
                    <a:pt x="0" y="382"/>
                  </a:lnTo>
                  <a:cubicBezTo>
                    <a:pt x="107" y="444"/>
                    <a:pt x="192" y="590"/>
                    <a:pt x="191" y="713"/>
                  </a:cubicBezTo>
                  <a:cubicBezTo>
                    <a:pt x="191" y="773"/>
                    <a:pt x="169" y="815"/>
                    <a:pt x="134" y="836"/>
                  </a:cubicBezTo>
                  <a:lnTo>
                    <a:pt x="795" y="454"/>
                  </a:lnTo>
                  <a:cubicBezTo>
                    <a:pt x="829" y="434"/>
                    <a:pt x="851" y="391"/>
                    <a:pt x="851" y="331"/>
                  </a:cubicBezTo>
                  <a:cubicBezTo>
                    <a:pt x="851" y="208"/>
                    <a:pt x="766" y="61"/>
                    <a:pt x="6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0"/>
            <p:cNvSpPr/>
            <p:nvPr/>
          </p:nvSpPr>
          <p:spPr>
            <a:xfrm>
              <a:off x="1017281" y="1806405"/>
              <a:ext cx="31109" cy="27324"/>
            </a:xfrm>
            <a:custGeom>
              <a:avLst/>
              <a:gdLst/>
              <a:ahLst/>
              <a:cxnLst/>
              <a:rect l="l" t="t" r="r" b="b"/>
              <a:pathLst>
                <a:path w="904" h="794" extrusionOk="0">
                  <a:moveTo>
                    <a:pt x="107" y="0"/>
                  </a:moveTo>
                  <a:cubicBezTo>
                    <a:pt x="45" y="0"/>
                    <a:pt x="2" y="51"/>
                    <a:pt x="1" y="137"/>
                  </a:cubicBezTo>
                  <a:cubicBezTo>
                    <a:pt x="1" y="257"/>
                    <a:pt x="86" y="408"/>
                    <a:pt x="193" y="468"/>
                  </a:cubicBezTo>
                  <a:cubicBezTo>
                    <a:pt x="223" y="485"/>
                    <a:pt x="252" y="493"/>
                    <a:pt x="277" y="493"/>
                  </a:cubicBezTo>
                  <a:cubicBezTo>
                    <a:pt x="341" y="493"/>
                    <a:pt x="384" y="444"/>
                    <a:pt x="384" y="358"/>
                  </a:cubicBezTo>
                  <a:lnTo>
                    <a:pt x="520" y="437"/>
                  </a:lnTo>
                  <a:cubicBezTo>
                    <a:pt x="520" y="557"/>
                    <a:pt x="605" y="706"/>
                    <a:pt x="712" y="768"/>
                  </a:cubicBezTo>
                  <a:cubicBezTo>
                    <a:pt x="742" y="785"/>
                    <a:pt x="771" y="793"/>
                    <a:pt x="797" y="793"/>
                  </a:cubicBezTo>
                  <a:cubicBezTo>
                    <a:pt x="860" y="793"/>
                    <a:pt x="904" y="743"/>
                    <a:pt x="904" y="658"/>
                  </a:cubicBezTo>
                  <a:cubicBezTo>
                    <a:pt x="904" y="535"/>
                    <a:pt x="817" y="389"/>
                    <a:pt x="713" y="327"/>
                  </a:cubicBezTo>
                  <a:lnTo>
                    <a:pt x="194" y="27"/>
                  </a:lnTo>
                  <a:cubicBezTo>
                    <a:pt x="163" y="9"/>
                    <a:pt x="133" y="0"/>
                    <a:pt x="10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0"/>
            <p:cNvSpPr/>
            <p:nvPr/>
          </p:nvSpPr>
          <p:spPr>
            <a:xfrm>
              <a:off x="907780" y="1834210"/>
              <a:ext cx="31109" cy="86926"/>
            </a:xfrm>
            <a:custGeom>
              <a:avLst/>
              <a:gdLst/>
              <a:ahLst/>
              <a:cxnLst/>
              <a:rect l="l" t="t" r="r" b="b"/>
              <a:pathLst>
                <a:path w="904" h="2526" extrusionOk="0">
                  <a:moveTo>
                    <a:pt x="1" y="2"/>
                  </a:moveTo>
                  <a:cubicBezTo>
                    <a:pt x="1" y="2"/>
                    <a:pt x="1" y="3"/>
                    <a:pt x="1" y="3"/>
                  </a:cubicBezTo>
                  <a:lnTo>
                    <a:pt x="1" y="3"/>
                  </a:lnTo>
                  <a:lnTo>
                    <a:pt x="1" y="2"/>
                  </a:lnTo>
                  <a:close/>
                  <a:moveTo>
                    <a:pt x="896" y="1"/>
                  </a:moveTo>
                  <a:cubicBezTo>
                    <a:pt x="896" y="68"/>
                    <a:pt x="852" y="134"/>
                    <a:pt x="765" y="185"/>
                  </a:cubicBezTo>
                  <a:cubicBezTo>
                    <a:pt x="677" y="236"/>
                    <a:pt x="562" y="262"/>
                    <a:pt x="447" y="262"/>
                  </a:cubicBezTo>
                  <a:cubicBezTo>
                    <a:pt x="331" y="262"/>
                    <a:pt x="217" y="236"/>
                    <a:pt x="130" y="185"/>
                  </a:cubicBezTo>
                  <a:cubicBezTo>
                    <a:pt x="42" y="136"/>
                    <a:pt x="1" y="68"/>
                    <a:pt x="1" y="3"/>
                  </a:cubicBezTo>
                  <a:lnTo>
                    <a:pt x="1" y="3"/>
                  </a:lnTo>
                  <a:lnTo>
                    <a:pt x="5" y="2266"/>
                  </a:lnTo>
                  <a:cubicBezTo>
                    <a:pt x="5" y="2331"/>
                    <a:pt x="49" y="2397"/>
                    <a:pt x="135" y="2448"/>
                  </a:cubicBezTo>
                  <a:cubicBezTo>
                    <a:pt x="223" y="2500"/>
                    <a:pt x="338" y="2525"/>
                    <a:pt x="453" y="2525"/>
                  </a:cubicBezTo>
                  <a:cubicBezTo>
                    <a:pt x="568" y="2525"/>
                    <a:pt x="683" y="2500"/>
                    <a:pt x="770" y="2448"/>
                  </a:cubicBezTo>
                  <a:cubicBezTo>
                    <a:pt x="858" y="2397"/>
                    <a:pt x="904" y="2330"/>
                    <a:pt x="902" y="2264"/>
                  </a:cubicBezTo>
                  <a:lnTo>
                    <a:pt x="8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0"/>
            <p:cNvSpPr/>
            <p:nvPr/>
          </p:nvSpPr>
          <p:spPr>
            <a:xfrm>
              <a:off x="929804" y="1834313"/>
              <a:ext cx="9085" cy="86100"/>
            </a:xfrm>
            <a:custGeom>
              <a:avLst/>
              <a:gdLst/>
              <a:ahLst/>
              <a:cxnLst/>
              <a:rect l="l" t="t" r="r" b="b"/>
              <a:pathLst>
                <a:path w="264" h="2502" extrusionOk="0">
                  <a:moveTo>
                    <a:pt x="258" y="1"/>
                  </a:moveTo>
                  <a:lnTo>
                    <a:pt x="258" y="12"/>
                  </a:lnTo>
                  <a:lnTo>
                    <a:pt x="258" y="12"/>
                  </a:lnTo>
                  <a:cubicBezTo>
                    <a:pt x="258" y="8"/>
                    <a:pt x="258" y="4"/>
                    <a:pt x="258" y="1"/>
                  </a:cubicBezTo>
                  <a:close/>
                  <a:moveTo>
                    <a:pt x="258" y="12"/>
                  </a:moveTo>
                  <a:cubicBezTo>
                    <a:pt x="255" y="74"/>
                    <a:pt x="209" y="137"/>
                    <a:pt x="126" y="185"/>
                  </a:cubicBezTo>
                  <a:cubicBezTo>
                    <a:pt x="88" y="206"/>
                    <a:pt x="46" y="222"/>
                    <a:pt x="0" y="235"/>
                  </a:cubicBezTo>
                  <a:lnTo>
                    <a:pt x="2" y="235"/>
                  </a:lnTo>
                  <a:lnTo>
                    <a:pt x="2" y="2501"/>
                  </a:lnTo>
                  <a:cubicBezTo>
                    <a:pt x="48" y="2488"/>
                    <a:pt x="94" y="2472"/>
                    <a:pt x="132" y="2450"/>
                  </a:cubicBezTo>
                  <a:cubicBezTo>
                    <a:pt x="220" y="2399"/>
                    <a:pt x="264" y="2333"/>
                    <a:pt x="264" y="2265"/>
                  </a:cubicBezTo>
                  <a:lnTo>
                    <a:pt x="258" y="12"/>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0"/>
            <p:cNvSpPr/>
            <p:nvPr/>
          </p:nvSpPr>
          <p:spPr>
            <a:xfrm>
              <a:off x="906197" y="1825297"/>
              <a:ext cx="33965" cy="17929"/>
            </a:xfrm>
            <a:custGeom>
              <a:avLst/>
              <a:gdLst/>
              <a:ahLst/>
              <a:cxnLst/>
              <a:rect l="l" t="t" r="r" b="b"/>
              <a:pathLst>
                <a:path w="987" h="521" extrusionOk="0">
                  <a:moveTo>
                    <a:pt x="495" y="1"/>
                  </a:moveTo>
                  <a:cubicBezTo>
                    <a:pt x="380" y="1"/>
                    <a:pt x="265" y="26"/>
                    <a:pt x="177" y="77"/>
                  </a:cubicBezTo>
                  <a:cubicBezTo>
                    <a:pt x="3" y="176"/>
                    <a:pt x="0" y="343"/>
                    <a:pt x="176" y="444"/>
                  </a:cubicBezTo>
                  <a:cubicBezTo>
                    <a:pt x="263" y="495"/>
                    <a:pt x="377" y="521"/>
                    <a:pt x="493" y="521"/>
                  </a:cubicBezTo>
                  <a:cubicBezTo>
                    <a:pt x="608" y="521"/>
                    <a:pt x="723" y="495"/>
                    <a:pt x="811" y="444"/>
                  </a:cubicBezTo>
                  <a:cubicBezTo>
                    <a:pt x="986" y="342"/>
                    <a:pt x="986" y="176"/>
                    <a:pt x="812" y="77"/>
                  </a:cubicBezTo>
                  <a:cubicBezTo>
                    <a:pt x="725" y="26"/>
                    <a:pt x="610" y="1"/>
                    <a:pt x="495" y="1"/>
                  </a:cubicBezTo>
                  <a:close/>
                </a:path>
              </a:pathLst>
            </a:custGeom>
            <a:solidFill>
              <a:srgbClr val="DD4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0"/>
            <p:cNvSpPr/>
            <p:nvPr/>
          </p:nvSpPr>
          <p:spPr>
            <a:xfrm>
              <a:off x="907643" y="1829186"/>
              <a:ext cx="24639" cy="17447"/>
            </a:xfrm>
            <a:custGeom>
              <a:avLst/>
              <a:gdLst/>
              <a:ahLst/>
              <a:cxnLst/>
              <a:rect l="l" t="t" r="r" b="b"/>
              <a:pathLst>
                <a:path w="716" h="507" extrusionOk="0">
                  <a:moveTo>
                    <a:pt x="716" y="0"/>
                  </a:moveTo>
                  <a:lnTo>
                    <a:pt x="58" y="382"/>
                  </a:lnTo>
                  <a:cubicBezTo>
                    <a:pt x="58" y="441"/>
                    <a:pt x="37" y="484"/>
                    <a:pt x="5" y="504"/>
                  </a:cubicBezTo>
                  <a:lnTo>
                    <a:pt x="5" y="504"/>
                  </a:lnTo>
                  <a:lnTo>
                    <a:pt x="660" y="122"/>
                  </a:lnTo>
                  <a:cubicBezTo>
                    <a:pt x="695" y="103"/>
                    <a:pt x="716" y="60"/>
                    <a:pt x="716" y="0"/>
                  </a:cubicBezTo>
                  <a:close/>
                  <a:moveTo>
                    <a:pt x="5" y="504"/>
                  </a:moveTo>
                  <a:lnTo>
                    <a:pt x="0" y="507"/>
                  </a:lnTo>
                  <a:cubicBezTo>
                    <a:pt x="2" y="506"/>
                    <a:pt x="4" y="505"/>
                    <a:pt x="5" y="504"/>
                  </a:cubicBezTo>
                  <a:close/>
                </a:path>
              </a:pathLst>
            </a:custGeom>
            <a:solidFill>
              <a:srgbClr val="991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0"/>
            <p:cNvSpPr/>
            <p:nvPr/>
          </p:nvSpPr>
          <p:spPr>
            <a:xfrm>
              <a:off x="898282" y="1816935"/>
              <a:ext cx="27427" cy="14144"/>
            </a:xfrm>
            <a:custGeom>
              <a:avLst/>
              <a:gdLst/>
              <a:ahLst/>
              <a:cxnLst/>
              <a:rect l="l" t="t" r="r" b="b"/>
              <a:pathLst>
                <a:path w="797" h="411" extrusionOk="0">
                  <a:moveTo>
                    <a:pt x="1" y="396"/>
                  </a:moveTo>
                  <a:cubicBezTo>
                    <a:pt x="1" y="396"/>
                    <a:pt x="1" y="396"/>
                    <a:pt x="0" y="396"/>
                  </a:cubicBezTo>
                  <a:lnTo>
                    <a:pt x="1" y="396"/>
                  </a:lnTo>
                  <a:close/>
                  <a:moveTo>
                    <a:pt x="711" y="0"/>
                  </a:moveTo>
                  <a:cubicBezTo>
                    <a:pt x="692" y="0"/>
                    <a:pt x="675" y="5"/>
                    <a:pt x="660" y="14"/>
                  </a:cubicBezTo>
                  <a:lnTo>
                    <a:pt x="1" y="396"/>
                  </a:lnTo>
                  <a:lnTo>
                    <a:pt x="1" y="396"/>
                  </a:lnTo>
                  <a:cubicBezTo>
                    <a:pt x="15" y="387"/>
                    <a:pt x="32" y="383"/>
                    <a:pt x="50" y="383"/>
                  </a:cubicBezTo>
                  <a:cubicBezTo>
                    <a:pt x="77" y="383"/>
                    <a:pt x="106" y="392"/>
                    <a:pt x="138" y="411"/>
                  </a:cubicBezTo>
                  <a:lnTo>
                    <a:pt x="796" y="29"/>
                  </a:lnTo>
                  <a:cubicBezTo>
                    <a:pt x="767" y="9"/>
                    <a:pt x="737" y="0"/>
                    <a:pt x="7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0"/>
            <p:cNvSpPr/>
            <p:nvPr/>
          </p:nvSpPr>
          <p:spPr>
            <a:xfrm>
              <a:off x="903066" y="1817864"/>
              <a:ext cx="40572" cy="23504"/>
            </a:xfrm>
            <a:custGeom>
              <a:avLst/>
              <a:gdLst/>
              <a:ahLst/>
              <a:cxnLst/>
              <a:rect l="l" t="t" r="r" b="b"/>
              <a:pathLst>
                <a:path w="1179" h="683" extrusionOk="0">
                  <a:moveTo>
                    <a:pt x="659" y="0"/>
                  </a:moveTo>
                  <a:lnTo>
                    <a:pt x="0" y="384"/>
                  </a:lnTo>
                  <a:lnTo>
                    <a:pt x="518" y="682"/>
                  </a:lnTo>
                  <a:lnTo>
                    <a:pt x="1178" y="300"/>
                  </a:lnTo>
                  <a:lnTo>
                    <a:pt x="65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0"/>
            <p:cNvSpPr/>
            <p:nvPr/>
          </p:nvSpPr>
          <p:spPr>
            <a:xfrm>
              <a:off x="920926" y="1828085"/>
              <a:ext cx="29285" cy="28872"/>
            </a:xfrm>
            <a:custGeom>
              <a:avLst/>
              <a:gdLst/>
              <a:ahLst/>
              <a:cxnLst/>
              <a:rect l="l" t="t" r="r" b="b"/>
              <a:pathLst>
                <a:path w="851" h="839" extrusionOk="0">
                  <a:moveTo>
                    <a:pt x="659" y="0"/>
                  </a:moveTo>
                  <a:lnTo>
                    <a:pt x="1" y="384"/>
                  </a:lnTo>
                  <a:cubicBezTo>
                    <a:pt x="106" y="444"/>
                    <a:pt x="192" y="591"/>
                    <a:pt x="192" y="714"/>
                  </a:cubicBezTo>
                  <a:cubicBezTo>
                    <a:pt x="188" y="776"/>
                    <a:pt x="169" y="818"/>
                    <a:pt x="134" y="839"/>
                  </a:cubicBezTo>
                  <a:lnTo>
                    <a:pt x="794" y="454"/>
                  </a:lnTo>
                  <a:cubicBezTo>
                    <a:pt x="829" y="435"/>
                    <a:pt x="851" y="392"/>
                    <a:pt x="851" y="332"/>
                  </a:cubicBezTo>
                  <a:cubicBezTo>
                    <a:pt x="851" y="209"/>
                    <a:pt x="764" y="63"/>
                    <a:pt x="6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0"/>
            <p:cNvSpPr/>
            <p:nvPr/>
          </p:nvSpPr>
          <p:spPr>
            <a:xfrm>
              <a:off x="896458" y="1830115"/>
              <a:ext cx="31006" cy="27324"/>
            </a:xfrm>
            <a:custGeom>
              <a:avLst/>
              <a:gdLst/>
              <a:ahLst/>
              <a:cxnLst/>
              <a:rect l="l" t="t" r="r" b="b"/>
              <a:pathLst>
                <a:path w="901" h="794" extrusionOk="0">
                  <a:moveTo>
                    <a:pt x="105" y="1"/>
                  </a:moveTo>
                  <a:cubicBezTo>
                    <a:pt x="43" y="1"/>
                    <a:pt x="1" y="51"/>
                    <a:pt x="1" y="137"/>
                  </a:cubicBezTo>
                  <a:cubicBezTo>
                    <a:pt x="1" y="259"/>
                    <a:pt x="84" y="408"/>
                    <a:pt x="191" y="468"/>
                  </a:cubicBezTo>
                  <a:cubicBezTo>
                    <a:pt x="222" y="486"/>
                    <a:pt x="251" y="494"/>
                    <a:pt x="276" y="494"/>
                  </a:cubicBezTo>
                  <a:cubicBezTo>
                    <a:pt x="339" y="494"/>
                    <a:pt x="383" y="444"/>
                    <a:pt x="383" y="358"/>
                  </a:cubicBezTo>
                  <a:lnTo>
                    <a:pt x="517" y="437"/>
                  </a:lnTo>
                  <a:cubicBezTo>
                    <a:pt x="517" y="557"/>
                    <a:pt x="603" y="708"/>
                    <a:pt x="707" y="768"/>
                  </a:cubicBezTo>
                  <a:cubicBezTo>
                    <a:pt x="738" y="785"/>
                    <a:pt x="768" y="794"/>
                    <a:pt x="794" y="794"/>
                  </a:cubicBezTo>
                  <a:cubicBezTo>
                    <a:pt x="857" y="794"/>
                    <a:pt x="900" y="744"/>
                    <a:pt x="900" y="658"/>
                  </a:cubicBezTo>
                  <a:cubicBezTo>
                    <a:pt x="900" y="535"/>
                    <a:pt x="814" y="387"/>
                    <a:pt x="707" y="328"/>
                  </a:cubicBezTo>
                  <a:lnTo>
                    <a:pt x="192" y="28"/>
                  </a:lnTo>
                  <a:cubicBezTo>
                    <a:pt x="161" y="10"/>
                    <a:pt x="131" y="1"/>
                    <a:pt x="10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0"/>
            <p:cNvSpPr/>
            <p:nvPr/>
          </p:nvSpPr>
          <p:spPr>
            <a:xfrm>
              <a:off x="989441" y="1834210"/>
              <a:ext cx="31178" cy="86926"/>
            </a:xfrm>
            <a:custGeom>
              <a:avLst/>
              <a:gdLst/>
              <a:ahLst/>
              <a:cxnLst/>
              <a:rect l="l" t="t" r="r" b="b"/>
              <a:pathLst>
                <a:path w="906" h="2526" extrusionOk="0">
                  <a:moveTo>
                    <a:pt x="1" y="2"/>
                  </a:moveTo>
                  <a:cubicBezTo>
                    <a:pt x="1" y="2"/>
                    <a:pt x="1" y="3"/>
                    <a:pt x="1" y="3"/>
                  </a:cubicBezTo>
                  <a:lnTo>
                    <a:pt x="1" y="3"/>
                  </a:lnTo>
                  <a:lnTo>
                    <a:pt x="1" y="2"/>
                  </a:lnTo>
                  <a:close/>
                  <a:moveTo>
                    <a:pt x="901" y="1"/>
                  </a:moveTo>
                  <a:cubicBezTo>
                    <a:pt x="901" y="68"/>
                    <a:pt x="857" y="134"/>
                    <a:pt x="768" y="185"/>
                  </a:cubicBezTo>
                  <a:cubicBezTo>
                    <a:pt x="680" y="236"/>
                    <a:pt x="565" y="262"/>
                    <a:pt x="450" y="262"/>
                  </a:cubicBezTo>
                  <a:cubicBezTo>
                    <a:pt x="334" y="262"/>
                    <a:pt x="220" y="236"/>
                    <a:pt x="133" y="185"/>
                  </a:cubicBezTo>
                  <a:cubicBezTo>
                    <a:pt x="45" y="136"/>
                    <a:pt x="1" y="69"/>
                    <a:pt x="1" y="3"/>
                  </a:cubicBezTo>
                  <a:lnTo>
                    <a:pt x="1" y="3"/>
                  </a:lnTo>
                  <a:lnTo>
                    <a:pt x="7" y="2266"/>
                  </a:lnTo>
                  <a:cubicBezTo>
                    <a:pt x="7" y="2331"/>
                    <a:pt x="51" y="2397"/>
                    <a:pt x="137" y="2448"/>
                  </a:cubicBezTo>
                  <a:cubicBezTo>
                    <a:pt x="225" y="2500"/>
                    <a:pt x="339" y="2525"/>
                    <a:pt x="454" y="2525"/>
                  </a:cubicBezTo>
                  <a:cubicBezTo>
                    <a:pt x="568" y="2525"/>
                    <a:pt x="683" y="2500"/>
                    <a:pt x="770" y="2448"/>
                  </a:cubicBezTo>
                  <a:cubicBezTo>
                    <a:pt x="858" y="2397"/>
                    <a:pt x="905" y="2330"/>
                    <a:pt x="905" y="2264"/>
                  </a:cubicBezTo>
                  <a:lnTo>
                    <a:pt x="9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0"/>
            <p:cNvSpPr/>
            <p:nvPr/>
          </p:nvSpPr>
          <p:spPr>
            <a:xfrm>
              <a:off x="1011499" y="1834279"/>
              <a:ext cx="9119" cy="86066"/>
            </a:xfrm>
            <a:custGeom>
              <a:avLst/>
              <a:gdLst/>
              <a:ahLst/>
              <a:cxnLst/>
              <a:rect l="l" t="t" r="r" b="b"/>
              <a:pathLst>
                <a:path w="265" h="2501" extrusionOk="0">
                  <a:moveTo>
                    <a:pt x="258" y="0"/>
                  </a:moveTo>
                  <a:cubicBezTo>
                    <a:pt x="258" y="66"/>
                    <a:pt x="214" y="133"/>
                    <a:pt x="125" y="185"/>
                  </a:cubicBezTo>
                  <a:cubicBezTo>
                    <a:pt x="89" y="205"/>
                    <a:pt x="46" y="221"/>
                    <a:pt x="1" y="234"/>
                  </a:cubicBezTo>
                  <a:lnTo>
                    <a:pt x="1" y="2501"/>
                  </a:lnTo>
                  <a:cubicBezTo>
                    <a:pt x="46" y="2487"/>
                    <a:pt x="91" y="2471"/>
                    <a:pt x="129" y="2449"/>
                  </a:cubicBezTo>
                  <a:cubicBezTo>
                    <a:pt x="220" y="2398"/>
                    <a:pt x="264" y="2329"/>
                    <a:pt x="264" y="2264"/>
                  </a:cubicBezTo>
                  <a:lnTo>
                    <a:pt x="258"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0"/>
            <p:cNvSpPr/>
            <p:nvPr/>
          </p:nvSpPr>
          <p:spPr>
            <a:xfrm>
              <a:off x="987961" y="1825297"/>
              <a:ext cx="34000" cy="17929"/>
            </a:xfrm>
            <a:custGeom>
              <a:avLst/>
              <a:gdLst/>
              <a:ahLst/>
              <a:cxnLst/>
              <a:rect l="l" t="t" r="r" b="b"/>
              <a:pathLst>
                <a:path w="988" h="521" extrusionOk="0">
                  <a:moveTo>
                    <a:pt x="493" y="1"/>
                  </a:moveTo>
                  <a:cubicBezTo>
                    <a:pt x="379" y="1"/>
                    <a:pt x="265" y="26"/>
                    <a:pt x="177" y="77"/>
                  </a:cubicBezTo>
                  <a:cubicBezTo>
                    <a:pt x="1" y="176"/>
                    <a:pt x="0" y="343"/>
                    <a:pt x="176" y="444"/>
                  </a:cubicBezTo>
                  <a:cubicBezTo>
                    <a:pt x="263" y="495"/>
                    <a:pt x="377" y="521"/>
                    <a:pt x="493" y="521"/>
                  </a:cubicBezTo>
                  <a:cubicBezTo>
                    <a:pt x="608" y="521"/>
                    <a:pt x="723" y="495"/>
                    <a:pt x="811" y="444"/>
                  </a:cubicBezTo>
                  <a:cubicBezTo>
                    <a:pt x="986" y="342"/>
                    <a:pt x="988" y="176"/>
                    <a:pt x="812" y="77"/>
                  </a:cubicBezTo>
                  <a:cubicBezTo>
                    <a:pt x="724" y="26"/>
                    <a:pt x="609" y="1"/>
                    <a:pt x="493" y="1"/>
                  </a:cubicBezTo>
                  <a:close/>
                </a:path>
              </a:pathLst>
            </a:custGeom>
            <a:solidFill>
              <a:srgbClr val="DD4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0"/>
            <p:cNvSpPr/>
            <p:nvPr/>
          </p:nvSpPr>
          <p:spPr>
            <a:xfrm>
              <a:off x="989407" y="1829186"/>
              <a:ext cx="24708" cy="17447"/>
            </a:xfrm>
            <a:custGeom>
              <a:avLst/>
              <a:gdLst/>
              <a:ahLst/>
              <a:cxnLst/>
              <a:rect l="l" t="t" r="r" b="b"/>
              <a:pathLst>
                <a:path w="718" h="507" extrusionOk="0">
                  <a:moveTo>
                    <a:pt x="717" y="0"/>
                  </a:moveTo>
                  <a:lnTo>
                    <a:pt x="56" y="382"/>
                  </a:lnTo>
                  <a:cubicBezTo>
                    <a:pt x="57" y="441"/>
                    <a:pt x="37" y="484"/>
                    <a:pt x="5" y="504"/>
                  </a:cubicBezTo>
                  <a:lnTo>
                    <a:pt x="5" y="504"/>
                  </a:lnTo>
                  <a:lnTo>
                    <a:pt x="660" y="122"/>
                  </a:lnTo>
                  <a:cubicBezTo>
                    <a:pt x="695" y="103"/>
                    <a:pt x="714" y="60"/>
                    <a:pt x="717" y="0"/>
                  </a:cubicBezTo>
                  <a:close/>
                  <a:moveTo>
                    <a:pt x="5" y="504"/>
                  </a:moveTo>
                  <a:lnTo>
                    <a:pt x="0" y="507"/>
                  </a:lnTo>
                  <a:cubicBezTo>
                    <a:pt x="2" y="506"/>
                    <a:pt x="4" y="505"/>
                    <a:pt x="5" y="504"/>
                  </a:cubicBezTo>
                  <a:close/>
                </a:path>
              </a:pathLst>
            </a:custGeom>
            <a:solidFill>
              <a:srgbClr val="991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0"/>
            <p:cNvSpPr/>
            <p:nvPr/>
          </p:nvSpPr>
          <p:spPr>
            <a:xfrm>
              <a:off x="980081" y="1816935"/>
              <a:ext cx="27496" cy="14144"/>
            </a:xfrm>
            <a:custGeom>
              <a:avLst/>
              <a:gdLst/>
              <a:ahLst/>
              <a:cxnLst/>
              <a:rect l="l" t="t" r="r" b="b"/>
              <a:pathLst>
                <a:path w="799" h="411" extrusionOk="0">
                  <a:moveTo>
                    <a:pt x="1" y="396"/>
                  </a:moveTo>
                  <a:lnTo>
                    <a:pt x="1" y="396"/>
                  </a:lnTo>
                  <a:cubicBezTo>
                    <a:pt x="1" y="396"/>
                    <a:pt x="1" y="396"/>
                    <a:pt x="1" y="396"/>
                  </a:cubicBezTo>
                  <a:lnTo>
                    <a:pt x="1" y="396"/>
                  </a:lnTo>
                  <a:close/>
                  <a:moveTo>
                    <a:pt x="710" y="0"/>
                  </a:moveTo>
                  <a:cubicBezTo>
                    <a:pt x="691" y="0"/>
                    <a:pt x="674" y="5"/>
                    <a:pt x="659" y="14"/>
                  </a:cubicBezTo>
                  <a:lnTo>
                    <a:pt x="1" y="396"/>
                  </a:lnTo>
                  <a:lnTo>
                    <a:pt x="1" y="396"/>
                  </a:lnTo>
                  <a:cubicBezTo>
                    <a:pt x="16" y="387"/>
                    <a:pt x="32" y="383"/>
                    <a:pt x="50" y="383"/>
                  </a:cubicBezTo>
                  <a:cubicBezTo>
                    <a:pt x="76" y="383"/>
                    <a:pt x="106" y="392"/>
                    <a:pt x="138" y="411"/>
                  </a:cubicBezTo>
                  <a:lnTo>
                    <a:pt x="798" y="29"/>
                  </a:lnTo>
                  <a:cubicBezTo>
                    <a:pt x="766" y="9"/>
                    <a:pt x="736" y="0"/>
                    <a:pt x="710" y="0"/>
                  </a:cubicBezTo>
                  <a:close/>
                </a:path>
              </a:pathLst>
            </a:custGeom>
            <a:solidFill>
              <a:srgbClr val="991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0"/>
            <p:cNvSpPr/>
            <p:nvPr/>
          </p:nvSpPr>
          <p:spPr>
            <a:xfrm>
              <a:off x="984727" y="1817864"/>
              <a:ext cx="40572" cy="23504"/>
            </a:xfrm>
            <a:custGeom>
              <a:avLst/>
              <a:gdLst/>
              <a:ahLst/>
              <a:cxnLst/>
              <a:rect l="l" t="t" r="r" b="b"/>
              <a:pathLst>
                <a:path w="1179" h="683" extrusionOk="0">
                  <a:moveTo>
                    <a:pt x="662" y="0"/>
                  </a:moveTo>
                  <a:lnTo>
                    <a:pt x="0" y="384"/>
                  </a:lnTo>
                  <a:lnTo>
                    <a:pt x="520" y="682"/>
                  </a:lnTo>
                  <a:lnTo>
                    <a:pt x="1178" y="300"/>
                  </a:lnTo>
                  <a:lnTo>
                    <a:pt x="662" y="0"/>
                  </a:lnTo>
                  <a:close/>
                </a:path>
              </a:pathLst>
            </a:custGeom>
            <a:solidFill>
              <a:srgbClr val="991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0"/>
            <p:cNvSpPr/>
            <p:nvPr/>
          </p:nvSpPr>
          <p:spPr>
            <a:xfrm>
              <a:off x="1002655" y="1828085"/>
              <a:ext cx="29319" cy="28872"/>
            </a:xfrm>
            <a:custGeom>
              <a:avLst/>
              <a:gdLst/>
              <a:ahLst/>
              <a:cxnLst/>
              <a:rect l="l" t="t" r="r" b="b"/>
              <a:pathLst>
                <a:path w="852" h="839" extrusionOk="0">
                  <a:moveTo>
                    <a:pt x="659" y="0"/>
                  </a:moveTo>
                  <a:lnTo>
                    <a:pt x="0" y="384"/>
                  </a:lnTo>
                  <a:cubicBezTo>
                    <a:pt x="107" y="444"/>
                    <a:pt x="193" y="591"/>
                    <a:pt x="190" y="714"/>
                  </a:cubicBezTo>
                  <a:cubicBezTo>
                    <a:pt x="189" y="776"/>
                    <a:pt x="167" y="818"/>
                    <a:pt x="135" y="839"/>
                  </a:cubicBezTo>
                  <a:lnTo>
                    <a:pt x="795" y="454"/>
                  </a:lnTo>
                  <a:cubicBezTo>
                    <a:pt x="830" y="435"/>
                    <a:pt x="852" y="392"/>
                    <a:pt x="852" y="332"/>
                  </a:cubicBezTo>
                  <a:cubicBezTo>
                    <a:pt x="852" y="209"/>
                    <a:pt x="765" y="63"/>
                    <a:pt x="6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0"/>
            <p:cNvSpPr/>
            <p:nvPr/>
          </p:nvSpPr>
          <p:spPr>
            <a:xfrm>
              <a:off x="978119" y="1830115"/>
              <a:ext cx="31040" cy="27324"/>
            </a:xfrm>
            <a:custGeom>
              <a:avLst/>
              <a:gdLst/>
              <a:ahLst/>
              <a:cxnLst/>
              <a:rect l="l" t="t" r="r" b="b"/>
              <a:pathLst>
                <a:path w="902" h="794" extrusionOk="0">
                  <a:moveTo>
                    <a:pt x="106" y="1"/>
                  </a:moveTo>
                  <a:cubicBezTo>
                    <a:pt x="44" y="1"/>
                    <a:pt x="1" y="51"/>
                    <a:pt x="1" y="137"/>
                  </a:cubicBezTo>
                  <a:cubicBezTo>
                    <a:pt x="1" y="259"/>
                    <a:pt x="87" y="408"/>
                    <a:pt x="192" y="468"/>
                  </a:cubicBezTo>
                  <a:cubicBezTo>
                    <a:pt x="224" y="486"/>
                    <a:pt x="253" y="494"/>
                    <a:pt x="279" y="494"/>
                  </a:cubicBezTo>
                  <a:cubicBezTo>
                    <a:pt x="342" y="494"/>
                    <a:pt x="386" y="444"/>
                    <a:pt x="386" y="358"/>
                  </a:cubicBezTo>
                  <a:lnTo>
                    <a:pt x="520" y="437"/>
                  </a:lnTo>
                  <a:cubicBezTo>
                    <a:pt x="520" y="557"/>
                    <a:pt x="606" y="708"/>
                    <a:pt x="710" y="768"/>
                  </a:cubicBezTo>
                  <a:cubicBezTo>
                    <a:pt x="741" y="785"/>
                    <a:pt x="771" y="794"/>
                    <a:pt x="796" y="794"/>
                  </a:cubicBezTo>
                  <a:cubicBezTo>
                    <a:pt x="859" y="794"/>
                    <a:pt x="902" y="744"/>
                    <a:pt x="902" y="658"/>
                  </a:cubicBezTo>
                  <a:cubicBezTo>
                    <a:pt x="902" y="535"/>
                    <a:pt x="817" y="387"/>
                    <a:pt x="712" y="328"/>
                  </a:cubicBezTo>
                  <a:lnTo>
                    <a:pt x="192" y="28"/>
                  </a:lnTo>
                  <a:cubicBezTo>
                    <a:pt x="161" y="10"/>
                    <a:pt x="132" y="1"/>
                    <a:pt x="1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0"/>
            <p:cNvSpPr/>
            <p:nvPr/>
          </p:nvSpPr>
          <p:spPr>
            <a:xfrm>
              <a:off x="947320" y="1857886"/>
              <a:ext cx="31109" cy="86857"/>
            </a:xfrm>
            <a:custGeom>
              <a:avLst/>
              <a:gdLst/>
              <a:ahLst/>
              <a:cxnLst/>
              <a:rect l="l" t="t" r="r" b="b"/>
              <a:pathLst>
                <a:path w="904" h="2524" extrusionOk="0">
                  <a:moveTo>
                    <a:pt x="0" y="2"/>
                  </a:moveTo>
                  <a:cubicBezTo>
                    <a:pt x="0" y="2"/>
                    <a:pt x="0" y="2"/>
                    <a:pt x="0" y="2"/>
                  </a:cubicBezTo>
                  <a:lnTo>
                    <a:pt x="0" y="2"/>
                  </a:lnTo>
                  <a:lnTo>
                    <a:pt x="0" y="2"/>
                  </a:lnTo>
                  <a:close/>
                  <a:moveTo>
                    <a:pt x="896" y="0"/>
                  </a:moveTo>
                  <a:cubicBezTo>
                    <a:pt x="896" y="66"/>
                    <a:pt x="852" y="134"/>
                    <a:pt x="763" y="185"/>
                  </a:cubicBezTo>
                  <a:cubicBezTo>
                    <a:pt x="675" y="236"/>
                    <a:pt x="560" y="262"/>
                    <a:pt x="445" y="262"/>
                  </a:cubicBezTo>
                  <a:cubicBezTo>
                    <a:pt x="330" y="262"/>
                    <a:pt x="215" y="236"/>
                    <a:pt x="128" y="185"/>
                  </a:cubicBezTo>
                  <a:cubicBezTo>
                    <a:pt x="43" y="135"/>
                    <a:pt x="1" y="70"/>
                    <a:pt x="0" y="2"/>
                  </a:cubicBezTo>
                  <a:lnTo>
                    <a:pt x="0" y="2"/>
                  </a:lnTo>
                  <a:lnTo>
                    <a:pt x="5" y="2265"/>
                  </a:lnTo>
                  <a:cubicBezTo>
                    <a:pt x="5" y="2331"/>
                    <a:pt x="49" y="2397"/>
                    <a:pt x="135" y="2448"/>
                  </a:cubicBezTo>
                  <a:cubicBezTo>
                    <a:pt x="222" y="2499"/>
                    <a:pt x="337" y="2524"/>
                    <a:pt x="452" y="2524"/>
                  </a:cubicBezTo>
                  <a:cubicBezTo>
                    <a:pt x="567" y="2524"/>
                    <a:pt x="682" y="2499"/>
                    <a:pt x="770" y="2448"/>
                  </a:cubicBezTo>
                  <a:cubicBezTo>
                    <a:pt x="858" y="2397"/>
                    <a:pt x="903" y="2330"/>
                    <a:pt x="902" y="2264"/>
                  </a:cubicBezTo>
                  <a:lnTo>
                    <a:pt x="8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0"/>
            <p:cNvSpPr/>
            <p:nvPr/>
          </p:nvSpPr>
          <p:spPr>
            <a:xfrm>
              <a:off x="969379" y="1857989"/>
              <a:ext cx="9085" cy="86066"/>
            </a:xfrm>
            <a:custGeom>
              <a:avLst/>
              <a:gdLst/>
              <a:ahLst/>
              <a:cxnLst/>
              <a:rect l="l" t="t" r="r" b="b"/>
              <a:pathLst>
                <a:path w="264" h="2501" extrusionOk="0">
                  <a:moveTo>
                    <a:pt x="259" y="0"/>
                  </a:moveTo>
                  <a:cubicBezTo>
                    <a:pt x="259" y="66"/>
                    <a:pt x="212" y="133"/>
                    <a:pt x="125" y="185"/>
                  </a:cubicBezTo>
                  <a:cubicBezTo>
                    <a:pt x="88" y="205"/>
                    <a:pt x="47" y="221"/>
                    <a:pt x="0" y="234"/>
                  </a:cubicBezTo>
                  <a:lnTo>
                    <a:pt x="3" y="234"/>
                  </a:lnTo>
                  <a:lnTo>
                    <a:pt x="3" y="2501"/>
                  </a:lnTo>
                  <a:cubicBezTo>
                    <a:pt x="48" y="2488"/>
                    <a:pt x="94" y="2471"/>
                    <a:pt x="132" y="2449"/>
                  </a:cubicBezTo>
                  <a:cubicBezTo>
                    <a:pt x="220" y="2398"/>
                    <a:pt x="264" y="2329"/>
                    <a:pt x="264" y="2265"/>
                  </a:cubicBezTo>
                  <a:lnTo>
                    <a:pt x="259"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0"/>
            <p:cNvSpPr/>
            <p:nvPr/>
          </p:nvSpPr>
          <p:spPr>
            <a:xfrm>
              <a:off x="945806" y="1848973"/>
              <a:ext cx="33965" cy="17894"/>
            </a:xfrm>
            <a:custGeom>
              <a:avLst/>
              <a:gdLst/>
              <a:ahLst/>
              <a:cxnLst/>
              <a:rect l="l" t="t" r="r" b="b"/>
              <a:pathLst>
                <a:path w="987" h="520" extrusionOk="0">
                  <a:moveTo>
                    <a:pt x="495" y="1"/>
                  </a:moveTo>
                  <a:cubicBezTo>
                    <a:pt x="380" y="1"/>
                    <a:pt x="265" y="26"/>
                    <a:pt x="177" y="77"/>
                  </a:cubicBezTo>
                  <a:cubicBezTo>
                    <a:pt x="2" y="177"/>
                    <a:pt x="0" y="343"/>
                    <a:pt x="176" y="444"/>
                  </a:cubicBezTo>
                  <a:cubicBezTo>
                    <a:pt x="263" y="495"/>
                    <a:pt x="377" y="519"/>
                    <a:pt x="490" y="519"/>
                  </a:cubicBezTo>
                  <a:cubicBezTo>
                    <a:pt x="606" y="519"/>
                    <a:pt x="721" y="494"/>
                    <a:pt x="810" y="444"/>
                  </a:cubicBezTo>
                  <a:cubicBezTo>
                    <a:pt x="985" y="343"/>
                    <a:pt x="987" y="177"/>
                    <a:pt x="811" y="77"/>
                  </a:cubicBezTo>
                  <a:cubicBezTo>
                    <a:pt x="725" y="26"/>
                    <a:pt x="610" y="1"/>
                    <a:pt x="495" y="1"/>
                  </a:cubicBezTo>
                  <a:close/>
                </a:path>
              </a:pathLst>
            </a:custGeom>
            <a:solidFill>
              <a:srgbClr val="DD4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0"/>
            <p:cNvSpPr/>
            <p:nvPr/>
          </p:nvSpPr>
          <p:spPr>
            <a:xfrm>
              <a:off x="947217" y="1852896"/>
              <a:ext cx="24708" cy="17447"/>
            </a:xfrm>
            <a:custGeom>
              <a:avLst/>
              <a:gdLst/>
              <a:ahLst/>
              <a:cxnLst/>
              <a:rect l="l" t="t" r="r" b="b"/>
              <a:pathLst>
                <a:path w="718" h="507" extrusionOk="0">
                  <a:moveTo>
                    <a:pt x="717" y="1"/>
                  </a:moveTo>
                  <a:lnTo>
                    <a:pt x="57" y="382"/>
                  </a:lnTo>
                  <a:cubicBezTo>
                    <a:pt x="57" y="442"/>
                    <a:pt x="36" y="486"/>
                    <a:pt x="0" y="507"/>
                  </a:cubicBezTo>
                  <a:lnTo>
                    <a:pt x="660" y="123"/>
                  </a:lnTo>
                  <a:cubicBezTo>
                    <a:pt x="695" y="103"/>
                    <a:pt x="717" y="61"/>
                    <a:pt x="717" y="1"/>
                  </a:cubicBezTo>
                  <a:close/>
                </a:path>
              </a:pathLst>
            </a:custGeom>
            <a:solidFill>
              <a:srgbClr val="991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0"/>
            <p:cNvSpPr/>
            <p:nvPr/>
          </p:nvSpPr>
          <p:spPr>
            <a:xfrm>
              <a:off x="937857" y="1840611"/>
              <a:ext cx="27461" cy="14144"/>
            </a:xfrm>
            <a:custGeom>
              <a:avLst/>
              <a:gdLst/>
              <a:ahLst/>
              <a:cxnLst/>
              <a:rect l="l" t="t" r="r" b="b"/>
              <a:pathLst>
                <a:path w="798" h="411" extrusionOk="0">
                  <a:moveTo>
                    <a:pt x="713" y="0"/>
                  </a:moveTo>
                  <a:cubicBezTo>
                    <a:pt x="693" y="0"/>
                    <a:pt x="675" y="5"/>
                    <a:pt x="660" y="14"/>
                  </a:cubicBezTo>
                  <a:lnTo>
                    <a:pt x="0" y="397"/>
                  </a:lnTo>
                  <a:cubicBezTo>
                    <a:pt x="15" y="389"/>
                    <a:pt x="33" y="385"/>
                    <a:pt x="52" y="385"/>
                  </a:cubicBezTo>
                  <a:cubicBezTo>
                    <a:pt x="78" y="385"/>
                    <a:pt x="108" y="393"/>
                    <a:pt x="138" y="410"/>
                  </a:cubicBezTo>
                  <a:lnTo>
                    <a:pt x="798" y="27"/>
                  </a:lnTo>
                  <a:cubicBezTo>
                    <a:pt x="768" y="9"/>
                    <a:pt x="739" y="0"/>
                    <a:pt x="7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0"/>
            <p:cNvSpPr/>
            <p:nvPr/>
          </p:nvSpPr>
          <p:spPr>
            <a:xfrm>
              <a:off x="942640" y="1841505"/>
              <a:ext cx="40504" cy="23504"/>
            </a:xfrm>
            <a:custGeom>
              <a:avLst/>
              <a:gdLst/>
              <a:ahLst/>
              <a:cxnLst/>
              <a:rect l="l" t="t" r="r" b="b"/>
              <a:pathLst>
                <a:path w="1177" h="683" extrusionOk="0">
                  <a:moveTo>
                    <a:pt x="659" y="1"/>
                  </a:moveTo>
                  <a:lnTo>
                    <a:pt x="0" y="384"/>
                  </a:lnTo>
                  <a:lnTo>
                    <a:pt x="518" y="683"/>
                  </a:lnTo>
                  <a:lnTo>
                    <a:pt x="1177" y="301"/>
                  </a:lnTo>
                  <a:lnTo>
                    <a:pt x="65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0"/>
            <p:cNvSpPr/>
            <p:nvPr/>
          </p:nvSpPr>
          <p:spPr>
            <a:xfrm>
              <a:off x="960397" y="1851829"/>
              <a:ext cx="29354" cy="28803"/>
            </a:xfrm>
            <a:custGeom>
              <a:avLst/>
              <a:gdLst/>
              <a:ahLst/>
              <a:cxnLst/>
              <a:rect l="l" t="t" r="r" b="b"/>
              <a:pathLst>
                <a:path w="853" h="837" extrusionOk="0">
                  <a:moveTo>
                    <a:pt x="661" y="1"/>
                  </a:moveTo>
                  <a:lnTo>
                    <a:pt x="1" y="384"/>
                  </a:lnTo>
                  <a:cubicBezTo>
                    <a:pt x="106" y="444"/>
                    <a:pt x="192" y="593"/>
                    <a:pt x="191" y="715"/>
                  </a:cubicBezTo>
                  <a:cubicBezTo>
                    <a:pt x="192" y="771"/>
                    <a:pt x="174" y="814"/>
                    <a:pt x="141" y="834"/>
                  </a:cubicBezTo>
                  <a:lnTo>
                    <a:pt x="141" y="834"/>
                  </a:lnTo>
                  <a:lnTo>
                    <a:pt x="795" y="454"/>
                  </a:lnTo>
                  <a:cubicBezTo>
                    <a:pt x="830" y="434"/>
                    <a:pt x="852" y="391"/>
                    <a:pt x="852" y="331"/>
                  </a:cubicBezTo>
                  <a:cubicBezTo>
                    <a:pt x="852" y="209"/>
                    <a:pt x="766" y="62"/>
                    <a:pt x="661" y="1"/>
                  </a:cubicBezTo>
                  <a:close/>
                  <a:moveTo>
                    <a:pt x="141" y="834"/>
                  </a:moveTo>
                  <a:lnTo>
                    <a:pt x="137" y="836"/>
                  </a:lnTo>
                  <a:cubicBezTo>
                    <a:pt x="138" y="835"/>
                    <a:pt x="140" y="835"/>
                    <a:pt x="141" y="83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0"/>
            <p:cNvSpPr/>
            <p:nvPr/>
          </p:nvSpPr>
          <p:spPr>
            <a:xfrm>
              <a:off x="936033" y="1853825"/>
              <a:ext cx="31040" cy="27220"/>
            </a:xfrm>
            <a:custGeom>
              <a:avLst/>
              <a:gdLst/>
              <a:ahLst/>
              <a:cxnLst/>
              <a:rect l="l" t="t" r="r" b="b"/>
              <a:pathLst>
                <a:path w="902" h="791" extrusionOk="0">
                  <a:moveTo>
                    <a:pt x="106" y="0"/>
                  </a:moveTo>
                  <a:cubicBezTo>
                    <a:pt x="44" y="0"/>
                    <a:pt x="1" y="49"/>
                    <a:pt x="1" y="136"/>
                  </a:cubicBezTo>
                  <a:cubicBezTo>
                    <a:pt x="1" y="256"/>
                    <a:pt x="87" y="407"/>
                    <a:pt x="192" y="467"/>
                  </a:cubicBezTo>
                  <a:cubicBezTo>
                    <a:pt x="224" y="484"/>
                    <a:pt x="253" y="493"/>
                    <a:pt x="279" y="493"/>
                  </a:cubicBezTo>
                  <a:cubicBezTo>
                    <a:pt x="342" y="493"/>
                    <a:pt x="384" y="444"/>
                    <a:pt x="384" y="357"/>
                  </a:cubicBezTo>
                  <a:lnTo>
                    <a:pt x="520" y="434"/>
                  </a:lnTo>
                  <a:cubicBezTo>
                    <a:pt x="520" y="557"/>
                    <a:pt x="606" y="705"/>
                    <a:pt x="710" y="765"/>
                  </a:cubicBezTo>
                  <a:cubicBezTo>
                    <a:pt x="741" y="782"/>
                    <a:pt x="769" y="791"/>
                    <a:pt x="795" y="791"/>
                  </a:cubicBezTo>
                  <a:cubicBezTo>
                    <a:pt x="858" y="791"/>
                    <a:pt x="902" y="741"/>
                    <a:pt x="902" y="655"/>
                  </a:cubicBezTo>
                  <a:cubicBezTo>
                    <a:pt x="902" y="532"/>
                    <a:pt x="816" y="385"/>
                    <a:pt x="712" y="325"/>
                  </a:cubicBezTo>
                  <a:lnTo>
                    <a:pt x="192" y="26"/>
                  </a:lnTo>
                  <a:cubicBezTo>
                    <a:pt x="161" y="9"/>
                    <a:pt x="132" y="0"/>
                    <a:pt x="10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0"/>
            <p:cNvSpPr/>
            <p:nvPr/>
          </p:nvSpPr>
          <p:spPr>
            <a:xfrm>
              <a:off x="870339" y="1790885"/>
              <a:ext cx="87442" cy="62493"/>
            </a:xfrm>
            <a:custGeom>
              <a:avLst/>
              <a:gdLst/>
              <a:ahLst/>
              <a:cxnLst/>
              <a:rect l="l" t="t" r="r" b="b"/>
              <a:pathLst>
                <a:path w="2541" h="1816" extrusionOk="0">
                  <a:moveTo>
                    <a:pt x="1214" y="1"/>
                  </a:moveTo>
                  <a:cubicBezTo>
                    <a:pt x="1209" y="1"/>
                    <a:pt x="1204" y="2"/>
                    <a:pt x="1200" y="3"/>
                  </a:cubicBezTo>
                  <a:lnTo>
                    <a:pt x="41" y="275"/>
                  </a:lnTo>
                  <a:cubicBezTo>
                    <a:pt x="2" y="284"/>
                    <a:pt x="0" y="338"/>
                    <a:pt x="41" y="397"/>
                  </a:cubicBezTo>
                  <a:lnTo>
                    <a:pt x="2499" y="1816"/>
                  </a:lnTo>
                  <a:cubicBezTo>
                    <a:pt x="2540" y="1804"/>
                    <a:pt x="2540" y="1750"/>
                    <a:pt x="2499" y="1694"/>
                  </a:cubicBezTo>
                  <a:lnTo>
                    <a:pt x="1346" y="86"/>
                  </a:lnTo>
                  <a:cubicBezTo>
                    <a:pt x="1324" y="57"/>
                    <a:pt x="1297" y="34"/>
                    <a:pt x="1272" y="19"/>
                  </a:cubicBezTo>
                  <a:cubicBezTo>
                    <a:pt x="1250" y="8"/>
                    <a:pt x="1230" y="1"/>
                    <a:pt x="12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0"/>
            <p:cNvSpPr/>
            <p:nvPr/>
          </p:nvSpPr>
          <p:spPr>
            <a:xfrm>
              <a:off x="853753" y="1781765"/>
              <a:ext cx="120444" cy="86031"/>
            </a:xfrm>
            <a:custGeom>
              <a:avLst/>
              <a:gdLst/>
              <a:ahLst/>
              <a:cxnLst/>
              <a:rect l="l" t="t" r="r" b="b"/>
              <a:pathLst>
                <a:path w="3500" h="2500" extrusionOk="0">
                  <a:moveTo>
                    <a:pt x="1696" y="266"/>
                  </a:moveTo>
                  <a:cubicBezTo>
                    <a:pt x="1712" y="266"/>
                    <a:pt x="1732" y="273"/>
                    <a:pt x="1754" y="284"/>
                  </a:cubicBezTo>
                  <a:cubicBezTo>
                    <a:pt x="1779" y="299"/>
                    <a:pt x="1806" y="322"/>
                    <a:pt x="1827" y="351"/>
                  </a:cubicBezTo>
                  <a:lnTo>
                    <a:pt x="2980" y="1959"/>
                  </a:lnTo>
                  <a:cubicBezTo>
                    <a:pt x="3021" y="2015"/>
                    <a:pt x="3021" y="2069"/>
                    <a:pt x="2980" y="2081"/>
                  </a:cubicBezTo>
                  <a:lnTo>
                    <a:pt x="522" y="662"/>
                  </a:lnTo>
                  <a:cubicBezTo>
                    <a:pt x="481" y="603"/>
                    <a:pt x="482" y="549"/>
                    <a:pt x="523" y="540"/>
                  </a:cubicBezTo>
                  <a:lnTo>
                    <a:pt x="1682" y="268"/>
                  </a:lnTo>
                  <a:cubicBezTo>
                    <a:pt x="1686" y="267"/>
                    <a:pt x="1691" y="266"/>
                    <a:pt x="1696" y="266"/>
                  </a:cubicBezTo>
                  <a:close/>
                  <a:moveTo>
                    <a:pt x="1671" y="1"/>
                  </a:moveTo>
                  <a:cubicBezTo>
                    <a:pt x="1664" y="1"/>
                    <a:pt x="1658" y="2"/>
                    <a:pt x="1651" y="3"/>
                  </a:cubicBezTo>
                  <a:lnTo>
                    <a:pt x="54" y="378"/>
                  </a:lnTo>
                  <a:cubicBezTo>
                    <a:pt x="1" y="389"/>
                    <a:pt x="1" y="466"/>
                    <a:pt x="54" y="542"/>
                  </a:cubicBezTo>
                  <a:lnTo>
                    <a:pt x="3444" y="2499"/>
                  </a:lnTo>
                  <a:cubicBezTo>
                    <a:pt x="3498" y="2485"/>
                    <a:pt x="3499" y="2411"/>
                    <a:pt x="3444" y="2334"/>
                  </a:cubicBezTo>
                  <a:lnTo>
                    <a:pt x="1853" y="119"/>
                  </a:lnTo>
                  <a:cubicBezTo>
                    <a:pt x="1827" y="79"/>
                    <a:pt x="1790" y="46"/>
                    <a:pt x="1754" y="27"/>
                  </a:cubicBezTo>
                  <a:cubicBezTo>
                    <a:pt x="1725" y="11"/>
                    <a:pt x="1697" y="1"/>
                    <a:pt x="167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0"/>
            <p:cNvSpPr/>
            <p:nvPr/>
          </p:nvSpPr>
          <p:spPr>
            <a:xfrm>
              <a:off x="855645" y="1725914"/>
              <a:ext cx="214803" cy="141711"/>
            </a:xfrm>
            <a:custGeom>
              <a:avLst/>
              <a:gdLst/>
              <a:ahLst/>
              <a:cxnLst/>
              <a:rect l="l" t="t" r="r" b="b"/>
              <a:pathLst>
                <a:path w="6242" h="4118" extrusionOk="0">
                  <a:moveTo>
                    <a:pt x="4412" y="0"/>
                  </a:moveTo>
                  <a:cubicBezTo>
                    <a:pt x="4406" y="0"/>
                    <a:pt x="4400" y="1"/>
                    <a:pt x="4394" y="2"/>
                  </a:cubicBezTo>
                  <a:lnTo>
                    <a:pt x="2797" y="378"/>
                  </a:lnTo>
                  <a:lnTo>
                    <a:pt x="0" y="2004"/>
                  </a:lnTo>
                  <a:lnTo>
                    <a:pt x="1598" y="1628"/>
                  </a:lnTo>
                  <a:cubicBezTo>
                    <a:pt x="1605" y="1626"/>
                    <a:pt x="1612" y="1625"/>
                    <a:pt x="1619" y="1625"/>
                  </a:cubicBezTo>
                  <a:cubicBezTo>
                    <a:pt x="1644" y="1625"/>
                    <a:pt x="1672" y="1634"/>
                    <a:pt x="1700" y="1651"/>
                  </a:cubicBezTo>
                  <a:cubicBezTo>
                    <a:pt x="1737" y="1672"/>
                    <a:pt x="1773" y="1704"/>
                    <a:pt x="1801" y="1745"/>
                  </a:cubicBezTo>
                  <a:lnTo>
                    <a:pt x="3390" y="3960"/>
                  </a:lnTo>
                  <a:cubicBezTo>
                    <a:pt x="3440" y="4029"/>
                    <a:pt x="3444" y="4094"/>
                    <a:pt x="3405" y="4118"/>
                  </a:cubicBezTo>
                  <a:lnTo>
                    <a:pt x="6201" y="2494"/>
                  </a:lnTo>
                  <a:cubicBezTo>
                    <a:pt x="6242" y="2470"/>
                    <a:pt x="6236" y="2405"/>
                    <a:pt x="6186" y="2336"/>
                  </a:cubicBezTo>
                  <a:lnTo>
                    <a:pt x="4597" y="118"/>
                  </a:lnTo>
                  <a:cubicBezTo>
                    <a:pt x="4569" y="78"/>
                    <a:pt x="4533" y="48"/>
                    <a:pt x="4496" y="26"/>
                  </a:cubicBezTo>
                  <a:cubicBezTo>
                    <a:pt x="4467" y="9"/>
                    <a:pt x="4438" y="0"/>
                    <a:pt x="441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0"/>
            <p:cNvSpPr/>
            <p:nvPr/>
          </p:nvSpPr>
          <p:spPr>
            <a:xfrm>
              <a:off x="1783165" y="2545172"/>
              <a:ext cx="290201" cy="167727"/>
            </a:xfrm>
            <a:custGeom>
              <a:avLst/>
              <a:gdLst/>
              <a:ahLst/>
              <a:cxnLst/>
              <a:rect l="l" t="t" r="r" b="b"/>
              <a:pathLst>
                <a:path w="8433" h="4874" extrusionOk="0">
                  <a:moveTo>
                    <a:pt x="4279" y="0"/>
                  </a:moveTo>
                  <a:lnTo>
                    <a:pt x="1" y="2431"/>
                  </a:lnTo>
                  <a:lnTo>
                    <a:pt x="4204" y="4874"/>
                  </a:lnTo>
                  <a:lnTo>
                    <a:pt x="8432" y="2432"/>
                  </a:lnTo>
                  <a:lnTo>
                    <a:pt x="427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0"/>
            <p:cNvSpPr/>
            <p:nvPr/>
          </p:nvSpPr>
          <p:spPr>
            <a:xfrm>
              <a:off x="1800337" y="2558868"/>
              <a:ext cx="173886" cy="100416"/>
            </a:xfrm>
            <a:custGeom>
              <a:avLst/>
              <a:gdLst/>
              <a:ahLst/>
              <a:cxnLst/>
              <a:rect l="l" t="t" r="r" b="b"/>
              <a:pathLst>
                <a:path w="5053" h="2918" extrusionOk="0">
                  <a:moveTo>
                    <a:pt x="2564" y="0"/>
                  </a:moveTo>
                  <a:lnTo>
                    <a:pt x="1" y="1456"/>
                  </a:lnTo>
                  <a:lnTo>
                    <a:pt x="2520" y="2918"/>
                  </a:lnTo>
                  <a:lnTo>
                    <a:pt x="5053" y="1456"/>
                  </a:lnTo>
                  <a:lnTo>
                    <a:pt x="25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0"/>
            <p:cNvSpPr/>
            <p:nvPr/>
          </p:nvSpPr>
          <p:spPr>
            <a:xfrm>
              <a:off x="1939708" y="2491145"/>
              <a:ext cx="89266" cy="51584"/>
            </a:xfrm>
            <a:custGeom>
              <a:avLst/>
              <a:gdLst/>
              <a:ahLst/>
              <a:cxnLst/>
              <a:rect l="l" t="t" r="r" b="b"/>
              <a:pathLst>
                <a:path w="2594" h="1499" extrusionOk="0">
                  <a:moveTo>
                    <a:pt x="1" y="1"/>
                  </a:moveTo>
                  <a:lnTo>
                    <a:pt x="2564" y="1490"/>
                  </a:lnTo>
                  <a:cubicBezTo>
                    <a:pt x="2570" y="1490"/>
                    <a:pt x="2576" y="1490"/>
                    <a:pt x="2582" y="1492"/>
                  </a:cubicBezTo>
                  <a:lnTo>
                    <a:pt x="2582" y="1492"/>
                  </a:lnTo>
                  <a:cubicBezTo>
                    <a:pt x="1732" y="997"/>
                    <a:pt x="882" y="503"/>
                    <a:pt x="31" y="8"/>
                  </a:cubicBezTo>
                  <a:cubicBezTo>
                    <a:pt x="22" y="4"/>
                    <a:pt x="11" y="1"/>
                    <a:pt x="1" y="1"/>
                  </a:cubicBezTo>
                  <a:close/>
                  <a:moveTo>
                    <a:pt x="2582" y="1492"/>
                  </a:moveTo>
                  <a:lnTo>
                    <a:pt x="2582" y="1492"/>
                  </a:lnTo>
                  <a:cubicBezTo>
                    <a:pt x="2585" y="1494"/>
                    <a:pt x="2589" y="1497"/>
                    <a:pt x="2593" y="1499"/>
                  </a:cubicBezTo>
                  <a:cubicBezTo>
                    <a:pt x="2590" y="1495"/>
                    <a:pt x="2586" y="1493"/>
                    <a:pt x="2582" y="1492"/>
                  </a:cubicBezTo>
                  <a:close/>
                </a:path>
              </a:pathLst>
            </a:custGeom>
            <a:solidFill>
              <a:srgbClr val="3636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40"/>
            <p:cNvSpPr/>
            <p:nvPr/>
          </p:nvSpPr>
          <p:spPr>
            <a:xfrm>
              <a:off x="1839705" y="2543761"/>
              <a:ext cx="177362" cy="80835"/>
            </a:xfrm>
            <a:custGeom>
              <a:avLst/>
              <a:gdLst/>
              <a:ahLst/>
              <a:cxnLst/>
              <a:rect l="l" t="t" r="r" b="b"/>
              <a:pathLst>
                <a:path w="5154" h="2349" extrusionOk="0">
                  <a:moveTo>
                    <a:pt x="5154" y="0"/>
                  </a:moveTo>
                  <a:lnTo>
                    <a:pt x="1" y="496"/>
                  </a:lnTo>
                  <a:lnTo>
                    <a:pt x="1" y="1156"/>
                  </a:lnTo>
                  <a:lnTo>
                    <a:pt x="2569" y="2349"/>
                  </a:lnTo>
                  <a:lnTo>
                    <a:pt x="4121" y="776"/>
                  </a:lnTo>
                  <a:lnTo>
                    <a:pt x="5154" y="687"/>
                  </a:lnTo>
                  <a:lnTo>
                    <a:pt x="51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40"/>
            <p:cNvSpPr/>
            <p:nvPr/>
          </p:nvSpPr>
          <p:spPr>
            <a:xfrm>
              <a:off x="1928076" y="2558868"/>
              <a:ext cx="88991" cy="125502"/>
            </a:xfrm>
            <a:custGeom>
              <a:avLst/>
              <a:gdLst/>
              <a:ahLst/>
              <a:cxnLst/>
              <a:rect l="l" t="t" r="r" b="b"/>
              <a:pathLst>
                <a:path w="2586" h="3647" extrusionOk="0">
                  <a:moveTo>
                    <a:pt x="2578" y="0"/>
                  </a:moveTo>
                  <a:lnTo>
                    <a:pt x="1284" y="50"/>
                  </a:lnTo>
                  <a:lnTo>
                    <a:pt x="2" y="1449"/>
                  </a:lnTo>
                  <a:lnTo>
                    <a:pt x="1" y="3646"/>
                  </a:lnTo>
                  <a:lnTo>
                    <a:pt x="2586" y="2154"/>
                  </a:lnTo>
                  <a:lnTo>
                    <a:pt x="257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0"/>
            <p:cNvSpPr/>
            <p:nvPr/>
          </p:nvSpPr>
          <p:spPr>
            <a:xfrm>
              <a:off x="1975015" y="2576143"/>
              <a:ext cx="33449" cy="57469"/>
            </a:xfrm>
            <a:custGeom>
              <a:avLst/>
              <a:gdLst/>
              <a:ahLst/>
              <a:cxnLst/>
              <a:rect l="l" t="t" r="r" b="b"/>
              <a:pathLst>
                <a:path w="972" h="1670" extrusionOk="0">
                  <a:moveTo>
                    <a:pt x="967" y="0"/>
                  </a:moveTo>
                  <a:lnTo>
                    <a:pt x="0" y="558"/>
                  </a:lnTo>
                  <a:lnTo>
                    <a:pt x="2" y="1670"/>
                  </a:lnTo>
                  <a:lnTo>
                    <a:pt x="972" y="1112"/>
                  </a:lnTo>
                  <a:lnTo>
                    <a:pt x="9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0"/>
            <p:cNvSpPr/>
            <p:nvPr/>
          </p:nvSpPr>
          <p:spPr>
            <a:xfrm>
              <a:off x="1936473" y="2601505"/>
              <a:ext cx="28149" cy="77669"/>
            </a:xfrm>
            <a:custGeom>
              <a:avLst/>
              <a:gdLst/>
              <a:ahLst/>
              <a:cxnLst/>
              <a:rect l="l" t="t" r="r" b="b"/>
              <a:pathLst>
                <a:path w="818" h="2257" extrusionOk="0">
                  <a:moveTo>
                    <a:pt x="811" y="1"/>
                  </a:moveTo>
                  <a:lnTo>
                    <a:pt x="1" y="469"/>
                  </a:lnTo>
                  <a:lnTo>
                    <a:pt x="7" y="2257"/>
                  </a:lnTo>
                  <a:lnTo>
                    <a:pt x="817" y="1788"/>
                  </a:lnTo>
                  <a:lnTo>
                    <a:pt x="8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0"/>
            <p:cNvSpPr/>
            <p:nvPr/>
          </p:nvSpPr>
          <p:spPr>
            <a:xfrm>
              <a:off x="1973811" y="2574113"/>
              <a:ext cx="35755" cy="61461"/>
            </a:xfrm>
            <a:custGeom>
              <a:avLst/>
              <a:gdLst/>
              <a:ahLst/>
              <a:cxnLst/>
              <a:rect l="l" t="t" r="r" b="b"/>
              <a:pathLst>
                <a:path w="1039" h="1786" extrusionOk="0">
                  <a:moveTo>
                    <a:pt x="969" y="118"/>
                  </a:moveTo>
                  <a:lnTo>
                    <a:pt x="971" y="1151"/>
                  </a:lnTo>
                  <a:lnTo>
                    <a:pt x="72" y="1670"/>
                  </a:lnTo>
                  <a:lnTo>
                    <a:pt x="69" y="637"/>
                  </a:lnTo>
                  <a:lnTo>
                    <a:pt x="969" y="118"/>
                  </a:lnTo>
                  <a:close/>
                  <a:moveTo>
                    <a:pt x="1036" y="1"/>
                  </a:moveTo>
                  <a:lnTo>
                    <a:pt x="0" y="599"/>
                  </a:lnTo>
                  <a:lnTo>
                    <a:pt x="4" y="1786"/>
                  </a:lnTo>
                  <a:lnTo>
                    <a:pt x="1039" y="1189"/>
                  </a:lnTo>
                  <a:lnTo>
                    <a:pt x="10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0"/>
            <p:cNvSpPr/>
            <p:nvPr/>
          </p:nvSpPr>
          <p:spPr>
            <a:xfrm>
              <a:off x="1839705" y="2573356"/>
              <a:ext cx="88475" cy="111015"/>
            </a:xfrm>
            <a:custGeom>
              <a:avLst/>
              <a:gdLst/>
              <a:ahLst/>
              <a:cxnLst/>
              <a:rect l="l" t="t" r="r" b="b"/>
              <a:pathLst>
                <a:path w="2571" h="3226" extrusionOk="0">
                  <a:moveTo>
                    <a:pt x="1" y="1"/>
                  </a:moveTo>
                  <a:lnTo>
                    <a:pt x="4" y="1736"/>
                  </a:lnTo>
                  <a:lnTo>
                    <a:pt x="2569" y="3225"/>
                  </a:lnTo>
                  <a:lnTo>
                    <a:pt x="2570" y="1028"/>
                  </a:lnTo>
                  <a:lnTo>
                    <a:pt x="2397" y="1195"/>
                  </a:lnTo>
                  <a:cubicBezTo>
                    <a:pt x="2378" y="1218"/>
                    <a:pt x="2354" y="1239"/>
                    <a:pt x="2329" y="1253"/>
                  </a:cubicBezTo>
                  <a:cubicBezTo>
                    <a:pt x="2299" y="1272"/>
                    <a:pt x="2269" y="1279"/>
                    <a:pt x="2239" y="1279"/>
                  </a:cubicBezTo>
                  <a:cubicBezTo>
                    <a:pt x="2213" y="1279"/>
                    <a:pt x="2190" y="1272"/>
                    <a:pt x="2169" y="1260"/>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0"/>
            <p:cNvSpPr/>
            <p:nvPr/>
          </p:nvSpPr>
          <p:spPr>
            <a:xfrm>
              <a:off x="1874668" y="2504531"/>
              <a:ext cx="47558" cy="67758"/>
            </a:xfrm>
            <a:custGeom>
              <a:avLst/>
              <a:gdLst/>
              <a:ahLst/>
              <a:cxnLst/>
              <a:rect l="l" t="t" r="r" b="b"/>
              <a:pathLst>
                <a:path w="1382" h="1969" extrusionOk="0">
                  <a:moveTo>
                    <a:pt x="0" y="1"/>
                  </a:moveTo>
                  <a:lnTo>
                    <a:pt x="0" y="1969"/>
                  </a:lnTo>
                  <a:lnTo>
                    <a:pt x="1381" y="1969"/>
                  </a:lnTo>
                  <a:lnTo>
                    <a:pt x="138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0"/>
            <p:cNvSpPr/>
            <p:nvPr/>
          </p:nvSpPr>
          <p:spPr>
            <a:xfrm>
              <a:off x="1825768" y="2491110"/>
              <a:ext cx="204892" cy="123610"/>
            </a:xfrm>
            <a:custGeom>
              <a:avLst/>
              <a:gdLst/>
              <a:ahLst/>
              <a:cxnLst/>
              <a:rect l="l" t="t" r="r" b="b"/>
              <a:pathLst>
                <a:path w="5954" h="3592" extrusionOk="0">
                  <a:moveTo>
                    <a:pt x="2097" y="650"/>
                  </a:moveTo>
                  <a:lnTo>
                    <a:pt x="2624" y="944"/>
                  </a:lnTo>
                  <a:lnTo>
                    <a:pt x="2646" y="1592"/>
                  </a:lnTo>
                  <a:lnTo>
                    <a:pt x="2103" y="2164"/>
                  </a:lnTo>
                  <a:lnTo>
                    <a:pt x="1563" y="1851"/>
                  </a:lnTo>
                  <a:lnTo>
                    <a:pt x="1573" y="944"/>
                  </a:lnTo>
                  <a:lnTo>
                    <a:pt x="2097" y="650"/>
                  </a:lnTo>
                  <a:close/>
                  <a:moveTo>
                    <a:pt x="3310" y="0"/>
                  </a:moveTo>
                  <a:lnTo>
                    <a:pt x="1742" y="31"/>
                  </a:lnTo>
                  <a:cubicBezTo>
                    <a:pt x="1727" y="31"/>
                    <a:pt x="1710" y="37"/>
                    <a:pt x="1693" y="45"/>
                  </a:cubicBezTo>
                  <a:cubicBezTo>
                    <a:pt x="1676" y="54"/>
                    <a:pt x="1658" y="70"/>
                    <a:pt x="1644" y="88"/>
                  </a:cubicBezTo>
                  <a:lnTo>
                    <a:pt x="80" y="1864"/>
                  </a:lnTo>
                  <a:cubicBezTo>
                    <a:pt x="26" y="1931"/>
                    <a:pt x="1" y="2024"/>
                    <a:pt x="28" y="2070"/>
                  </a:cubicBezTo>
                  <a:cubicBezTo>
                    <a:pt x="34" y="2082"/>
                    <a:pt x="42" y="2089"/>
                    <a:pt x="50" y="2094"/>
                  </a:cubicBezTo>
                  <a:cubicBezTo>
                    <a:pt x="905" y="2590"/>
                    <a:pt x="1759" y="3087"/>
                    <a:pt x="2612" y="3583"/>
                  </a:cubicBezTo>
                  <a:lnTo>
                    <a:pt x="2611" y="3583"/>
                  </a:lnTo>
                  <a:cubicBezTo>
                    <a:pt x="2620" y="3589"/>
                    <a:pt x="2630" y="3591"/>
                    <a:pt x="2642" y="3591"/>
                  </a:cubicBezTo>
                  <a:cubicBezTo>
                    <a:pt x="2657" y="3591"/>
                    <a:pt x="2675" y="3586"/>
                    <a:pt x="2693" y="3576"/>
                  </a:cubicBezTo>
                  <a:cubicBezTo>
                    <a:pt x="2710" y="3567"/>
                    <a:pt x="2726" y="3552"/>
                    <a:pt x="2742" y="3533"/>
                  </a:cubicBezTo>
                  <a:lnTo>
                    <a:pt x="4257" y="1813"/>
                  </a:lnTo>
                  <a:lnTo>
                    <a:pt x="5774" y="1784"/>
                  </a:lnTo>
                  <a:cubicBezTo>
                    <a:pt x="5791" y="1784"/>
                    <a:pt x="5808" y="1778"/>
                    <a:pt x="5824" y="1768"/>
                  </a:cubicBezTo>
                  <a:cubicBezTo>
                    <a:pt x="5867" y="1743"/>
                    <a:pt x="5906" y="1691"/>
                    <a:pt x="5926" y="1633"/>
                  </a:cubicBezTo>
                  <a:cubicBezTo>
                    <a:pt x="5954" y="1552"/>
                    <a:pt x="5930" y="1488"/>
                    <a:pt x="5873" y="1488"/>
                  </a:cubicBezTo>
                  <a:lnTo>
                    <a:pt x="331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0"/>
            <p:cNvSpPr/>
            <p:nvPr/>
          </p:nvSpPr>
          <p:spPr>
            <a:xfrm>
              <a:off x="1879348" y="2523079"/>
              <a:ext cx="18824" cy="44323"/>
            </a:xfrm>
            <a:custGeom>
              <a:avLst/>
              <a:gdLst/>
              <a:ahLst/>
              <a:cxnLst/>
              <a:rect l="l" t="t" r="r" b="b"/>
              <a:pathLst>
                <a:path w="547" h="1288" extrusionOk="0">
                  <a:moveTo>
                    <a:pt x="0" y="0"/>
                  </a:moveTo>
                  <a:lnTo>
                    <a:pt x="6" y="975"/>
                  </a:lnTo>
                  <a:lnTo>
                    <a:pt x="546" y="1288"/>
                  </a:lnTo>
                  <a:lnTo>
                    <a:pt x="512" y="366"/>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0"/>
            <p:cNvSpPr/>
            <p:nvPr/>
          </p:nvSpPr>
          <p:spPr>
            <a:xfrm>
              <a:off x="1898137" y="2523079"/>
              <a:ext cx="18652" cy="44323"/>
            </a:xfrm>
            <a:custGeom>
              <a:avLst/>
              <a:gdLst/>
              <a:ahLst/>
              <a:cxnLst/>
              <a:rect l="l" t="t" r="r" b="b"/>
              <a:pathLst>
                <a:path w="542" h="1288" extrusionOk="0">
                  <a:moveTo>
                    <a:pt x="536" y="0"/>
                  </a:moveTo>
                  <a:lnTo>
                    <a:pt x="19" y="366"/>
                  </a:lnTo>
                  <a:lnTo>
                    <a:pt x="0" y="1288"/>
                  </a:lnTo>
                  <a:lnTo>
                    <a:pt x="0" y="1288"/>
                  </a:lnTo>
                  <a:lnTo>
                    <a:pt x="541" y="714"/>
                  </a:lnTo>
                  <a:lnTo>
                    <a:pt x="5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0"/>
            <p:cNvSpPr/>
            <p:nvPr/>
          </p:nvSpPr>
          <p:spPr>
            <a:xfrm>
              <a:off x="1879348" y="2512308"/>
              <a:ext cx="37234" cy="21577"/>
            </a:xfrm>
            <a:custGeom>
              <a:avLst/>
              <a:gdLst/>
              <a:ahLst/>
              <a:cxnLst/>
              <a:rect l="l" t="t" r="r" b="b"/>
              <a:pathLst>
                <a:path w="1082" h="627" extrusionOk="0">
                  <a:moveTo>
                    <a:pt x="543" y="164"/>
                  </a:moveTo>
                  <a:lnTo>
                    <a:pt x="804" y="313"/>
                  </a:lnTo>
                  <a:lnTo>
                    <a:pt x="542" y="462"/>
                  </a:lnTo>
                  <a:lnTo>
                    <a:pt x="283" y="313"/>
                  </a:lnTo>
                  <a:lnTo>
                    <a:pt x="543" y="164"/>
                  </a:lnTo>
                  <a:close/>
                  <a:moveTo>
                    <a:pt x="542" y="0"/>
                  </a:moveTo>
                  <a:lnTo>
                    <a:pt x="0" y="313"/>
                  </a:lnTo>
                  <a:lnTo>
                    <a:pt x="539" y="626"/>
                  </a:lnTo>
                  <a:lnTo>
                    <a:pt x="1082" y="313"/>
                  </a:lnTo>
                  <a:lnTo>
                    <a:pt x="5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0"/>
            <p:cNvSpPr/>
            <p:nvPr/>
          </p:nvSpPr>
          <p:spPr>
            <a:xfrm>
              <a:off x="306731" y="2802130"/>
              <a:ext cx="340649" cy="197252"/>
            </a:xfrm>
            <a:custGeom>
              <a:avLst/>
              <a:gdLst/>
              <a:ahLst/>
              <a:cxnLst/>
              <a:rect l="l" t="t" r="r" b="b"/>
              <a:pathLst>
                <a:path w="9899" h="5732" extrusionOk="0">
                  <a:moveTo>
                    <a:pt x="5738" y="1"/>
                  </a:moveTo>
                  <a:lnTo>
                    <a:pt x="1" y="3301"/>
                  </a:lnTo>
                  <a:lnTo>
                    <a:pt x="4143" y="5732"/>
                  </a:lnTo>
                  <a:lnTo>
                    <a:pt x="9898" y="2408"/>
                  </a:lnTo>
                  <a:lnTo>
                    <a:pt x="5738"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0"/>
            <p:cNvSpPr/>
            <p:nvPr/>
          </p:nvSpPr>
          <p:spPr>
            <a:xfrm>
              <a:off x="449268" y="2753574"/>
              <a:ext cx="198113" cy="245808"/>
            </a:xfrm>
            <a:custGeom>
              <a:avLst/>
              <a:gdLst/>
              <a:ahLst/>
              <a:cxnLst/>
              <a:rect l="l" t="t" r="r" b="b"/>
              <a:pathLst>
                <a:path w="5757" h="7143" extrusionOk="0">
                  <a:moveTo>
                    <a:pt x="5739" y="0"/>
                  </a:moveTo>
                  <a:lnTo>
                    <a:pt x="1" y="3301"/>
                  </a:lnTo>
                  <a:lnTo>
                    <a:pt x="1" y="7143"/>
                  </a:lnTo>
                  <a:lnTo>
                    <a:pt x="5756" y="3819"/>
                  </a:lnTo>
                  <a:lnTo>
                    <a:pt x="573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0"/>
            <p:cNvSpPr/>
            <p:nvPr/>
          </p:nvSpPr>
          <p:spPr>
            <a:xfrm>
              <a:off x="369947" y="2821814"/>
              <a:ext cx="79355" cy="177569"/>
            </a:xfrm>
            <a:custGeom>
              <a:avLst/>
              <a:gdLst/>
              <a:ahLst/>
              <a:cxnLst/>
              <a:rect l="l" t="t" r="r" b="b"/>
              <a:pathLst>
                <a:path w="2306" h="5160" extrusionOk="0">
                  <a:moveTo>
                    <a:pt x="0" y="1"/>
                  </a:moveTo>
                  <a:lnTo>
                    <a:pt x="19" y="3850"/>
                  </a:lnTo>
                  <a:lnTo>
                    <a:pt x="2306" y="5160"/>
                  </a:lnTo>
                  <a:lnTo>
                    <a:pt x="2306" y="1318"/>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0"/>
            <p:cNvSpPr/>
            <p:nvPr/>
          </p:nvSpPr>
          <p:spPr>
            <a:xfrm>
              <a:off x="385502" y="2927117"/>
              <a:ext cx="13352" cy="14384"/>
            </a:xfrm>
            <a:custGeom>
              <a:avLst/>
              <a:gdLst/>
              <a:ahLst/>
              <a:cxnLst/>
              <a:rect l="l" t="t" r="r" b="b"/>
              <a:pathLst>
                <a:path w="388" h="418" extrusionOk="0">
                  <a:moveTo>
                    <a:pt x="0" y="0"/>
                  </a:moveTo>
                  <a:lnTo>
                    <a:pt x="0" y="196"/>
                  </a:lnTo>
                  <a:lnTo>
                    <a:pt x="388" y="417"/>
                  </a:lnTo>
                  <a:lnTo>
                    <a:pt x="386" y="22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0"/>
            <p:cNvSpPr/>
            <p:nvPr/>
          </p:nvSpPr>
          <p:spPr>
            <a:xfrm>
              <a:off x="385502" y="2943118"/>
              <a:ext cx="13352" cy="14281"/>
            </a:xfrm>
            <a:custGeom>
              <a:avLst/>
              <a:gdLst/>
              <a:ahLst/>
              <a:cxnLst/>
              <a:rect l="l" t="t" r="r" b="b"/>
              <a:pathLst>
                <a:path w="388" h="415" extrusionOk="0">
                  <a:moveTo>
                    <a:pt x="0" y="0"/>
                  </a:moveTo>
                  <a:lnTo>
                    <a:pt x="0" y="194"/>
                  </a:lnTo>
                  <a:lnTo>
                    <a:pt x="388" y="414"/>
                  </a:lnTo>
                  <a:lnTo>
                    <a:pt x="386" y="220"/>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0"/>
            <p:cNvSpPr/>
            <p:nvPr/>
          </p:nvSpPr>
          <p:spPr>
            <a:xfrm>
              <a:off x="392143" y="2939126"/>
              <a:ext cx="13352" cy="14384"/>
            </a:xfrm>
            <a:custGeom>
              <a:avLst/>
              <a:gdLst/>
              <a:ahLst/>
              <a:cxnLst/>
              <a:rect l="l" t="t" r="r" b="b"/>
              <a:pathLst>
                <a:path w="388" h="418" extrusionOk="0">
                  <a:moveTo>
                    <a:pt x="0" y="1"/>
                  </a:moveTo>
                  <a:lnTo>
                    <a:pt x="0" y="197"/>
                  </a:lnTo>
                  <a:lnTo>
                    <a:pt x="388" y="418"/>
                  </a:lnTo>
                  <a:lnTo>
                    <a:pt x="388" y="418"/>
                  </a:lnTo>
                  <a:lnTo>
                    <a:pt x="387" y="22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40"/>
            <p:cNvSpPr/>
            <p:nvPr/>
          </p:nvSpPr>
          <p:spPr>
            <a:xfrm>
              <a:off x="377484" y="2930592"/>
              <a:ext cx="13386" cy="14384"/>
            </a:xfrm>
            <a:custGeom>
              <a:avLst/>
              <a:gdLst/>
              <a:ahLst/>
              <a:cxnLst/>
              <a:rect l="l" t="t" r="r" b="b"/>
              <a:pathLst>
                <a:path w="389" h="418" extrusionOk="0">
                  <a:moveTo>
                    <a:pt x="1" y="0"/>
                  </a:moveTo>
                  <a:lnTo>
                    <a:pt x="1" y="196"/>
                  </a:lnTo>
                  <a:lnTo>
                    <a:pt x="388" y="417"/>
                  </a:lnTo>
                  <a:lnTo>
                    <a:pt x="387" y="221"/>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40"/>
            <p:cNvSpPr/>
            <p:nvPr/>
          </p:nvSpPr>
          <p:spPr>
            <a:xfrm>
              <a:off x="420086" y="2875498"/>
              <a:ext cx="13352" cy="14384"/>
            </a:xfrm>
            <a:custGeom>
              <a:avLst/>
              <a:gdLst/>
              <a:ahLst/>
              <a:cxnLst/>
              <a:rect l="l" t="t" r="r" b="b"/>
              <a:pathLst>
                <a:path w="388" h="418" extrusionOk="0">
                  <a:moveTo>
                    <a:pt x="0" y="1"/>
                  </a:moveTo>
                  <a:lnTo>
                    <a:pt x="0" y="197"/>
                  </a:lnTo>
                  <a:lnTo>
                    <a:pt x="388" y="417"/>
                  </a:lnTo>
                  <a:lnTo>
                    <a:pt x="388" y="417"/>
                  </a:lnTo>
                  <a:lnTo>
                    <a:pt x="387" y="221"/>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0"/>
            <p:cNvSpPr/>
            <p:nvPr/>
          </p:nvSpPr>
          <p:spPr>
            <a:xfrm>
              <a:off x="424044" y="2922987"/>
              <a:ext cx="13386" cy="14384"/>
            </a:xfrm>
            <a:custGeom>
              <a:avLst/>
              <a:gdLst/>
              <a:ahLst/>
              <a:cxnLst/>
              <a:rect l="l" t="t" r="r" b="b"/>
              <a:pathLst>
                <a:path w="389" h="418" extrusionOk="0">
                  <a:moveTo>
                    <a:pt x="1" y="0"/>
                  </a:moveTo>
                  <a:lnTo>
                    <a:pt x="2" y="195"/>
                  </a:lnTo>
                  <a:lnTo>
                    <a:pt x="389" y="417"/>
                  </a:lnTo>
                  <a:lnTo>
                    <a:pt x="389" y="221"/>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0"/>
            <p:cNvSpPr/>
            <p:nvPr/>
          </p:nvSpPr>
          <p:spPr>
            <a:xfrm>
              <a:off x="377484" y="2871506"/>
              <a:ext cx="13386" cy="14384"/>
            </a:xfrm>
            <a:custGeom>
              <a:avLst/>
              <a:gdLst/>
              <a:ahLst/>
              <a:cxnLst/>
              <a:rect l="l" t="t" r="r" b="b"/>
              <a:pathLst>
                <a:path w="389" h="418" extrusionOk="0">
                  <a:moveTo>
                    <a:pt x="1" y="1"/>
                  </a:moveTo>
                  <a:lnTo>
                    <a:pt x="1" y="197"/>
                  </a:lnTo>
                  <a:lnTo>
                    <a:pt x="388" y="418"/>
                  </a:lnTo>
                  <a:lnTo>
                    <a:pt x="387" y="223"/>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40"/>
            <p:cNvSpPr/>
            <p:nvPr/>
          </p:nvSpPr>
          <p:spPr>
            <a:xfrm>
              <a:off x="426762" y="2871506"/>
              <a:ext cx="13386" cy="14384"/>
            </a:xfrm>
            <a:custGeom>
              <a:avLst/>
              <a:gdLst/>
              <a:ahLst/>
              <a:cxnLst/>
              <a:rect l="l" t="t" r="r" b="b"/>
              <a:pathLst>
                <a:path w="389" h="418" extrusionOk="0">
                  <a:moveTo>
                    <a:pt x="1" y="1"/>
                  </a:moveTo>
                  <a:lnTo>
                    <a:pt x="2" y="197"/>
                  </a:lnTo>
                  <a:lnTo>
                    <a:pt x="389" y="418"/>
                  </a:lnTo>
                  <a:lnTo>
                    <a:pt x="387" y="223"/>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40"/>
            <p:cNvSpPr/>
            <p:nvPr/>
          </p:nvSpPr>
          <p:spPr>
            <a:xfrm>
              <a:off x="412137" y="2863075"/>
              <a:ext cx="13352" cy="14281"/>
            </a:xfrm>
            <a:custGeom>
              <a:avLst/>
              <a:gdLst/>
              <a:ahLst/>
              <a:cxnLst/>
              <a:rect l="l" t="t" r="r" b="b"/>
              <a:pathLst>
                <a:path w="388" h="415" extrusionOk="0">
                  <a:moveTo>
                    <a:pt x="0" y="0"/>
                  </a:moveTo>
                  <a:lnTo>
                    <a:pt x="0" y="193"/>
                  </a:lnTo>
                  <a:lnTo>
                    <a:pt x="388" y="414"/>
                  </a:lnTo>
                  <a:lnTo>
                    <a:pt x="385" y="220"/>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40"/>
            <p:cNvSpPr/>
            <p:nvPr/>
          </p:nvSpPr>
          <p:spPr>
            <a:xfrm>
              <a:off x="449268" y="2753058"/>
              <a:ext cx="197803" cy="194912"/>
            </a:xfrm>
            <a:custGeom>
              <a:avLst/>
              <a:gdLst/>
              <a:ahLst/>
              <a:cxnLst/>
              <a:rect l="l" t="t" r="r" b="b"/>
              <a:pathLst>
                <a:path w="5748" h="5664" extrusionOk="0">
                  <a:moveTo>
                    <a:pt x="5740" y="0"/>
                  </a:moveTo>
                  <a:lnTo>
                    <a:pt x="1" y="3311"/>
                  </a:lnTo>
                  <a:lnTo>
                    <a:pt x="1" y="5437"/>
                  </a:lnTo>
                  <a:cubicBezTo>
                    <a:pt x="1" y="5580"/>
                    <a:pt x="78" y="5664"/>
                    <a:pt x="186" y="5664"/>
                  </a:cubicBezTo>
                  <a:cubicBezTo>
                    <a:pt x="230" y="5664"/>
                    <a:pt x="279" y="5650"/>
                    <a:pt x="330" y="5620"/>
                  </a:cubicBezTo>
                  <a:cubicBezTo>
                    <a:pt x="506" y="5518"/>
                    <a:pt x="649" y="5272"/>
                    <a:pt x="649" y="5070"/>
                  </a:cubicBezTo>
                  <a:cubicBezTo>
                    <a:pt x="649" y="5213"/>
                    <a:pt x="720" y="5295"/>
                    <a:pt x="825" y="5295"/>
                  </a:cubicBezTo>
                  <a:cubicBezTo>
                    <a:pt x="867" y="5295"/>
                    <a:pt x="916" y="5282"/>
                    <a:pt x="966" y="5253"/>
                  </a:cubicBezTo>
                  <a:cubicBezTo>
                    <a:pt x="1142" y="5152"/>
                    <a:pt x="1285" y="4906"/>
                    <a:pt x="1284" y="4704"/>
                  </a:cubicBezTo>
                  <a:lnTo>
                    <a:pt x="1284" y="4704"/>
                  </a:lnTo>
                  <a:cubicBezTo>
                    <a:pt x="1285" y="4847"/>
                    <a:pt x="1357" y="4930"/>
                    <a:pt x="1461" y="4930"/>
                  </a:cubicBezTo>
                  <a:cubicBezTo>
                    <a:pt x="1503" y="4930"/>
                    <a:pt x="1551" y="4916"/>
                    <a:pt x="1601" y="4887"/>
                  </a:cubicBezTo>
                  <a:cubicBezTo>
                    <a:pt x="1777" y="4785"/>
                    <a:pt x="1920" y="4539"/>
                    <a:pt x="1920" y="4335"/>
                  </a:cubicBezTo>
                  <a:cubicBezTo>
                    <a:pt x="1920" y="4479"/>
                    <a:pt x="1992" y="4562"/>
                    <a:pt x="2095" y="4562"/>
                  </a:cubicBezTo>
                  <a:cubicBezTo>
                    <a:pt x="2138" y="4562"/>
                    <a:pt x="2187" y="4548"/>
                    <a:pt x="2238" y="4518"/>
                  </a:cubicBezTo>
                  <a:cubicBezTo>
                    <a:pt x="2412" y="4420"/>
                    <a:pt x="2554" y="4176"/>
                    <a:pt x="2554" y="3974"/>
                  </a:cubicBezTo>
                  <a:lnTo>
                    <a:pt x="2554" y="3974"/>
                  </a:lnTo>
                  <a:cubicBezTo>
                    <a:pt x="2556" y="4114"/>
                    <a:pt x="2628" y="4195"/>
                    <a:pt x="2731" y="4195"/>
                  </a:cubicBezTo>
                  <a:cubicBezTo>
                    <a:pt x="2774" y="4195"/>
                    <a:pt x="2822" y="4181"/>
                    <a:pt x="2873" y="4151"/>
                  </a:cubicBezTo>
                  <a:cubicBezTo>
                    <a:pt x="3050" y="4049"/>
                    <a:pt x="3198" y="3800"/>
                    <a:pt x="3198" y="3597"/>
                  </a:cubicBezTo>
                  <a:cubicBezTo>
                    <a:pt x="3200" y="3740"/>
                    <a:pt x="3274" y="3821"/>
                    <a:pt x="3378" y="3821"/>
                  </a:cubicBezTo>
                  <a:cubicBezTo>
                    <a:pt x="3422" y="3821"/>
                    <a:pt x="3472" y="3806"/>
                    <a:pt x="3524" y="3777"/>
                  </a:cubicBezTo>
                  <a:cubicBezTo>
                    <a:pt x="3699" y="3676"/>
                    <a:pt x="3841" y="3428"/>
                    <a:pt x="3840" y="3226"/>
                  </a:cubicBezTo>
                  <a:lnTo>
                    <a:pt x="3840" y="3226"/>
                  </a:lnTo>
                  <a:cubicBezTo>
                    <a:pt x="3841" y="3370"/>
                    <a:pt x="3913" y="3453"/>
                    <a:pt x="4017" y="3453"/>
                  </a:cubicBezTo>
                  <a:cubicBezTo>
                    <a:pt x="4060" y="3453"/>
                    <a:pt x="4109" y="3439"/>
                    <a:pt x="4160" y="3409"/>
                  </a:cubicBezTo>
                  <a:cubicBezTo>
                    <a:pt x="4336" y="3308"/>
                    <a:pt x="4476" y="3061"/>
                    <a:pt x="4476" y="2861"/>
                  </a:cubicBezTo>
                  <a:cubicBezTo>
                    <a:pt x="4476" y="3003"/>
                    <a:pt x="4550" y="3086"/>
                    <a:pt x="4655" y="3086"/>
                  </a:cubicBezTo>
                  <a:cubicBezTo>
                    <a:pt x="4697" y="3086"/>
                    <a:pt x="4745" y="3072"/>
                    <a:pt x="4795" y="3044"/>
                  </a:cubicBezTo>
                  <a:cubicBezTo>
                    <a:pt x="4971" y="2943"/>
                    <a:pt x="5111" y="2695"/>
                    <a:pt x="5111" y="2492"/>
                  </a:cubicBezTo>
                  <a:cubicBezTo>
                    <a:pt x="5112" y="2636"/>
                    <a:pt x="5184" y="2718"/>
                    <a:pt x="5289" y="2718"/>
                  </a:cubicBezTo>
                  <a:cubicBezTo>
                    <a:pt x="5332" y="2718"/>
                    <a:pt x="5380" y="2704"/>
                    <a:pt x="5432" y="2675"/>
                  </a:cubicBezTo>
                  <a:cubicBezTo>
                    <a:pt x="5607" y="2575"/>
                    <a:pt x="5748" y="2328"/>
                    <a:pt x="5748" y="2125"/>
                  </a:cubicBezTo>
                  <a:lnTo>
                    <a:pt x="5740"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40"/>
            <p:cNvSpPr/>
            <p:nvPr/>
          </p:nvSpPr>
          <p:spPr>
            <a:xfrm>
              <a:off x="528038" y="2845043"/>
              <a:ext cx="41570" cy="108916"/>
            </a:xfrm>
            <a:custGeom>
              <a:avLst/>
              <a:gdLst/>
              <a:ahLst/>
              <a:cxnLst/>
              <a:rect l="l" t="t" r="r" b="b"/>
              <a:pathLst>
                <a:path w="1208" h="3165" extrusionOk="0">
                  <a:moveTo>
                    <a:pt x="0" y="0"/>
                  </a:moveTo>
                  <a:lnTo>
                    <a:pt x="0" y="3165"/>
                  </a:lnTo>
                  <a:lnTo>
                    <a:pt x="1207" y="2466"/>
                  </a:lnTo>
                  <a:lnTo>
                    <a:pt x="12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40"/>
            <p:cNvSpPr/>
            <p:nvPr/>
          </p:nvSpPr>
          <p:spPr>
            <a:xfrm>
              <a:off x="528038" y="2906503"/>
              <a:ext cx="41570" cy="47455"/>
            </a:xfrm>
            <a:custGeom>
              <a:avLst/>
              <a:gdLst/>
              <a:ahLst/>
              <a:cxnLst/>
              <a:rect l="l" t="t" r="r" b="b"/>
              <a:pathLst>
                <a:path w="1208" h="1379" extrusionOk="0">
                  <a:moveTo>
                    <a:pt x="0" y="1"/>
                  </a:moveTo>
                  <a:lnTo>
                    <a:pt x="0" y="1379"/>
                  </a:lnTo>
                  <a:lnTo>
                    <a:pt x="1207" y="680"/>
                  </a:lnTo>
                  <a:lnTo>
                    <a:pt x="1207" y="677"/>
                  </a:lnTo>
                  <a:lnTo>
                    <a:pt x="0"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40"/>
            <p:cNvSpPr/>
            <p:nvPr/>
          </p:nvSpPr>
          <p:spPr>
            <a:xfrm>
              <a:off x="574805" y="2783513"/>
              <a:ext cx="64283" cy="109294"/>
            </a:xfrm>
            <a:custGeom>
              <a:avLst/>
              <a:gdLst/>
              <a:ahLst/>
              <a:cxnLst/>
              <a:rect l="l" t="t" r="r" b="b"/>
              <a:pathLst>
                <a:path w="1868" h="3176" extrusionOk="0">
                  <a:moveTo>
                    <a:pt x="1860" y="1"/>
                  </a:moveTo>
                  <a:lnTo>
                    <a:pt x="0" y="1721"/>
                  </a:lnTo>
                  <a:lnTo>
                    <a:pt x="2" y="3175"/>
                  </a:lnTo>
                  <a:lnTo>
                    <a:pt x="1867" y="2097"/>
                  </a:lnTo>
                  <a:lnTo>
                    <a:pt x="1864" y="956"/>
                  </a:lnTo>
                  <a:lnTo>
                    <a:pt x="1861" y="618"/>
                  </a:lnTo>
                  <a:lnTo>
                    <a:pt x="1860" y="1"/>
                  </a:lnTo>
                  <a:close/>
                </a:path>
              </a:pathLst>
            </a:custGeom>
            <a:solidFill>
              <a:srgbClr val="1B76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0"/>
            <p:cNvSpPr/>
            <p:nvPr/>
          </p:nvSpPr>
          <p:spPr>
            <a:xfrm>
              <a:off x="574736" y="2809839"/>
              <a:ext cx="26635" cy="56677"/>
            </a:xfrm>
            <a:custGeom>
              <a:avLst/>
              <a:gdLst/>
              <a:ahLst/>
              <a:cxnLst/>
              <a:rect l="l" t="t" r="r" b="b"/>
              <a:pathLst>
                <a:path w="774" h="1647" extrusionOk="0">
                  <a:moveTo>
                    <a:pt x="773" y="1"/>
                  </a:moveTo>
                  <a:lnTo>
                    <a:pt x="773" y="1"/>
                  </a:lnTo>
                  <a:cubicBezTo>
                    <a:pt x="748" y="21"/>
                    <a:pt x="721" y="40"/>
                    <a:pt x="696" y="56"/>
                  </a:cubicBezTo>
                  <a:cubicBezTo>
                    <a:pt x="642" y="87"/>
                    <a:pt x="593" y="102"/>
                    <a:pt x="546" y="106"/>
                  </a:cubicBezTo>
                  <a:lnTo>
                    <a:pt x="1" y="1332"/>
                  </a:lnTo>
                  <a:lnTo>
                    <a:pt x="2" y="1647"/>
                  </a:lnTo>
                  <a:lnTo>
                    <a:pt x="773" y="1"/>
                  </a:lnTo>
                  <a:close/>
                </a:path>
              </a:pathLst>
            </a:custGeom>
            <a:solidFill>
              <a:srgbClr val="E9EF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0"/>
            <p:cNvSpPr/>
            <p:nvPr/>
          </p:nvSpPr>
          <p:spPr>
            <a:xfrm>
              <a:off x="574633" y="2783513"/>
              <a:ext cx="64455" cy="109191"/>
            </a:xfrm>
            <a:custGeom>
              <a:avLst/>
              <a:gdLst/>
              <a:ahLst/>
              <a:cxnLst/>
              <a:rect l="l" t="t" r="r" b="b"/>
              <a:pathLst>
                <a:path w="1873" h="3173" extrusionOk="0">
                  <a:moveTo>
                    <a:pt x="421" y="832"/>
                  </a:moveTo>
                  <a:lnTo>
                    <a:pt x="242" y="934"/>
                  </a:lnTo>
                  <a:cubicBezTo>
                    <a:pt x="184" y="1050"/>
                    <a:pt x="97" y="1153"/>
                    <a:pt x="1" y="1219"/>
                  </a:cubicBezTo>
                  <a:lnTo>
                    <a:pt x="3" y="2090"/>
                  </a:lnTo>
                  <a:lnTo>
                    <a:pt x="549" y="867"/>
                  </a:lnTo>
                  <a:lnTo>
                    <a:pt x="549" y="867"/>
                  </a:lnTo>
                  <a:cubicBezTo>
                    <a:pt x="542" y="867"/>
                    <a:pt x="536" y="868"/>
                    <a:pt x="529" y="868"/>
                  </a:cubicBezTo>
                  <a:cubicBezTo>
                    <a:pt x="486" y="868"/>
                    <a:pt x="450" y="856"/>
                    <a:pt x="421" y="832"/>
                  </a:cubicBezTo>
                  <a:close/>
                  <a:moveTo>
                    <a:pt x="3" y="2090"/>
                  </a:moveTo>
                  <a:lnTo>
                    <a:pt x="1" y="2096"/>
                  </a:lnTo>
                  <a:lnTo>
                    <a:pt x="2" y="2410"/>
                  </a:lnTo>
                  <a:lnTo>
                    <a:pt x="4" y="2406"/>
                  </a:lnTo>
                  <a:lnTo>
                    <a:pt x="3" y="2090"/>
                  </a:lnTo>
                  <a:close/>
                  <a:moveTo>
                    <a:pt x="1868" y="953"/>
                  </a:moveTo>
                  <a:lnTo>
                    <a:pt x="1315" y="2417"/>
                  </a:lnTo>
                  <a:lnTo>
                    <a:pt x="1315" y="2417"/>
                  </a:lnTo>
                  <a:lnTo>
                    <a:pt x="1872" y="2096"/>
                  </a:lnTo>
                  <a:lnTo>
                    <a:pt x="1868" y="953"/>
                  </a:lnTo>
                  <a:close/>
                  <a:moveTo>
                    <a:pt x="1315" y="2417"/>
                  </a:moveTo>
                  <a:lnTo>
                    <a:pt x="1148" y="2514"/>
                  </a:lnTo>
                  <a:lnTo>
                    <a:pt x="1148" y="2514"/>
                  </a:lnTo>
                  <a:lnTo>
                    <a:pt x="1148" y="2514"/>
                  </a:lnTo>
                  <a:lnTo>
                    <a:pt x="1148" y="2514"/>
                  </a:lnTo>
                  <a:lnTo>
                    <a:pt x="1315" y="2417"/>
                  </a:lnTo>
                  <a:lnTo>
                    <a:pt x="1315" y="2417"/>
                  </a:lnTo>
                  <a:close/>
                  <a:moveTo>
                    <a:pt x="1152" y="410"/>
                  </a:moveTo>
                  <a:lnTo>
                    <a:pt x="974" y="511"/>
                  </a:lnTo>
                  <a:cubicBezTo>
                    <a:pt x="923" y="609"/>
                    <a:pt x="854" y="698"/>
                    <a:pt x="775" y="764"/>
                  </a:cubicBezTo>
                  <a:lnTo>
                    <a:pt x="4" y="2406"/>
                  </a:lnTo>
                  <a:lnTo>
                    <a:pt x="6" y="2865"/>
                  </a:lnTo>
                  <a:lnTo>
                    <a:pt x="6" y="2865"/>
                  </a:lnTo>
                  <a:lnTo>
                    <a:pt x="1152" y="410"/>
                  </a:lnTo>
                  <a:close/>
                  <a:moveTo>
                    <a:pt x="6" y="2865"/>
                  </a:moveTo>
                  <a:lnTo>
                    <a:pt x="4" y="2870"/>
                  </a:lnTo>
                  <a:lnTo>
                    <a:pt x="5" y="3172"/>
                  </a:lnTo>
                  <a:lnTo>
                    <a:pt x="7" y="3172"/>
                  </a:lnTo>
                  <a:lnTo>
                    <a:pt x="7" y="3172"/>
                  </a:lnTo>
                  <a:lnTo>
                    <a:pt x="6" y="2865"/>
                  </a:lnTo>
                  <a:close/>
                  <a:moveTo>
                    <a:pt x="1865" y="1"/>
                  </a:moveTo>
                  <a:lnTo>
                    <a:pt x="1752" y="63"/>
                  </a:lnTo>
                  <a:lnTo>
                    <a:pt x="571" y="2845"/>
                  </a:lnTo>
                  <a:lnTo>
                    <a:pt x="7" y="3172"/>
                  </a:lnTo>
                  <a:lnTo>
                    <a:pt x="7" y="3172"/>
                  </a:lnTo>
                  <a:lnTo>
                    <a:pt x="7" y="3172"/>
                  </a:lnTo>
                  <a:lnTo>
                    <a:pt x="1148" y="2514"/>
                  </a:lnTo>
                  <a:lnTo>
                    <a:pt x="1148" y="2514"/>
                  </a:lnTo>
                  <a:lnTo>
                    <a:pt x="1866" y="616"/>
                  </a:lnTo>
                  <a:lnTo>
                    <a:pt x="1865" y="1"/>
                  </a:lnTo>
                  <a:close/>
                </a:path>
              </a:pathLst>
            </a:custGeom>
            <a:solidFill>
              <a:srgbClr val="4397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0"/>
            <p:cNvSpPr/>
            <p:nvPr/>
          </p:nvSpPr>
          <p:spPr>
            <a:xfrm>
              <a:off x="574805" y="2785784"/>
              <a:ext cx="60187" cy="107023"/>
            </a:xfrm>
            <a:custGeom>
              <a:avLst/>
              <a:gdLst/>
              <a:ahLst/>
              <a:cxnLst/>
              <a:rect l="l" t="t" r="r" b="b"/>
              <a:pathLst>
                <a:path w="1749" h="3110" extrusionOk="0">
                  <a:moveTo>
                    <a:pt x="1749" y="0"/>
                  </a:moveTo>
                  <a:lnTo>
                    <a:pt x="1705" y="25"/>
                  </a:lnTo>
                  <a:cubicBezTo>
                    <a:pt x="1637" y="154"/>
                    <a:pt x="1538" y="267"/>
                    <a:pt x="1427" y="331"/>
                  </a:cubicBezTo>
                  <a:cubicBezTo>
                    <a:pt x="1368" y="366"/>
                    <a:pt x="1311" y="382"/>
                    <a:pt x="1262" y="382"/>
                  </a:cubicBezTo>
                  <a:cubicBezTo>
                    <a:pt x="1220" y="382"/>
                    <a:pt x="1182" y="370"/>
                    <a:pt x="1152" y="347"/>
                  </a:cubicBezTo>
                  <a:lnTo>
                    <a:pt x="0" y="2805"/>
                  </a:lnTo>
                  <a:lnTo>
                    <a:pt x="2" y="3109"/>
                  </a:lnTo>
                  <a:lnTo>
                    <a:pt x="569" y="2782"/>
                  </a:lnTo>
                  <a:lnTo>
                    <a:pt x="1749" y="0"/>
                  </a:lnTo>
                  <a:close/>
                </a:path>
              </a:pathLst>
            </a:custGeom>
            <a:solidFill>
              <a:srgbClr val="E9EF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0"/>
            <p:cNvSpPr/>
            <p:nvPr/>
          </p:nvSpPr>
          <p:spPr>
            <a:xfrm>
              <a:off x="574633" y="2783513"/>
              <a:ext cx="64455" cy="109191"/>
            </a:xfrm>
            <a:custGeom>
              <a:avLst/>
              <a:gdLst/>
              <a:ahLst/>
              <a:cxnLst/>
              <a:rect l="l" t="t" r="r" b="b"/>
              <a:pathLst>
                <a:path w="1873" h="3173" extrusionOk="0">
                  <a:moveTo>
                    <a:pt x="421" y="832"/>
                  </a:moveTo>
                  <a:lnTo>
                    <a:pt x="242" y="934"/>
                  </a:lnTo>
                  <a:cubicBezTo>
                    <a:pt x="184" y="1050"/>
                    <a:pt x="97" y="1153"/>
                    <a:pt x="1" y="1219"/>
                  </a:cubicBezTo>
                  <a:lnTo>
                    <a:pt x="3" y="2090"/>
                  </a:lnTo>
                  <a:lnTo>
                    <a:pt x="549" y="867"/>
                  </a:lnTo>
                  <a:lnTo>
                    <a:pt x="549" y="867"/>
                  </a:lnTo>
                  <a:cubicBezTo>
                    <a:pt x="542" y="867"/>
                    <a:pt x="536" y="868"/>
                    <a:pt x="529" y="868"/>
                  </a:cubicBezTo>
                  <a:cubicBezTo>
                    <a:pt x="486" y="868"/>
                    <a:pt x="450" y="856"/>
                    <a:pt x="421" y="832"/>
                  </a:cubicBezTo>
                  <a:close/>
                  <a:moveTo>
                    <a:pt x="3" y="2090"/>
                  </a:moveTo>
                  <a:lnTo>
                    <a:pt x="1" y="2096"/>
                  </a:lnTo>
                  <a:lnTo>
                    <a:pt x="2" y="2410"/>
                  </a:lnTo>
                  <a:lnTo>
                    <a:pt x="4" y="2406"/>
                  </a:lnTo>
                  <a:lnTo>
                    <a:pt x="3" y="2090"/>
                  </a:lnTo>
                  <a:close/>
                  <a:moveTo>
                    <a:pt x="1868" y="953"/>
                  </a:moveTo>
                  <a:lnTo>
                    <a:pt x="1315" y="2417"/>
                  </a:lnTo>
                  <a:lnTo>
                    <a:pt x="1315" y="2417"/>
                  </a:lnTo>
                  <a:lnTo>
                    <a:pt x="1872" y="2096"/>
                  </a:lnTo>
                  <a:lnTo>
                    <a:pt x="1868" y="953"/>
                  </a:lnTo>
                  <a:close/>
                  <a:moveTo>
                    <a:pt x="1315" y="2417"/>
                  </a:moveTo>
                  <a:lnTo>
                    <a:pt x="1148" y="2514"/>
                  </a:lnTo>
                  <a:lnTo>
                    <a:pt x="1148" y="2514"/>
                  </a:lnTo>
                  <a:lnTo>
                    <a:pt x="1148" y="2514"/>
                  </a:lnTo>
                  <a:lnTo>
                    <a:pt x="1148" y="2514"/>
                  </a:lnTo>
                  <a:lnTo>
                    <a:pt x="1315" y="2417"/>
                  </a:lnTo>
                  <a:lnTo>
                    <a:pt x="1315" y="2417"/>
                  </a:lnTo>
                  <a:close/>
                  <a:moveTo>
                    <a:pt x="1152" y="410"/>
                  </a:moveTo>
                  <a:lnTo>
                    <a:pt x="974" y="511"/>
                  </a:lnTo>
                  <a:cubicBezTo>
                    <a:pt x="923" y="609"/>
                    <a:pt x="854" y="698"/>
                    <a:pt x="775" y="764"/>
                  </a:cubicBezTo>
                  <a:lnTo>
                    <a:pt x="4" y="2406"/>
                  </a:lnTo>
                  <a:lnTo>
                    <a:pt x="6" y="2865"/>
                  </a:lnTo>
                  <a:lnTo>
                    <a:pt x="6" y="2865"/>
                  </a:lnTo>
                  <a:lnTo>
                    <a:pt x="1152" y="410"/>
                  </a:lnTo>
                  <a:close/>
                  <a:moveTo>
                    <a:pt x="6" y="2865"/>
                  </a:moveTo>
                  <a:lnTo>
                    <a:pt x="4" y="2870"/>
                  </a:lnTo>
                  <a:lnTo>
                    <a:pt x="5" y="3172"/>
                  </a:lnTo>
                  <a:lnTo>
                    <a:pt x="7" y="3172"/>
                  </a:lnTo>
                  <a:lnTo>
                    <a:pt x="7" y="3172"/>
                  </a:lnTo>
                  <a:lnTo>
                    <a:pt x="6" y="2865"/>
                  </a:lnTo>
                  <a:close/>
                  <a:moveTo>
                    <a:pt x="1865" y="1"/>
                  </a:moveTo>
                  <a:lnTo>
                    <a:pt x="1752" y="63"/>
                  </a:lnTo>
                  <a:lnTo>
                    <a:pt x="571" y="2845"/>
                  </a:lnTo>
                  <a:lnTo>
                    <a:pt x="7" y="3172"/>
                  </a:lnTo>
                  <a:lnTo>
                    <a:pt x="7" y="3172"/>
                  </a:lnTo>
                  <a:lnTo>
                    <a:pt x="7" y="3172"/>
                  </a:lnTo>
                  <a:lnTo>
                    <a:pt x="1148" y="2514"/>
                  </a:lnTo>
                  <a:lnTo>
                    <a:pt x="1148" y="2514"/>
                  </a:lnTo>
                  <a:lnTo>
                    <a:pt x="1866" y="616"/>
                  </a:lnTo>
                  <a:lnTo>
                    <a:pt x="18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0"/>
            <p:cNvSpPr/>
            <p:nvPr/>
          </p:nvSpPr>
          <p:spPr>
            <a:xfrm>
              <a:off x="574805" y="2783513"/>
              <a:ext cx="64214" cy="96011"/>
            </a:xfrm>
            <a:custGeom>
              <a:avLst/>
              <a:gdLst/>
              <a:ahLst/>
              <a:cxnLst/>
              <a:rect l="l" t="t" r="r" b="b"/>
              <a:pathLst>
                <a:path w="1866" h="2790" extrusionOk="0">
                  <a:moveTo>
                    <a:pt x="1861" y="1"/>
                  </a:moveTo>
                  <a:lnTo>
                    <a:pt x="0" y="1721"/>
                  </a:lnTo>
                  <a:lnTo>
                    <a:pt x="2" y="2789"/>
                  </a:lnTo>
                  <a:cubicBezTo>
                    <a:pt x="114" y="2668"/>
                    <a:pt x="194" y="2493"/>
                    <a:pt x="193" y="2342"/>
                  </a:cubicBezTo>
                  <a:lnTo>
                    <a:pt x="193" y="2342"/>
                  </a:lnTo>
                  <a:cubicBezTo>
                    <a:pt x="195" y="2485"/>
                    <a:pt x="267" y="2568"/>
                    <a:pt x="371" y="2568"/>
                  </a:cubicBezTo>
                  <a:cubicBezTo>
                    <a:pt x="414" y="2568"/>
                    <a:pt x="463" y="2554"/>
                    <a:pt x="514" y="2524"/>
                  </a:cubicBezTo>
                  <a:cubicBezTo>
                    <a:pt x="689" y="2423"/>
                    <a:pt x="830" y="2176"/>
                    <a:pt x="830" y="1976"/>
                  </a:cubicBezTo>
                  <a:cubicBezTo>
                    <a:pt x="830" y="2119"/>
                    <a:pt x="902" y="2201"/>
                    <a:pt x="1007" y="2201"/>
                  </a:cubicBezTo>
                  <a:cubicBezTo>
                    <a:pt x="1050" y="2201"/>
                    <a:pt x="1098" y="2187"/>
                    <a:pt x="1149" y="2159"/>
                  </a:cubicBezTo>
                  <a:cubicBezTo>
                    <a:pt x="1324" y="2056"/>
                    <a:pt x="1466" y="1810"/>
                    <a:pt x="1465" y="1607"/>
                  </a:cubicBezTo>
                  <a:lnTo>
                    <a:pt x="1465" y="1607"/>
                  </a:lnTo>
                  <a:cubicBezTo>
                    <a:pt x="1466" y="1751"/>
                    <a:pt x="1538" y="1834"/>
                    <a:pt x="1642" y="1834"/>
                  </a:cubicBezTo>
                  <a:cubicBezTo>
                    <a:pt x="1685" y="1834"/>
                    <a:pt x="1734" y="1820"/>
                    <a:pt x="1785" y="1790"/>
                  </a:cubicBezTo>
                  <a:cubicBezTo>
                    <a:pt x="1811" y="1774"/>
                    <a:pt x="1839" y="1753"/>
                    <a:pt x="1866" y="1730"/>
                  </a:cubicBezTo>
                  <a:lnTo>
                    <a:pt x="1864" y="954"/>
                  </a:lnTo>
                  <a:lnTo>
                    <a:pt x="1864" y="616"/>
                  </a:lnTo>
                  <a:lnTo>
                    <a:pt x="1861"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0"/>
            <p:cNvSpPr/>
            <p:nvPr/>
          </p:nvSpPr>
          <p:spPr>
            <a:xfrm>
              <a:off x="614104" y="2804746"/>
              <a:ext cx="24880" cy="65384"/>
            </a:xfrm>
            <a:custGeom>
              <a:avLst/>
              <a:gdLst/>
              <a:ahLst/>
              <a:cxnLst/>
              <a:rect l="l" t="t" r="r" b="b"/>
              <a:pathLst>
                <a:path w="723" h="1900" extrusionOk="0">
                  <a:moveTo>
                    <a:pt x="719" y="1"/>
                  </a:moveTo>
                  <a:lnTo>
                    <a:pt x="1" y="1900"/>
                  </a:lnTo>
                  <a:lnTo>
                    <a:pt x="168" y="1802"/>
                  </a:lnTo>
                  <a:lnTo>
                    <a:pt x="722" y="339"/>
                  </a:lnTo>
                  <a:lnTo>
                    <a:pt x="7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0"/>
            <p:cNvSpPr/>
            <p:nvPr/>
          </p:nvSpPr>
          <p:spPr>
            <a:xfrm>
              <a:off x="574805" y="2785784"/>
              <a:ext cx="60187" cy="107023"/>
            </a:xfrm>
            <a:custGeom>
              <a:avLst/>
              <a:gdLst/>
              <a:ahLst/>
              <a:cxnLst/>
              <a:rect l="l" t="t" r="r" b="b"/>
              <a:pathLst>
                <a:path w="1749" h="3110" extrusionOk="0">
                  <a:moveTo>
                    <a:pt x="1749" y="0"/>
                  </a:moveTo>
                  <a:lnTo>
                    <a:pt x="1705" y="25"/>
                  </a:lnTo>
                  <a:cubicBezTo>
                    <a:pt x="1637" y="154"/>
                    <a:pt x="1538" y="267"/>
                    <a:pt x="1427" y="331"/>
                  </a:cubicBezTo>
                  <a:cubicBezTo>
                    <a:pt x="1368" y="366"/>
                    <a:pt x="1311" y="382"/>
                    <a:pt x="1262" y="382"/>
                  </a:cubicBezTo>
                  <a:cubicBezTo>
                    <a:pt x="1220" y="382"/>
                    <a:pt x="1182" y="370"/>
                    <a:pt x="1152" y="347"/>
                  </a:cubicBezTo>
                  <a:lnTo>
                    <a:pt x="0" y="2805"/>
                  </a:lnTo>
                  <a:lnTo>
                    <a:pt x="2" y="3109"/>
                  </a:lnTo>
                  <a:lnTo>
                    <a:pt x="569" y="2782"/>
                  </a:lnTo>
                  <a:lnTo>
                    <a:pt x="17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0"/>
            <p:cNvSpPr/>
            <p:nvPr/>
          </p:nvSpPr>
          <p:spPr>
            <a:xfrm>
              <a:off x="608116" y="2789914"/>
              <a:ext cx="6229" cy="11218"/>
            </a:xfrm>
            <a:custGeom>
              <a:avLst/>
              <a:gdLst/>
              <a:ahLst/>
              <a:cxnLst/>
              <a:rect l="l" t="t" r="r" b="b"/>
              <a:pathLst>
                <a:path w="181" h="326" extrusionOk="0">
                  <a:moveTo>
                    <a:pt x="91" y="0"/>
                  </a:moveTo>
                  <a:cubicBezTo>
                    <a:pt x="91" y="107"/>
                    <a:pt x="58" y="221"/>
                    <a:pt x="1" y="325"/>
                  </a:cubicBezTo>
                  <a:lnTo>
                    <a:pt x="181" y="224"/>
                  </a:lnTo>
                  <a:cubicBezTo>
                    <a:pt x="124" y="183"/>
                    <a:pt x="91" y="107"/>
                    <a:pt x="91" y="0"/>
                  </a:cubicBezTo>
                  <a:close/>
                </a:path>
              </a:pathLst>
            </a:custGeom>
            <a:solidFill>
              <a:srgbClr val="C655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0"/>
            <p:cNvSpPr/>
            <p:nvPr/>
          </p:nvSpPr>
          <p:spPr>
            <a:xfrm>
              <a:off x="582961" y="2804505"/>
              <a:ext cx="6160" cy="11322"/>
            </a:xfrm>
            <a:custGeom>
              <a:avLst/>
              <a:gdLst/>
              <a:ahLst/>
              <a:cxnLst/>
              <a:rect l="l" t="t" r="r" b="b"/>
              <a:pathLst>
                <a:path w="179" h="329" extrusionOk="0">
                  <a:moveTo>
                    <a:pt x="88" y="1"/>
                  </a:moveTo>
                  <a:cubicBezTo>
                    <a:pt x="88" y="104"/>
                    <a:pt x="56" y="222"/>
                    <a:pt x="0" y="328"/>
                  </a:cubicBezTo>
                  <a:lnTo>
                    <a:pt x="179" y="226"/>
                  </a:lnTo>
                  <a:cubicBezTo>
                    <a:pt x="123" y="183"/>
                    <a:pt x="88" y="107"/>
                    <a:pt x="88" y="1"/>
                  </a:cubicBezTo>
                  <a:close/>
                </a:path>
              </a:pathLst>
            </a:custGeom>
            <a:solidFill>
              <a:srgbClr val="C655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0"/>
            <p:cNvSpPr/>
            <p:nvPr/>
          </p:nvSpPr>
          <p:spPr>
            <a:xfrm>
              <a:off x="531961" y="2833927"/>
              <a:ext cx="6160" cy="11287"/>
            </a:xfrm>
            <a:custGeom>
              <a:avLst/>
              <a:gdLst/>
              <a:ahLst/>
              <a:cxnLst/>
              <a:rect l="l" t="t" r="r" b="b"/>
              <a:pathLst>
                <a:path w="179" h="328" extrusionOk="0">
                  <a:moveTo>
                    <a:pt x="89" y="0"/>
                  </a:moveTo>
                  <a:cubicBezTo>
                    <a:pt x="89" y="105"/>
                    <a:pt x="56" y="221"/>
                    <a:pt x="0" y="328"/>
                  </a:cubicBezTo>
                  <a:lnTo>
                    <a:pt x="179" y="225"/>
                  </a:lnTo>
                  <a:cubicBezTo>
                    <a:pt x="125" y="183"/>
                    <a:pt x="91" y="105"/>
                    <a:pt x="89" y="0"/>
                  </a:cubicBezTo>
                  <a:close/>
                </a:path>
              </a:pathLst>
            </a:custGeom>
            <a:solidFill>
              <a:srgbClr val="C655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0"/>
            <p:cNvSpPr/>
            <p:nvPr/>
          </p:nvSpPr>
          <p:spPr>
            <a:xfrm>
              <a:off x="506771" y="2848518"/>
              <a:ext cx="6125" cy="11218"/>
            </a:xfrm>
            <a:custGeom>
              <a:avLst/>
              <a:gdLst/>
              <a:ahLst/>
              <a:cxnLst/>
              <a:rect l="l" t="t" r="r" b="b"/>
              <a:pathLst>
                <a:path w="178" h="326" extrusionOk="0">
                  <a:moveTo>
                    <a:pt x="88" y="0"/>
                  </a:moveTo>
                  <a:cubicBezTo>
                    <a:pt x="88" y="104"/>
                    <a:pt x="56" y="220"/>
                    <a:pt x="1" y="325"/>
                  </a:cubicBezTo>
                  <a:lnTo>
                    <a:pt x="178" y="223"/>
                  </a:lnTo>
                  <a:cubicBezTo>
                    <a:pt x="121" y="183"/>
                    <a:pt x="88" y="104"/>
                    <a:pt x="88" y="0"/>
                  </a:cubicBezTo>
                  <a:close/>
                </a:path>
              </a:pathLst>
            </a:custGeom>
            <a:solidFill>
              <a:srgbClr val="C655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0"/>
            <p:cNvSpPr/>
            <p:nvPr/>
          </p:nvSpPr>
          <p:spPr>
            <a:xfrm>
              <a:off x="457596" y="2856158"/>
              <a:ext cx="64386" cy="104201"/>
            </a:xfrm>
            <a:custGeom>
              <a:avLst/>
              <a:gdLst/>
              <a:ahLst/>
              <a:cxnLst/>
              <a:rect l="l" t="t" r="r" b="b"/>
              <a:pathLst>
                <a:path w="1871" h="3028" extrusionOk="0">
                  <a:moveTo>
                    <a:pt x="776" y="482"/>
                  </a:moveTo>
                  <a:lnTo>
                    <a:pt x="0" y="928"/>
                  </a:lnTo>
                  <a:lnTo>
                    <a:pt x="3" y="2027"/>
                  </a:lnTo>
                  <a:lnTo>
                    <a:pt x="3" y="2027"/>
                  </a:lnTo>
                  <a:lnTo>
                    <a:pt x="776" y="482"/>
                  </a:lnTo>
                  <a:close/>
                  <a:moveTo>
                    <a:pt x="1864" y="86"/>
                  </a:moveTo>
                  <a:lnTo>
                    <a:pt x="752" y="2595"/>
                  </a:lnTo>
                  <a:lnTo>
                    <a:pt x="540" y="2718"/>
                  </a:lnTo>
                  <a:lnTo>
                    <a:pt x="540" y="2718"/>
                  </a:lnTo>
                  <a:lnTo>
                    <a:pt x="1870" y="1949"/>
                  </a:lnTo>
                  <a:lnTo>
                    <a:pt x="1468" y="2181"/>
                  </a:lnTo>
                  <a:lnTo>
                    <a:pt x="1869" y="1391"/>
                  </a:lnTo>
                  <a:lnTo>
                    <a:pt x="1864" y="86"/>
                  </a:lnTo>
                  <a:close/>
                  <a:moveTo>
                    <a:pt x="540" y="2718"/>
                  </a:moveTo>
                  <a:lnTo>
                    <a:pt x="515" y="2732"/>
                  </a:lnTo>
                  <a:lnTo>
                    <a:pt x="515" y="2732"/>
                  </a:lnTo>
                  <a:lnTo>
                    <a:pt x="515" y="2732"/>
                  </a:lnTo>
                  <a:lnTo>
                    <a:pt x="515" y="2732"/>
                  </a:lnTo>
                  <a:lnTo>
                    <a:pt x="540" y="2718"/>
                  </a:lnTo>
                  <a:close/>
                  <a:moveTo>
                    <a:pt x="1608" y="1"/>
                  </a:moveTo>
                  <a:lnTo>
                    <a:pt x="322" y="2843"/>
                  </a:lnTo>
                  <a:lnTo>
                    <a:pt x="215" y="2906"/>
                  </a:lnTo>
                  <a:lnTo>
                    <a:pt x="215" y="2906"/>
                  </a:lnTo>
                  <a:lnTo>
                    <a:pt x="515" y="2732"/>
                  </a:lnTo>
                  <a:lnTo>
                    <a:pt x="515" y="2732"/>
                  </a:lnTo>
                  <a:lnTo>
                    <a:pt x="1740" y="36"/>
                  </a:lnTo>
                  <a:lnTo>
                    <a:pt x="1740" y="36"/>
                  </a:lnTo>
                  <a:cubicBezTo>
                    <a:pt x="1733" y="36"/>
                    <a:pt x="1727" y="37"/>
                    <a:pt x="1721" y="37"/>
                  </a:cubicBezTo>
                  <a:cubicBezTo>
                    <a:pt x="1677" y="37"/>
                    <a:pt x="1639" y="24"/>
                    <a:pt x="1608" y="1"/>
                  </a:cubicBezTo>
                  <a:close/>
                  <a:moveTo>
                    <a:pt x="3" y="2027"/>
                  </a:moveTo>
                  <a:lnTo>
                    <a:pt x="0" y="2033"/>
                  </a:lnTo>
                  <a:lnTo>
                    <a:pt x="5" y="3028"/>
                  </a:lnTo>
                  <a:lnTo>
                    <a:pt x="215" y="2906"/>
                  </a:lnTo>
                  <a:lnTo>
                    <a:pt x="215" y="2906"/>
                  </a:lnTo>
                  <a:lnTo>
                    <a:pt x="6" y="3026"/>
                  </a:lnTo>
                  <a:lnTo>
                    <a:pt x="3" y="202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40"/>
            <p:cNvSpPr/>
            <p:nvPr/>
          </p:nvSpPr>
          <p:spPr>
            <a:xfrm>
              <a:off x="457493" y="2856158"/>
              <a:ext cx="64420" cy="91572"/>
            </a:xfrm>
            <a:custGeom>
              <a:avLst/>
              <a:gdLst/>
              <a:ahLst/>
              <a:cxnLst/>
              <a:rect l="l" t="t" r="r" b="b"/>
              <a:pathLst>
                <a:path w="1872" h="2661" extrusionOk="0">
                  <a:moveTo>
                    <a:pt x="1867" y="1"/>
                  </a:moveTo>
                  <a:cubicBezTo>
                    <a:pt x="1823" y="23"/>
                    <a:pt x="1781" y="36"/>
                    <a:pt x="1743" y="40"/>
                  </a:cubicBezTo>
                  <a:lnTo>
                    <a:pt x="1156" y="413"/>
                  </a:lnTo>
                  <a:cubicBezTo>
                    <a:pt x="1097" y="446"/>
                    <a:pt x="1042" y="462"/>
                    <a:pt x="992" y="462"/>
                  </a:cubicBezTo>
                  <a:cubicBezTo>
                    <a:pt x="949" y="462"/>
                    <a:pt x="910" y="449"/>
                    <a:pt x="878" y="425"/>
                  </a:cubicBezTo>
                  <a:lnTo>
                    <a:pt x="779" y="482"/>
                  </a:lnTo>
                  <a:lnTo>
                    <a:pt x="0" y="930"/>
                  </a:lnTo>
                  <a:lnTo>
                    <a:pt x="3" y="2033"/>
                  </a:lnTo>
                  <a:lnTo>
                    <a:pt x="5" y="2661"/>
                  </a:lnTo>
                  <a:cubicBezTo>
                    <a:pt x="33" y="2655"/>
                    <a:pt x="62" y="2642"/>
                    <a:pt x="91" y="2625"/>
                  </a:cubicBezTo>
                  <a:cubicBezTo>
                    <a:pt x="268" y="2523"/>
                    <a:pt x="410" y="2279"/>
                    <a:pt x="410" y="2075"/>
                  </a:cubicBezTo>
                  <a:cubicBezTo>
                    <a:pt x="410" y="2219"/>
                    <a:pt x="481" y="2302"/>
                    <a:pt x="585" y="2302"/>
                  </a:cubicBezTo>
                  <a:cubicBezTo>
                    <a:pt x="628" y="2302"/>
                    <a:pt x="676" y="2288"/>
                    <a:pt x="727" y="2258"/>
                  </a:cubicBezTo>
                  <a:cubicBezTo>
                    <a:pt x="901" y="2158"/>
                    <a:pt x="1044" y="1918"/>
                    <a:pt x="1044" y="1716"/>
                  </a:cubicBezTo>
                  <a:lnTo>
                    <a:pt x="1044" y="1716"/>
                  </a:lnTo>
                  <a:cubicBezTo>
                    <a:pt x="1046" y="1856"/>
                    <a:pt x="1117" y="1936"/>
                    <a:pt x="1220" y="1936"/>
                  </a:cubicBezTo>
                  <a:cubicBezTo>
                    <a:pt x="1263" y="1936"/>
                    <a:pt x="1311" y="1922"/>
                    <a:pt x="1362" y="1892"/>
                  </a:cubicBezTo>
                  <a:cubicBezTo>
                    <a:pt x="1539" y="1790"/>
                    <a:pt x="1681" y="1544"/>
                    <a:pt x="1681" y="1342"/>
                  </a:cubicBezTo>
                  <a:cubicBezTo>
                    <a:pt x="1681" y="1484"/>
                    <a:pt x="1753" y="1567"/>
                    <a:pt x="1858" y="1567"/>
                  </a:cubicBezTo>
                  <a:cubicBezTo>
                    <a:pt x="1862" y="1567"/>
                    <a:pt x="1867" y="1566"/>
                    <a:pt x="1872" y="1566"/>
                  </a:cubicBezTo>
                  <a:lnTo>
                    <a:pt x="1872" y="1395"/>
                  </a:lnTo>
                  <a:lnTo>
                    <a:pt x="1867" y="88"/>
                  </a:lnTo>
                  <a:lnTo>
                    <a:pt x="1867"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40"/>
            <p:cNvSpPr/>
            <p:nvPr/>
          </p:nvSpPr>
          <p:spPr>
            <a:xfrm>
              <a:off x="508079" y="2904095"/>
              <a:ext cx="13834" cy="27220"/>
            </a:xfrm>
            <a:custGeom>
              <a:avLst/>
              <a:gdLst/>
              <a:ahLst/>
              <a:cxnLst/>
              <a:rect l="l" t="t" r="r" b="b"/>
              <a:pathLst>
                <a:path w="402" h="791" extrusionOk="0">
                  <a:moveTo>
                    <a:pt x="399" y="1"/>
                  </a:moveTo>
                  <a:lnTo>
                    <a:pt x="1" y="791"/>
                  </a:lnTo>
                  <a:lnTo>
                    <a:pt x="402" y="559"/>
                  </a:lnTo>
                  <a:lnTo>
                    <a:pt x="3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0"/>
            <p:cNvSpPr/>
            <p:nvPr/>
          </p:nvSpPr>
          <p:spPr>
            <a:xfrm>
              <a:off x="475318" y="2856124"/>
              <a:ext cx="46457" cy="94118"/>
            </a:xfrm>
            <a:custGeom>
              <a:avLst/>
              <a:gdLst/>
              <a:ahLst/>
              <a:cxnLst/>
              <a:rect l="l" t="t" r="r" b="b"/>
              <a:pathLst>
                <a:path w="1350" h="2735" extrusionOk="0">
                  <a:moveTo>
                    <a:pt x="1349" y="0"/>
                  </a:moveTo>
                  <a:cubicBezTo>
                    <a:pt x="1305" y="22"/>
                    <a:pt x="1263" y="35"/>
                    <a:pt x="1225" y="38"/>
                  </a:cubicBezTo>
                  <a:lnTo>
                    <a:pt x="0" y="2735"/>
                  </a:lnTo>
                  <a:lnTo>
                    <a:pt x="0" y="2735"/>
                  </a:lnTo>
                  <a:lnTo>
                    <a:pt x="237" y="2597"/>
                  </a:lnTo>
                  <a:lnTo>
                    <a:pt x="1349" y="88"/>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0"/>
            <p:cNvSpPr/>
            <p:nvPr/>
          </p:nvSpPr>
          <p:spPr>
            <a:xfrm>
              <a:off x="457596" y="2856158"/>
              <a:ext cx="55370" cy="104201"/>
            </a:xfrm>
            <a:custGeom>
              <a:avLst/>
              <a:gdLst/>
              <a:ahLst/>
              <a:cxnLst/>
              <a:rect l="l" t="t" r="r" b="b"/>
              <a:pathLst>
                <a:path w="1609" h="3028" extrusionOk="0">
                  <a:moveTo>
                    <a:pt x="1608" y="1"/>
                  </a:moveTo>
                  <a:lnTo>
                    <a:pt x="1431" y="106"/>
                  </a:lnTo>
                  <a:cubicBezTo>
                    <a:pt x="1364" y="235"/>
                    <a:pt x="1263" y="349"/>
                    <a:pt x="1153" y="413"/>
                  </a:cubicBezTo>
                  <a:cubicBezTo>
                    <a:pt x="1094" y="446"/>
                    <a:pt x="1039" y="462"/>
                    <a:pt x="989" y="462"/>
                  </a:cubicBezTo>
                  <a:cubicBezTo>
                    <a:pt x="946" y="462"/>
                    <a:pt x="907" y="449"/>
                    <a:pt x="875" y="425"/>
                  </a:cubicBezTo>
                  <a:lnTo>
                    <a:pt x="776" y="482"/>
                  </a:lnTo>
                  <a:lnTo>
                    <a:pt x="0" y="2033"/>
                  </a:lnTo>
                  <a:lnTo>
                    <a:pt x="5" y="3028"/>
                  </a:lnTo>
                  <a:lnTo>
                    <a:pt x="322" y="2843"/>
                  </a:lnTo>
                  <a:lnTo>
                    <a:pt x="16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0"/>
            <p:cNvSpPr/>
            <p:nvPr/>
          </p:nvSpPr>
          <p:spPr>
            <a:xfrm>
              <a:off x="481513" y="2863075"/>
              <a:ext cx="6229" cy="11253"/>
            </a:xfrm>
            <a:custGeom>
              <a:avLst/>
              <a:gdLst/>
              <a:ahLst/>
              <a:cxnLst/>
              <a:rect l="l" t="t" r="r" b="b"/>
              <a:pathLst>
                <a:path w="181" h="327" extrusionOk="0">
                  <a:moveTo>
                    <a:pt x="88" y="0"/>
                  </a:moveTo>
                  <a:cubicBezTo>
                    <a:pt x="88" y="105"/>
                    <a:pt x="56" y="221"/>
                    <a:pt x="0" y="326"/>
                  </a:cubicBezTo>
                  <a:lnTo>
                    <a:pt x="79" y="281"/>
                  </a:lnTo>
                  <a:lnTo>
                    <a:pt x="180" y="224"/>
                  </a:lnTo>
                  <a:cubicBezTo>
                    <a:pt x="125" y="180"/>
                    <a:pt x="91" y="105"/>
                    <a:pt x="88" y="0"/>
                  </a:cubicBezTo>
                  <a:close/>
                </a:path>
              </a:pathLst>
            </a:custGeom>
            <a:solidFill>
              <a:srgbClr val="C655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0"/>
            <p:cNvSpPr/>
            <p:nvPr/>
          </p:nvSpPr>
          <p:spPr>
            <a:xfrm>
              <a:off x="624944" y="2753058"/>
              <a:ext cx="56677" cy="49210"/>
            </a:xfrm>
            <a:custGeom>
              <a:avLst/>
              <a:gdLst/>
              <a:ahLst/>
              <a:cxnLst/>
              <a:rect l="l" t="t" r="r" b="b"/>
              <a:pathLst>
                <a:path w="1647" h="1430" extrusionOk="0">
                  <a:moveTo>
                    <a:pt x="635" y="0"/>
                  </a:moveTo>
                  <a:lnTo>
                    <a:pt x="0" y="369"/>
                  </a:lnTo>
                  <a:lnTo>
                    <a:pt x="1011" y="1430"/>
                  </a:lnTo>
                  <a:lnTo>
                    <a:pt x="1646" y="1063"/>
                  </a:lnTo>
                  <a:lnTo>
                    <a:pt x="6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0"/>
            <p:cNvSpPr/>
            <p:nvPr/>
          </p:nvSpPr>
          <p:spPr>
            <a:xfrm>
              <a:off x="659666" y="2789604"/>
              <a:ext cx="21955" cy="20441"/>
            </a:xfrm>
            <a:custGeom>
              <a:avLst/>
              <a:gdLst/>
              <a:ahLst/>
              <a:cxnLst/>
              <a:rect l="l" t="t" r="r" b="b"/>
              <a:pathLst>
                <a:path w="638" h="594" extrusionOk="0">
                  <a:moveTo>
                    <a:pt x="637" y="1"/>
                  </a:moveTo>
                  <a:lnTo>
                    <a:pt x="1" y="368"/>
                  </a:lnTo>
                  <a:cubicBezTo>
                    <a:pt x="1" y="511"/>
                    <a:pt x="73" y="593"/>
                    <a:pt x="177" y="593"/>
                  </a:cubicBezTo>
                  <a:cubicBezTo>
                    <a:pt x="221" y="593"/>
                    <a:pt x="270" y="579"/>
                    <a:pt x="321" y="549"/>
                  </a:cubicBezTo>
                  <a:cubicBezTo>
                    <a:pt x="497" y="448"/>
                    <a:pt x="637" y="204"/>
                    <a:pt x="6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0"/>
            <p:cNvSpPr/>
            <p:nvPr/>
          </p:nvSpPr>
          <p:spPr>
            <a:xfrm>
              <a:off x="603023" y="2765756"/>
              <a:ext cx="56746" cy="49141"/>
            </a:xfrm>
            <a:custGeom>
              <a:avLst/>
              <a:gdLst/>
              <a:ahLst/>
              <a:cxnLst/>
              <a:rect l="l" t="t" r="r" b="b"/>
              <a:pathLst>
                <a:path w="1649" h="1428" extrusionOk="0">
                  <a:moveTo>
                    <a:pt x="637" y="0"/>
                  </a:moveTo>
                  <a:lnTo>
                    <a:pt x="1" y="366"/>
                  </a:lnTo>
                  <a:lnTo>
                    <a:pt x="1012" y="1428"/>
                  </a:lnTo>
                  <a:lnTo>
                    <a:pt x="1648" y="1061"/>
                  </a:lnTo>
                  <a:lnTo>
                    <a:pt x="6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0"/>
            <p:cNvSpPr/>
            <p:nvPr/>
          </p:nvSpPr>
          <p:spPr>
            <a:xfrm>
              <a:off x="637814" y="2802234"/>
              <a:ext cx="21955" cy="20475"/>
            </a:xfrm>
            <a:custGeom>
              <a:avLst/>
              <a:gdLst/>
              <a:ahLst/>
              <a:cxnLst/>
              <a:rect l="l" t="t" r="r" b="b"/>
              <a:pathLst>
                <a:path w="638" h="595" extrusionOk="0">
                  <a:moveTo>
                    <a:pt x="637" y="1"/>
                  </a:moveTo>
                  <a:lnTo>
                    <a:pt x="1" y="368"/>
                  </a:lnTo>
                  <a:cubicBezTo>
                    <a:pt x="1" y="512"/>
                    <a:pt x="73" y="594"/>
                    <a:pt x="177" y="594"/>
                  </a:cubicBezTo>
                  <a:cubicBezTo>
                    <a:pt x="220" y="594"/>
                    <a:pt x="269" y="580"/>
                    <a:pt x="320" y="551"/>
                  </a:cubicBezTo>
                  <a:cubicBezTo>
                    <a:pt x="495" y="448"/>
                    <a:pt x="637" y="204"/>
                    <a:pt x="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40"/>
            <p:cNvSpPr/>
            <p:nvPr/>
          </p:nvSpPr>
          <p:spPr>
            <a:xfrm>
              <a:off x="559044" y="2790981"/>
              <a:ext cx="56918" cy="49313"/>
            </a:xfrm>
            <a:custGeom>
              <a:avLst/>
              <a:gdLst/>
              <a:ahLst/>
              <a:cxnLst/>
              <a:rect l="l" t="t" r="r" b="b"/>
              <a:pathLst>
                <a:path w="1654" h="1433" extrusionOk="0">
                  <a:moveTo>
                    <a:pt x="643" y="0"/>
                  </a:moveTo>
                  <a:lnTo>
                    <a:pt x="0" y="372"/>
                  </a:lnTo>
                  <a:lnTo>
                    <a:pt x="1013" y="1432"/>
                  </a:lnTo>
                  <a:lnTo>
                    <a:pt x="1654" y="1064"/>
                  </a:lnTo>
                  <a:lnTo>
                    <a:pt x="6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0"/>
            <p:cNvSpPr/>
            <p:nvPr/>
          </p:nvSpPr>
          <p:spPr>
            <a:xfrm>
              <a:off x="581137" y="2778317"/>
              <a:ext cx="56712" cy="49279"/>
            </a:xfrm>
            <a:custGeom>
              <a:avLst/>
              <a:gdLst/>
              <a:ahLst/>
              <a:cxnLst/>
              <a:rect l="l" t="t" r="r" b="b"/>
              <a:pathLst>
                <a:path w="1648" h="1432" extrusionOk="0">
                  <a:moveTo>
                    <a:pt x="637" y="1"/>
                  </a:moveTo>
                  <a:lnTo>
                    <a:pt x="1" y="368"/>
                  </a:lnTo>
                  <a:lnTo>
                    <a:pt x="1012" y="1432"/>
                  </a:lnTo>
                  <a:lnTo>
                    <a:pt x="1648" y="1063"/>
                  </a:lnTo>
                  <a:lnTo>
                    <a:pt x="63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0"/>
            <p:cNvSpPr/>
            <p:nvPr/>
          </p:nvSpPr>
          <p:spPr>
            <a:xfrm>
              <a:off x="615928" y="2814897"/>
              <a:ext cx="21921" cy="20475"/>
            </a:xfrm>
            <a:custGeom>
              <a:avLst/>
              <a:gdLst/>
              <a:ahLst/>
              <a:cxnLst/>
              <a:rect l="l" t="t" r="r" b="b"/>
              <a:pathLst>
                <a:path w="637" h="595" extrusionOk="0">
                  <a:moveTo>
                    <a:pt x="637" y="0"/>
                  </a:moveTo>
                  <a:lnTo>
                    <a:pt x="1" y="369"/>
                  </a:lnTo>
                  <a:cubicBezTo>
                    <a:pt x="1" y="512"/>
                    <a:pt x="74" y="594"/>
                    <a:pt x="179" y="594"/>
                  </a:cubicBezTo>
                  <a:cubicBezTo>
                    <a:pt x="222" y="594"/>
                    <a:pt x="270" y="580"/>
                    <a:pt x="321" y="552"/>
                  </a:cubicBezTo>
                  <a:cubicBezTo>
                    <a:pt x="497" y="449"/>
                    <a:pt x="637" y="203"/>
                    <a:pt x="6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0"/>
            <p:cNvSpPr/>
            <p:nvPr/>
          </p:nvSpPr>
          <p:spPr>
            <a:xfrm>
              <a:off x="593869" y="2827561"/>
              <a:ext cx="22093" cy="20475"/>
            </a:xfrm>
            <a:custGeom>
              <a:avLst/>
              <a:gdLst/>
              <a:ahLst/>
              <a:cxnLst/>
              <a:rect l="l" t="t" r="r" b="b"/>
              <a:pathLst>
                <a:path w="642" h="595" extrusionOk="0">
                  <a:moveTo>
                    <a:pt x="642" y="1"/>
                  </a:moveTo>
                  <a:lnTo>
                    <a:pt x="1" y="371"/>
                  </a:lnTo>
                  <a:cubicBezTo>
                    <a:pt x="1" y="514"/>
                    <a:pt x="75" y="595"/>
                    <a:pt x="180" y="595"/>
                  </a:cubicBezTo>
                  <a:cubicBezTo>
                    <a:pt x="224" y="595"/>
                    <a:pt x="274" y="581"/>
                    <a:pt x="326" y="551"/>
                  </a:cubicBezTo>
                  <a:cubicBezTo>
                    <a:pt x="500" y="448"/>
                    <a:pt x="642" y="203"/>
                    <a:pt x="6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0"/>
            <p:cNvSpPr/>
            <p:nvPr/>
          </p:nvSpPr>
          <p:spPr>
            <a:xfrm>
              <a:off x="536882" y="2803748"/>
              <a:ext cx="57022" cy="49313"/>
            </a:xfrm>
            <a:custGeom>
              <a:avLst/>
              <a:gdLst/>
              <a:ahLst/>
              <a:cxnLst/>
              <a:rect l="l" t="t" r="r" b="b"/>
              <a:pathLst>
                <a:path w="1657" h="1433" extrusionOk="0">
                  <a:moveTo>
                    <a:pt x="644" y="1"/>
                  </a:moveTo>
                  <a:lnTo>
                    <a:pt x="1" y="372"/>
                  </a:lnTo>
                  <a:lnTo>
                    <a:pt x="1013" y="1433"/>
                  </a:lnTo>
                  <a:lnTo>
                    <a:pt x="1657" y="1061"/>
                  </a:lnTo>
                  <a:lnTo>
                    <a:pt x="64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0"/>
            <p:cNvSpPr/>
            <p:nvPr/>
          </p:nvSpPr>
          <p:spPr>
            <a:xfrm>
              <a:off x="571708" y="2840259"/>
              <a:ext cx="22196" cy="20613"/>
            </a:xfrm>
            <a:custGeom>
              <a:avLst/>
              <a:gdLst/>
              <a:ahLst/>
              <a:cxnLst/>
              <a:rect l="l" t="t" r="r" b="b"/>
              <a:pathLst>
                <a:path w="645" h="599" extrusionOk="0">
                  <a:moveTo>
                    <a:pt x="645" y="0"/>
                  </a:moveTo>
                  <a:lnTo>
                    <a:pt x="1" y="372"/>
                  </a:lnTo>
                  <a:cubicBezTo>
                    <a:pt x="2" y="516"/>
                    <a:pt x="73" y="598"/>
                    <a:pt x="177" y="598"/>
                  </a:cubicBezTo>
                  <a:cubicBezTo>
                    <a:pt x="220" y="598"/>
                    <a:pt x="269" y="584"/>
                    <a:pt x="320" y="555"/>
                  </a:cubicBezTo>
                  <a:cubicBezTo>
                    <a:pt x="495" y="452"/>
                    <a:pt x="645" y="204"/>
                    <a:pt x="64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0"/>
            <p:cNvSpPr/>
            <p:nvPr/>
          </p:nvSpPr>
          <p:spPr>
            <a:xfrm>
              <a:off x="493178" y="2829144"/>
              <a:ext cx="56677" cy="49210"/>
            </a:xfrm>
            <a:custGeom>
              <a:avLst/>
              <a:gdLst/>
              <a:ahLst/>
              <a:cxnLst/>
              <a:rect l="l" t="t" r="r" b="b"/>
              <a:pathLst>
                <a:path w="1647" h="1430" extrusionOk="0">
                  <a:moveTo>
                    <a:pt x="637" y="0"/>
                  </a:moveTo>
                  <a:lnTo>
                    <a:pt x="1" y="367"/>
                  </a:lnTo>
                  <a:lnTo>
                    <a:pt x="1010" y="1429"/>
                  </a:lnTo>
                  <a:lnTo>
                    <a:pt x="1647" y="1062"/>
                  </a:lnTo>
                  <a:lnTo>
                    <a:pt x="63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40"/>
            <p:cNvSpPr/>
            <p:nvPr/>
          </p:nvSpPr>
          <p:spPr>
            <a:xfrm>
              <a:off x="549890" y="2853026"/>
              <a:ext cx="21921" cy="20475"/>
            </a:xfrm>
            <a:custGeom>
              <a:avLst/>
              <a:gdLst/>
              <a:ahLst/>
              <a:cxnLst/>
              <a:rect l="l" t="t" r="r" b="b"/>
              <a:pathLst>
                <a:path w="637" h="595" extrusionOk="0">
                  <a:moveTo>
                    <a:pt x="635" y="1"/>
                  </a:moveTo>
                  <a:lnTo>
                    <a:pt x="0" y="368"/>
                  </a:lnTo>
                  <a:cubicBezTo>
                    <a:pt x="0" y="512"/>
                    <a:pt x="71" y="595"/>
                    <a:pt x="175" y="595"/>
                  </a:cubicBezTo>
                  <a:cubicBezTo>
                    <a:pt x="218" y="595"/>
                    <a:pt x="266" y="581"/>
                    <a:pt x="317" y="551"/>
                  </a:cubicBezTo>
                  <a:cubicBezTo>
                    <a:pt x="493" y="449"/>
                    <a:pt x="636" y="204"/>
                    <a:pt x="6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0"/>
            <p:cNvSpPr/>
            <p:nvPr/>
          </p:nvSpPr>
          <p:spPr>
            <a:xfrm>
              <a:off x="515099" y="2816549"/>
              <a:ext cx="56643" cy="49175"/>
            </a:xfrm>
            <a:custGeom>
              <a:avLst/>
              <a:gdLst/>
              <a:ahLst/>
              <a:cxnLst/>
              <a:rect l="l" t="t" r="r" b="b"/>
              <a:pathLst>
                <a:path w="1646" h="1429" extrusionOk="0">
                  <a:moveTo>
                    <a:pt x="634" y="0"/>
                  </a:moveTo>
                  <a:lnTo>
                    <a:pt x="0" y="366"/>
                  </a:lnTo>
                  <a:lnTo>
                    <a:pt x="1010" y="1428"/>
                  </a:lnTo>
                  <a:lnTo>
                    <a:pt x="1646" y="1061"/>
                  </a:lnTo>
                  <a:lnTo>
                    <a:pt x="6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0"/>
            <p:cNvSpPr/>
            <p:nvPr/>
          </p:nvSpPr>
          <p:spPr>
            <a:xfrm>
              <a:off x="527935" y="2865690"/>
              <a:ext cx="21921" cy="20441"/>
            </a:xfrm>
            <a:custGeom>
              <a:avLst/>
              <a:gdLst/>
              <a:ahLst/>
              <a:cxnLst/>
              <a:rect l="l" t="t" r="r" b="b"/>
              <a:pathLst>
                <a:path w="637" h="594" extrusionOk="0">
                  <a:moveTo>
                    <a:pt x="637" y="0"/>
                  </a:moveTo>
                  <a:lnTo>
                    <a:pt x="0" y="367"/>
                  </a:lnTo>
                  <a:cubicBezTo>
                    <a:pt x="0" y="511"/>
                    <a:pt x="72" y="594"/>
                    <a:pt x="176" y="594"/>
                  </a:cubicBezTo>
                  <a:cubicBezTo>
                    <a:pt x="219" y="594"/>
                    <a:pt x="267" y="580"/>
                    <a:pt x="318" y="550"/>
                  </a:cubicBezTo>
                  <a:cubicBezTo>
                    <a:pt x="495" y="448"/>
                    <a:pt x="637" y="204"/>
                    <a:pt x="6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0"/>
            <p:cNvSpPr/>
            <p:nvPr/>
          </p:nvSpPr>
          <p:spPr>
            <a:xfrm>
              <a:off x="471292" y="2841774"/>
              <a:ext cx="56677" cy="49279"/>
            </a:xfrm>
            <a:custGeom>
              <a:avLst/>
              <a:gdLst/>
              <a:ahLst/>
              <a:cxnLst/>
              <a:rect l="l" t="t" r="r" b="b"/>
              <a:pathLst>
                <a:path w="1647" h="1432" extrusionOk="0">
                  <a:moveTo>
                    <a:pt x="637" y="0"/>
                  </a:moveTo>
                  <a:lnTo>
                    <a:pt x="0" y="367"/>
                  </a:lnTo>
                  <a:lnTo>
                    <a:pt x="1011" y="1431"/>
                  </a:lnTo>
                  <a:lnTo>
                    <a:pt x="1646" y="1062"/>
                  </a:lnTo>
                  <a:lnTo>
                    <a:pt x="6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0"/>
            <p:cNvSpPr/>
            <p:nvPr/>
          </p:nvSpPr>
          <p:spPr>
            <a:xfrm>
              <a:off x="506083" y="2878320"/>
              <a:ext cx="21886" cy="20441"/>
            </a:xfrm>
            <a:custGeom>
              <a:avLst/>
              <a:gdLst/>
              <a:ahLst/>
              <a:cxnLst/>
              <a:rect l="l" t="t" r="r" b="b"/>
              <a:pathLst>
                <a:path w="636" h="594" extrusionOk="0">
                  <a:moveTo>
                    <a:pt x="635" y="0"/>
                  </a:moveTo>
                  <a:lnTo>
                    <a:pt x="0" y="366"/>
                  </a:lnTo>
                  <a:cubicBezTo>
                    <a:pt x="0" y="510"/>
                    <a:pt x="71" y="593"/>
                    <a:pt x="175" y="593"/>
                  </a:cubicBezTo>
                  <a:cubicBezTo>
                    <a:pt x="218" y="593"/>
                    <a:pt x="266" y="579"/>
                    <a:pt x="318" y="549"/>
                  </a:cubicBezTo>
                  <a:cubicBezTo>
                    <a:pt x="493" y="450"/>
                    <a:pt x="635" y="204"/>
                    <a:pt x="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0"/>
            <p:cNvSpPr/>
            <p:nvPr/>
          </p:nvSpPr>
          <p:spPr>
            <a:xfrm>
              <a:off x="449268" y="2854403"/>
              <a:ext cx="56849" cy="49279"/>
            </a:xfrm>
            <a:custGeom>
              <a:avLst/>
              <a:gdLst/>
              <a:ahLst/>
              <a:cxnLst/>
              <a:rect l="l" t="t" r="r" b="b"/>
              <a:pathLst>
                <a:path w="1652" h="1432" extrusionOk="0">
                  <a:moveTo>
                    <a:pt x="640" y="0"/>
                  </a:moveTo>
                  <a:lnTo>
                    <a:pt x="1" y="366"/>
                  </a:lnTo>
                  <a:lnTo>
                    <a:pt x="1015" y="1431"/>
                  </a:lnTo>
                  <a:lnTo>
                    <a:pt x="1651" y="1064"/>
                  </a:lnTo>
                  <a:lnTo>
                    <a:pt x="64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0"/>
            <p:cNvSpPr/>
            <p:nvPr/>
          </p:nvSpPr>
          <p:spPr>
            <a:xfrm>
              <a:off x="484231" y="2891018"/>
              <a:ext cx="21886" cy="20441"/>
            </a:xfrm>
            <a:custGeom>
              <a:avLst/>
              <a:gdLst/>
              <a:ahLst/>
              <a:cxnLst/>
              <a:rect l="l" t="t" r="r" b="b"/>
              <a:pathLst>
                <a:path w="636" h="594" extrusionOk="0">
                  <a:moveTo>
                    <a:pt x="635" y="0"/>
                  </a:moveTo>
                  <a:lnTo>
                    <a:pt x="0" y="367"/>
                  </a:lnTo>
                  <a:cubicBezTo>
                    <a:pt x="0" y="511"/>
                    <a:pt x="72" y="593"/>
                    <a:pt x="177" y="593"/>
                  </a:cubicBezTo>
                  <a:cubicBezTo>
                    <a:pt x="220" y="593"/>
                    <a:pt x="268" y="580"/>
                    <a:pt x="319" y="550"/>
                  </a:cubicBezTo>
                  <a:cubicBezTo>
                    <a:pt x="495" y="449"/>
                    <a:pt x="635" y="202"/>
                    <a:pt x="6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0"/>
            <p:cNvSpPr/>
            <p:nvPr/>
          </p:nvSpPr>
          <p:spPr>
            <a:xfrm>
              <a:off x="621571" y="2864383"/>
              <a:ext cx="13386" cy="14384"/>
            </a:xfrm>
            <a:custGeom>
              <a:avLst/>
              <a:gdLst/>
              <a:ahLst/>
              <a:cxnLst/>
              <a:rect l="l" t="t" r="r" b="b"/>
              <a:pathLst>
                <a:path w="389" h="418" extrusionOk="0">
                  <a:moveTo>
                    <a:pt x="388" y="0"/>
                  </a:moveTo>
                  <a:lnTo>
                    <a:pt x="0" y="221"/>
                  </a:lnTo>
                  <a:lnTo>
                    <a:pt x="0" y="417"/>
                  </a:lnTo>
                  <a:lnTo>
                    <a:pt x="385" y="196"/>
                  </a:lnTo>
                  <a:lnTo>
                    <a:pt x="3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0"/>
            <p:cNvSpPr/>
            <p:nvPr/>
          </p:nvSpPr>
          <p:spPr>
            <a:xfrm>
              <a:off x="621571" y="2880316"/>
              <a:ext cx="13386" cy="14384"/>
            </a:xfrm>
            <a:custGeom>
              <a:avLst/>
              <a:gdLst/>
              <a:ahLst/>
              <a:cxnLst/>
              <a:rect l="l" t="t" r="r" b="b"/>
              <a:pathLst>
                <a:path w="389" h="418" extrusionOk="0">
                  <a:moveTo>
                    <a:pt x="388" y="1"/>
                  </a:moveTo>
                  <a:lnTo>
                    <a:pt x="0" y="223"/>
                  </a:lnTo>
                  <a:lnTo>
                    <a:pt x="0" y="418"/>
                  </a:lnTo>
                  <a:lnTo>
                    <a:pt x="385" y="197"/>
                  </a:lnTo>
                  <a:lnTo>
                    <a:pt x="3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0"/>
            <p:cNvSpPr/>
            <p:nvPr/>
          </p:nvSpPr>
          <p:spPr>
            <a:xfrm>
              <a:off x="629521" y="2867858"/>
              <a:ext cx="13318" cy="14384"/>
            </a:xfrm>
            <a:custGeom>
              <a:avLst/>
              <a:gdLst/>
              <a:ahLst/>
              <a:cxnLst/>
              <a:rect l="l" t="t" r="r" b="b"/>
              <a:pathLst>
                <a:path w="387" h="418" extrusionOk="0">
                  <a:moveTo>
                    <a:pt x="387" y="0"/>
                  </a:moveTo>
                  <a:lnTo>
                    <a:pt x="1" y="221"/>
                  </a:lnTo>
                  <a:lnTo>
                    <a:pt x="1" y="417"/>
                  </a:lnTo>
                  <a:lnTo>
                    <a:pt x="387" y="195"/>
                  </a:lnTo>
                  <a:lnTo>
                    <a:pt x="38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0"/>
            <p:cNvSpPr/>
            <p:nvPr/>
          </p:nvSpPr>
          <p:spPr>
            <a:xfrm>
              <a:off x="460246" y="2972231"/>
              <a:ext cx="13386" cy="14350"/>
            </a:xfrm>
            <a:custGeom>
              <a:avLst/>
              <a:gdLst/>
              <a:ahLst/>
              <a:cxnLst/>
              <a:rect l="l" t="t" r="r" b="b"/>
              <a:pathLst>
                <a:path w="389" h="417" extrusionOk="0">
                  <a:moveTo>
                    <a:pt x="388" y="0"/>
                  </a:moveTo>
                  <a:lnTo>
                    <a:pt x="2" y="222"/>
                  </a:lnTo>
                  <a:lnTo>
                    <a:pt x="1" y="417"/>
                  </a:lnTo>
                  <a:lnTo>
                    <a:pt x="1" y="417"/>
                  </a:lnTo>
                  <a:lnTo>
                    <a:pt x="388" y="195"/>
                  </a:lnTo>
                  <a:lnTo>
                    <a:pt x="3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0"/>
            <p:cNvSpPr/>
            <p:nvPr/>
          </p:nvSpPr>
          <p:spPr>
            <a:xfrm>
              <a:off x="506290" y="2936924"/>
              <a:ext cx="13249" cy="14384"/>
            </a:xfrm>
            <a:custGeom>
              <a:avLst/>
              <a:gdLst/>
              <a:ahLst/>
              <a:cxnLst/>
              <a:rect l="l" t="t" r="r" b="b"/>
              <a:pathLst>
                <a:path w="385" h="418" extrusionOk="0">
                  <a:moveTo>
                    <a:pt x="385" y="0"/>
                  </a:moveTo>
                  <a:lnTo>
                    <a:pt x="0" y="221"/>
                  </a:lnTo>
                  <a:lnTo>
                    <a:pt x="0" y="417"/>
                  </a:lnTo>
                  <a:lnTo>
                    <a:pt x="385" y="196"/>
                  </a:lnTo>
                  <a:lnTo>
                    <a:pt x="3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0"/>
            <p:cNvSpPr/>
            <p:nvPr/>
          </p:nvSpPr>
          <p:spPr>
            <a:xfrm>
              <a:off x="486502" y="2938886"/>
              <a:ext cx="13352" cy="14384"/>
            </a:xfrm>
            <a:custGeom>
              <a:avLst/>
              <a:gdLst/>
              <a:ahLst/>
              <a:cxnLst/>
              <a:rect l="l" t="t" r="r" b="b"/>
              <a:pathLst>
                <a:path w="388" h="418" extrusionOk="0">
                  <a:moveTo>
                    <a:pt x="388" y="0"/>
                  </a:moveTo>
                  <a:lnTo>
                    <a:pt x="0" y="221"/>
                  </a:lnTo>
                  <a:lnTo>
                    <a:pt x="0" y="417"/>
                  </a:lnTo>
                  <a:lnTo>
                    <a:pt x="386" y="197"/>
                  </a:lnTo>
                  <a:lnTo>
                    <a:pt x="3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0"/>
            <p:cNvSpPr/>
            <p:nvPr/>
          </p:nvSpPr>
          <p:spPr>
            <a:xfrm>
              <a:off x="453570" y="2968274"/>
              <a:ext cx="13352" cy="14384"/>
            </a:xfrm>
            <a:custGeom>
              <a:avLst/>
              <a:gdLst/>
              <a:ahLst/>
              <a:cxnLst/>
              <a:rect l="l" t="t" r="r" b="b"/>
              <a:pathLst>
                <a:path w="388" h="418" extrusionOk="0">
                  <a:moveTo>
                    <a:pt x="388" y="1"/>
                  </a:moveTo>
                  <a:lnTo>
                    <a:pt x="3" y="222"/>
                  </a:lnTo>
                  <a:lnTo>
                    <a:pt x="0" y="418"/>
                  </a:lnTo>
                  <a:lnTo>
                    <a:pt x="386" y="195"/>
                  </a:lnTo>
                  <a:lnTo>
                    <a:pt x="3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40"/>
            <p:cNvSpPr/>
            <p:nvPr/>
          </p:nvSpPr>
          <p:spPr>
            <a:xfrm>
              <a:off x="468264" y="2959740"/>
              <a:ext cx="13386" cy="14384"/>
            </a:xfrm>
            <a:custGeom>
              <a:avLst/>
              <a:gdLst/>
              <a:ahLst/>
              <a:cxnLst/>
              <a:rect l="l" t="t" r="r" b="b"/>
              <a:pathLst>
                <a:path w="389" h="418" extrusionOk="0">
                  <a:moveTo>
                    <a:pt x="388" y="0"/>
                  </a:moveTo>
                  <a:lnTo>
                    <a:pt x="0" y="221"/>
                  </a:lnTo>
                  <a:lnTo>
                    <a:pt x="0" y="417"/>
                  </a:lnTo>
                  <a:lnTo>
                    <a:pt x="385" y="195"/>
                  </a:lnTo>
                  <a:lnTo>
                    <a:pt x="3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40"/>
            <p:cNvSpPr/>
            <p:nvPr/>
          </p:nvSpPr>
          <p:spPr>
            <a:xfrm>
              <a:off x="556256" y="2678176"/>
              <a:ext cx="51997" cy="18480"/>
            </a:xfrm>
            <a:custGeom>
              <a:avLst/>
              <a:gdLst/>
              <a:ahLst/>
              <a:cxnLst/>
              <a:rect l="l" t="t" r="r" b="b"/>
              <a:pathLst>
                <a:path w="1511" h="537" extrusionOk="0">
                  <a:moveTo>
                    <a:pt x="6" y="448"/>
                  </a:moveTo>
                  <a:cubicBezTo>
                    <a:pt x="4" y="449"/>
                    <a:pt x="3" y="450"/>
                    <a:pt x="1" y="451"/>
                  </a:cubicBezTo>
                  <a:lnTo>
                    <a:pt x="6" y="448"/>
                  </a:lnTo>
                  <a:close/>
                  <a:moveTo>
                    <a:pt x="957" y="1"/>
                  </a:moveTo>
                  <a:cubicBezTo>
                    <a:pt x="836" y="1"/>
                    <a:pt x="727" y="29"/>
                    <a:pt x="633" y="84"/>
                  </a:cubicBezTo>
                  <a:lnTo>
                    <a:pt x="6" y="448"/>
                  </a:lnTo>
                  <a:lnTo>
                    <a:pt x="6" y="448"/>
                  </a:lnTo>
                  <a:cubicBezTo>
                    <a:pt x="99" y="395"/>
                    <a:pt x="207" y="367"/>
                    <a:pt x="326" y="367"/>
                  </a:cubicBezTo>
                  <a:cubicBezTo>
                    <a:pt x="492" y="367"/>
                    <a:pt x="680" y="421"/>
                    <a:pt x="879" y="536"/>
                  </a:cubicBezTo>
                  <a:lnTo>
                    <a:pt x="1511" y="169"/>
                  </a:lnTo>
                  <a:cubicBezTo>
                    <a:pt x="1312" y="55"/>
                    <a:pt x="1124" y="1"/>
                    <a:pt x="9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40"/>
            <p:cNvSpPr/>
            <p:nvPr/>
          </p:nvSpPr>
          <p:spPr>
            <a:xfrm>
              <a:off x="586471" y="2683992"/>
              <a:ext cx="64145" cy="85962"/>
            </a:xfrm>
            <a:custGeom>
              <a:avLst/>
              <a:gdLst/>
              <a:ahLst/>
              <a:cxnLst/>
              <a:rect l="l" t="t" r="r" b="b"/>
              <a:pathLst>
                <a:path w="1864" h="2498" extrusionOk="0">
                  <a:moveTo>
                    <a:pt x="633" y="0"/>
                  </a:moveTo>
                  <a:lnTo>
                    <a:pt x="1" y="369"/>
                  </a:lnTo>
                  <a:cubicBezTo>
                    <a:pt x="681" y="761"/>
                    <a:pt x="1233" y="1715"/>
                    <a:pt x="1230" y="2498"/>
                  </a:cubicBezTo>
                  <a:lnTo>
                    <a:pt x="1862" y="2129"/>
                  </a:lnTo>
                  <a:cubicBezTo>
                    <a:pt x="1863" y="1346"/>
                    <a:pt x="1313" y="394"/>
                    <a:pt x="6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0"/>
            <p:cNvSpPr/>
            <p:nvPr/>
          </p:nvSpPr>
          <p:spPr>
            <a:xfrm>
              <a:off x="543868" y="2690806"/>
              <a:ext cx="85102" cy="79149"/>
            </a:xfrm>
            <a:custGeom>
              <a:avLst/>
              <a:gdLst/>
              <a:ahLst/>
              <a:cxnLst/>
              <a:rect l="l" t="t" r="r" b="b"/>
              <a:pathLst>
                <a:path w="2473" h="2300" extrusionOk="0">
                  <a:moveTo>
                    <a:pt x="684" y="1"/>
                  </a:moveTo>
                  <a:cubicBezTo>
                    <a:pt x="280" y="1"/>
                    <a:pt x="2" y="321"/>
                    <a:pt x="1" y="874"/>
                  </a:cubicBezTo>
                  <a:lnTo>
                    <a:pt x="2468" y="2300"/>
                  </a:lnTo>
                  <a:cubicBezTo>
                    <a:pt x="2472" y="1517"/>
                    <a:pt x="1922" y="563"/>
                    <a:pt x="1239" y="171"/>
                  </a:cubicBezTo>
                  <a:cubicBezTo>
                    <a:pt x="1039" y="55"/>
                    <a:pt x="851" y="1"/>
                    <a:pt x="684" y="1"/>
                  </a:cubicBezTo>
                  <a:close/>
                </a:path>
              </a:pathLst>
            </a:custGeom>
            <a:solidFill>
              <a:srgbClr val="DE3F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0"/>
            <p:cNvSpPr/>
            <p:nvPr/>
          </p:nvSpPr>
          <p:spPr>
            <a:xfrm>
              <a:off x="534508" y="2690771"/>
              <a:ext cx="51963" cy="18480"/>
            </a:xfrm>
            <a:custGeom>
              <a:avLst/>
              <a:gdLst/>
              <a:ahLst/>
              <a:cxnLst/>
              <a:rect l="l" t="t" r="r" b="b"/>
              <a:pathLst>
                <a:path w="1510" h="537" extrusionOk="0">
                  <a:moveTo>
                    <a:pt x="3" y="450"/>
                  </a:moveTo>
                  <a:cubicBezTo>
                    <a:pt x="2" y="450"/>
                    <a:pt x="2" y="451"/>
                    <a:pt x="1" y="451"/>
                  </a:cubicBezTo>
                  <a:lnTo>
                    <a:pt x="3" y="450"/>
                  </a:lnTo>
                  <a:close/>
                  <a:moveTo>
                    <a:pt x="957" y="1"/>
                  </a:moveTo>
                  <a:cubicBezTo>
                    <a:pt x="836" y="1"/>
                    <a:pt x="726" y="29"/>
                    <a:pt x="631" y="84"/>
                  </a:cubicBezTo>
                  <a:lnTo>
                    <a:pt x="3" y="450"/>
                  </a:lnTo>
                  <a:lnTo>
                    <a:pt x="3" y="450"/>
                  </a:lnTo>
                  <a:cubicBezTo>
                    <a:pt x="96" y="396"/>
                    <a:pt x="204" y="368"/>
                    <a:pt x="324" y="368"/>
                  </a:cubicBezTo>
                  <a:cubicBezTo>
                    <a:pt x="491" y="368"/>
                    <a:pt x="679" y="422"/>
                    <a:pt x="879" y="536"/>
                  </a:cubicBezTo>
                  <a:lnTo>
                    <a:pt x="1509" y="169"/>
                  </a:lnTo>
                  <a:cubicBezTo>
                    <a:pt x="1310" y="55"/>
                    <a:pt x="1123" y="1"/>
                    <a:pt x="9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0"/>
            <p:cNvSpPr/>
            <p:nvPr/>
          </p:nvSpPr>
          <p:spPr>
            <a:xfrm>
              <a:off x="564722" y="2696553"/>
              <a:ext cx="64179" cy="86031"/>
            </a:xfrm>
            <a:custGeom>
              <a:avLst/>
              <a:gdLst/>
              <a:ahLst/>
              <a:cxnLst/>
              <a:rect l="l" t="t" r="r" b="b"/>
              <a:pathLst>
                <a:path w="1865" h="2500" extrusionOk="0">
                  <a:moveTo>
                    <a:pt x="631" y="1"/>
                  </a:moveTo>
                  <a:lnTo>
                    <a:pt x="1" y="370"/>
                  </a:lnTo>
                  <a:cubicBezTo>
                    <a:pt x="681" y="762"/>
                    <a:pt x="1231" y="1716"/>
                    <a:pt x="1230" y="2500"/>
                  </a:cubicBezTo>
                  <a:lnTo>
                    <a:pt x="1860" y="2133"/>
                  </a:lnTo>
                  <a:cubicBezTo>
                    <a:pt x="1865" y="1350"/>
                    <a:pt x="1313" y="394"/>
                    <a:pt x="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0"/>
            <p:cNvSpPr/>
            <p:nvPr/>
          </p:nvSpPr>
          <p:spPr>
            <a:xfrm>
              <a:off x="522119" y="2703435"/>
              <a:ext cx="84999" cy="79149"/>
            </a:xfrm>
            <a:custGeom>
              <a:avLst/>
              <a:gdLst/>
              <a:ahLst/>
              <a:cxnLst/>
              <a:rect l="l" t="t" r="r" b="b"/>
              <a:pathLst>
                <a:path w="2470" h="2300" extrusionOk="0">
                  <a:moveTo>
                    <a:pt x="685" y="0"/>
                  </a:moveTo>
                  <a:cubicBezTo>
                    <a:pt x="280" y="0"/>
                    <a:pt x="2" y="320"/>
                    <a:pt x="1" y="875"/>
                  </a:cubicBezTo>
                  <a:lnTo>
                    <a:pt x="2468" y="2300"/>
                  </a:lnTo>
                  <a:cubicBezTo>
                    <a:pt x="2469" y="1517"/>
                    <a:pt x="1920" y="562"/>
                    <a:pt x="1239" y="170"/>
                  </a:cubicBezTo>
                  <a:cubicBezTo>
                    <a:pt x="1040" y="55"/>
                    <a:pt x="851" y="0"/>
                    <a:pt x="6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0"/>
            <p:cNvSpPr/>
            <p:nvPr/>
          </p:nvSpPr>
          <p:spPr>
            <a:xfrm>
              <a:off x="512725" y="2703366"/>
              <a:ext cx="51997" cy="18445"/>
            </a:xfrm>
            <a:custGeom>
              <a:avLst/>
              <a:gdLst/>
              <a:ahLst/>
              <a:cxnLst/>
              <a:rect l="l" t="t" r="r" b="b"/>
              <a:pathLst>
                <a:path w="1511" h="536" extrusionOk="0">
                  <a:moveTo>
                    <a:pt x="957" y="0"/>
                  </a:moveTo>
                  <a:cubicBezTo>
                    <a:pt x="836" y="0"/>
                    <a:pt x="727" y="29"/>
                    <a:pt x="632" y="84"/>
                  </a:cubicBezTo>
                  <a:lnTo>
                    <a:pt x="0" y="451"/>
                  </a:lnTo>
                  <a:cubicBezTo>
                    <a:pt x="95" y="396"/>
                    <a:pt x="205" y="368"/>
                    <a:pt x="326" y="368"/>
                  </a:cubicBezTo>
                  <a:cubicBezTo>
                    <a:pt x="492" y="368"/>
                    <a:pt x="680" y="422"/>
                    <a:pt x="878" y="536"/>
                  </a:cubicBezTo>
                  <a:lnTo>
                    <a:pt x="1510" y="169"/>
                  </a:lnTo>
                  <a:cubicBezTo>
                    <a:pt x="1311" y="54"/>
                    <a:pt x="1123" y="0"/>
                    <a:pt x="9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0"/>
            <p:cNvSpPr/>
            <p:nvPr/>
          </p:nvSpPr>
          <p:spPr>
            <a:xfrm>
              <a:off x="542939" y="2709148"/>
              <a:ext cx="64110" cy="86031"/>
            </a:xfrm>
            <a:custGeom>
              <a:avLst/>
              <a:gdLst/>
              <a:ahLst/>
              <a:cxnLst/>
              <a:rect l="l" t="t" r="r" b="b"/>
              <a:pathLst>
                <a:path w="1863" h="2500" extrusionOk="0">
                  <a:moveTo>
                    <a:pt x="632" y="1"/>
                  </a:moveTo>
                  <a:lnTo>
                    <a:pt x="0" y="369"/>
                  </a:lnTo>
                  <a:cubicBezTo>
                    <a:pt x="683" y="761"/>
                    <a:pt x="1233" y="1717"/>
                    <a:pt x="1229" y="2499"/>
                  </a:cubicBezTo>
                  <a:lnTo>
                    <a:pt x="1861" y="2132"/>
                  </a:lnTo>
                  <a:cubicBezTo>
                    <a:pt x="1863" y="1350"/>
                    <a:pt x="1314" y="394"/>
                    <a:pt x="6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0"/>
            <p:cNvSpPr/>
            <p:nvPr/>
          </p:nvSpPr>
          <p:spPr>
            <a:xfrm>
              <a:off x="500336" y="2715996"/>
              <a:ext cx="84999" cy="79183"/>
            </a:xfrm>
            <a:custGeom>
              <a:avLst/>
              <a:gdLst/>
              <a:ahLst/>
              <a:cxnLst/>
              <a:rect l="l" t="t" r="r" b="b"/>
              <a:pathLst>
                <a:path w="2470" h="2301" extrusionOk="0">
                  <a:moveTo>
                    <a:pt x="685" y="1"/>
                  </a:moveTo>
                  <a:cubicBezTo>
                    <a:pt x="282" y="1"/>
                    <a:pt x="3" y="321"/>
                    <a:pt x="0" y="875"/>
                  </a:cubicBezTo>
                  <a:lnTo>
                    <a:pt x="2467" y="2300"/>
                  </a:lnTo>
                  <a:cubicBezTo>
                    <a:pt x="2470" y="1518"/>
                    <a:pt x="1921" y="562"/>
                    <a:pt x="1238" y="170"/>
                  </a:cubicBezTo>
                  <a:cubicBezTo>
                    <a:pt x="1040" y="55"/>
                    <a:pt x="852" y="1"/>
                    <a:pt x="685" y="1"/>
                  </a:cubicBezTo>
                  <a:close/>
                </a:path>
              </a:pathLst>
            </a:custGeom>
            <a:solidFill>
              <a:srgbClr val="DE3F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0"/>
            <p:cNvSpPr/>
            <p:nvPr/>
          </p:nvSpPr>
          <p:spPr>
            <a:xfrm>
              <a:off x="491010" y="2716030"/>
              <a:ext cx="51963" cy="18480"/>
            </a:xfrm>
            <a:custGeom>
              <a:avLst/>
              <a:gdLst/>
              <a:ahLst/>
              <a:cxnLst/>
              <a:rect l="l" t="t" r="r" b="b"/>
              <a:pathLst>
                <a:path w="1510" h="537" extrusionOk="0">
                  <a:moveTo>
                    <a:pt x="5" y="448"/>
                  </a:moveTo>
                  <a:cubicBezTo>
                    <a:pt x="4" y="448"/>
                    <a:pt x="2" y="449"/>
                    <a:pt x="1" y="450"/>
                  </a:cubicBezTo>
                  <a:lnTo>
                    <a:pt x="5" y="448"/>
                  </a:lnTo>
                  <a:close/>
                  <a:moveTo>
                    <a:pt x="955" y="0"/>
                  </a:moveTo>
                  <a:cubicBezTo>
                    <a:pt x="835" y="0"/>
                    <a:pt x="726" y="28"/>
                    <a:pt x="631" y="83"/>
                  </a:cubicBezTo>
                  <a:lnTo>
                    <a:pt x="5" y="448"/>
                  </a:lnTo>
                  <a:lnTo>
                    <a:pt x="5" y="448"/>
                  </a:lnTo>
                  <a:cubicBezTo>
                    <a:pt x="98" y="394"/>
                    <a:pt x="206" y="366"/>
                    <a:pt x="324" y="366"/>
                  </a:cubicBezTo>
                  <a:cubicBezTo>
                    <a:pt x="491" y="366"/>
                    <a:pt x="679" y="421"/>
                    <a:pt x="879" y="537"/>
                  </a:cubicBezTo>
                  <a:lnTo>
                    <a:pt x="1509" y="169"/>
                  </a:lnTo>
                  <a:cubicBezTo>
                    <a:pt x="1309" y="55"/>
                    <a:pt x="1121" y="0"/>
                    <a:pt x="9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0"/>
            <p:cNvSpPr/>
            <p:nvPr/>
          </p:nvSpPr>
          <p:spPr>
            <a:xfrm>
              <a:off x="521225" y="2721846"/>
              <a:ext cx="64179" cy="86169"/>
            </a:xfrm>
            <a:custGeom>
              <a:avLst/>
              <a:gdLst/>
              <a:ahLst/>
              <a:cxnLst/>
              <a:rect l="l" t="t" r="r" b="b"/>
              <a:pathLst>
                <a:path w="1865" h="2504" extrusionOk="0">
                  <a:moveTo>
                    <a:pt x="631" y="0"/>
                  </a:moveTo>
                  <a:lnTo>
                    <a:pt x="1" y="368"/>
                  </a:lnTo>
                  <a:cubicBezTo>
                    <a:pt x="681" y="761"/>
                    <a:pt x="1221" y="1721"/>
                    <a:pt x="1219" y="2504"/>
                  </a:cubicBezTo>
                  <a:lnTo>
                    <a:pt x="1860" y="2130"/>
                  </a:lnTo>
                  <a:cubicBezTo>
                    <a:pt x="1864" y="1348"/>
                    <a:pt x="1314" y="392"/>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0"/>
            <p:cNvSpPr/>
            <p:nvPr/>
          </p:nvSpPr>
          <p:spPr>
            <a:xfrm>
              <a:off x="478622" y="2728660"/>
              <a:ext cx="84620" cy="79355"/>
            </a:xfrm>
            <a:custGeom>
              <a:avLst/>
              <a:gdLst/>
              <a:ahLst/>
              <a:cxnLst/>
              <a:rect l="l" t="t" r="r" b="b"/>
              <a:pathLst>
                <a:path w="2459" h="2306" extrusionOk="0">
                  <a:moveTo>
                    <a:pt x="684" y="0"/>
                  </a:moveTo>
                  <a:cubicBezTo>
                    <a:pt x="280" y="0"/>
                    <a:pt x="2" y="320"/>
                    <a:pt x="1" y="873"/>
                  </a:cubicBezTo>
                  <a:lnTo>
                    <a:pt x="2457" y="2306"/>
                  </a:lnTo>
                  <a:cubicBezTo>
                    <a:pt x="2459" y="1524"/>
                    <a:pt x="1920" y="563"/>
                    <a:pt x="1239" y="170"/>
                  </a:cubicBezTo>
                  <a:cubicBezTo>
                    <a:pt x="1039" y="55"/>
                    <a:pt x="851" y="0"/>
                    <a:pt x="684" y="0"/>
                  </a:cubicBezTo>
                  <a:close/>
                </a:path>
              </a:pathLst>
            </a:custGeom>
            <a:solidFill>
              <a:srgbClr val="DE3F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0"/>
            <p:cNvSpPr/>
            <p:nvPr/>
          </p:nvSpPr>
          <p:spPr>
            <a:xfrm>
              <a:off x="469330" y="2728591"/>
              <a:ext cx="51928" cy="18514"/>
            </a:xfrm>
            <a:custGeom>
              <a:avLst/>
              <a:gdLst/>
              <a:ahLst/>
              <a:cxnLst/>
              <a:rect l="l" t="t" r="r" b="b"/>
              <a:pathLst>
                <a:path w="1509" h="538" extrusionOk="0">
                  <a:moveTo>
                    <a:pt x="2" y="450"/>
                  </a:moveTo>
                  <a:cubicBezTo>
                    <a:pt x="2" y="450"/>
                    <a:pt x="1" y="451"/>
                    <a:pt x="0" y="451"/>
                  </a:cubicBezTo>
                  <a:lnTo>
                    <a:pt x="2" y="450"/>
                  </a:lnTo>
                  <a:close/>
                  <a:moveTo>
                    <a:pt x="954" y="1"/>
                  </a:moveTo>
                  <a:cubicBezTo>
                    <a:pt x="834" y="1"/>
                    <a:pt x="725" y="29"/>
                    <a:pt x="631" y="84"/>
                  </a:cubicBezTo>
                  <a:lnTo>
                    <a:pt x="2" y="450"/>
                  </a:lnTo>
                  <a:lnTo>
                    <a:pt x="2" y="450"/>
                  </a:lnTo>
                  <a:cubicBezTo>
                    <a:pt x="95" y="396"/>
                    <a:pt x="203" y="368"/>
                    <a:pt x="323" y="368"/>
                  </a:cubicBezTo>
                  <a:cubicBezTo>
                    <a:pt x="489" y="368"/>
                    <a:pt x="678" y="423"/>
                    <a:pt x="878" y="537"/>
                  </a:cubicBezTo>
                  <a:lnTo>
                    <a:pt x="1509" y="170"/>
                  </a:lnTo>
                  <a:cubicBezTo>
                    <a:pt x="1309" y="55"/>
                    <a:pt x="1121" y="1"/>
                    <a:pt x="9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0"/>
            <p:cNvSpPr/>
            <p:nvPr/>
          </p:nvSpPr>
          <p:spPr>
            <a:xfrm>
              <a:off x="499476" y="2734441"/>
              <a:ext cx="63732" cy="86203"/>
            </a:xfrm>
            <a:custGeom>
              <a:avLst/>
              <a:gdLst/>
              <a:ahLst/>
              <a:cxnLst/>
              <a:rect l="l" t="t" r="r" b="b"/>
              <a:pathLst>
                <a:path w="1852" h="2505" extrusionOk="0">
                  <a:moveTo>
                    <a:pt x="631" y="0"/>
                  </a:moveTo>
                  <a:lnTo>
                    <a:pt x="1" y="367"/>
                  </a:lnTo>
                  <a:cubicBezTo>
                    <a:pt x="682" y="762"/>
                    <a:pt x="1222" y="1722"/>
                    <a:pt x="1218" y="2505"/>
                  </a:cubicBezTo>
                  <a:lnTo>
                    <a:pt x="1848" y="2138"/>
                  </a:lnTo>
                  <a:cubicBezTo>
                    <a:pt x="1851" y="1355"/>
                    <a:pt x="1313" y="392"/>
                    <a:pt x="6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0"/>
            <p:cNvSpPr/>
            <p:nvPr/>
          </p:nvSpPr>
          <p:spPr>
            <a:xfrm>
              <a:off x="456839" y="2741220"/>
              <a:ext cx="84620" cy="79390"/>
            </a:xfrm>
            <a:custGeom>
              <a:avLst/>
              <a:gdLst/>
              <a:ahLst/>
              <a:cxnLst/>
              <a:rect l="l" t="t" r="r" b="b"/>
              <a:pathLst>
                <a:path w="2459" h="2307" extrusionOk="0">
                  <a:moveTo>
                    <a:pt x="686" y="1"/>
                  </a:moveTo>
                  <a:cubicBezTo>
                    <a:pt x="282" y="1"/>
                    <a:pt x="3" y="321"/>
                    <a:pt x="0" y="874"/>
                  </a:cubicBezTo>
                  <a:lnTo>
                    <a:pt x="2457" y="2306"/>
                  </a:lnTo>
                  <a:cubicBezTo>
                    <a:pt x="2458" y="1524"/>
                    <a:pt x="1920" y="564"/>
                    <a:pt x="1240" y="170"/>
                  </a:cubicBezTo>
                  <a:cubicBezTo>
                    <a:pt x="1041" y="55"/>
                    <a:pt x="853" y="1"/>
                    <a:pt x="686" y="1"/>
                  </a:cubicBezTo>
                  <a:close/>
                </a:path>
              </a:pathLst>
            </a:custGeom>
            <a:solidFill>
              <a:srgbClr val="DE3F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0"/>
            <p:cNvSpPr/>
            <p:nvPr/>
          </p:nvSpPr>
          <p:spPr>
            <a:xfrm>
              <a:off x="447513" y="2741255"/>
              <a:ext cx="51997" cy="18480"/>
            </a:xfrm>
            <a:custGeom>
              <a:avLst/>
              <a:gdLst/>
              <a:ahLst/>
              <a:cxnLst/>
              <a:rect l="l" t="t" r="r" b="b"/>
              <a:pathLst>
                <a:path w="1511" h="537" extrusionOk="0">
                  <a:moveTo>
                    <a:pt x="956" y="0"/>
                  </a:moveTo>
                  <a:cubicBezTo>
                    <a:pt x="835" y="0"/>
                    <a:pt x="726" y="28"/>
                    <a:pt x="633" y="83"/>
                  </a:cubicBezTo>
                  <a:lnTo>
                    <a:pt x="1" y="450"/>
                  </a:lnTo>
                  <a:cubicBezTo>
                    <a:pt x="95" y="396"/>
                    <a:pt x="205" y="368"/>
                    <a:pt x="326" y="368"/>
                  </a:cubicBezTo>
                  <a:cubicBezTo>
                    <a:pt x="493" y="368"/>
                    <a:pt x="681" y="422"/>
                    <a:pt x="878" y="537"/>
                  </a:cubicBezTo>
                  <a:lnTo>
                    <a:pt x="1511" y="169"/>
                  </a:lnTo>
                  <a:cubicBezTo>
                    <a:pt x="1311" y="55"/>
                    <a:pt x="1122" y="0"/>
                    <a:pt x="9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0"/>
            <p:cNvSpPr/>
            <p:nvPr/>
          </p:nvSpPr>
          <p:spPr>
            <a:xfrm>
              <a:off x="477727" y="2747070"/>
              <a:ext cx="63835" cy="86410"/>
            </a:xfrm>
            <a:custGeom>
              <a:avLst/>
              <a:gdLst/>
              <a:ahLst/>
              <a:cxnLst/>
              <a:rect l="l" t="t" r="r" b="b"/>
              <a:pathLst>
                <a:path w="1855" h="2511" extrusionOk="0">
                  <a:moveTo>
                    <a:pt x="633" y="0"/>
                  </a:moveTo>
                  <a:lnTo>
                    <a:pt x="0" y="368"/>
                  </a:lnTo>
                  <a:cubicBezTo>
                    <a:pt x="684" y="761"/>
                    <a:pt x="1206" y="1730"/>
                    <a:pt x="1205" y="2511"/>
                  </a:cubicBezTo>
                  <a:lnTo>
                    <a:pt x="1850" y="2136"/>
                  </a:lnTo>
                  <a:cubicBezTo>
                    <a:pt x="1854" y="1354"/>
                    <a:pt x="1313" y="394"/>
                    <a:pt x="6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0"/>
            <p:cNvSpPr/>
            <p:nvPr/>
          </p:nvSpPr>
          <p:spPr>
            <a:xfrm>
              <a:off x="435124" y="2753884"/>
              <a:ext cx="84139" cy="79665"/>
            </a:xfrm>
            <a:custGeom>
              <a:avLst/>
              <a:gdLst/>
              <a:ahLst/>
              <a:cxnLst/>
              <a:rect l="l" t="t" r="r" b="b"/>
              <a:pathLst>
                <a:path w="2445" h="2315" extrusionOk="0">
                  <a:moveTo>
                    <a:pt x="687" y="1"/>
                  </a:moveTo>
                  <a:cubicBezTo>
                    <a:pt x="282" y="1"/>
                    <a:pt x="4" y="322"/>
                    <a:pt x="1" y="876"/>
                  </a:cubicBezTo>
                  <a:lnTo>
                    <a:pt x="2443" y="2314"/>
                  </a:lnTo>
                  <a:cubicBezTo>
                    <a:pt x="2444" y="1532"/>
                    <a:pt x="1922" y="563"/>
                    <a:pt x="1238" y="170"/>
                  </a:cubicBezTo>
                  <a:cubicBezTo>
                    <a:pt x="1040" y="55"/>
                    <a:pt x="853" y="1"/>
                    <a:pt x="68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0"/>
            <p:cNvSpPr/>
            <p:nvPr/>
          </p:nvSpPr>
          <p:spPr>
            <a:xfrm>
              <a:off x="425833" y="2753815"/>
              <a:ext cx="51928" cy="18514"/>
            </a:xfrm>
            <a:custGeom>
              <a:avLst/>
              <a:gdLst/>
              <a:ahLst/>
              <a:cxnLst/>
              <a:rect l="l" t="t" r="r" b="b"/>
              <a:pathLst>
                <a:path w="1509" h="538" extrusionOk="0">
                  <a:moveTo>
                    <a:pt x="954" y="1"/>
                  </a:moveTo>
                  <a:cubicBezTo>
                    <a:pt x="834" y="1"/>
                    <a:pt x="725" y="29"/>
                    <a:pt x="631" y="84"/>
                  </a:cubicBezTo>
                  <a:lnTo>
                    <a:pt x="0" y="451"/>
                  </a:lnTo>
                  <a:cubicBezTo>
                    <a:pt x="95" y="397"/>
                    <a:pt x="204" y="369"/>
                    <a:pt x="324" y="369"/>
                  </a:cubicBezTo>
                  <a:cubicBezTo>
                    <a:pt x="491" y="369"/>
                    <a:pt x="678" y="423"/>
                    <a:pt x="878" y="537"/>
                  </a:cubicBezTo>
                  <a:lnTo>
                    <a:pt x="1508" y="170"/>
                  </a:lnTo>
                  <a:cubicBezTo>
                    <a:pt x="1309" y="55"/>
                    <a:pt x="1121" y="1"/>
                    <a:pt x="9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0"/>
            <p:cNvSpPr/>
            <p:nvPr/>
          </p:nvSpPr>
          <p:spPr>
            <a:xfrm>
              <a:off x="456013" y="2759665"/>
              <a:ext cx="63250" cy="86479"/>
            </a:xfrm>
            <a:custGeom>
              <a:avLst/>
              <a:gdLst/>
              <a:ahLst/>
              <a:cxnLst/>
              <a:rect l="l" t="t" r="r" b="b"/>
              <a:pathLst>
                <a:path w="1838" h="2513" extrusionOk="0">
                  <a:moveTo>
                    <a:pt x="631" y="0"/>
                  </a:moveTo>
                  <a:lnTo>
                    <a:pt x="1" y="367"/>
                  </a:lnTo>
                  <a:cubicBezTo>
                    <a:pt x="681" y="761"/>
                    <a:pt x="1206" y="1729"/>
                    <a:pt x="1205" y="2512"/>
                  </a:cubicBezTo>
                  <a:lnTo>
                    <a:pt x="1836" y="2145"/>
                  </a:lnTo>
                  <a:cubicBezTo>
                    <a:pt x="1837" y="1362"/>
                    <a:pt x="1315" y="394"/>
                    <a:pt x="6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0"/>
            <p:cNvSpPr/>
            <p:nvPr/>
          </p:nvSpPr>
          <p:spPr>
            <a:xfrm>
              <a:off x="413445" y="2766479"/>
              <a:ext cx="84104" cy="79665"/>
            </a:xfrm>
            <a:custGeom>
              <a:avLst/>
              <a:gdLst/>
              <a:ahLst/>
              <a:cxnLst/>
              <a:rect l="l" t="t" r="r" b="b"/>
              <a:pathLst>
                <a:path w="2444" h="2315" extrusionOk="0">
                  <a:moveTo>
                    <a:pt x="685" y="0"/>
                  </a:moveTo>
                  <a:cubicBezTo>
                    <a:pt x="280" y="0"/>
                    <a:pt x="1" y="321"/>
                    <a:pt x="0" y="876"/>
                  </a:cubicBezTo>
                  <a:lnTo>
                    <a:pt x="2442" y="2314"/>
                  </a:lnTo>
                  <a:cubicBezTo>
                    <a:pt x="2443" y="1531"/>
                    <a:pt x="1920" y="563"/>
                    <a:pt x="1238" y="169"/>
                  </a:cubicBezTo>
                  <a:cubicBezTo>
                    <a:pt x="1039" y="55"/>
                    <a:pt x="851" y="0"/>
                    <a:pt x="685" y="0"/>
                  </a:cubicBezTo>
                  <a:close/>
                </a:path>
              </a:pathLst>
            </a:custGeom>
            <a:solidFill>
              <a:srgbClr val="DE3F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0"/>
            <p:cNvSpPr/>
            <p:nvPr/>
          </p:nvSpPr>
          <p:spPr>
            <a:xfrm>
              <a:off x="404119" y="2766479"/>
              <a:ext cx="51928" cy="18445"/>
            </a:xfrm>
            <a:custGeom>
              <a:avLst/>
              <a:gdLst/>
              <a:ahLst/>
              <a:cxnLst/>
              <a:rect l="l" t="t" r="r" b="b"/>
              <a:pathLst>
                <a:path w="1509" h="536" extrusionOk="0">
                  <a:moveTo>
                    <a:pt x="6" y="448"/>
                  </a:moveTo>
                  <a:cubicBezTo>
                    <a:pt x="4" y="449"/>
                    <a:pt x="2" y="451"/>
                    <a:pt x="0" y="452"/>
                  </a:cubicBezTo>
                  <a:lnTo>
                    <a:pt x="6" y="448"/>
                  </a:lnTo>
                  <a:close/>
                  <a:moveTo>
                    <a:pt x="955" y="1"/>
                  </a:moveTo>
                  <a:cubicBezTo>
                    <a:pt x="835" y="1"/>
                    <a:pt x="726" y="29"/>
                    <a:pt x="631" y="83"/>
                  </a:cubicBezTo>
                  <a:lnTo>
                    <a:pt x="6" y="448"/>
                  </a:lnTo>
                  <a:lnTo>
                    <a:pt x="6" y="448"/>
                  </a:lnTo>
                  <a:cubicBezTo>
                    <a:pt x="99" y="395"/>
                    <a:pt x="207" y="367"/>
                    <a:pt x="326" y="367"/>
                  </a:cubicBezTo>
                  <a:cubicBezTo>
                    <a:pt x="492" y="367"/>
                    <a:pt x="680" y="421"/>
                    <a:pt x="878" y="535"/>
                  </a:cubicBezTo>
                  <a:lnTo>
                    <a:pt x="1509" y="169"/>
                  </a:lnTo>
                  <a:cubicBezTo>
                    <a:pt x="1309" y="55"/>
                    <a:pt x="1122" y="1"/>
                    <a:pt x="9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0"/>
            <p:cNvSpPr/>
            <p:nvPr/>
          </p:nvSpPr>
          <p:spPr>
            <a:xfrm>
              <a:off x="434264" y="2772295"/>
              <a:ext cx="63216" cy="86616"/>
            </a:xfrm>
            <a:custGeom>
              <a:avLst/>
              <a:gdLst/>
              <a:ahLst/>
              <a:cxnLst/>
              <a:rect l="l" t="t" r="r" b="b"/>
              <a:pathLst>
                <a:path w="1837" h="2517" extrusionOk="0">
                  <a:moveTo>
                    <a:pt x="631" y="0"/>
                  </a:moveTo>
                  <a:lnTo>
                    <a:pt x="1" y="366"/>
                  </a:lnTo>
                  <a:cubicBezTo>
                    <a:pt x="683" y="761"/>
                    <a:pt x="1202" y="1735"/>
                    <a:pt x="1198" y="2517"/>
                  </a:cubicBezTo>
                  <a:lnTo>
                    <a:pt x="1834" y="2145"/>
                  </a:lnTo>
                  <a:cubicBezTo>
                    <a:pt x="1837" y="1362"/>
                    <a:pt x="1313" y="394"/>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0"/>
            <p:cNvSpPr/>
            <p:nvPr/>
          </p:nvSpPr>
          <p:spPr>
            <a:xfrm>
              <a:off x="391696" y="2779108"/>
              <a:ext cx="83967" cy="79803"/>
            </a:xfrm>
            <a:custGeom>
              <a:avLst/>
              <a:gdLst/>
              <a:ahLst/>
              <a:cxnLst/>
              <a:rect l="l" t="t" r="r" b="b"/>
              <a:pathLst>
                <a:path w="2440" h="2319" extrusionOk="0">
                  <a:moveTo>
                    <a:pt x="686" y="0"/>
                  </a:moveTo>
                  <a:cubicBezTo>
                    <a:pt x="281" y="0"/>
                    <a:pt x="2" y="320"/>
                    <a:pt x="0" y="875"/>
                  </a:cubicBezTo>
                  <a:lnTo>
                    <a:pt x="2436" y="2319"/>
                  </a:lnTo>
                  <a:cubicBezTo>
                    <a:pt x="2439" y="1536"/>
                    <a:pt x="1920" y="562"/>
                    <a:pt x="1238" y="168"/>
                  </a:cubicBezTo>
                  <a:cubicBezTo>
                    <a:pt x="1040" y="54"/>
                    <a:pt x="852" y="0"/>
                    <a:pt x="686" y="0"/>
                  </a:cubicBezTo>
                  <a:close/>
                </a:path>
              </a:pathLst>
            </a:custGeom>
            <a:solidFill>
              <a:srgbClr val="DE3F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0"/>
            <p:cNvSpPr/>
            <p:nvPr/>
          </p:nvSpPr>
          <p:spPr>
            <a:xfrm>
              <a:off x="382301" y="2779074"/>
              <a:ext cx="51997" cy="18480"/>
            </a:xfrm>
            <a:custGeom>
              <a:avLst/>
              <a:gdLst/>
              <a:ahLst/>
              <a:cxnLst/>
              <a:rect l="l" t="t" r="r" b="b"/>
              <a:pathLst>
                <a:path w="1511" h="537" extrusionOk="0">
                  <a:moveTo>
                    <a:pt x="956" y="0"/>
                  </a:moveTo>
                  <a:cubicBezTo>
                    <a:pt x="835" y="0"/>
                    <a:pt x="726" y="29"/>
                    <a:pt x="633" y="83"/>
                  </a:cubicBezTo>
                  <a:lnTo>
                    <a:pt x="1" y="451"/>
                  </a:lnTo>
                  <a:cubicBezTo>
                    <a:pt x="96" y="397"/>
                    <a:pt x="206" y="368"/>
                    <a:pt x="327" y="368"/>
                  </a:cubicBezTo>
                  <a:cubicBezTo>
                    <a:pt x="494" y="368"/>
                    <a:pt x="682" y="422"/>
                    <a:pt x="879" y="536"/>
                  </a:cubicBezTo>
                  <a:lnTo>
                    <a:pt x="1511" y="169"/>
                  </a:lnTo>
                  <a:cubicBezTo>
                    <a:pt x="1311" y="54"/>
                    <a:pt x="1123" y="0"/>
                    <a:pt x="9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0"/>
            <p:cNvSpPr/>
            <p:nvPr/>
          </p:nvSpPr>
          <p:spPr>
            <a:xfrm>
              <a:off x="412515" y="2784890"/>
              <a:ext cx="63147" cy="86651"/>
            </a:xfrm>
            <a:custGeom>
              <a:avLst/>
              <a:gdLst/>
              <a:ahLst/>
              <a:cxnLst/>
              <a:rect l="l" t="t" r="r" b="b"/>
              <a:pathLst>
                <a:path w="1835" h="2518" extrusionOk="0">
                  <a:moveTo>
                    <a:pt x="633" y="0"/>
                  </a:moveTo>
                  <a:lnTo>
                    <a:pt x="1" y="367"/>
                  </a:lnTo>
                  <a:cubicBezTo>
                    <a:pt x="684" y="761"/>
                    <a:pt x="1190" y="1735"/>
                    <a:pt x="1187" y="2518"/>
                  </a:cubicBezTo>
                  <a:lnTo>
                    <a:pt x="1831" y="2151"/>
                  </a:lnTo>
                  <a:cubicBezTo>
                    <a:pt x="1834" y="1368"/>
                    <a:pt x="1315" y="394"/>
                    <a:pt x="6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0"/>
            <p:cNvSpPr/>
            <p:nvPr/>
          </p:nvSpPr>
          <p:spPr>
            <a:xfrm>
              <a:off x="369982" y="2791703"/>
              <a:ext cx="83519" cy="79837"/>
            </a:xfrm>
            <a:custGeom>
              <a:avLst/>
              <a:gdLst/>
              <a:ahLst/>
              <a:cxnLst/>
              <a:rect l="l" t="t" r="r" b="b"/>
              <a:pathLst>
                <a:path w="2427" h="2320" extrusionOk="0">
                  <a:moveTo>
                    <a:pt x="685" y="1"/>
                  </a:moveTo>
                  <a:cubicBezTo>
                    <a:pt x="281" y="1"/>
                    <a:pt x="3" y="321"/>
                    <a:pt x="1" y="876"/>
                  </a:cubicBezTo>
                  <a:lnTo>
                    <a:pt x="2425" y="2320"/>
                  </a:lnTo>
                  <a:cubicBezTo>
                    <a:pt x="2426" y="1537"/>
                    <a:pt x="1920" y="563"/>
                    <a:pt x="1237" y="169"/>
                  </a:cubicBezTo>
                  <a:cubicBezTo>
                    <a:pt x="1039" y="55"/>
                    <a:pt x="851" y="1"/>
                    <a:pt x="68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0"/>
            <p:cNvSpPr/>
            <p:nvPr/>
          </p:nvSpPr>
          <p:spPr>
            <a:xfrm>
              <a:off x="1479991" y="2879731"/>
              <a:ext cx="175504" cy="101517"/>
            </a:xfrm>
            <a:custGeom>
              <a:avLst/>
              <a:gdLst/>
              <a:ahLst/>
              <a:cxnLst/>
              <a:rect l="l" t="t" r="r" b="b"/>
              <a:pathLst>
                <a:path w="5100" h="2950" extrusionOk="0">
                  <a:moveTo>
                    <a:pt x="1559" y="0"/>
                  </a:moveTo>
                  <a:lnTo>
                    <a:pt x="0" y="900"/>
                  </a:lnTo>
                  <a:lnTo>
                    <a:pt x="3551" y="2950"/>
                  </a:lnTo>
                  <a:lnTo>
                    <a:pt x="5099" y="2050"/>
                  </a:lnTo>
                  <a:lnTo>
                    <a:pt x="1559"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0"/>
            <p:cNvSpPr/>
            <p:nvPr/>
          </p:nvSpPr>
          <p:spPr>
            <a:xfrm>
              <a:off x="1678964" y="2964557"/>
              <a:ext cx="53615" cy="63766"/>
            </a:xfrm>
            <a:custGeom>
              <a:avLst/>
              <a:gdLst/>
              <a:ahLst/>
              <a:cxnLst/>
              <a:rect l="l" t="t" r="r" b="b"/>
              <a:pathLst>
                <a:path w="1558" h="1853" extrusionOk="0">
                  <a:moveTo>
                    <a:pt x="1557" y="1"/>
                  </a:moveTo>
                  <a:lnTo>
                    <a:pt x="9" y="900"/>
                  </a:lnTo>
                  <a:lnTo>
                    <a:pt x="0" y="1853"/>
                  </a:lnTo>
                  <a:lnTo>
                    <a:pt x="1553" y="968"/>
                  </a:lnTo>
                  <a:lnTo>
                    <a:pt x="15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0"/>
            <p:cNvSpPr/>
            <p:nvPr/>
          </p:nvSpPr>
          <p:spPr>
            <a:xfrm>
              <a:off x="1717541" y="2985824"/>
              <a:ext cx="9532" cy="18135"/>
            </a:xfrm>
            <a:custGeom>
              <a:avLst/>
              <a:gdLst/>
              <a:ahLst/>
              <a:cxnLst/>
              <a:rect l="l" t="t" r="r" b="b"/>
              <a:pathLst>
                <a:path w="277" h="527" extrusionOk="0">
                  <a:moveTo>
                    <a:pt x="275" y="0"/>
                  </a:moveTo>
                  <a:lnTo>
                    <a:pt x="0" y="158"/>
                  </a:lnTo>
                  <a:lnTo>
                    <a:pt x="0" y="527"/>
                  </a:lnTo>
                  <a:lnTo>
                    <a:pt x="277" y="369"/>
                  </a:lnTo>
                  <a:lnTo>
                    <a:pt x="275"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0"/>
            <p:cNvSpPr/>
            <p:nvPr/>
          </p:nvSpPr>
          <p:spPr>
            <a:xfrm>
              <a:off x="1556869" y="2924880"/>
              <a:ext cx="122440" cy="103444"/>
            </a:xfrm>
            <a:custGeom>
              <a:avLst/>
              <a:gdLst/>
              <a:ahLst/>
              <a:cxnLst/>
              <a:rect l="l" t="t" r="r" b="b"/>
              <a:pathLst>
                <a:path w="3558" h="3006" extrusionOk="0">
                  <a:moveTo>
                    <a:pt x="5" y="1"/>
                  </a:moveTo>
                  <a:lnTo>
                    <a:pt x="1" y="969"/>
                  </a:lnTo>
                  <a:lnTo>
                    <a:pt x="3548" y="3006"/>
                  </a:lnTo>
                  <a:lnTo>
                    <a:pt x="3557" y="2053"/>
                  </a:lnTo>
                  <a:lnTo>
                    <a:pt x="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0"/>
            <p:cNvSpPr/>
            <p:nvPr/>
          </p:nvSpPr>
          <p:spPr>
            <a:xfrm>
              <a:off x="1557006" y="2894012"/>
              <a:ext cx="175573" cy="101551"/>
            </a:xfrm>
            <a:custGeom>
              <a:avLst/>
              <a:gdLst/>
              <a:ahLst/>
              <a:cxnLst/>
              <a:rect l="l" t="t" r="r" b="b"/>
              <a:pathLst>
                <a:path w="5102" h="2951" extrusionOk="0">
                  <a:moveTo>
                    <a:pt x="1561" y="1"/>
                  </a:moveTo>
                  <a:lnTo>
                    <a:pt x="1" y="901"/>
                  </a:lnTo>
                  <a:lnTo>
                    <a:pt x="3553" y="2950"/>
                  </a:lnTo>
                  <a:lnTo>
                    <a:pt x="5101" y="2051"/>
                  </a:lnTo>
                  <a:lnTo>
                    <a:pt x="15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0"/>
            <p:cNvSpPr/>
            <p:nvPr/>
          </p:nvSpPr>
          <p:spPr>
            <a:xfrm>
              <a:off x="1646376" y="2978598"/>
              <a:ext cx="9498" cy="18170"/>
            </a:xfrm>
            <a:custGeom>
              <a:avLst/>
              <a:gdLst/>
              <a:ahLst/>
              <a:cxnLst/>
              <a:rect l="l" t="t" r="r" b="b"/>
              <a:pathLst>
                <a:path w="276" h="528" extrusionOk="0">
                  <a:moveTo>
                    <a:pt x="2" y="1"/>
                  </a:moveTo>
                  <a:lnTo>
                    <a:pt x="1" y="368"/>
                  </a:lnTo>
                  <a:lnTo>
                    <a:pt x="276" y="528"/>
                  </a:lnTo>
                  <a:lnTo>
                    <a:pt x="276" y="157"/>
                  </a:lnTo>
                  <a:lnTo>
                    <a:pt x="2"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0"/>
            <p:cNvSpPr/>
            <p:nvPr/>
          </p:nvSpPr>
          <p:spPr>
            <a:xfrm>
              <a:off x="1657353" y="2984964"/>
              <a:ext cx="9567" cy="18135"/>
            </a:xfrm>
            <a:custGeom>
              <a:avLst/>
              <a:gdLst/>
              <a:ahLst/>
              <a:cxnLst/>
              <a:rect l="l" t="t" r="r" b="b"/>
              <a:pathLst>
                <a:path w="278" h="527" extrusionOk="0">
                  <a:moveTo>
                    <a:pt x="4" y="0"/>
                  </a:moveTo>
                  <a:lnTo>
                    <a:pt x="1" y="367"/>
                  </a:lnTo>
                  <a:lnTo>
                    <a:pt x="277" y="527"/>
                  </a:lnTo>
                  <a:lnTo>
                    <a:pt x="277" y="157"/>
                  </a:lnTo>
                  <a:lnTo>
                    <a:pt x="4"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0"/>
            <p:cNvSpPr/>
            <p:nvPr/>
          </p:nvSpPr>
          <p:spPr>
            <a:xfrm>
              <a:off x="1668434" y="2991296"/>
              <a:ext cx="9567" cy="18170"/>
            </a:xfrm>
            <a:custGeom>
              <a:avLst/>
              <a:gdLst/>
              <a:ahLst/>
              <a:cxnLst/>
              <a:rect l="l" t="t" r="r" b="b"/>
              <a:pathLst>
                <a:path w="278" h="528" extrusionOk="0">
                  <a:moveTo>
                    <a:pt x="1" y="1"/>
                  </a:moveTo>
                  <a:lnTo>
                    <a:pt x="1" y="368"/>
                  </a:lnTo>
                  <a:lnTo>
                    <a:pt x="276" y="527"/>
                  </a:lnTo>
                  <a:lnTo>
                    <a:pt x="277" y="160"/>
                  </a:lnTo>
                  <a:lnTo>
                    <a:pt x="1"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0"/>
            <p:cNvSpPr/>
            <p:nvPr/>
          </p:nvSpPr>
          <p:spPr>
            <a:xfrm>
              <a:off x="1613305" y="2959464"/>
              <a:ext cx="9567" cy="18239"/>
            </a:xfrm>
            <a:custGeom>
              <a:avLst/>
              <a:gdLst/>
              <a:ahLst/>
              <a:cxnLst/>
              <a:rect l="l" t="t" r="r" b="b"/>
              <a:pathLst>
                <a:path w="278" h="530" extrusionOk="0">
                  <a:moveTo>
                    <a:pt x="1" y="1"/>
                  </a:moveTo>
                  <a:lnTo>
                    <a:pt x="1" y="370"/>
                  </a:lnTo>
                  <a:lnTo>
                    <a:pt x="276" y="529"/>
                  </a:lnTo>
                  <a:lnTo>
                    <a:pt x="277" y="159"/>
                  </a:lnTo>
                  <a:lnTo>
                    <a:pt x="1"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0"/>
            <p:cNvSpPr/>
            <p:nvPr/>
          </p:nvSpPr>
          <p:spPr>
            <a:xfrm>
              <a:off x="1624317" y="2965831"/>
              <a:ext cx="9567" cy="18204"/>
            </a:xfrm>
            <a:custGeom>
              <a:avLst/>
              <a:gdLst/>
              <a:ahLst/>
              <a:cxnLst/>
              <a:rect l="l" t="t" r="r" b="b"/>
              <a:pathLst>
                <a:path w="278" h="529" extrusionOk="0">
                  <a:moveTo>
                    <a:pt x="2" y="0"/>
                  </a:moveTo>
                  <a:lnTo>
                    <a:pt x="1" y="369"/>
                  </a:lnTo>
                  <a:lnTo>
                    <a:pt x="276" y="528"/>
                  </a:lnTo>
                  <a:lnTo>
                    <a:pt x="278" y="160"/>
                  </a:lnTo>
                  <a:lnTo>
                    <a:pt x="2"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0"/>
            <p:cNvSpPr/>
            <p:nvPr/>
          </p:nvSpPr>
          <p:spPr>
            <a:xfrm>
              <a:off x="1635364" y="2972162"/>
              <a:ext cx="9532" cy="18204"/>
            </a:xfrm>
            <a:custGeom>
              <a:avLst/>
              <a:gdLst/>
              <a:ahLst/>
              <a:cxnLst/>
              <a:rect l="l" t="t" r="r" b="b"/>
              <a:pathLst>
                <a:path w="277" h="529" extrusionOk="0">
                  <a:moveTo>
                    <a:pt x="2" y="1"/>
                  </a:moveTo>
                  <a:lnTo>
                    <a:pt x="0" y="371"/>
                  </a:lnTo>
                  <a:lnTo>
                    <a:pt x="277" y="529"/>
                  </a:lnTo>
                  <a:lnTo>
                    <a:pt x="277" y="160"/>
                  </a:lnTo>
                  <a:lnTo>
                    <a:pt x="2"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0"/>
            <p:cNvSpPr/>
            <p:nvPr/>
          </p:nvSpPr>
          <p:spPr>
            <a:xfrm>
              <a:off x="1580269" y="2940400"/>
              <a:ext cx="9567" cy="18170"/>
            </a:xfrm>
            <a:custGeom>
              <a:avLst/>
              <a:gdLst/>
              <a:ahLst/>
              <a:cxnLst/>
              <a:rect l="l" t="t" r="r" b="b"/>
              <a:pathLst>
                <a:path w="278" h="528" extrusionOk="0">
                  <a:moveTo>
                    <a:pt x="1" y="0"/>
                  </a:moveTo>
                  <a:lnTo>
                    <a:pt x="1" y="368"/>
                  </a:lnTo>
                  <a:lnTo>
                    <a:pt x="276" y="527"/>
                  </a:lnTo>
                  <a:lnTo>
                    <a:pt x="277" y="160"/>
                  </a:lnTo>
                  <a:lnTo>
                    <a:pt x="1"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0"/>
            <p:cNvSpPr/>
            <p:nvPr/>
          </p:nvSpPr>
          <p:spPr>
            <a:xfrm>
              <a:off x="1591316" y="2946732"/>
              <a:ext cx="9532" cy="18170"/>
            </a:xfrm>
            <a:custGeom>
              <a:avLst/>
              <a:gdLst/>
              <a:ahLst/>
              <a:cxnLst/>
              <a:rect l="l" t="t" r="r" b="b"/>
              <a:pathLst>
                <a:path w="277" h="528" extrusionOk="0">
                  <a:moveTo>
                    <a:pt x="0" y="1"/>
                  </a:moveTo>
                  <a:lnTo>
                    <a:pt x="0" y="368"/>
                  </a:lnTo>
                  <a:lnTo>
                    <a:pt x="274" y="527"/>
                  </a:lnTo>
                  <a:lnTo>
                    <a:pt x="277" y="160"/>
                  </a:lnTo>
                  <a:lnTo>
                    <a:pt x="0"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0"/>
            <p:cNvSpPr/>
            <p:nvPr/>
          </p:nvSpPr>
          <p:spPr>
            <a:xfrm>
              <a:off x="1602328" y="2953098"/>
              <a:ext cx="9498" cy="18135"/>
            </a:xfrm>
            <a:custGeom>
              <a:avLst/>
              <a:gdLst/>
              <a:ahLst/>
              <a:cxnLst/>
              <a:rect l="l" t="t" r="r" b="b"/>
              <a:pathLst>
                <a:path w="276" h="527" extrusionOk="0">
                  <a:moveTo>
                    <a:pt x="1" y="0"/>
                  </a:moveTo>
                  <a:lnTo>
                    <a:pt x="1" y="370"/>
                  </a:lnTo>
                  <a:lnTo>
                    <a:pt x="274" y="527"/>
                  </a:lnTo>
                  <a:lnTo>
                    <a:pt x="276" y="160"/>
                  </a:lnTo>
                  <a:lnTo>
                    <a:pt x="1"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0"/>
            <p:cNvSpPr/>
            <p:nvPr/>
          </p:nvSpPr>
          <p:spPr>
            <a:xfrm>
              <a:off x="1558176" y="2927667"/>
              <a:ext cx="9567" cy="18135"/>
            </a:xfrm>
            <a:custGeom>
              <a:avLst/>
              <a:gdLst/>
              <a:ahLst/>
              <a:cxnLst/>
              <a:rect l="l" t="t" r="r" b="b"/>
              <a:pathLst>
                <a:path w="278" h="527" extrusionOk="0">
                  <a:moveTo>
                    <a:pt x="3" y="0"/>
                  </a:moveTo>
                  <a:lnTo>
                    <a:pt x="1" y="369"/>
                  </a:lnTo>
                  <a:lnTo>
                    <a:pt x="277" y="527"/>
                  </a:lnTo>
                  <a:lnTo>
                    <a:pt x="277" y="160"/>
                  </a:lnTo>
                  <a:lnTo>
                    <a:pt x="3"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40"/>
            <p:cNvSpPr/>
            <p:nvPr/>
          </p:nvSpPr>
          <p:spPr>
            <a:xfrm>
              <a:off x="1569257" y="2934068"/>
              <a:ext cx="9498" cy="18135"/>
            </a:xfrm>
            <a:custGeom>
              <a:avLst/>
              <a:gdLst/>
              <a:ahLst/>
              <a:cxnLst/>
              <a:rect l="l" t="t" r="r" b="b"/>
              <a:pathLst>
                <a:path w="276" h="527" extrusionOk="0">
                  <a:moveTo>
                    <a:pt x="0" y="0"/>
                  </a:moveTo>
                  <a:lnTo>
                    <a:pt x="0" y="367"/>
                  </a:lnTo>
                  <a:lnTo>
                    <a:pt x="275" y="527"/>
                  </a:lnTo>
                  <a:lnTo>
                    <a:pt x="275" y="158"/>
                  </a:lnTo>
                  <a:lnTo>
                    <a:pt x="0"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0"/>
            <p:cNvSpPr/>
            <p:nvPr/>
          </p:nvSpPr>
          <p:spPr>
            <a:xfrm>
              <a:off x="1646376" y="2994014"/>
              <a:ext cx="9498" cy="18170"/>
            </a:xfrm>
            <a:custGeom>
              <a:avLst/>
              <a:gdLst/>
              <a:ahLst/>
              <a:cxnLst/>
              <a:rect l="l" t="t" r="r" b="b"/>
              <a:pathLst>
                <a:path w="276" h="528" extrusionOk="0">
                  <a:moveTo>
                    <a:pt x="2" y="1"/>
                  </a:moveTo>
                  <a:lnTo>
                    <a:pt x="1" y="368"/>
                  </a:lnTo>
                  <a:lnTo>
                    <a:pt x="276" y="527"/>
                  </a:lnTo>
                  <a:lnTo>
                    <a:pt x="276" y="160"/>
                  </a:lnTo>
                  <a:lnTo>
                    <a:pt x="2"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40"/>
            <p:cNvSpPr/>
            <p:nvPr/>
          </p:nvSpPr>
          <p:spPr>
            <a:xfrm>
              <a:off x="1657353" y="3000346"/>
              <a:ext cx="9567" cy="18170"/>
            </a:xfrm>
            <a:custGeom>
              <a:avLst/>
              <a:gdLst/>
              <a:ahLst/>
              <a:cxnLst/>
              <a:rect l="l" t="t" r="r" b="b"/>
              <a:pathLst>
                <a:path w="278" h="528" extrusionOk="0">
                  <a:moveTo>
                    <a:pt x="4" y="1"/>
                  </a:moveTo>
                  <a:lnTo>
                    <a:pt x="1" y="368"/>
                  </a:lnTo>
                  <a:lnTo>
                    <a:pt x="277" y="528"/>
                  </a:lnTo>
                  <a:lnTo>
                    <a:pt x="277" y="160"/>
                  </a:lnTo>
                  <a:lnTo>
                    <a:pt x="4"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0"/>
            <p:cNvSpPr/>
            <p:nvPr/>
          </p:nvSpPr>
          <p:spPr>
            <a:xfrm>
              <a:off x="1668434" y="3006713"/>
              <a:ext cx="9567" cy="18135"/>
            </a:xfrm>
            <a:custGeom>
              <a:avLst/>
              <a:gdLst/>
              <a:ahLst/>
              <a:cxnLst/>
              <a:rect l="l" t="t" r="r" b="b"/>
              <a:pathLst>
                <a:path w="278" h="527" extrusionOk="0">
                  <a:moveTo>
                    <a:pt x="1" y="0"/>
                  </a:moveTo>
                  <a:lnTo>
                    <a:pt x="1" y="370"/>
                  </a:lnTo>
                  <a:lnTo>
                    <a:pt x="276" y="527"/>
                  </a:lnTo>
                  <a:lnTo>
                    <a:pt x="277" y="160"/>
                  </a:lnTo>
                  <a:lnTo>
                    <a:pt x="1"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0"/>
            <p:cNvSpPr/>
            <p:nvPr/>
          </p:nvSpPr>
          <p:spPr>
            <a:xfrm>
              <a:off x="1613305" y="2974881"/>
              <a:ext cx="9567" cy="18204"/>
            </a:xfrm>
            <a:custGeom>
              <a:avLst/>
              <a:gdLst/>
              <a:ahLst/>
              <a:cxnLst/>
              <a:rect l="l" t="t" r="r" b="b"/>
              <a:pathLst>
                <a:path w="278" h="529" extrusionOk="0">
                  <a:moveTo>
                    <a:pt x="1" y="1"/>
                  </a:moveTo>
                  <a:lnTo>
                    <a:pt x="1" y="369"/>
                  </a:lnTo>
                  <a:lnTo>
                    <a:pt x="276" y="529"/>
                  </a:lnTo>
                  <a:lnTo>
                    <a:pt x="277" y="160"/>
                  </a:lnTo>
                  <a:lnTo>
                    <a:pt x="1"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0"/>
            <p:cNvSpPr/>
            <p:nvPr/>
          </p:nvSpPr>
          <p:spPr>
            <a:xfrm>
              <a:off x="1624317" y="2981282"/>
              <a:ext cx="9567" cy="18170"/>
            </a:xfrm>
            <a:custGeom>
              <a:avLst/>
              <a:gdLst/>
              <a:ahLst/>
              <a:cxnLst/>
              <a:rect l="l" t="t" r="r" b="b"/>
              <a:pathLst>
                <a:path w="278" h="528" extrusionOk="0">
                  <a:moveTo>
                    <a:pt x="2" y="0"/>
                  </a:moveTo>
                  <a:lnTo>
                    <a:pt x="1" y="369"/>
                  </a:lnTo>
                  <a:lnTo>
                    <a:pt x="276" y="527"/>
                  </a:lnTo>
                  <a:lnTo>
                    <a:pt x="278" y="160"/>
                  </a:lnTo>
                  <a:lnTo>
                    <a:pt x="2"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40"/>
            <p:cNvSpPr/>
            <p:nvPr/>
          </p:nvSpPr>
          <p:spPr>
            <a:xfrm>
              <a:off x="1635364" y="2987683"/>
              <a:ext cx="9532" cy="18135"/>
            </a:xfrm>
            <a:custGeom>
              <a:avLst/>
              <a:gdLst/>
              <a:ahLst/>
              <a:cxnLst/>
              <a:rect l="l" t="t" r="r" b="b"/>
              <a:pathLst>
                <a:path w="277" h="527" extrusionOk="0">
                  <a:moveTo>
                    <a:pt x="2" y="0"/>
                  </a:moveTo>
                  <a:lnTo>
                    <a:pt x="0" y="367"/>
                  </a:lnTo>
                  <a:lnTo>
                    <a:pt x="277" y="527"/>
                  </a:lnTo>
                  <a:lnTo>
                    <a:pt x="277" y="157"/>
                  </a:lnTo>
                  <a:lnTo>
                    <a:pt x="2"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0"/>
            <p:cNvSpPr/>
            <p:nvPr/>
          </p:nvSpPr>
          <p:spPr>
            <a:xfrm>
              <a:off x="1706563" y="2976739"/>
              <a:ext cx="9498" cy="18170"/>
            </a:xfrm>
            <a:custGeom>
              <a:avLst/>
              <a:gdLst/>
              <a:ahLst/>
              <a:cxnLst/>
              <a:rect l="l" t="t" r="r" b="b"/>
              <a:pathLst>
                <a:path w="276" h="528" extrusionOk="0">
                  <a:moveTo>
                    <a:pt x="274" y="1"/>
                  </a:moveTo>
                  <a:lnTo>
                    <a:pt x="0" y="159"/>
                  </a:lnTo>
                  <a:lnTo>
                    <a:pt x="0" y="527"/>
                  </a:lnTo>
                  <a:lnTo>
                    <a:pt x="275" y="369"/>
                  </a:lnTo>
                  <a:lnTo>
                    <a:pt x="274"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0"/>
            <p:cNvSpPr/>
            <p:nvPr/>
          </p:nvSpPr>
          <p:spPr>
            <a:xfrm>
              <a:off x="1695517" y="2983140"/>
              <a:ext cx="9463" cy="18170"/>
            </a:xfrm>
            <a:custGeom>
              <a:avLst/>
              <a:gdLst/>
              <a:ahLst/>
              <a:cxnLst/>
              <a:rect l="l" t="t" r="r" b="b"/>
              <a:pathLst>
                <a:path w="275" h="528" extrusionOk="0">
                  <a:moveTo>
                    <a:pt x="274" y="1"/>
                  </a:moveTo>
                  <a:lnTo>
                    <a:pt x="1" y="159"/>
                  </a:lnTo>
                  <a:lnTo>
                    <a:pt x="1" y="527"/>
                  </a:lnTo>
                  <a:lnTo>
                    <a:pt x="274" y="368"/>
                  </a:lnTo>
                  <a:lnTo>
                    <a:pt x="274"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0"/>
            <p:cNvSpPr/>
            <p:nvPr/>
          </p:nvSpPr>
          <p:spPr>
            <a:xfrm>
              <a:off x="1684436" y="2989472"/>
              <a:ext cx="9567" cy="18170"/>
            </a:xfrm>
            <a:custGeom>
              <a:avLst/>
              <a:gdLst/>
              <a:ahLst/>
              <a:cxnLst/>
              <a:rect l="l" t="t" r="r" b="b"/>
              <a:pathLst>
                <a:path w="278" h="528" extrusionOk="0">
                  <a:moveTo>
                    <a:pt x="277" y="1"/>
                  </a:moveTo>
                  <a:lnTo>
                    <a:pt x="1" y="160"/>
                  </a:lnTo>
                  <a:lnTo>
                    <a:pt x="2" y="528"/>
                  </a:lnTo>
                  <a:lnTo>
                    <a:pt x="277" y="368"/>
                  </a:lnTo>
                  <a:lnTo>
                    <a:pt x="277"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0"/>
            <p:cNvSpPr/>
            <p:nvPr/>
          </p:nvSpPr>
          <p:spPr>
            <a:xfrm>
              <a:off x="1717541" y="2970339"/>
              <a:ext cx="9532" cy="18170"/>
            </a:xfrm>
            <a:custGeom>
              <a:avLst/>
              <a:gdLst/>
              <a:ahLst/>
              <a:cxnLst/>
              <a:rect l="l" t="t" r="r" b="b"/>
              <a:pathLst>
                <a:path w="277" h="528" extrusionOk="0">
                  <a:moveTo>
                    <a:pt x="275" y="1"/>
                  </a:moveTo>
                  <a:lnTo>
                    <a:pt x="0" y="160"/>
                  </a:lnTo>
                  <a:lnTo>
                    <a:pt x="0" y="528"/>
                  </a:lnTo>
                  <a:lnTo>
                    <a:pt x="277" y="370"/>
                  </a:lnTo>
                  <a:lnTo>
                    <a:pt x="275"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0"/>
            <p:cNvSpPr/>
            <p:nvPr/>
          </p:nvSpPr>
          <p:spPr>
            <a:xfrm>
              <a:off x="1706563" y="2992191"/>
              <a:ext cx="9498" cy="18170"/>
            </a:xfrm>
            <a:custGeom>
              <a:avLst/>
              <a:gdLst/>
              <a:ahLst/>
              <a:cxnLst/>
              <a:rect l="l" t="t" r="r" b="b"/>
              <a:pathLst>
                <a:path w="276" h="528" extrusionOk="0">
                  <a:moveTo>
                    <a:pt x="274" y="1"/>
                  </a:moveTo>
                  <a:lnTo>
                    <a:pt x="0" y="159"/>
                  </a:lnTo>
                  <a:lnTo>
                    <a:pt x="0" y="528"/>
                  </a:lnTo>
                  <a:lnTo>
                    <a:pt x="275" y="368"/>
                  </a:lnTo>
                  <a:lnTo>
                    <a:pt x="274"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0"/>
            <p:cNvSpPr/>
            <p:nvPr/>
          </p:nvSpPr>
          <p:spPr>
            <a:xfrm>
              <a:off x="1695517" y="2998557"/>
              <a:ext cx="9463" cy="18135"/>
            </a:xfrm>
            <a:custGeom>
              <a:avLst/>
              <a:gdLst/>
              <a:ahLst/>
              <a:cxnLst/>
              <a:rect l="l" t="t" r="r" b="b"/>
              <a:pathLst>
                <a:path w="275" h="527" extrusionOk="0">
                  <a:moveTo>
                    <a:pt x="274" y="0"/>
                  </a:moveTo>
                  <a:lnTo>
                    <a:pt x="1" y="160"/>
                  </a:lnTo>
                  <a:lnTo>
                    <a:pt x="1" y="527"/>
                  </a:lnTo>
                  <a:lnTo>
                    <a:pt x="274" y="367"/>
                  </a:lnTo>
                  <a:lnTo>
                    <a:pt x="274"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0"/>
            <p:cNvSpPr/>
            <p:nvPr/>
          </p:nvSpPr>
          <p:spPr>
            <a:xfrm>
              <a:off x="1684436" y="3004889"/>
              <a:ext cx="9567" cy="18170"/>
            </a:xfrm>
            <a:custGeom>
              <a:avLst/>
              <a:gdLst/>
              <a:ahLst/>
              <a:cxnLst/>
              <a:rect l="l" t="t" r="r" b="b"/>
              <a:pathLst>
                <a:path w="278" h="528" extrusionOk="0">
                  <a:moveTo>
                    <a:pt x="277" y="1"/>
                  </a:moveTo>
                  <a:lnTo>
                    <a:pt x="1" y="160"/>
                  </a:lnTo>
                  <a:lnTo>
                    <a:pt x="2" y="527"/>
                  </a:lnTo>
                  <a:lnTo>
                    <a:pt x="277" y="368"/>
                  </a:lnTo>
                  <a:lnTo>
                    <a:pt x="277"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0"/>
            <p:cNvSpPr/>
            <p:nvPr/>
          </p:nvSpPr>
          <p:spPr>
            <a:xfrm>
              <a:off x="1580269" y="2955817"/>
              <a:ext cx="9567" cy="18135"/>
            </a:xfrm>
            <a:custGeom>
              <a:avLst/>
              <a:gdLst/>
              <a:ahLst/>
              <a:cxnLst/>
              <a:rect l="l" t="t" r="r" b="b"/>
              <a:pathLst>
                <a:path w="278" h="527" extrusionOk="0">
                  <a:moveTo>
                    <a:pt x="1" y="0"/>
                  </a:moveTo>
                  <a:lnTo>
                    <a:pt x="1" y="367"/>
                  </a:lnTo>
                  <a:lnTo>
                    <a:pt x="276" y="527"/>
                  </a:lnTo>
                  <a:lnTo>
                    <a:pt x="277" y="160"/>
                  </a:lnTo>
                  <a:lnTo>
                    <a:pt x="1"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40"/>
            <p:cNvSpPr/>
            <p:nvPr/>
          </p:nvSpPr>
          <p:spPr>
            <a:xfrm>
              <a:off x="1591316" y="2962148"/>
              <a:ext cx="9532" cy="18170"/>
            </a:xfrm>
            <a:custGeom>
              <a:avLst/>
              <a:gdLst/>
              <a:ahLst/>
              <a:cxnLst/>
              <a:rect l="l" t="t" r="r" b="b"/>
              <a:pathLst>
                <a:path w="277" h="528" extrusionOk="0">
                  <a:moveTo>
                    <a:pt x="0" y="0"/>
                  </a:moveTo>
                  <a:lnTo>
                    <a:pt x="0" y="371"/>
                  </a:lnTo>
                  <a:lnTo>
                    <a:pt x="274" y="527"/>
                  </a:lnTo>
                  <a:lnTo>
                    <a:pt x="277" y="160"/>
                  </a:lnTo>
                  <a:lnTo>
                    <a:pt x="0"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40"/>
            <p:cNvSpPr/>
            <p:nvPr/>
          </p:nvSpPr>
          <p:spPr>
            <a:xfrm>
              <a:off x="1602328" y="2968549"/>
              <a:ext cx="9498" cy="18204"/>
            </a:xfrm>
            <a:custGeom>
              <a:avLst/>
              <a:gdLst/>
              <a:ahLst/>
              <a:cxnLst/>
              <a:rect l="l" t="t" r="r" b="b"/>
              <a:pathLst>
                <a:path w="276" h="529" extrusionOk="0">
                  <a:moveTo>
                    <a:pt x="1" y="0"/>
                  </a:moveTo>
                  <a:lnTo>
                    <a:pt x="1" y="369"/>
                  </a:lnTo>
                  <a:lnTo>
                    <a:pt x="274" y="528"/>
                  </a:lnTo>
                  <a:lnTo>
                    <a:pt x="276" y="158"/>
                  </a:lnTo>
                  <a:lnTo>
                    <a:pt x="1"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40"/>
            <p:cNvSpPr/>
            <p:nvPr/>
          </p:nvSpPr>
          <p:spPr>
            <a:xfrm>
              <a:off x="1558176" y="2943118"/>
              <a:ext cx="9567" cy="18170"/>
            </a:xfrm>
            <a:custGeom>
              <a:avLst/>
              <a:gdLst/>
              <a:ahLst/>
              <a:cxnLst/>
              <a:rect l="l" t="t" r="r" b="b"/>
              <a:pathLst>
                <a:path w="278" h="528" extrusionOk="0">
                  <a:moveTo>
                    <a:pt x="3" y="0"/>
                  </a:moveTo>
                  <a:lnTo>
                    <a:pt x="1" y="368"/>
                  </a:lnTo>
                  <a:lnTo>
                    <a:pt x="277" y="527"/>
                  </a:lnTo>
                  <a:lnTo>
                    <a:pt x="277" y="158"/>
                  </a:lnTo>
                  <a:lnTo>
                    <a:pt x="3"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40"/>
            <p:cNvSpPr/>
            <p:nvPr/>
          </p:nvSpPr>
          <p:spPr>
            <a:xfrm>
              <a:off x="1569257" y="2949450"/>
              <a:ext cx="9498" cy="18170"/>
            </a:xfrm>
            <a:custGeom>
              <a:avLst/>
              <a:gdLst/>
              <a:ahLst/>
              <a:cxnLst/>
              <a:rect l="l" t="t" r="r" b="b"/>
              <a:pathLst>
                <a:path w="276" h="528" extrusionOk="0">
                  <a:moveTo>
                    <a:pt x="0" y="1"/>
                  </a:moveTo>
                  <a:lnTo>
                    <a:pt x="0" y="368"/>
                  </a:lnTo>
                  <a:lnTo>
                    <a:pt x="275" y="527"/>
                  </a:lnTo>
                  <a:lnTo>
                    <a:pt x="275" y="160"/>
                  </a:lnTo>
                  <a:lnTo>
                    <a:pt x="0"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0"/>
            <p:cNvSpPr/>
            <p:nvPr/>
          </p:nvSpPr>
          <p:spPr>
            <a:xfrm>
              <a:off x="1614510" y="2649201"/>
              <a:ext cx="103169" cy="336795"/>
            </a:xfrm>
            <a:custGeom>
              <a:avLst/>
              <a:gdLst/>
              <a:ahLst/>
              <a:cxnLst/>
              <a:rect l="l" t="t" r="r" b="b"/>
              <a:pathLst>
                <a:path w="2998" h="9787" extrusionOk="0">
                  <a:moveTo>
                    <a:pt x="7" y="652"/>
                  </a:moveTo>
                  <a:cubicBezTo>
                    <a:pt x="5" y="653"/>
                    <a:pt x="3" y="654"/>
                    <a:pt x="1" y="656"/>
                  </a:cubicBezTo>
                  <a:cubicBezTo>
                    <a:pt x="3" y="654"/>
                    <a:pt x="5" y="653"/>
                    <a:pt x="7" y="652"/>
                  </a:cubicBezTo>
                  <a:close/>
                  <a:moveTo>
                    <a:pt x="1215" y="0"/>
                  </a:moveTo>
                  <a:cubicBezTo>
                    <a:pt x="1156" y="0"/>
                    <a:pt x="1097" y="18"/>
                    <a:pt x="1039" y="51"/>
                  </a:cubicBezTo>
                  <a:cubicBezTo>
                    <a:pt x="695" y="252"/>
                    <a:pt x="350" y="451"/>
                    <a:pt x="7" y="652"/>
                  </a:cubicBezTo>
                  <a:lnTo>
                    <a:pt x="7" y="652"/>
                  </a:lnTo>
                  <a:cubicBezTo>
                    <a:pt x="62" y="620"/>
                    <a:pt x="119" y="604"/>
                    <a:pt x="177" y="604"/>
                  </a:cubicBezTo>
                  <a:cubicBezTo>
                    <a:pt x="237" y="604"/>
                    <a:pt x="298" y="621"/>
                    <a:pt x="359" y="657"/>
                  </a:cubicBezTo>
                  <a:cubicBezTo>
                    <a:pt x="1249" y="1169"/>
                    <a:pt x="1958" y="5258"/>
                    <a:pt x="1945" y="9786"/>
                  </a:cubicBezTo>
                  <a:lnTo>
                    <a:pt x="2985" y="9181"/>
                  </a:lnTo>
                  <a:cubicBezTo>
                    <a:pt x="2997" y="4653"/>
                    <a:pt x="2287" y="565"/>
                    <a:pt x="1398" y="53"/>
                  </a:cubicBezTo>
                  <a:cubicBezTo>
                    <a:pt x="1336" y="18"/>
                    <a:pt x="1275" y="0"/>
                    <a:pt x="12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0"/>
            <p:cNvSpPr/>
            <p:nvPr/>
          </p:nvSpPr>
          <p:spPr>
            <a:xfrm>
              <a:off x="1570703" y="2669986"/>
              <a:ext cx="111221" cy="316010"/>
            </a:xfrm>
            <a:custGeom>
              <a:avLst/>
              <a:gdLst/>
              <a:ahLst/>
              <a:cxnLst/>
              <a:rect l="l" t="t" r="r" b="b"/>
              <a:pathLst>
                <a:path w="3232" h="9183" extrusionOk="0">
                  <a:moveTo>
                    <a:pt x="1449" y="0"/>
                  </a:moveTo>
                  <a:cubicBezTo>
                    <a:pt x="646" y="0"/>
                    <a:pt x="13" y="3111"/>
                    <a:pt x="1" y="7324"/>
                  </a:cubicBezTo>
                  <a:lnTo>
                    <a:pt x="3218" y="9182"/>
                  </a:lnTo>
                  <a:cubicBezTo>
                    <a:pt x="3231" y="4654"/>
                    <a:pt x="2522" y="565"/>
                    <a:pt x="1632" y="53"/>
                  </a:cubicBezTo>
                  <a:cubicBezTo>
                    <a:pt x="1570" y="17"/>
                    <a:pt x="1509" y="0"/>
                    <a:pt x="1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0"/>
            <p:cNvSpPr/>
            <p:nvPr/>
          </p:nvSpPr>
          <p:spPr>
            <a:xfrm>
              <a:off x="1579684" y="2868959"/>
              <a:ext cx="92707" cy="72782"/>
            </a:xfrm>
            <a:custGeom>
              <a:avLst/>
              <a:gdLst/>
              <a:ahLst/>
              <a:cxnLst/>
              <a:rect l="l" t="t" r="r" b="b"/>
              <a:pathLst>
                <a:path w="2694" h="2115" extrusionOk="0">
                  <a:moveTo>
                    <a:pt x="18" y="0"/>
                  </a:moveTo>
                  <a:cubicBezTo>
                    <a:pt x="11" y="183"/>
                    <a:pt x="5" y="370"/>
                    <a:pt x="0" y="558"/>
                  </a:cubicBezTo>
                  <a:lnTo>
                    <a:pt x="2694" y="2114"/>
                  </a:lnTo>
                  <a:cubicBezTo>
                    <a:pt x="2688" y="1921"/>
                    <a:pt x="2682" y="1727"/>
                    <a:pt x="2673" y="1535"/>
                  </a:cubicBezTo>
                  <a:lnTo>
                    <a:pt x="18"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40"/>
            <p:cNvSpPr/>
            <p:nvPr/>
          </p:nvSpPr>
          <p:spPr>
            <a:xfrm>
              <a:off x="1582747" y="2809735"/>
              <a:ext cx="86582" cy="68619"/>
            </a:xfrm>
            <a:custGeom>
              <a:avLst/>
              <a:gdLst/>
              <a:ahLst/>
              <a:cxnLst/>
              <a:rect l="l" t="t" r="r" b="b"/>
              <a:pathLst>
                <a:path w="2516" h="1994" extrusionOk="0">
                  <a:moveTo>
                    <a:pt x="46" y="1"/>
                  </a:moveTo>
                  <a:cubicBezTo>
                    <a:pt x="30" y="178"/>
                    <a:pt x="14" y="358"/>
                    <a:pt x="1" y="542"/>
                  </a:cubicBezTo>
                  <a:lnTo>
                    <a:pt x="2515" y="1993"/>
                  </a:lnTo>
                  <a:cubicBezTo>
                    <a:pt x="2501" y="1793"/>
                    <a:pt x="2486" y="1594"/>
                    <a:pt x="2466" y="1398"/>
                  </a:cubicBezTo>
                  <a:lnTo>
                    <a:pt x="46"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40"/>
            <p:cNvSpPr/>
            <p:nvPr/>
          </p:nvSpPr>
          <p:spPr>
            <a:xfrm>
              <a:off x="1579168" y="2899208"/>
              <a:ext cx="93774" cy="72129"/>
            </a:xfrm>
            <a:custGeom>
              <a:avLst/>
              <a:gdLst/>
              <a:ahLst/>
              <a:cxnLst/>
              <a:rect l="l" t="t" r="r" b="b"/>
              <a:pathLst>
                <a:path w="2725" h="2096" extrusionOk="0">
                  <a:moveTo>
                    <a:pt x="8" y="1"/>
                  </a:moveTo>
                  <a:cubicBezTo>
                    <a:pt x="4" y="173"/>
                    <a:pt x="2" y="347"/>
                    <a:pt x="1" y="523"/>
                  </a:cubicBezTo>
                  <a:lnTo>
                    <a:pt x="2725" y="2096"/>
                  </a:lnTo>
                  <a:cubicBezTo>
                    <a:pt x="2725" y="1917"/>
                    <a:pt x="2722" y="1742"/>
                    <a:pt x="2718" y="1565"/>
                  </a:cubicBezTo>
                  <a:lnTo>
                    <a:pt x="8"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0"/>
            <p:cNvSpPr/>
            <p:nvPr/>
          </p:nvSpPr>
          <p:spPr>
            <a:xfrm>
              <a:off x="1610002" y="2678452"/>
              <a:ext cx="29664" cy="28906"/>
            </a:xfrm>
            <a:custGeom>
              <a:avLst/>
              <a:gdLst/>
              <a:ahLst/>
              <a:cxnLst/>
              <a:rect l="l" t="t" r="r" b="b"/>
              <a:pathLst>
                <a:path w="862" h="840" extrusionOk="0">
                  <a:moveTo>
                    <a:pt x="306" y="0"/>
                  </a:moveTo>
                  <a:cubicBezTo>
                    <a:pt x="253" y="0"/>
                    <a:pt x="138" y="81"/>
                    <a:pt x="0" y="342"/>
                  </a:cubicBezTo>
                  <a:lnTo>
                    <a:pt x="862" y="840"/>
                  </a:lnTo>
                  <a:cubicBezTo>
                    <a:pt x="680" y="359"/>
                    <a:pt x="506" y="101"/>
                    <a:pt x="366" y="21"/>
                  </a:cubicBezTo>
                  <a:cubicBezTo>
                    <a:pt x="342" y="7"/>
                    <a:pt x="322" y="0"/>
                    <a:pt x="30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40"/>
            <p:cNvSpPr/>
            <p:nvPr/>
          </p:nvSpPr>
          <p:spPr>
            <a:xfrm>
              <a:off x="1580820" y="2839158"/>
              <a:ext cx="90436" cy="71062"/>
            </a:xfrm>
            <a:custGeom>
              <a:avLst/>
              <a:gdLst/>
              <a:ahLst/>
              <a:cxnLst/>
              <a:rect l="l" t="t" r="r" b="b"/>
              <a:pathLst>
                <a:path w="2628" h="2065" extrusionOk="0">
                  <a:moveTo>
                    <a:pt x="35" y="0"/>
                  </a:moveTo>
                  <a:cubicBezTo>
                    <a:pt x="21" y="180"/>
                    <a:pt x="11" y="363"/>
                    <a:pt x="1" y="549"/>
                  </a:cubicBezTo>
                  <a:lnTo>
                    <a:pt x="2627" y="2065"/>
                  </a:lnTo>
                  <a:cubicBezTo>
                    <a:pt x="2617" y="1867"/>
                    <a:pt x="2605" y="1671"/>
                    <a:pt x="2595" y="1478"/>
                  </a:cubicBezTo>
                  <a:lnTo>
                    <a:pt x="35"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40"/>
            <p:cNvSpPr/>
            <p:nvPr/>
          </p:nvSpPr>
          <p:spPr>
            <a:xfrm>
              <a:off x="1593862" y="2725218"/>
              <a:ext cx="63732" cy="54062"/>
            </a:xfrm>
            <a:custGeom>
              <a:avLst/>
              <a:gdLst/>
              <a:ahLst/>
              <a:cxnLst/>
              <a:rect l="l" t="t" r="r" b="b"/>
              <a:pathLst>
                <a:path w="1852" h="1571" extrusionOk="0">
                  <a:moveTo>
                    <a:pt x="114" y="0"/>
                  </a:moveTo>
                  <a:cubicBezTo>
                    <a:pt x="75" y="151"/>
                    <a:pt x="37" y="316"/>
                    <a:pt x="1" y="502"/>
                  </a:cubicBezTo>
                  <a:lnTo>
                    <a:pt x="1852" y="1570"/>
                  </a:lnTo>
                  <a:cubicBezTo>
                    <a:pt x="1850" y="1563"/>
                    <a:pt x="1849" y="1556"/>
                    <a:pt x="1849" y="1550"/>
                  </a:cubicBezTo>
                  <a:cubicBezTo>
                    <a:pt x="1809" y="1330"/>
                    <a:pt x="1771" y="1125"/>
                    <a:pt x="1732" y="934"/>
                  </a:cubicBezTo>
                  <a:lnTo>
                    <a:pt x="114"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40"/>
            <p:cNvSpPr/>
            <p:nvPr/>
          </p:nvSpPr>
          <p:spPr>
            <a:xfrm>
              <a:off x="1600435" y="2699168"/>
              <a:ext cx="50105" cy="45252"/>
            </a:xfrm>
            <a:custGeom>
              <a:avLst/>
              <a:gdLst/>
              <a:ahLst/>
              <a:cxnLst/>
              <a:rect l="l" t="t" r="r" b="b"/>
              <a:pathLst>
                <a:path w="1456" h="1315" extrusionOk="0">
                  <a:moveTo>
                    <a:pt x="161" y="1"/>
                  </a:moveTo>
                  <a:cubicBezTo>
                    <a:pt x="108" y="130"/>
                    <a:pt x="53" y="286"/>
                    <a:pt x="0" y="473"/>
                  </a:cubicBezTo>
                  <a:lnTo>
                    <a:pt x="1456" y="1315"/>
                  </a:lnTo>
                  <a:cubicBezTo>
                    <a:pt x="1396" y="1065"/>
                    <a:pt x="1337" y="842"/>
                    <a:pt x="1276" y="645"/>
                  </a:cubicBezTo>
                  <a:lnTo>
                    <a:pt x="161"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0"/>
            <p:cNvSpPr/>
            <p:nvPr/>
          </p:nvSpPr>
          <p:spPr>
            <a:xfrm>
              <a:off x="1585362" y="2780760"/>
              <a:ext cx="81110" cy="65108"/>
            </a:xfrm>
            <a:custGeom>
              <a:avLst/>
              <a:gdLst/>
              <a:ahLst/>
              <a:cxnLst/>
              <a:rect l="l" t="t" r="r" b="b"/>
              <a:pathLst>
                <a:path w="2357" h="1892" extrusionOk="0">
                  <a:moveTo>
                    <a:pt x="65" y="0"/>
                  </a:moveTo>
                  <a:cubicBezTo>
                    <a:pt x="43" y="176"/>
                    <a:pt x="21" y="353"/>
                    <a:pt x="1" y="534"/>
                  </a:cubicBezTo>
                  <a:lnTo>
                    <a:pt x="2356" y="1892"/>
                  </a:lnTo>
                  <a:cubicBezTo>
                    <a:pt x="2337" y="1687"/>
                    <a:pt x="2312" y="1485"/>
                    <a:pt x="2289" y="1285"/>
                  </a:cubicBezTo>
                  <a:lnTo>
                    <a:pt x="65"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0"/>
            <p:cNvSpPr/>
            <p:nvPr/>
          </p:nvSpPr>
          <p:spPr>
            <a:xfrm>
              <a:off x="1589044" y="2752611"/>
              <a:ext cx="73574" cy="60394"/>
            </a:xfrm>
            <a:custGeom>
              <a:avLst/>
              <a:gdLst/>
              <a:ahLst/>
              <a:cxnLst/>
              <a:rect l="l" t="t" r="r" b="b"/>
              <a:pathLst>
                <a:path w="2138" h="1755" extrusionOk="0">
                  <a:moveTo>
                    <a:pt x="84" y="0"/>
                  </a:moveTo>
                  <a:cubicBezTo>
                    <a:pt x="55" y="167"/>
                    <a:pt x="25" y="338"/>
                    <a:pt x="0" y="520"/>
                  </a:cubicBezTo>
                  <a:lnTo>
                    <a:pt x="2138" y="1754"/>
                  </a:lnTo>
                  <a:cubicBezTo>
                    <a:pt x="2110" y="1542"/>
                    <a:pt x="2081" y="1336"/>
                    <a:pt x="2049" y="1134"/>
                  </a:cubicBezTo>
                  <a:lnTo>
                    <a:pt x="84"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40"/>
            <p:cNvSpPr/>
            <p:nvPr/>
          </p:nvSpPr>
          <p:spPr>
            <a:xfrm>
              <a:off x="333332" y="2401018"/>
              <a:ext cx="275919" cy="157816"/>
            </a:xfrm>
            <a:custGeom>
              <a:avLst/>
              <a:gdLst/>
              <a:ahLst/>
              <a:cxnLst/>
              <a:rect l="l" t="t" r="r" b="b"/>
              <a:pathLst>
                <a:path w="8018" h="4586" extrusionOk="0">
                  <a:moveTo>
                    <a:pt x="3348" y="1"/>
                  </a:moveTo>
                  <a:lnTo>
                    <a:pt x="0" y="1936"/>
                  </a:lnTo>
                  <a:lnTo>
                    <a:pt x="4675" y="4586"/>
                  </a:lnTo>
                  <a:lnTo>
                    <a:pt x="8018" y="2666"/>
                  </a:lnTo>
                  <a:lnTo>
                    <a:pt x="3348"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40"/>
            <p:cNvSpPr/>
            <p:nvPr/>
          </p:nvSpPr>
          <p:spPr>
            <a:xfrm>
              <a:off x="493798" y="2261751"/>
              <a:ext cx="115454" cy="297083"/>
            </a:xfrm>
            <a:custGeom>
              <a:avLst/>
              <a:gdLst/>
              <a:ahLst/>
              <a:cxnLst/>
              <a:rect l="l" t="t" r="r" b="b"/>
              <a:pathLst>
                <a:path w="3355" h="8633" extrusionOk="0">
                  <a:moveTo>
                    <a:pt x="3349" y="1"/>
                  </a:moveTo>
                  <a:lnTo>
                    <a:pt x="1608" y="1008"/>
                  </a:lnTo>
                  <a:lnTo>
                    <a:pt x="1608" y="1009"/>
                  </a:lnTo>
                  <a:lnTo>
                    <a:pt x="0" y="1938"/>
                  </a:lnTo>
                  <a:lnTo>
                    <a:pt x="10" y="8633"/>
                  </a:lnTo>
                  <a:lnTo>
                    <a:pt x="1749" y="7642"/>
                  </a:lnTo>
                  <a:lnTo>
                    <a:pt x="1749" y="7629"/>
                  </a:lnTo>
                  <a:lnTo>
                    <a:pt x="3355" y="6713"/>
                  </a:lnTo>
                  <a:lnTo>
                    <a:pt x="33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0"/>
            <p:cNvSpPr/>
            <p:nvPr/>
          </p:nvSpPr>
          <p:spPr>
            <a:xfrm>
              <a:off x="434264" y="2227166"/>
              <a:ext cx="174850" cy="101207"/>
            </a:xfrm>
            <a:custGeom>
              <a:avLst/>
              <a:gdLst/>
              <a:ahLst/>
              <a:cxnLst/>
              <a:rect l="l" t="t" r="r" b="b"/>
              <a:pathLst>
                <a:path w="5081" h="2941" extrusionOk="0">
                  <a:moveTo>
                    <a:pt x="3337" y="1"/>
                  </a:moveTo>
                  <a:lnTo>
                    <a:pt x="1" y="1935"/>
                  </a:lnTo>
                  <a:lnTo>
                    <a:pt x="1730" y="2940"/>
                  </a:lnTo>
                  <a:lnTo>
                    <a:pt x="5081" y="1006"/>
                  </a:lnTo>
                  <a:lnTo>
                    <a:pt x="333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0"/>
            <p:cNvSpPr/>
            <p:nvPr/>
          </p:nvSpPr>
          <p:spPr>
            <a:xfrm>
              <a:off x="434264" y="2293720"/>
              <a:ext cx="59912" cy="265079"/>
            </a:xfrm>
            <a:custGeom>
              <a:avLst/>
              <a:gdLst/>
              <a:ahLst/>
              <a:cxnLst/>
              <a:rect l="l" t="t" r="r" b="b"/>
              <a:pathLst>
                <a:path w="1741" h="7703" extrusionOk="0">
                  <a:moveTo>
                    <a:pt x="1" y="1"/>
                  </a:moveTo>
                  <a:lnTo>
                    <a:pt x="5" y="6711"/>
                  </a:lnTo>
                  <a:lnTo>
                    <a:pt x="1740" y="7702"/>
                  </a:lnTo>
                  <a:lnTo>
                    <a:pt x="1730" y="100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0"/>
            <p:cNvSpPr/>
            <p:nvPr/>
          </p:nvSpPr>
          <p:spPr>
            <a:xfrm>
              <a:off x="493798" y="2261751"/>
              <a:ext cx="115454" cy="297049"/>
            </a:xfrm>
            <a:custGeom>
              <a:avLst/>
              <a:gdLst/>
              <a:ahLst/>
              <a:cxnLst/>
              <a:rect l="l" t="t" r="r" b="b"/>
              <a:pathLst>
                <a:path w="3355" h="8632" extrusionOk="0">
                  <a:moveTo>
                    <a:pt x="3349" y="1"/>
                  </a:moveTo>
                  <a:lnTo>
                    <a:pt x="0" y="1937"/>
                  </a:lnTo>
                  <a:lnTo>
                    <a:pt x="12" y="8631"/>
                  </a:lnTo>
                  <a:lnTo>
                    <a:pt x="3355" y="6713"/>
                  </a:lnTo>
                  <a:lnTo>
                    <a:pt x="33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0"/>
            <p:cNvSpPr/>
            <p:nvPr/>
          </p:nvSpPr>
          <p:spPr>
            <a:xfrm>
              <a:off x="434264" y="2227166"/>
              <a:ext cx="174850" cy="101207"/>
            </a:xfrm>
            <a:custGeom>
              <a:avLst/>
              <a:gdLst/>
              <a:ahLst/>
              <a:cxnLst/>
              <a:rect l="l" t="t" r="r" b="b"/>
              <a:pathLst>
                <a:path w="5081" h="2941" extrusionOk="0">
                  <a:moveTo>
                    <a:pt x="3337" y="1"/>
                  </a:moveTo>
                  <a:lnTo>
                    <a:pt x="1" y="1935"/>
                  </a:lnTo>
                  <a:lnTo>
                    <a:pt x="1730" y="2940"/>
                  </a:lnTo>
                  <a:lnTo>
                    <a:pt x="5081" y="1006"/>
                  </a:lnTo>
                  <a:lnTo>
                    <a:pt x="33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40"/>
            <p:cNvSpPr/>
            <p:nvPr/>
          </p:nvSpPr>
          <p:spPr>
            <a:xfrm>
              <a:off x="463893" y="2272143"/>
              <a:ext cx="39643" cy="35927"/>
            </a:xfrm>
            <a:custGeom>
              <a:avLst/>
              <a:gdLst/>
              <a:ahLst/>
              <a:cxnLst/>
              <a:rect l="l" t="t" r="r" b="b"/>
              <a:pathLst>
                <a:path w="1152" h="1044" extrusionOk="0">
                  <a:moveTo>
                    <a:pt x="0" y="0"/>
                  </a:moveTo>
                  <a:lnTo>
                    <a:pt x="5" y="388"/>
                  </a:lnTo>
                  <a:lnTo>
                    <a:pt x="1152" y="1044"/>
                  </a:lnTo>
                  <a:lnTo>
                    <a:pt x="1144" y="665"/>
                  </a:lnTo>
                  <a:lnTo>
                    <a:pt x="0" y="0"/>
                  </a:lnTo>
                  <a:close/>
                </a:path>
              </a:pathLst>
            </a:custGeom>
            <a:solidFill>
              <a:srgbClr val="9CDD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0"/>
            <p:cNvSpPr/>
            <p:nvPr/>
          </p:nvSpPr>
          <p:spPr>
            <a:xfrm>
              <a:off x="503296" y="2251083"/>
              <a:ext cx="76258" cy="57022"/>
            </a:xfrm>
            <a:custGeom>
              <a:avLst/>
              <a:gdLst/>
              <a:ahLst/>
              <a:cxnLst/>
              <a:rect l="l" t="t" r="r" b="b"/>
              <a:pathLst>
                <a:path w="2216" h="1657" extrusionOk="0">
                  <a:moveTo>
                    <a:pt x="2211" y="1"/>
                  </a:moveTo>
                  <a:lnTo>
                    <a:pt x="1" y="1278"/>
                  </a:lnTo>
                  <a:lnTo>
                    <a:pt x="8" y="1657"/>
                  </a:lnTo>
                  <a:lnTo>
                    <a:pt x="2216" y="389"/>
                  </a:lnTo>
                  <a:lnTo>
                    <a:pt x="22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0"/>
            <p:cNvSpPr/>
            <p:nvPr/>
          </p:nvSpPr>
          <p:spPr>
            <a:xfrm>
              <a:off x="463893" y="2228199"/>
              <a:ext cx="115523" cy="66829"/>
            </a:xfrm>
            <a:custGeom>
              <a:avLst/>
              <a:gdLst/>
              <a:ahLst/>
              <a:cxnLst/>
              <a:rect l="l" t="t" r="r" b="b"/>
              <a:pathLst>
                <a:path w="3357" h="1942" extrusionOk="0">
                  <a:moveTo>
                    <a:pt x="2205" y="0"/>
                  </a:moveTo>
                  <a:lnTo>
                    <a:pt x="0" y="1277"/>
                  </a:lnTo>
                  <a:lnTo>
                    <a:pt x="1144" y="1942"/>
                  </a:lnTo>
                  <a:lnTo>
                    <a:pt x="3356" y="666"/>
                  </a:lnTo>
                  <a:lnTo>
                    <a:pt x="22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0"/>
            <p:cNvSpPr/>
            <p:nvPr/>
          </p:nvSpPr>
          <p:spPr>
            <a:xfrm>
              <a:off x="598653" y="2270732"/>
              <a:ext cx="4474" cy="7674"/>
            </a:xfrm>
            <a:custGeom>
              <a:avLst/>
              <a:gdLst/>
              <a:ahLst/>
              <a:cxnLst/>
              <a:rect l="l" t="t" r="r" b="b"/>
              <a:pathLst>
                <a:path w="130" h="223" extrusionOk="0">
                  <a:moveTo>
                    <a:pt x="129" y="0"/>
                  </a:moveTo>
                  <a:lnTo>
                    <a:pt x="1" y="75"/>
                  </a:lnTo>
                  <a:lnTo>
                    <a:pt x="1" y="223"/>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0"/>
            <p:cNvSpPr/>
            <p:nvPr/>
          </p:nvSpPr>
          <p:spPr>
            <a:xfrm>
              <a:off x="598653" y="2277581"/>
              <a:ext cx="4474" cy="7777"/>
            </a:xfrm>
            <a:custGeom>
              <a:avLst/>
              <a:gdLst/>
              <a:ahLst/>
              <a:cxnLst/>
              <a:rect l="l" t="t" r="r" b="b"/>
              <a:pathLst>
                <a:path w="130" h="226" extrusionOk="0">
                  <a:moveTo>
                    <a:pt x="129" y="0"/>
                  </a:moveTo>
                  <a:lnTo>
                    <a:pt x="1" y="75"/>
                  </a:lnTo>
                  <a:lnTo>
                    <a:pt x="1" y="226"/>
                  </a:lnTo>
                  <a:lnTo>
                    <a:pt x="129"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0"/>
            <p:cNvSpPr/>
            <p:nvPr/>
          </p:nvSpPr>
          <p:spPr>
            <a:xfrm>
              <a:off x="598721" y="2284463"/>
              <a:ext cx="4405" cy="7743"/>
            </a:xfrm>
            <a:custGeom>
              <a:avLst/>
              <a:gdLst/>
              <a:ahLst/>
              <a:cxnLst/>
              <a:rect l="l" t="t" r="r" b="b"/>
              <a:pathLst>
                <a:path w="128" h="225" extrusionOk="0">
                  <a:moveTo>
                    <a:pt x="127" y="1"/>
                  </a:moveTo>
                  <a:lnTo>
                    <a:pt x="0" y="77"/>
                  </a:lnTo>
                  <a:lnTo>
                    <a:pt x="0" y="225"/>
                  </a:lnTo>
                  <a:lnTo>
                    <a:pt x="127" y="150"/>
                  </a:lnTo>
                  <a:lnTo>
                    <a:pt x="1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40"/>
            <p:cNvSpPr/>
            <p:nvPr/>
          </p:nvSpPr>
          <p:spPr>
            <a:xfrm>
              <a:off x="598721" y="2291414"/>
              <a:ext cx="4508" cy="7708"/>
            </a:xfrm>
            <a:custGeom>
              <a:avLst/>
              <a:gdLst/>
              <a:ahLst/>
              <a:cxnLst/>
              <a:rect l="l" t="t" r="r" b="b"/>
              <a:pathLst>
                <a:path w="131" h="224" extrusionOk="0">
                  <a:moveTo>
                    <a:pt x="130" y="1"/>
                  </a:moveTo>
                  <a:lnTo>
                    <a:pt x="0" y="75"/>
                  </a:lnTo>
                  <a:lnTo>
                    <a:pt x="0" y="223"/>
                  </a:lnTo>
                  <a:lnTo>
                    <a:pt x="130" y="148"/>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0"/>
            <p:cNvSpPr/>
            <p:nvPr/>
          </p:nvSpPr>
          <p:spPr>
            <a:xfrm>
              <a:off x="598756" y="2325965"/>
              <a:ext cx="4508" cy="7743"/>
            </a:xfrm>
            <a:custGeom>
              <a:avLst/>
              <a:gdLst/>
              <a:ahLst/>
              <a:cxnLst/>
              <a:rect l="l" t="t" r="r" b="b"/>
              <a:pathLst>
                <a:path w="131" h="225" extrusionOk="0">
                  <a:moveTo>
                    <a:pt x="131" y="0"/>
                  </a:moveTo>
                  <a:lnTo>
                    <a:pt x="1" y="75"/>
                  </a:lnTo>
                  <a:lnTo>
                    <a:pt x="2"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0"/>
            <p:cNvSpPr/>
            <p:nvPr/>
          </p:nvSpPr>
          <p:spPr>
            <a:xfrm>
              <a:off x="598756" y="2319048"/>
              <a:ext cx="4508" cy="7708"/>
            </a:xfrm>
            <a:custGeom>
              <a:avLst/>
              <a:gdLst/>
              <a:ahLst/>
              <a:cxnLst/>
              <a:rect l="l" t="t" r="r" b="b"/>
              <a:pathLst>
                <a:path w="131" h="224" extrusionOk="0">
                  <a:moveTo>
                    <a:pt x="131" y="1"/>
                  </a:moveTo>
                  <a:lnTo>
                    <a:pt x="1" y="76"/>
                  </a:lnTo>
                  <a:lnTo>
                    <a:pt x="1"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0"/>
            <p:cNvSpPr/>
            <p:nvPr/>
          </p:nvSpPr>
          <p:spPr>
            <a:xfrm>
              <a:off x="598756" y="2312131"/>
              <a:ext cx="4508" cy="7708"/>
            </a:xfrm>
            <a:custGeom>
              <a:avLst/>
              <a:gdLst/>
              <a:ahLst/>
              <a:cxnLst/>
              <a:rect l="l" t="t" r="r" b="b"/>
              <a:pathLst>
                <a:path w="131" h="224" extrusionOk="0">
                  <a:moveTo>
                    <a:pt x="131" y="0"/>
                  </a:moveTo>
                  <a:lnTo>
                    <a:pt x="1" y="75"/>
                  </a:lnTo>
                  <a:lnTo>
                    <a:pt x="1"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0"/>
            <p:cNvSpPr/>
            <p:nvPr/>
          </p:nvSpPr>
          <p:spPr>
            <a:xfrm>
              <a:off x="598721" y="2305214"/>
              <a:ext cx="4542" cy="7743"/>
            </a:xfrm>
            <a:custGeom>
              <a:avLst/>
              <a:gdLst/>
              <a:ahLst/>
              <a:cxnLst/>
              <a:rect l="l" t="t" r="r" b="b"/>
              <a:pathLst>
                <a:path w="132" h="225" extrusionOk="0">
                  <a:moveTo>
                    <a:pt x="130" y="1"/>
                  </a:moveTo>
                  <a:lnTo>
                    <a:pt x="0" y="75"/>
                  </a:lnTo>
                  <a:lnTo>
                    <a:pt x="2" y="224"/>
                  </a:lnTo>
                  <a:lnTo>
                    <a:pt x="132"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0"/>
            <p:cNvSpPr/>
            <p:nvPr/>
          </p:nvSpPr>
          <p:spPr>
            <a:xfrm>
              <a:off x="598721" y="2298331"/>
              <a:ext cx="4508" cy="7708"/>
            </a:xfrm>
            <a:custGeom>
              <a:avLst/>
              <a:gdLst/>
              <a:ahLst/>
              <a:cxnLst/>
              <a:rect l="l" t="t" r="r" b="b"/>
              <a:pathLst>
                <a:path w="131" h="224" extrusionOk="0">
                  <a:moveTo>
                    <a:pt x="130" y="0"/>
                  </a:moveTo>
                  <a:lnTo>
                    <a:pt x="0" y="76"/>
                  </a:lnTo>
                  <a:lnTo>
                    <a:pt x="0" y="224"/>
                  </a:lnTo>
                  <a:lnTo>
                    <a:pt x="130" y="149"/>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0"/>
            <p:cNvSpPr/>
            <p:nvPr/>
          </p:nvSpPr>
          <p:spPr>
            <a:xfrm>
              <a:off x="598825" y="2346646"/>
              <a:ext cx="4508" cy="7743"/>
            </a:xfrm>
            <a:custGeom>
              <a:avLst/>
              <a:gdLst/>
              <a:ahLst/>
              <a:cxnLst/>
              <a:rect l="l" t="t" r="r" b="b"/>
              <a:pathLst>
                <a:path w="131" h="225" extrusionOk="0">
                  <a:moveTo>
                    <a:pt x="130" y="1"/>
                  </a:moveTo>
                  <a:lnTo>
                    <a:pt x="0" y="77"/>
                  </a:lnTo>
                  <a:lnTo>
                    <a:pt x="3" y="225"/>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0"/>
            <p:cNvSpPr/>
            <p:nvPr/>
          </p:nvSpPr>
          <p:spPr>
            <a:xfrm>
              <a:off x="598825" y="2339764"/>
              <a:ext cx="4508" cy="7674"/>
            </a:xfrm>
            <a:custGeom>
              <a:avLst/>
              <a:gdLst/>
              <a:ahLst/>
              <a:cxnLst/>
              <a:rect l="l" t="t" r="r" b="b"/>
              <a:pathLst>
                <a:path w="131" h="223" extrusionOk="0">
                  <a:moveTo>
                    <a:pt x="130" y="0"/>
                  </a:moveTo>
                  <a:lnTo>
                    <a:pt x="0" y="75"/>
                  </a:lnTo>
                  <a:lnTo>
                    <a:pt x="0" y="223"/>
                  </a:lnTo>
                  <a:lnTo>
                    <a:pt x="130" y="149"/>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0"/>
            <p:cNvSpPr/>
            <p:nvPr/>
          </p:nvSpPr>
          <p:spPr>
            <a:xfrm>
              <a:off x="598825" y="2332813"/>
              <a:ext cx="4508" cy="7777"/>
            </a:xfrm>
            <a:custGeom>
              <a:avLst/>
              <a:gdLst/>
              <a:ahLst/>
              <a:cxnLst/>
              <a:rect l="l" t="t" r="r" b="b"/>
              <a:pathLst>
                <a:path w="131" h="226" extrusionOk="0">
                  <a:moveTo>
                    <a:pt x="129" y="0"/>
                  </a:moveTo>
                  <a:lnTo>
                    <a:pt x="0" y="76"/>
                  </a:lnTo>
                  <a:lnTo>
                    <a:pt x="0" y="226"/>
                  </a:lnTo>
                  <a:lnTo>
                    <a:pt x="130" y="151"/>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0"/>
            <p:cNvSpPr/>
            <p:nvPr/>
          </p:nvSpPr>
          <p:spPr>
            <a:xfrm>
              <a:off x="598928" y="2353598"/>
              <a:ext cx="4439" cy="7674"/>
            </a:xfrm>
            <a:custGeom>
              <a:avLst/>
              <a:gdLst/>
              <a:ahLst/>
              <a:cxnLst/>
              <a:rect l="l" t="t" r="r" b="b"/>
              <a:pathLst>
                <a:path w="129" h="223" extrusionOk="0">
                  <a:moveTo>
                    <a:pt x="127" y="1"/>
                  </a:moveTo>
                  <a:lnTo>
                    <a:pt x="0" y="75"/>
                  </a:lnTo>
                  <a:lnTo>
                    <a:pt x="0" y="223"/>
                  </a:lnTo>
                  <a:lnTo>
                    <a:pt x="129" y="148"/>
                  </a:lnTo>
                  <a:lnTo>
                    <a:pt x="1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0"/>
            <p:cNvSpPr/>
            <p:nvPr/>
          </p:nvSpPr>
          <p:spPr>
            <a:xfrm>
              <a:off x="598928" y="2360446"/>
              <a:ext cx="4439" cy="7777"/>
            </a:xfrm>
            <a:custGeom>
              <a:avLst/>
              <a:gdLst/>
              <a:ahLst/>
              <a:cxnLst/>
              <a:rect l="l" t="t" r="r" b="b"/>
              <a:pathLst>
                <a:path w="129" h="226" extrusionOk="0">
                  <a:moveTo>
                    <a:pt x="129" y="1"/>
                  </a:moveTo>
                  <a:lnTo>
                    <a:pt x="0" y="75"/>
                  </a:lnTo>
                  <a:lnTo>
                    <a:pt x="0" y="226"/>
                  </a:lnTo>
                  <a:lnTo>
                    <a:pt x="129" y="151"/>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0"/>
            <p:cNvSpPr/>
            <p:nvPr/>
          </p:nvSpPr>
          <p:spPr>
            <a:xfrm>
              <a:off x="598928" y="2367328"/>
              <a:ext cx="4439" cy="7743"/>
            </a:xfrm>
            <a:custGeom>
              <a:avLst/>
              <a:gdLst/>
              <a:ahLst/>
              <a:cxnLst/>
              <a:rect l="l" t="t" r="r" b="b"/>
              <a:pathLst>
                <a:path w="129" h="225" extrusionOk="0">
                  <a:moveTo>
                    <a:pt x="129" y="1"/>
                  </a:moveTo>
                  <a:lnTo>
                    <a:pt x="0" y="77"/>
                  </a:lnTo>
                  <a:lnTo>
                    <a:pt x="1" y="225"/>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0"/>
            <p:cNvSpPr/>
            <p:nvPr/>
          </p:nvSpPr>
          <p:spPr>
            <a:xfrm>
              <a:off x="598962" y="2374280"/>
              <a:ext cx="4508" cy="7743"/>
            </a:xfrm>
            <a:custGeom>
              <a:avLst/>
              <a:gdLst/>
              <a:ahLst/>
              <a:cxnLst/>
              <a:rect l="l" t="t" r="r" b="b"/>
              <a:pathLst>
                <a:path w="131" h="225" extrusionOk="0">
                  <a:moveTo>
                    <a:pt x="128" y="1"/>
                  </a:moveTo>
                  <a:lnTo>
                    <a:pt x="0" y="75"/>
                  </a:lnTo>
                  <a:lnTo>
                    <a:pt x="0" y="225"/>
                  </a:lnTo>
                  <a:lnTo>
                    <a:pt x="131" y="149"/>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0"/>
            <p:cNvSpPr/>
            <p:nvPr/>
          </p:nvSpPr>
          <p:spPr>
            <a:xfrm>
              <a:off x="598962" y="2381197"/>
              <a:ext cx="4508" cy="7743"/>
            </a:xfrm>
            <a:custGeom>
              <a:avLst/>
              <a:gdLst/>
              <a:ahLst/>
              <a:cxnLst/>
              <a:rect l="l" t="t" r="r" b="b"/>
              <a:pathLst>
                <a:path w="131" h="225" extrusionOk="0">
                  <a:moveTo>
                    <a:pt x="131" y="0"/>
                  </a:moveTo>
                  <a:lnTo>
                    <a:pt x="0" y="73"/>
                  </a:lnTo>
                  <a:lnTo>
                    <a:pt x="0"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0"/>
            <p:cNvSpPr/>
            <p:nvPr/>
          </p:nvSpPr>
          <p:spPr>
            <a:xfrm>
              <a:off x="598997" y="2401947"/>
              <a:ext cx="4542" cy="7674"/>
            </a:xfrm>
            <a:custGeom>
              <a:avLst/>
              <a:gdLst/>
              <a:ahLst/>
              <a:cxnLst/>
              <a:rect l="l" t="t" r="r" b="b"/>
              <a:pathLst>
                <a:path w="132" h="223" extrusionOk="0">
                  <a:moveTo>
                    <a:pt x="131" y="0"/>
                  </a:moveTo>
                  <a:lnTo>
                    <a:pt x="1" y="75"/>
                  </a:lnTo>
                  <a:lnTo>
                    <a:pt x="1" y="222"/>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0"/>
            <p:cNvSpPr/>
            <p:nvPr/>
          </p:nvSpPr>
          <p:spPr>
            <a:xfrm>
              <a:off x="598997" y="2394996"/>
              <a:ext cx="4474" cy="7743"/>
            </a:xfrm>
            <a:custGeom>
              <a:avLst/>
              <a:gdLst/>
              <a:ahLst/>
              <a:cxnLst/>
              <a:rect l="l" t="t" r="r" b="b"/>
              <a:pathLst>
                <a:path w="130" h="225" extrusionOk="0">
                  <a:moveTo>
                    <a:pt x="130" y="0"/>
                  </a:moveTo>
                  <a:lnTo>
                    <a:pt x="1" y="75"/>
                  </a:lnTo>
                  <a:lnTo>
                    <a:pt x="1"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0"/>
            <p:cNvSpPr/>
            <p:nvPr/>
          </p:nvSpPr>
          <p:spPr>
            <a:xfrm>
              <a:off x="598962" y="2388079"/>
              <a:ext cx="4508" cy="7812"/>
            </a:xfrm>
            <a:custGeom>
              <a:avLst/>
              <a:gdLst/>
              <a:ahLst/>
              <a:cxnLst/>
              <a:rect l="l" t="t" r="r" b="b"/>
              <a:pathLst>
                <a:path w="131" h="227" extrusionOk="0">
                  <a:moveTo>
                    <a:pt x="131" y="1"/>
                  </a:moveTo>
                  <a:lnTo>
                    <a:pt x="0" y="75"/>
                  </a:lnTo>
                  <a:lnTo>
                    <a:pt x="0" y="226"/>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0"/>
            <p:cNvSpPr/>
            <p:nvPr/>
          </p:nvSpPr>
          <p:spPr>
            <a:xfrm>
              <a:off x="598997" y="2415712"/>
              <a:ext cx="4542" cy="7743"/>
            </a:xfrm>
            <a:custGeom>
              <a:avLst/>
              <a:gdLst/>
              <a:ahLst/>
              <a:cxnLst/>
              <a:rect l="l" t="t" r="r" b="b"/>
              <a:pathLst>
                <a:path w="132" h="225" extrusionOk="0">
                  <a:moveTo>
                    <a:pt x="131" y="1"/>
                  </a:moveTo>
                  <a:lnTo>
                    <a:pt x="1" y="76"/>
                  </a:lnTo>
                  <a:lnTo>
                    <a:pt x="2"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0"/>
            <p:cNvSpPr/>
            <p:nvPr/>
          </p:nvSpPr>
          <p:spPr>
            <a:xfrm>
              <a:off x="598997" y="2408830"/>
              <a:ext cx="4542" cy="7743"/>
            </a:xfrm>
            <a:custGeom>
              <a:avLst/>
              <a:gdLst/>
              <a:ahLst/>
              <a:cxnLst/>
              <a:rect l="l" t="t" r="r" b="b"/>
              <a:pathLst>
                <a:path w="132" h="225" extrusionOk="0">
                  <a:moveTo>
                    <a:pt x="131" y="1"/>
                  </a:moveTo>
                  <a:lnTo>
                    <a:pt x="1" y="74"/>
                  </a:lnTo>
                  <a:lnTo>
                    <a:pt x="1" y="224"/>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0"/>
            <p:cNvSpPr/>
            <p:nvPr/>
          </p:nvSpPr>
          <p:spPr>
            <a:xfrm>
              <a:off x="599066" y="2429581"/>
              <a:ext cx="4508" cy="7674"/>
            </a:xfrm>
            <a:custGeom>
              <a:avLst/>
              <a:gdLst/>
              <a:ahLst/>
              <a:cxnLst/>
              <a:rect l="l" t="t" r="r" b="b"/>
              <a:pathLst>
                <a:path w="131" h="223" extrusionOk="0">
                  <a:moveTo>
                    <a:pt x="131" y="0"/>
                  </a:moveTo>
                  <a:lnTo>
                    <a:pt x="0" y="75"/>
                  </a:lnTo>
                  <a:lnTo>
                    <a:pt x="0"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0"/>
            <p:cNvSpPr/>
            <p:nvPr/>
          </p:nvSpPr>
          <p:spPr>
            <a:xfrm>
              <a:off x="599066" y="2422629"/>
              <a:ext cx="4508" cy="7674"/>
            </a:xfrm>
            <a:custGeom>
              <a:avLst/>
              <a:gdLst/>
              <a:ahLst/>
              <a:cxnLst/>
              <a:rect l="l" t="t" r="r" b="b"/>
              <a:pathLst>
                <a:path w="131" h="223" extrusionOk="0">
                  <a:moveTo>
                    <a:pt x="129" y="0"/>
                  </a:moveTo>
                  <a:lnTo>
                    <a:pt x="0" y="75"/>
                  </a:lnTo>
                  <a:lnTo>
                    <a:pt x="0" y="223"/>
                  </a:lnTo>
                  <a:lnTo>
                    <a:pt x="131"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0"/>
            <p:cNvSpPr/>
            <p:nvPr/>
          </p:nvSpPr>
          <p:spPr>
            <a:xfrm>
              <a:off x="599203" y="2464062"/>
              <a:ext cx="4542" cy="7743"/>
            </a:xfrm>
            <a:custGeom>
              <a:avLst/>
              <a:gdLst/>
              <a:ahLst/>
              <a:cxnLst/>
              <a:rect l="l" t="t" r="r" b="b"/>
              <a:pathLst>
                <a:path w="132" h="225" extrusionOk="0">
                  <a:moveTo>
                    <a:pt x="128" y="0"/>
                  </a:moveTo>
                  <a:lnTo>
                    <a:pt x="1" y="75"/>
                  </a:lnTo>
                  <a:lnTo>
                    <a:pt x="1" y="224"/>
                  </a:lnTo>
                  <a:lnTo>
                    <a:pt x="131" y="150"/>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0"/>
            <p:cNvSpPr/>
            <p:nvPr/>
          </p:nvSpPr>
          <p:spPr>
            <a:xfrm>
              <a:off x="599169" y="2457179"/>
              <a:ext cx="4474" cy="7708"/>
            </a:xfrm>
            <a:custGeom>
              <a:avLst/>
              <a:gdLst/>
              <a:ahLst/>
              <a:cxnLst/>
              <a:rect l="l" t="t" r="r" b="b"/>
              <a:pathLst>
                <a:path w="130" h="224" extrusionOk="0">
                  <a:moveTo>
                    <a:pt x="129" y="0"/>
                  </a:moveTo>
                  <a:lnTo>
                    <a:pt x="0" y="76"/>
                  </a:lnTo>
                  <a:lnTo>
                    <a:pt x="2" y="224"/>
                  </a:lnTo>
                  <a:lnTo>
                    <a:pt x="129" y="149"/>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0"/>
            <p:cNvSpPr/>
            <p:nvPr/>
          </p:nvSpPr>
          <p:spPr>
            <a:xfrm>
              <a:off x="599169" y="2450263"/>
              <a:ext cx="4474" cy="7674"/>
            </a:xfrm>
            <a:custGeom>
              <a:avLst/>
              <a:gdLst/>
              <a:ahLst/>
              <a:cxnLst/>
              <a:rect l="l" t="t" r="r" b="b"/>
              <a:pathLst>
                <a:path w="130" h="223" extrusionOk="0">
                  <a:moveTo>
                    <a:pt x="129" y="1"/>
                  </a:moveTo>
                  <a:lnTo>
                    <a:pt x="0" y="75"/>
                  </a:lnTo>
                  <a:lnTo>
                    <a:pt x="0" y="223"/>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0"/>
            <p:cNvSpPr/>
            <p:nvPr/>
          </p:nvSpPr>
          <p:spPr>
            <a:xfrm>
              <a:off x="599169" y="2443311"/>
              <a:ext cx="4474" cy="7743"/>
            </a:xfrm>
            <a:custGeom>
              <a:avLst/>
              <a:gdLst/>
              <a:ahLst/>
              <a:cxnLst/>
              <a:rect l="l" t="t" r="r" b="b"/>
              <a:pathLst>
                <a:path w="130" h="225" extrusionOk="0">
                  <a:moveTo>
                    <a:pt x="128" y="1"/>
                  </a:moveTo>
                  <a:lnTo>
                    <a:pt x="0" y="77"/>
                  </a:lnTo>
                  <a:lnTo>
                    <a:pt x="0" y="225"/>
                  </a:lnTo>
                  <a:lnTo>
                    <a:pt x="129" y="151"/>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0"/>
            <p:cNvSpPr/>
            <p:nvPr/>
          </p:nvSpPr>
          <p:spPr>
            <a:xfrm>
              <a:off x="599066" y="2436463"/>
              <a:ext cx="4508" cy="7708"/>
            </a:xfrm>
            <a:custGeom>
              <a:avLst/>
              <a:gdLst/>
              <a:ahLst/>
              <a:cxnLst/>
              <a:rect l="l" t="t" r="r" b="b"/>
              <a:pathLst>
                <a:path w="131" h="224" extrusionOk="0">
                  <a:moveTo>
                    <a:pt x="131" y="1"/>
                  </a:moveTo>
                  <a:lnTo>
                    <a:pt x="0" y="74"/>
                  </a:lnTo>
                  <a:lnTo>
                    <a:pt x="3"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0"/>
            <p:cNvSpPr/>
            <p:nvPr/>
          </p:nvSpPr>
          <p:spPr>
            <a:xfrm>
              <a:off x="599272" y="2484813"/>
              <a:ext cx="4474" cy="7743"/>
            </a:xfrm>
            <a:custGeom>
              <a:avLst/>
              <a:gdLst/>
              <a:ahLst/>
              <a:cxnLst/>
              <a:rect l="l" t="t" r="r" b="b"/>
              <a:pathLst>
                <a:path w="130" h="225" extrusionOk="0">
                  <a:moveTo>
                    <a:pt x="129" y="0"/>
                  </a:moveTo>
                  <a:lnTo>
                    <a:pt x="0" y="75"/>
                  </a:lnTo>
                  <a:lnTo>
                    <a:pt x="0" y="224"/>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0"/>
            <p:cNvSpPr/>
            <p:nvPr/>
          </p:nvSpPr>
          <p:spPr>
            <a:xfrm>
              <a:off x="599203" y="2477896"/>
              <a:ext cx="4542" cy="7708"/>
            </a:xfrm>
            <a:custGeom>
              <a:avLst/>
              <a:gdLst/>
              <a:ahLst/>
              <a:cxnLst/>
              <a:rect l="l" t="t" r="r" b="b"/>
              <a:pathLst>
                <a:path w="132" h="224" extrusionOk="0">
                  <a:moveTo>
                    <a:pt x="131" y="1"/>
                  </a:moveTo>
                  <a:lnTo>
                    <a:pt x="1" y="75"/>
                  </a:lnTo>
                  <a:lnTo>
                    <a:pt x="2"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0"/>
            <p:cNvSpPr/>
            <p:nvPr/>
          </p:nvSpPr>
          <p:spPr>
            <a:xfrm>
              <a:off x="599203" y="2470944"/>
              <a:ext cx="4542" cy="7743"/>
            </a:xfrm>
            <a:custGeom>
              <a:avLst/>
              <a:gdLst/>
              <a:ahLst/>
              <a:cxnLst/>
              <a:rect l="l" t="t" r="r" b="b"/>
              <a:pathLst>
                <a:path w="132" h="225" extrusionOk="0">
                  <a:moveTo>
                    <a:pt x="131" y="1"/>
                  </a:moveTo>
                  <a:lnTo>
                    <a:pt x="1" y="76"/>
                  </a:lnTo>
                  <a:lnTo>
                    <a:pt x="1" y="225"/>
                  </a:lnTo>
                  <a:lnTo>
                    <a:pt x="131" y="152"/>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0"/>
            <p:cNvSpPr/>
            <p:nvPr/>
          </p:nvSpPr>
          <p:spPr>
            <a:xfrm>
              <a:off x="591598" y="2281710"/>
              <a:ext cx="4474" cy="7743"/>
            </a:xfrm>
            <a:custGeom>
              <a:avLst/>
              <a:gdLst/>
              <a:ahLst/>
              <a:cxnLst/>
              <a:rect l="l" t="t" r="r" b="b"/>
              <a:pathLst>
                <a:path w="130" h="225" extrusionOk="0">
                  <a:moveTo>
                    <a:pt x="130" y="0"/>
                  </a:moveTo>
                  <a:lnTo>
                    <a:pt x="1" y="73"/>
                  </a:lnTo>
                  <a:lnTo>
                    <a:pt x="1"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40"/>
            <p:cNvSpPr/>
            <p:nvPr/>
          </p:nvSpPr>
          <p:spPr>
            <a:xfrm>
              <a:off x="591495" y="2274793"/>
              <a:ext cx="4577" cy="7708"/>
            </a:xfrm>
            <a:custGeom>
              <a:avLst/>
              <a:gdLst/>
              <a:ahLst/>
              <a:cxnLst/>
              <a:rect l="l" t="t" r="r" b="b"/>
              <a:pathLst>
                <a:path w="133" h="224" extrusionOk="0">
                  <a:moveTo>
                    <a:pt x="131" y="1"/>
                  </a:moveTo>
                  <a:lnTo>
                    <a:pt x="1" y="76"/>
                  </a:lnTo>
                  <a:lnTo>
                    <a:pt x="4" y="223"/>
                  </a:lnTo>
                  <a:lnTo>
                    <a:pt x="133"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40"/>
            <p:cNvSpPr/>
            <p:nvPr/>
          </p:nvSpPr>
          <p:spPr>
            <a:xfrm>
              <a:off x="591667" y="2316191"/>
              <a:ext cx="4508" cy="7743"/>
            </a:xfrm>
            <a:custGeom>
              <a:avLst/>
              <a:gdLst/>
              <a:ahLst/>
              <a:cxnLst/>
              <a:rect l="l" t="t" r="r" b="b"/>
              <a:pathLst>
                <a:path w="131" h="225" extrusionOk="0">
                  <a:moveTo>
                    <a:pt x="131" y="1"/>
                  </a:moveTo>
                  <a:lnTo>
                    <a:pt x="0" y="77"/>
                  </a:lnTo>
                  <a:lnTo>
                    <a:pt x="2" y="224"/>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40"/>
            <p:cNvSpPr/>
            <p:nvPr/>
          </p:nvSpPr>
          <p:spPr>
            <a:xfrm>
              <a:off x="591667" y="2309309"/>
              <a:ext cx="4508" cy="7674"/>
            </a:xfrm>
            <a:custGeom>
              <a:avLst/>
              <a:gdLst/>
              <a:ahLst/>
              <a:cxnLst/>
              <a:rect l="l" t="t" r="r" b="b"/>
              <a:pathLst>
                <a:path w="131" h="223" extrusionOk="0">
                  <a:moveTo>
                    <a:pt x="131" y="0"/>
                  </a:moveTo>
                  <a:lnTo>
                    <a:pt x="0" y="75"/>
                  </a:lnTo>
                  <a:lnTo>
                    <a:pt x="0" y="222"/>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0"/>
            <p:cNvSpPr/>
            <p:nvPr/>
          </p:nvSpPr>
          <p:spPr>
            <a:xfrm>
              <a:off x="591667" y="2302358"/>
              <a:ext cx="4508" cy="7777"/>
            </a:xfrm>
            <a:custGeom>
              <a:avLst/>
              <a:gdLst/>
              <a:ahLst/>
              <a:cxnLst/>
              <a:rect l="l" t="t" r="r" b="b"/>
              <a:pathLst>
                <a:path w="131" h="226" extrusionOk="0">
                  <a:moveTo>
                    <a:pt x="131" y="0"/>
                  </a:moveTo>
                  <a:lnTo>
                    <a:pt x="0" y="76"/>
                  </a:lnTo>
                  <a:lnTo>
                    <a:pt x="0" y="225"/>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0"/>
            <p:cNvSpPr/>
            <p:nvPr/>
          </p:nvSpPr>
          <p:spPr>
            <a:xfrm>
              <a:off x="591598" y="2295509"/>
              <a:ext cx="4474" cy="7674"/>
            </a:xfrm>
            <a:custGeom>
              <a:avLst/>
              <a:gdLst/>
              <a:ahLst/>
              <a:cxnLst/>
              <a:rect l="l" t="t" r="r" b="b"/>
              <a:pathLst>
                <a:path w="130" h="223" extrusionOk="0">
                  <a:moveTo>
                    <a:pt x="130" y="0"/>
                  </a:moveTo>
                  <a:lnTo>
                    <a:pt x="1" y="75"/>
                  </a:lnTo>
                  <a:lnTo>
                    <a:pt x="2"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0"/>
            <p:cNvSpPr/>
            <p:nvPr/>
          </p:nvSpPr>
          <p:spPr>
            <a:xfrm>
              <a:off x="591598" y="2288593"/>
              <a:ext cx="4474" cy="7708"/>
            </a:xfrm>
            <a:custGeom>
              <a:avLst/>
              <a:gdLst/>
              <a:ahLst/>
              <a:cxnLst/>
              <a:rect l="l" t="t" r="r" b="b"/>
              <a:pathLst>
                <a:path w="130" h="224" extrusionOk="0">
                  <a:moveTo>
                    <a:pt x="130" y="1"/>
                  </a:moveTo>
                  <a:lnTo>
                    <a:pt x="1" y="75"/>
                  </a:lnTo>
                  <a:lnTo>
                    <a:pt x="1" y="223"/>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0"/>
            <p:cNvSpPr/>
            <p:nvPr/>
          </p:nvSpPr>
          <p:spPr>
            <a:xfrm>
              <a:off x="591701" y="2323143"/>
              <a:ext cx="4542" cy="7674"/>
            </a:xfrm>
            <a:custGeom>
              <a:avLst/>
              <a:gdLst/>
              <a:ahLst/>
              <a:cxnLst/>
              <a:rect l="l" t="t" r="r" b="b"/>
              <a:pathLst>
                <a:path w="132" h="223" extrusionOk="0">
                  <a:moveTo>
                    <a:pt x="130" y="0"/>
                  </a:moveTo>
                  <a:lnTo>
                    <a:pt x="1" y="75"/>
                  </a:lnTo>
                  <a:lnTo>
                    <a:pt x="1" y="223"/>
                  </a:lnTo>
                  <a:lnTo>
                    <a:pt x="131"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0"/>
            <p:cNvSpPr/>
            <p:nvPr/>
          </p:nvSpPr>
          <p:spPr>
            <a:xfrm>
              <a:off x="591770" y="2343825"/>
              <a:ext cx="4508" cy="7743"/>
            </a:xfrm>
            <a:custGeom>
              <a:avLst/>
              <a:gdLst/>
              <a:ahLst/>
              <a:cxnLst/>
              <a:rect l="l" t="t" r="r" b="b"/>
              <a:pathLst>
                <a:path w="131" h="225" extrusionOk="0">
                  <a:moveTo>
                    <a:pt x="129" y="1"/>
                  </a:moveTo>
                  <a:lnTo>
                    <a:pt x="0" y="75"/>
                  </a:lnTo>
                  <a:lnTo>
                    <a:pt x="0" y="225"/>
                  </a:lnTo>
                  <a:lnTo>
                    <a:pt x="130"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0"/>
            <p:cNvSpPr/>
            <p:nvPr/>
          </p:nvSpPr>
          <p:spPr>
            <a:xfrm>
              <a:off x="591701" y="2336942"/>
              <a:ext cx="4542" cy="7743"/>
            </a:xfrm>
            <a:custGeom>
              <a:avLst/>
              <a:gdLst/>
              <a:ahLst/>
              <a:cxnLst/>
              <a:rect l="l" t="t" r="r" b="b"/>
              <a:pathLst>
                <a:path w="132" h="225" extrusionOk="0">
                  <a:moveTo>
                    <a:pt x="131" y="0"/>
                  </a:moveTo>
                  <a:lnTo>
                    <a:pt x="1" y="75"/>
                  </a:lnTo>
                  <a:lnTo>
                    <a:pt x="2"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0"/>
            <p:cNvSpPr/>
            <p:nvPr/>
          </p:nvSpPr>
          <p:spPr>
            <a:xfrm>
              <a:off x="591701" y="2330025"/>
              <a:ext cx="4542" cy="7743"/>
            </a:xfrm>
            <a:custGeom>
              <a:avLst/>
              <a:gdLst/>
              <a:ahLst/>
              <a:cxnLst/>
              <a:rect l="l" t="t" r="r" b="b"/>
              <a:pathLst>
                <a:path w="132" h="225" extrusionOk="0">
                  <a:moveTo>
                    <a:pt x="131" y="1"/>
                  </a:moveTo>
                  <a:lnTo>
                    <a:pt x="1" y="74"/>
                  </a:lnTo>
                  <a:lnTo>
                    <a:pt x="1"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0"/>
            <p:cNvSpPr/>
            <p:nvPr/>
          </p:nvSpPr>
          <p:spPr>
            <a:xfrm>
              <a:off x="591770" y="2350776"/>
              <a:ext cx="4508" cy="7708"/>
            </a:xfrm>
            <a:custGeom>
              <a:avLst/>
              <a:gdLst/>
              <a:ahLst/>
              <a:cxnLst/>
              <a:rect l="l" t="t" r="r" b="b"/>
              <a:pathLst>
                <a:path w="131" h="224" extrusionOk="0">
                  <a:moveTo>
                    <a:pt x="130" y="1"/>
                  </a:moveTo>
                  <a:lnTo>
                    <a:pt x="0" y="75"/>
                  </a:lnTo>
                  <a:lnTo>
                    <a:pt x="0" y="223"/>
                  </a:lnTo>
                  <a:lnTo>
                    <a:pt x="130" y="148"/>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0"/>
            <p:cNvSpPr/>
            <p:nvPr/>
          </p:nvSpPr>
          <p:spPr>
            <a:xfrm>
              <a:off x="591770" y="2357693"/>
              <a:ext cx="4508" cy="7708"/>
            </a:xfrm>
            <a:custGeom>
              <a:avLst/>
              <a:gdLst/>
              <a:ahLst/>
              <a:cxnLst/>
              <a:rect l="l" t="t" r="r" b="b"/>
              <a:pathLst>
                <a:path w="131" h="224" extrusionOk="0">
                  <a:moveTo>
                    <a:pt x="130" y="0"/>
                  </a:moveTo>
                  <a:lnTo>
                    <a:pt x="0" y="75"/>
                  </a:lnTo>
                  <a:lnTo>
                    <a:pt x="3"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0"/>
            <p:cNvSpPr/>
            <p:nvPr/>
          </p:nvSpPr>
          <p:spPr>
            <a:xfrm>
              <a:off x="591873" y="2385257"/>
              <a:ext cx="4542" cy="7743"/>
            </a:xfrm>
            <a:custGeom>
              <a:avLst/>
              <a:gdLst/>
              <a:ahLst/>
              <a:cxnLst/>
              <a:rect l="l" t="t" r="r" b="b"/>
              <a:pathLst>
                <a:path w="132" h="225" extrusionOk="0">
                  <a:moveTo>
                    <a:pt x="129" y="1"/>
                  </a:moveTo>
                  <a:lnTo>
                    <a:pt x="0" y="75"/>
                  </a:lnTo>
                  <a:lnTo>
                    <a:pt x="2" y="225"/>
                  </a:lnTo>
                  <a:lnTo>
                    <a:pt x="132"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0"/>
            <p:cNvSpPr/>
            <p:nvPr/>
          </p:nvSpPr>
          <p:spPr>
            <a:xfrm>
              <a:off x="591873" y="2378375"/>
              <a:ext cx="4439" cy="7743"/>
            </a:xfrm>
            <a:custGeom>
              <a:avLst/>
              <a:gdLst/>
              <a:ahLst/>
              <a:cxnLst/>
              <a:rect l="l" t="t" r="r" b="b"/>
              <a:pathLst>
                <a:path w="129" h="225" extrusionOk="0">
                  <a:moveTo>
                    <a:pt x="129" y="0"/>
                  </a:moveTo>
                  <a:lnTo>
                    <a:pt x="0" y="76"/>
                  </a:lnTo>
                  <a:lnTo>
                    <a:pt x="0" y="224"/>
                  </a:lnTo>
                  <a:lnTo>
                    <a:pt x="129"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0"/>
            <p:cNvSpPr/>
            <p:nvPr/>
          </p:nvSpPr>
          <p:spPr>
            <a:xfrm>
              <a:off x="591873" y="2371458"/>
              <a:ext cx="4439" cy="7708"/>
            </a:xfrm>
            <a:custGeom>
              <a:avLst/>
              <a:gdLst/>
              <a:ahLst/>
              <a:cxnLst/>
              <a:rect l="l" t="t" r="r" b="b"/>
              <a:pathLst>
                <a:path w="129" h="224" extrusionOk="0">
                  <a:moveTo>
                    <a:pt x="129" y="1"/>
                  </a:moveTo>
                  <a:lnTo>
                    <a:pt x="0" y="76"/>
                  </a:lnTo>
                  <a:lnTo>
                    <a:pt x="0" y="223"/>
                  </a:lnTo>
                  <a:lnTo>
                    <a:pt x="129"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0"/>
            <p:cNvSpPr/>
            <p:nvPr/>
          </p:nvSpPr>
          <p:spPr>
            <a:xfrm>
              <a:off x="591873" y="2364541"/>
              <a:ext cx="4439" cy="7708"/>
            </a:xfrm>
            <a:custGeom>
              <a:avLst/>
              <a:gdLst/>
              <a:ahLst/>
              <a:cxnLst/>
              <a:rect l="l" t="t" r="r" b="b"/>
              <a:pathLst>
                <a:path w="129" h="224" extrusionOk="0">
                  <a:moveTo>
                    <a:pt x="127" y="0"/>
                  </a:moveTo>
                  <a:lnTo>
                    <a:pt x="0" y="76"/>
                  </a:lnTo>
                  <a:lnTo>
                    <a:pt x="0" y="224"/>
                  </a:lnTo>
                  <a:lnTo>
                    <a:pt x="129" y="151"/>
                  </a:lnTo>
                  <a:lnTo>
                    <a:pt x="1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0"/>
            <p:cNvSpPr/>
            <p:nvPr/>
          </p:nvSpPr>
          <p:spPr>
            <a:xfrm>
              <a:off x="591977" y="2419807"/>
              <a:ext cx="4508" cy="7777"/>
            </a:xfrm>
            <a:custGeom>
              <a:avLst/>
              <a:gdLst/>
              <a:ahLst/>
              <a:cxnLst/>
              <a:rect l="l" t="t" r="r" b="b"/>
              <a:pathLst>
                <a:path w="131" h="226" extrusionOk="0">
                  <a:moveTo>
                    <a:pt x="130" y="0"/>
                  </a:moveTo>
                  <a:lnTo>
                    <a:pt x="0" y="75"/>
                  </a:lnTo>
                  <a:lnTo>
                    <a:pt x="0" y="226"/>
                  </a:lnTo>
                  <a:lnTo>
                    <a:pt x="130" y="150"/>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0"/>
            <p:cNvSpPr/>
            <p:nvPr/>
          </p:nvSpPr>
          <p:spPr>
            <a:xfrm>
              <a:off x="591977" y="2412856"/>
              <a:ext cx="4508" cy="7777"/>
            </a:xfrm>
            <a:custGeom>
              <a:avLst/>
              <a:gdLst/>
              <a:ahLst/>
              <a:cxnLst/>
              <a:rect l="l" t="t" r="r" b="b"/>
              <a:pathLst>
                <a:path w="131" h="226" extrusionOk="0">
                  <a:moveTo>
                    <a:pt x="129" y="1"/>
                  </a:moveTo>
                  <a:lnTo>
                    <a:pt x="0" y="77"/>
                  </a:lnTo>
                  <a:lnTo>
                    <a:pt x="0" y="226"/>
                  </a:lnTo>
                  <a:lnTo>
                    <a:pt x="130" y="151"/>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0"/>
            <p:cNvSpPr/>
            <p:nvPr/>
          </p:nvSpPr>
          <p:spPr>
            <a:xfrm>
              <a:off x="591908" y="2406008"/>
              <a:ext cx="4508" cy="7743"/>
            </a:xfrm>
            <a:custGeom>
              <a:avLst/>
              <a:gdLst/>
              <a:ahLst/>
              <a:cxnLst/>
              <a:rect l="l" t="t" r="r" b="b"/>
              <a:pathLst>
                <a:path w="131" h="225" extrusionOk="0">
                  <a:moveTo>
                    <a:pt x="131" y="1"/>
                  </a:moveTo>
                  <a:lnTo>
                    <a:pt x="1" y="75"/>
                  </a:lnTo>
                  <a:lnTo>
                    <a:pt x="2" y="224"/>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0"/>
            <p:cNvSpPr/>
            <p:nvPr/>
          </p:nvSpPr>
          <p:spPr>
            <a:xfrm>
              <a:off x="591908" y="2399126"/>
              <a:ext cx="4508" cy="7674"/>
            </a:xfrm>
            <a:custGeom>
              <a:avLst/>
              <a:gdLst/>
              <a:ahLst/>
              <a:cxnLst/>
              <a:rect l="l" t="t" r="r" b="b"/>
              <a:pathLst>
                <a:path w="131" h="223" extrusionOk="0">
                  <a:moveTo>
                    <a:pt x="131" y="0"/>
                  </a:moveTo>
                  <a:lnTo>
                    <a:pt x="1" y="75"/>
                  </a:lnTo>
                  <a:lnTo>
                    <a:pt x="1"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0"/>
            <p:cNvSpPr/>
            <p:nvPr/>
          </p:nvSpPr>
          <p:spPr>
            <a:xfrm>
              <a:off x="591908" y="2392174"/>
              <a:ext cx="4508" cy="7743"/>
            </a:xfrm>
            <a:custGeom>
              <a:avLst/>
              <a:gdLst/>
              <a:ahLst/>
              <a:cxnLst/>
              <a:rect l="l" t="t" r="r" b="b"/>
              <a:pathLst>
                <a:path w="131" h="225" extrusionOk="0">
                  <a:moveTo>
                    <a:pt x="131" y="0"/>
                  </a:moveTo>
                  <a:lnTo>
                    <a:pt x="1" y="75"/>
                  </a:lnTo>
                  <a:lnTo>
                    <a:pt x="1"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0"/>
            <p:cNvSpPr/>
            <p:nvPr/>
          </p:nvSpPr>
          <p:spPr>
            <a:xfrm>
              <a:off x="592114" y="2468123"/>
              <a:ext cx="4474" cy="7708"/>
            </a:xfrm>
            <a:custGeom>
              <a:avLst/>
              <a:gdLst/>
              <a:ahLst/>
              <a:cxnLst/>
              <a:rect l="l" t="t" r="r" b="b"/>
              <a:pathLst>
                <a:path w="130" h="224" extrusionOk="0">
                  <a:moveTo>
                    <a:pt x="129" y="1"/>
                  </a:moveTo>
                  <a:lnTo>
                    <a:pt x="1" y="76"/>
                  </a:lnTo>
                  <a:lnTo>
                    <a:pt x="1" y="223"/>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0"/>
            <p:cNvSpPr/>
            <p:nvPr/>
          </p:nvSpPr>
          <p:spPr>
            <a:xfrm>
              <a:off x="592114" y="2461309"/>
              <a:ext cx="4474" cy="7674"/>
            </a:xfrm>
            <a:custGeom>
              <a:avLst/>
              <a:gdLst/>
              <a:ahLst/>
              <a:cxnLst/>
              <a:rect l="l" t="t" r="r" b="b"/>
              <a:pathLst>
                <a:path w="130" h="223" extrusionOk="0">
                  <a:moveTo>
                    <a:pt x="129" y="0"/>
                  </a:moveTo>
                  <a:lnTo>
                    <a:pt x="1" y="75"/>
                  </a:lnTo>
                  <a:lnTo>
                    <a:pt x="1" y="222"/>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0"/>
            <p:cNvSpPr/>
            <p:nvPr/>
          </p:nvSpPr>
          <p:spPr>
            <a:xfrm>
              <a:off x="592114" y="2454358"/>
              <a:ext cx="4474" cy="7708"/>
            </a:xfrm>
            <a:custGeom>
              <a:avLst/>
              <a:gdLst/>
              <a:ahLst/>
              <a:cxnLst/>
              <a:rect l="l" t="t" r="r" b="b"/>
              <a:pathLst>
                <a:path w="130" h="224" extrusionOk="0">
                  <a:moveTo>
                    <a:pt x="128" y="0"/>
                  </a:moveTo>
                  <a:lnTo>
                    <a:pt x="1" y="75"/>
                  </a:lnTo>
                  <a:lnTo>
                    <a:pt x="1" y="224"/>
                  </a:lnTo>
                  <a:lnTo>
                    <a:pt x="129" y="148"/>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0"/>
            <p:cNvSpPr/>
            <p:nvPr/>
          </p:nvSpPr>
          <p:spPr>
            <a:xfrm>
              <a:off x="592011" y="2447441"/>
              <a:ext cx="4508" cy="7708"/>
            </a:xfrm>
            <a:custGeom>
              <a:avLst/>
              <a:gdLst/>
              <a:ahLst/>
              <a:cxnLst/>
              <a:rect l="l" t="t" r="r" b="b"/>
              <a:pathLst>
                <a:path w="131" h="224" extrusionOk="0">
                  <a:moveTo>
                    <a:pt x="131" y="1"/>
                  </a:moveTo>
                  <a:lnTo>
                    <a:pt x="1" y="75"/>
                  </a:lnTo>
                  <a:lnTo>
                    <a:pt x="4" y="223"/>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0"/>
            <p:cNvSpPr/>
            <p:nvPr/>
          </p:nvSpPr>
          <p:spPr>
            <a:xfrm>
              <a:off x="592011" y="2440558"/>
              <a:ext cx="4508" cy="7743"/>
            </a:xfrm>
            <a:custGeom>
              <a:avLst/>
              <a:gdLst/>
              <a:ahLst/>
              <a:cxnLst/>
              <a:rect l="l" t="t" r="r" b="b"/>
              <a:pathLst>
                <a:path w="131" h="225" extrusionOk="0">
                  <a:moveTo>
                    <a:pt x="131" y="0"/>
                  </a:moveTo>
                  <a:lnTo>
                    <a:pt x="1" y="73"/>
                  </a:lnTo>
                  <a:lnTo>
                    <a:pt x="1" y="224"/>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0"/>
            <p:cNvSpPr/>
            <p:nvPr/>
          </p:nvSpPr>
          <p:spPr>
            <a:xfrm>
              <a:off x="592011" y="2433641"/>
              <a:ext cx="4508" cy="7708"/>
            </a:xfrm>
            <a:custGeom>
              <a:avLst/>
              <a:gdLst/>
              <a:ahLst/>
              <a:cxnLst/>
              <a:rect l="l" t="t" r="r" b="b"/>
              <a:pathLst>
                <a:path w="131" h="224" extrusionOk="0">
                  <a:moveTo>
                    <a:pt x="129" y="1"/>
                  </a:moveTo>
                  <a:lnTo>
                    <a:pt x="1" y="75"/>
                  </a:lnTo>
                  <a:lnTo>
                    <a:pt x="1" y="223"/>
                  </a:lnTo>
                  <a:lnTo>
                    <a:pt x="131"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0"/>
            <p:cNvSpPr/>
            <p:nvPr/>
          </p:nvSpPr>
          <p:spPr>
            <a:xfrm>
              <a:off x="591977" y="2426690"/>
              <a:ext cx="4508" cy="7743"/>
            </a:xfrm>
            <a:custGeom>
              <a:avLst/>
              <a:gdLst/>
              <a:ahLst/>
              <a:cxnLst/>
              <a:rect l="l" t="t" r="r" b="b"/>
              <a:pathLst>
                <a:path w="131" h="225" extrusionOk="0">
                  <a:moveTo>
                    <a:pt x="130" y="1"/>
                  </a:moveTo>
                  <a:lnTo>
                    <a:pt x="0" y="77"/>
                  </a:lnTo>
                  <a:lnTo>
                    <a:pt x="2" y="225"/>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0"/>
            <p:cNvSpPr/>
            <p:nvPr/>
          </p:nvSpPr>
          <p:spPr>
            <a:xfrm>
              <a:off x="592149" y="2475040"/>
              <a:ext cx="4439" cy="7743"/>
            </a:xfrm>
            <a:custGeom>
              <a:avLst/>
              <a:gdLst/>
              <a:ahLst/>
              <a:cxnLst/>
              <a:rect l="l" t="t" r="r" b="b"/>
              <a:pathLst>
                <a:path w="129" h="225" extrusionOk="0">
                  <a:moveTo>
                    <a:pt x="128" y="0"/>
                  </a:moveTo>
                  <a:lnTo>
                    <a:pt x="1" y="77"/>
                  </a:lnTo>
                  <a:lnTo>
                    <a:pt x="1" y="224"/>
                  </a:lnTo>
                  <a:lnTo>
                    <a:pt x="128" y="150"/>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0"/>
            <p:cNvSpPr/>
            <p:nvPr/>
          </p:nvSpPr>
          <p:spPr>
            <a:xfrm>
              <a:off x="592149" y="2481991"/>
              <a:ext cx="4542" cy="7674"/>
            </a:xfrm>
            <a:custGeom>
              <a:avLst/>
              <a:gdLst/>
              <a:ahLst/>
              <a:cxnLst/>
              <a:rect l="l" t="t" r="r" b="b"/>
              <a:pathLst>
                <a:path w="132" h="223" extrusionOk="0">
                  <a:moveTo>
                    <a:pt x="131" y="0"/>
                  </a:moveTo>
                  <a:lnTo>
                    <a:pt x="1" y="75"/>
                  </a:lnTo>
                  <a:lnTo>
                    <a:pt x="1"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0"/>
            <p:cNvSpPr/>
            <p:nvPr/>
          </p:nvSpPr>
          <p:spPr>
            <a:xfrm>
              <a:off x="592149" y="2488873"/>
              <a:ext cx="4542" cy="7743"/>
            </a:xfrm>
            <a:custGeom>
              <a:avLst/>
              <a:gdLst/>
              <a:ahLst/>
              <a:cxnLst/>
              <a:rect l="l" t="t" r="r" b="b"/>
              <a:pathLst>
                <a:path w="132" h="225" extrusionOk="0">
                  <a:moveTo>
                    <a:pt x="131" y="1"/>
                  </a:moveTo>
                  <a:lnTo>
                    <a:pt x="1" y="74"/>
                  </a:lnTo>
                  <a:lnTo>
                    <a:pt x="1"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0"/>
            <p:cNvSpPr/>
            <p:nvPr/>
          </p:nvSpPr>
          <p:spPr>
            <a:xfrm>
              <a:off x="584475" y="2278888"/>
              <a:ext cx="4508" cy="7743"/>
            </a:xfrm>
            <a:custGeom>
              <a:avLst/>
              <a:gdLst/>
              <a:ahLst/>
              <a:cxnLst/>
              <a:rect l="l" t="t" r="r" b="b"/>
              <a:pathLst>
                <a:path w="131" h="225" extrusionOk="0">
                  <a:moveTo>
                    <a:pt x="130" y="0"/>
                  </a:moveTo>
                  <a:lnTo>
                    <a:pt x="0" y="74"/>
                  </a:lnTo>
                  <a:lnTo>
                    <a:pt x="0"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0"/>
            <p:cNvSpPr/>
            <p:nvPr/>
          </p:nvSpPr>
          <p:spPr>
            <a:xfrm>
              <a:off x="584578" y="2299570"/>
              <a:ext cx="4439" cy="7743"/>
            </a:xfrm>
            <a:custGeom>
              <a:avLst/>
              <a:gdLst/>
              <a:ahLst/>
              <a:cxnLst/>
              <a:rect l="l" t="t" r="r" b="b"/>
              <a:pathLst>
                <a:path w="129" h="225" extrusionOk="0">
                  <a:moveTo>
                    <a:pt x="129" y="1"/>
                  </a:moveTo>
                  <a:lnTo>
                    <a:pt x="0" y="77"/>
                  </a:lnTo>
                  <a:lnTo>
                    <a:pt x="0" y="225"/>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0"/>
            <p:cNvSpPr/>
            <p:nvPr/>
          </p:nvSpPr>
          <p:spPr>
            <a:xfrm>
              <a:off x="584578" y="2292688"/>
              <a:ext cx="4439" cy="7674"/>
            </a:xfrm>
            <a:custGeom>
              <a:avLst/>
              <a:gdLst/>
              <a:ahLst/>
              <a:cxnLst/>
              <a:rect l="l" t="t" r="r" b="b"/>
              <a:pathLst>
                <a:path w="129" h="223" extrusionOk="0">
                  <a:moveTo>
                    <a:pt x="129" y="0"/>
                  </a:moveTo>
                  <a:lnTo>
                    <a:pt x="0" y="75"/>
                  </a:lnTo>
                  <a:lnTo>
                    <a:pt x="0" y="223"/>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0"/>
            <p:cNvSpPr/>
            <p:nvPr/>
          </p:nvSpPr>
          <p:spPr>
            <a:xfrm>
              <a:off x="584578" y="2285736"/>
              <a:ext cx="4405" cy="7743"/>
            </a:xfrm>
            <a:custGeom>
              <a:avLst/>
              <a:gdLst/>
              <a:ahLst/>
              <a:cxnLst/>
              <a:rect l="l" t="t" r="r" b="b"/>
              <a:pathLst>
                <a:path w="128" h="225" extrusionOk="0">
                  <a:moveTo>
                    <a:pt x="127" y="0"/>
                  </a:moveTo>
                  <a:lnTo>
                    <a:pt x="0" y="76"/>
                  </a:lnTo>
                  <a:lnTo>
                    <a:pt x="0" y="224"/>
                  </a:lnTo>
                  <a:lnTo>
                    <a:pt x="127" y="151"/>
                  </a:lnTo>
                  <a:lnTo>
                    <a:pt x="1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0"/>
            <p:cNvSpPr/>
            <p:nvPr/>
          </p:nvSpPr>
          <p:spPr>
            <a:xfrm>
              <a:off x="584578" y="2306487"/>
              <a:ext cx="4439" cy="7708"/>
            </a:xfrm>
            <a:custGeom>
              <a:avLst/>
              <a:gdLst/>
              <a:ahLst/>
              <a:cxnLst/>
              <a:rect l="l" t="t" r="r" b="b"/>
              <a:pathLst>
                <a:path w="129" h="224" extrusionOk="0">
                  <a:moveTo>
                    <a:pt x="129" y="0"/>
                  </a:moveTo>
                  <a:lnTo>
                    <a:pt x="0" y="75"/>
                  </a:lnTo>
                  <a:lnTo>
                    <a:pt x="2" y="224"/>
                  </a:lnTo>
                  <a:lnTo>
                    <a:pt x="129" y="149"/>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0"/>
            <p:cNvSpPr/>
            <p:nvPr/>
          </p:nvSpPr>
          <p:spPr>
            <a:xfrm>
              <a:off x="584612" y="2320321"/>
              <a:ext cx="4508" cy="7674"/>
            </a:xfrm>
            <a:custGeom>
              <a:avLst/>
              <a:gdLst/>
              <a:ahLst/>
              <a:cxnLst/>
              <a:rect l="l" t="t" r="r" b="b"/>
              <a:pathLst>
                <a:path w="131" h="223" extrusionOk="0">
                  <a:moveTo>
                    <a:pt x="131" y="0"/>
                  </a:moveTo>
                  <a:lnTo>
                    <a:pt x="1" y="75"/>
                  </a:lnTo>
                  <a:lnTo>
                    <a:pt x="1"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0"/>
            <p:cNvSpPr/>
            <p:nvPr/>
          </p:nvSpPr>
          <p:spPr>
            <a:xfrm>
              <a:off x="584612" y="2313370"/>
              <a:ext cx="4508" cy="7743"/>
            </a:xfrm>
            <a:custGeom>
              <a:avLst/>
              <a:gdLst/>
              <a:ahLst/>
              <a:cxnLst/>
              <a:rect l="l" t="t" r="r" b="b"/>
              <a:pathLst>
                <a:path w="131" h="225" extrusionOk="0">
                  <a:moveTo>
                    <a:pt x="128" y="1"/>
                  </a:moveTo>
                  <a:lnTo>
                    <a:pt x="1" y="75"/>
                  </a:lnTo>
                  <a:lnTo>
                    <a:pt x="1" y="224"/>
                  </a:lnTo>
                  <a:lnTo>
                    <a:pt x="131" y="151"/>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0"/>
            <p:cNvSpPr/>
            <p:nvPr/>
          </p:nvSpPr>
          <p:spPr>
            <a:xfrm>
              <a:off x="584612" y="2327203"/>
              <a:ext cx="4508" cy="7743"/>
            </a:xfrm>
            <a:custGeom>
              <a:avLst/>
              <a:gdLst/>
              <a:ahLst/>
              <a:cxnLst/>
              <a:rect l="l" t="t" r="r" b="b"/>
              <a:pathLst>
                <a:path w="131" h="225" extrusionOk="0">
                  <a:moveTo>
                    <a:pt x="131" y="1"/>
                  </a:moveTo>
                  <a:lnTo>
                    <a:pt x="1" y="76"/>
                  </a:lnTo>
                  <a:lnTo>
                    <a:pt x="1" y="225"/>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0"/>
            <p:cNvSpPr/>
            <p:nvPr/>
          </p:nvSpPr>
          <p:spPr>
            <a:xfrm>
              <a:off x="584716" y="2361719"/>
              <a:ext cx="4508" cy="7777"/>
            </a:xfrm>
            <a:custGeom>
              <a:avLst/>
              <a:gdLst/>
              <a:ahLst/>
              <a:cxnLst/>
              <a:rect l="l" t="t" r="r" b="b"/>
              <a:pathLst>
                <a:path w="131" h="226" extrusionOk="0">
                  <a:moveTo>
                    <a:pt x="129" y="0"/>
                  </a:moveTo>
                  <a:lnTo>
                    <a:pt x="0" y="75"/>
                  </a:lnTo>
                  <a:lnTo>
                    <a:pt x="0" y="225"/>
                  </a:lnTo>
                  <a:lnTo>
                    <a:pt x="131" y="151"/>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0"/>
            <p:cNvSpPr/>
            <p:nvPr/>
          </p:nvSpPr>
          <p:spPr>
            <a:xfrm>
              <a:off x="584647" y="2354871"/>
              <a:ext cx="4542" cy="7674"/>
            </a:xfrm>
            <a:custGeom>
              <a:avLst/>
              <a:gdLst/>
              <a:ahLst/>
              <a:cxnLst/>
              <a:rect l="l" t="t" r="r" b="b"/>
              <a:pathLst>
                <a:path w="132" h="223" extrusionOk="0">
                  <a:moveTo>
                    <a:pt x="131" y="0"/>
                  </a:moveTo>
                  <a:lnTo>
                    <a:pt x="1" y="75"/>
                  </a:lnTo>
                  <a:lnTo>
                    <a:pt x="2"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0"/>
            <p:cNvSpPr/>
            <p:nvPr/>
          </p:nvSpPr>
          <p:spPr>
            <a:xfrm>
              <a:off x="584647" y="2347920"/>
              <a:ext cx="4542" cy="7743"/>
            </a:xfrm>
            <a:custGeom>
              <a:avLst/>
              <a:gdLst/>
              <a:ahLst/>
              <a:cxnLst/>
              <a:rect l="l" t="t" r="r" b="b"/>
              <a:pathLst>
                <a:path w="132" h="225" extrusionOk="0">
                  <a:moveTo>
                    <a:pt x="131" y="0"/>
                  </a:moveTo>
                  <a:lnTo>
                    <a:pt x="1" y="76"/>
                  </a:lnTo>
                  <a:lnTo>
                    <a:pt x="1" y="224"/>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0"/>
            <p:cNvSpPr/>
            <p:nvPr/>
          </p:nvSpPr>
          <p:spPr>
            <a:xfrm>
              <a:off x="584647" y="2341003"/>
              <a:ext cx="4542" cy="7812"/>
            </a:xfrm>
            <a:custGeom>
              <a:avLst/>
              <a:gdLst/>
              <a:ahLst/>
              <a:cxnLst/>
              <a:rect l="l" t="t" r="r" b="b"/>
              <a:pathLst>
                <a:path w="132" h="227" extrusionOk="0">
                  <a:moveTo>
                    <a:pt x="131" y="1"/>
                  </a:moveTo>
                  <a:lnTo>
                    <a:pt x="1" y="75"/>
                  </a:lnTo>
                  <a:lnTo>
                    <a:pt x="1" y="226"/>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0"/>
            <p:cNvSpPr/>
            <p:nvPr/>
          </p:nvSpPr>
          <p:spPr>
            <a:xfrm>
              <a:off x="584647" y="2334155"/>
              <a:ext cx="4474" cy="7708"/>
            </a:xfrm>
            <a:custGeom>
              <a:avLst/>
              <a:gdLst/>
              <a:ahLst/>
              <a:cxnLst/>
              <a:rect l="l" t="t" r="r" b="b"/>
              <a:pathLst>
                <a:path w="130" h="224" extrusionOk="0">
                  <a:moveTo>
                    <a:pt x="130" y="1"/>
                  </a:moveTo>
                  <a:lnTo>
                    <a:pt x="1" y="74"/>
                  </a:lnTo>
                  <a:lnTo>
                    <a:pt x="1"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0"/>
            <p:cNvSpPr/>
            <p:nvPr/>
          </p:nvSpPr>
          <p:spPr>
            <a:xfrm>
              <a:off x="584716" y="2368602"/>
              <a:ext cx="4508" cy="7743"/>
            </a:xfrm>
            <a:custGeom>
              <a:avLst/>
              <a:gdLst/>
              <a:ahLst/>
              <a:cxnLst/>
              <a:rect l="l" t="t" r="r" b="b"/>
              <a:pathLst>
                <a:path w="131" h="225" extrusionOk="0">
                  <a:moveTo>
                    <a:pt x="131" y="1"/>
                  </a:moveTo>
                  <a:lnTo>
                    <a:pt x="0" y="77"/>
                  </a:lnTo>
                  <a:lnTo>
                    <a:pt x="0" y="224"/>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0"/>
            <p:cNvSpPr/>
            <p:nvPr/>
          </p:nvSpPr>
          <p:spPr>
            <a:xfrm>
              <a:off x="584819" y="2382435"/>
              <a:ext cx="4474" cy="7743"/>
            </a:xfrm>
            <a:custGeom>
              <a:avLst/>
              <a:gdLst/>
              <a:ahLst/>
              <a:cxnLst/>
              <a:rect l="l" t="t" r="r" b="b"/>
              <a:pathLst>
                <a:path w="130" h="225" extrusionOk="0">
                  <a:moveTo>
                    <a:pt x="129" y="1"/>
                  </a:moveTo>
                  <a:lnTo>
                    <a:pt x="0" y="77"/>
                  </a:lnTo>
                  <a:lnTo>
                    <a:pt x="0" y="225"/>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0"/>
            <p:cNvSpPr/>
            <p:nvPr/>
          </p:nvSpPr>
          <p:spPr>
            <a:xfrm>
              <a:off x="584716" y="2375553"/>
              <a:ext cx="4577" cy="7743"/>
            </a:xfrm>
            <a:custGeom>
              <a:avLst/>
              <a:gdLst/>
              <a:ahLst/>
              <a:cxnLst/>
              <a:rect l="l" t="t" r="r" b="b"/>
              <a:pathLst>
                <a:path w="133" h="225" extrusionOk="0">
                  <a:moveTo>
                    <a:pt x="131" y="0"/>
                  </a:moveTo>
                  <a:lnTo>
                    <a:pt x="0" y="75"/>
                  </a:lnTo>
                  <a:lnTo>
                    <a:pt x="3" y="224"/>
                  </a:lnTo>
                  <a:lnTo>
                    <a:pt x="132"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0"/>
            <p:cNvSpPr/>
            <p:nvPr/>
          </p:nvSpPr>
          <p:spPr>
            <a:xfrm>
              <a:off x="584819" y="2396235"/>
              <a:ext cx="4474" cy="7743"/>
            </a:xfrm>
            <a:custGeom>
              <a:avLst/>
              <a:gdLst/>
              <a:ahLst/>
              <a:cxnLst/>
              <a:rect l="l" t="t" r="r" b="b"/>
              <a:pathLst>
                <a:path w="130" h="225" extrusionOk="0">
                  <a:moveTo>
                    <a:pt x="129" y="1"/>
                  </a:moveTo>
                  <a:lnTo>
                    <a:pt x="0" y="75"/>
                  </a:lnTo>
                  <a:lnTo>
                    <a:pt x="2" y="225"/>
                  </a:lnTo>
                  <a:lnTo>
                    <a:pt x="129"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0"/>
            <p:cNvSpPr/>
            <p:nvPr/>
          </p:nvSpPr>
          <p:spPr>
            <a:xfrm>
              <a:off x="584819" y="2389387"/>
              <a:ext cx="4474" cy="7743"/>
            </a:xfrm>
            <a:custGeom>
              <a:avLst/>
              <a:gdLst/>
              <a:ahLst/>
              <a:cxnLst/>
              <a:rect l="l" t="t" r="r" b="b"/>
              <a:pathLst>
                <a:path w="130" h="225" extrusionOk="0">
                  <a:moveTo>
                    <a:pt x="129" y="1"/>
                  </a:moveTo>
                  <a:lnTo>
                    <a:pt x="0" y="74"/>
                  </a:lnTo>
                  <a:lnTo>
                    <a:pt x="0" y="225"/>
                  </a:lnTo>
                  <a:lnTo>
                    <a:pt x="129"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0"/>
            <p:cNvSpPr/>
            <p:nvPr/>
          </p:nvSpPr>
          <p:spPr>
            <a:xfrm>
              <a:off x="584853" y="2403186"/>
              <a:ext cx="4542" cy="7708"/>
            </a:xfrm>
            <a:custGeom>
              <a:avLst/>
              <a:gdLst/>
              <a:ahLst/>
              <a:cxnLst/>
              <a:rect l="l" t="t" r="r" b="b"/>
              <a:pathLst>
                <a:path w="132" h="224" extrusionOk="0">
                  <a:moveTo>
                    <a:pt x="128" y="1"/>
                  </a:moveTo>
                  <a:lnTo>
                    <a:pt x="1" y="75"/>
                  </a:lnTo>
                  <a:lnTo>
                    <a:pt x="1" y="223"/>
                  </a:lnTo>
                  <a:lnTo>
                    <a:pt x="131" y="148"/>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0"/>
            <p:cNvSpPr/>
            <p:nvPr/>
          </p:nvSpPr>
          <p:spPr>
            <a:xfrm>
              <a:off x="584853" y="2410103"/>
              <a:ext cx="4542" cy="7708"/>
            </a:xfrm>
            <a:custGeom>
              <a:avLst/>
              <a:gdLst/>
              <a:ahLst/>
              <a:cxnLst/>
              <a:rect l="l" t="t" r="r" b="b"/>
              <a:pathLst>
                <a:path w="132" h="224" extrusionOk="0">
                  <a:moveTo>
                    <a:pt x="131" y="0"/>
                  </a:moveTo>
                  <a:lnTo>
                    <a:pt x="1" y="75"/>
                  </a:lnTo>
                  <a:lnTo>
                    <a:pt x="1"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0"/>
            <p:cNvSpPr/>
            <p:nvPr/>
          </p:nvSpPr>
          <p:spPr>
            <a:xfrm>
              <a:off x="584853" y="2423868"/>
              <a:ext cx="4577" cy="7812"/>
            </a:xfrm>
            <a:custGeom>
              <a:avLst/>
              <a:gdLst/>
              <a:ahLst/>
              <a:cxnLst/>
              <a:rect l="l" t="t" r="r" b="b"/>
              <a:pathLst>
                <a:path w="133" h="227" extrusionOk="0">
                  <a:moveTo>
                    <a:pt x="131" y="1"/>
                  </a:moveTo>
                  <a:lnTo>
                    <a:pt x="1" y="76"/>
                  </a:lnTo>
                  <a:lnTo>
                    <a:pt x="2" y="226"/>
                  </a:lnTo>
                  <a:lnTo>
                    <a:pt x="133"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0"/>
            <p:cNvSpPr/>
            <p:nvPr/>
          </p:nvSpPr>
          <p:spPr>
            <a:xfrm>
              <a:off x="584853" y="2416986"/>
              <a:ext cx="4542" cy="7743"/>
            </a:xfrm>
            <a:custGeom>
              <a:avLst/>
              <a:gdLst/>
              <a:ahLst/>
              <a:cxnLst/>
              <a:rect l="l" t="t" r="r" b="b"/>
              <a:pathLst>
                <a:path w="132" h="225" extrusionOk="0">
                  <a:moveTo>
                    <a:pt x="131" y="1"/>
                  </a:moveTo>
                  <a:lnTo>
                    <a:pt x="1" y="75"/>
                  </a:lnTo>
                  <a:lnTo>
                    <a:pt x="1" y="224"/>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0"/>
            <p:cNvSpPr/>
            <p:nvPr/>
          </p:nvSpPr>
          <p:spPr>
            <a:xfrm>
              <a:off x="584956" y="2444584"/>
              <a:ext cx="4508" cy="7777"/>
            </a:xfrm>
            <a:custGeom>
              <a:avLst/>
              <a:gdLst/>
              <a:ahLst/>
              <a:cxnLst/>
              <a:rect l="l" t="t" r="r" b="b"/>
              <a:pathLst>
                <a:path w="131" h="226" extrusionOk="0">
                  <a:moveTo>
                    <a:pt x="130" y="0"/>
                  </a:moveTo>
                  <a:lnTo>
                    <a:pt x="1" y="76"/>
                  </a:lnTo>
                  <a:lnTo>
                    <a:pt x="1" y="226"/>
                  </a:lnTo>
                  <a:lnTo>
                    <a:pt x="131" y="151"/>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0"/>
            <p:cNvSpPr/>
            <p:nvPr/>
          </p:nvSpPr>
          <p:spPr>
            <a:xfrm>
              <a:off x="584922" y="2437736"/>
              <a:ext cx="4508" cy="7674"/>
            </a:xfrm>
            <a:custGeom>
              <a:avLst/>
              <a:gdLst/>
              <a:ahLst/>
              <a:cxnLst/>
              <a:rect l="l" t="t" r="r" b="b"/>
              <a:pathLst>
                <a:path w="131" h="223" extrusionOk="0">
                  <a:moveTo>
                    <a:pt x="131" y="0"/>
                  </a:moveTo>
                  <a:lnTo>
                    <a:pt x="0" y="73"/>
                  </a:lnTo>
                  <a:lnTo>
                    <a:pt x="0"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0"/>
            <p:cNvSpPr/>
            <p:nvPr/>
          </p:nvSpPr>
          <p:spPr>
            <a:xfrm>
              <a:off x="584922" y="2430819"/>
              <a:ext cx="4508" cy="7708"/>
            </a:xfrm>
            <a:custGeom>
              <a:avLst/>
              <a:gdLst/>
              <a:ahLst/>
              <a:cxnLst/>
              <a:rect l="l" t="t" r="r" b="b"/>
              <a:pathLst>
                <a:path w="131" h="224" extrusionOk="0">
                  <a:moveTo>
                    <a:pt x="131" y="1"/>
                  </a:moveTo>
                  <a:lnTo>
                    <a:pt x="0" y="75"/>
                  </a:lnTo>
                  <a:lnTo>
                    <a:pt x="0"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0"/>
            <p:cNvSpPr/>
            <p:nvPr/>
          </p:nvSpPr>
          <p:spPr>
            <a:xfrm>
              <a:off x="584956" y="2458418"/>
              <a:ext cx="4508" cy="7743"/>
            </a:xfrm>
            <a:custGeom>
              <a:avLst/>
              <a:gdLst/>
              <a:ahLst/>
              <a:cxnLst/>
              <a:rect l="l" t="t" r="r" b="b"/>
              <a:pathLst>
                <a:path w="131" h="225" extrusionOk="0">
                  <a:moveTo>
                    <a:pt x="131" y="1"/>
                  </a:moveTo>
                  <a:lnTo>
                    <a:pt x="1" y="77"/>
                  </a:lnTo>
                  <a:lnTo>
                    <a:pt x="1" y="224"/>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0"/>
            <p:cNvSpPr/>
            <p:nvPr/>
          </p:nvSpPr>
          <p:spPr>
            <a:xfrm>
              <a:off x="584956" y="2451536"/>
              <a:ext cx="4508" cy="7674"/>
            </a:xfrm>
            <a:custGeom>
              <a:avLst/>
              <a:gdLst/>
              <a:ahLst/>
              <a:cxnLst/>
              <a:rect l="l" t="t" r="r" b="b"/>
              <a:pathLst>
                <a:path w="131" h="223" extrusionOk="0">
                  <a:moveTo>
                    <a:pt x="131" y="0"/>
                  </a:moveTo>
                  <a:lnTo>
                    <a:pt x="1" y="75"/>
                  </a:lnTo>
                  <a:lnTo>
                    <a:pt x="1"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0"/>
            <p:cNvSpPr/>
            <p:nvPr/>
          </p:nvSpPr>
          <p:spPr>
            <a:xfrm>
              <a:off x="585060" y="2472218"/>
              <a:ext cx="4474" cy="7777"/>
            </a:xfrm>
            <a:custGeom>
              <a:avLst/>
              <a:gdLst/>
              <a:ahLst/>
              <a:cxnLst/>
              <a:rect l="l" t="t" r="r" b="b"/>
              <a:pathLst>
                <a:path w="130" h="226" extrusionOk="0">
                  <a:moveTo>
                    <a:pt x="128" y="1"/>
                  </a:moveTo>
                  <a:lnTo>
                    <a:pt x="1" y="75"/>
                  </a:lnTo>
                  <a:lnTo>
                    <a:pt x="1" y="226"/>
                  </a:lnTo>
                  <a:lnTo>
                    <a:pt x="129" y="151"/>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0"/>
            <p:cNvSpPr/>
            <p:nvPr/>
          </p:nvSpPr>
          <p:spPr>
            <a:xfrm>
              <a:off x="585060" y="2465370"/>
              <a:ext cx="4405" cy="7674"/>
            </a:xfrm>
            <a:custGeom>
              <a:avLst/>
              <a:gdLst/>
              <a:ahLst/>
              <a:cxnLst/>
              <a:rect l="l" t="t" r="r" b="b"/>
              <a:pathLst>
                <a:path w="128" h="223" extrusionOk="0">
                  <a:moveTo>
                    <a:pt x="128" y="1"/>
                  </a:moveTo>
                  <a:lnTo>
                    <a:pt x="1" y="75"/>
                  </a:lnTo>
                  <a:lnTo>
                    <a:pt x="1" y="223"/>
                  </a:lnTo>
                  <a:lnTo>
                    <a:pt x="128" y="148"/>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0"/>
            <p:cNvSpPr/>
            <p:nvPr/>
          </p:nvSpPr>
          <p:spPr>
            <a:xfrm>
              <a:off x="585129" y="2493003"/>
              <a:ext cx="4508" cy="7708"/>
            </a:xfrm>
            <a:custGeom>
              <a:avLst/>
              <a:gdLst/>
              <a:ahLst/>
              <a:cxnLst/>
              <a:rect l="l" t="t" r="r" b="b"/>
              <a:pathLst>
                <a:path w="131" h="224" extrusionOk="0">
                  <a:moveTo>
                    <a:pt x="127" y="1"/>
                  </a:moveTo>
                  <a:lnTo>
                    <a:pt x="0" y="74"/>
                  </a:lnTo>
                  <a:lnTo>
                    <a:pt x="0" y="223"/>
                  </a:lnTo>
                  <a:lnTo>
                    <a:pt x="130" y="149"/>
                  </a:lnTo>
                  <a:lnTo>
                    <a:pt x="1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0"/>
            <p:cNvSpPr/>
            <p:nvPr/>
          </p:nvSpPr>
          <p:spPr>
            <a:xfrm>
              <a:off x="585060" y="2486052"/>
              <a:ext cx="4474" cy="7743"/>
            </a:xfrm>
            <a:custGeom>
              <a:avLst/>
              <a:gdLst/>
              <a:ahLst/>
              <a:cxnLst/>
              <a:rect l="l" t="t" r="r" b="b"/>
              <a:pathLst>
                <a:path w="130" h="225" extrusionOk="0">
                  <a:moveTo>
                    <a:pt x="129" y="1"/>
                  </a:moveTo>
                  <a:lnTo>
                    <a:pt x="1" y="75"/>
                  </a:lnTo>
                  <a:lnTo>
                    <a:pt x="2" y="225"/>
                  </a:lnTo>
                  <a:lnTo>
                    <a:pt x="129"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0"/>
            <p:cNvSpPr/>
            <p:nvPr/>
          </p:nvSpPr>
          <p:spPr>
            <a:xfrm>
              <a:off x="585060" y="2479169"/>
              <a:ext cx="4474" cy="7674"/>
            </a:xfrm>
            <a:custGeom>
              <a:avLst/>
              <a:gdLst/>
              <a:ahLst/>
              <a:cxnLst/>
              <a:rect l="l" t="t" r="r" b="b"/>
              <a:pathLst>
                <a:path w="130" h="223" extrusionOk="0">
                  <a:moveTo>
                    <a:pt x="129" y="0"/>
                  </a:moveTo>
                  <a:lnTo>
                    <a:pt x="1" y="75"/>
                  </a:lnTo>
                  <a:lnTo>
                    <a:pt x="1" y="223"/>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0"/>
            <p:cNvSpPr/>
            <p:nvPr/>
          </p:nvSpPr>
          <p:spPr>
            <a:xfrm>
              <a:off x="570331" y="2286975"/>
              <a:ext cx="4508" cy="7812"/>
            </a:xfrm>
            <a:custGeom>
              <a:avLst/>
              <a:gdLst/>
              <a:ahLst/>
              <a:cxnLst/>
              <a:rect l="l" t="t" r="r" b="b"/>
              <a:pathLst>
                <a:path w="131" h="227" extrusionOk="0">
                  <a:moveTo>
                    <a:pt x="130" y="1"/>
                  </a:moveTo>
                  <a:lnTo>
                    <a:pt x="0" y="77"/>
                  </a:lnTo>
                  <a:lnTo>
                    <a:pt x="0" y="226"/>
                  </a:lnTo>
                  <a:lnTo>
                    <a:pt x="130" y="152"/>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0"/>
            <p:cNvSpPr/>
            <p:nvPr/>
          </p:nvSpPr>
          <p:spPr>
            <a:xfrm>
              <a:off x="570366" y="2293927"/>
              <a:ext cx="4508" cy="7708"/>
            </a:xfrm>
            <a:custGeom>
              <a:avLst/>
              <a:gdLst/>
              <a:ahLst/>
              <a:cxnLst/>
              <a:rect l="l" t="t" r="r" b="b"/>
              <a:pathLst>
                <a:path w="131" h="224" extrusionOk="0">
                  <a:moveTo>
                    <a:pt x="129" y="1"/>
                  </a:moveTo>
                  <a:lnTo>
                    <a:pt x="0" y="75"/>
                  </a:lnTo>
                  <a:lnTo>
                    <a:pt x="0" y="223"/>
                  </a:lnTo>
                  <a:lnTo>
                    <a:pt x="131"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0"/>
            <p:cNvSpPr/>
            <p:nvPr/>
          </p:nvSpPr>
          <p:spPr>
            <a:xfrm>
              <a:off x="570366" y="2300843"/>
              <a:ext cx="4508" cy="7743"/>
            </a:xfrm>
            <a:custGeom>
              <a:avLst/>
              <a:gdLst/>
              <a:ahLst/>
              <a:cxnLst/>
              <a:rect l="l" t="t" r="r" b="b"/>
              <a:pathLst>
                <a:path w="131" h="225" extrusionOk="0">
                  <a:moveTo>
                    <a:pt x="131" y="0"/>
                  </a:moveTo>
                  <a:lnTo>
                    <a:pt x="0" y="76"/>
                  </a:lnTo>
                  <a:lnTo>
                    <a:pt x="0"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0"/>
            <p:cNvSpPr/>
            <p:nvPr/>
          </p:nvSpPr>
          <p:spPr>
            <a:xfrm>
              <a:off x="570469" y="2328477"/>
              <a:ext cx="4474" cy="7743"/>
            </a:xfrm>
            <a:custGeom>
              <a:avLst/>
              <a:gdLst/>
              <a:ahLst/>
              <a:cxnLst/>
              <a:rect l="l" t="t" r="r" b="b"/>
              <a:pathLst>
                <a:path w="130" h="225" extrusionOk="0">
                  <a:moveTo>
                    <a:pt x="129" y="1"/>
                  </a:moveTo>
                  <a:lnTo>
                    <a:pt x="0" y="75"/>
                  </a:lnTo>
                  <a:lnTo>
                    <a:pt x="0" y="224"/>
                  </a:lnTo>
                  <a:lnTo>
                    <a:pt x="129"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0"/>
            <p:cNvSpPr/>
            <p:nvPr/>
          </p:nvSpPr>
          <p:spPr>
            <a:xfrm>
              <a:off x="570469" y="2321594"/>
              <a:ext cx="4474" cy="7674"/>
            </a:xfrm>
            <a:custGeom>
              <a:avLst/>
              <a:gdLst/>
              <a:ahLst/>
              <a:cxnLst/>
              <a:rect l="l" t="t" r="r" b="b"/>
              <a:pathLst>
                <a:path w="130" h="223" extrusionOk="0">
                  <a:moveTo>
                    <a:pt x="129" y="0"/>
                  </a:moveTo>
                  <a:lnTo>
                    <a:pt x="0" y="75"/>
                  </a:lnTo>
                  <a:lnTo>
                    <a:pt x="0" y="222"/>
                  </a:lnTo>
                  <a:lnTo>
                    <a:pt x="129" y="149"/>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0"/>
            <p:cNvSpPr/>
            <p:nvPr/>
          </p:nvSpPr>
          <p:spPr>
            <a:xfrm>
              <a:off x="570366" y="2314643"/>
              <a:ext cx="4508" cy="7743"/>
            </a:xfrm>
            <a:custGeom>
              <a:avLst/>
              <a:gdLst/>
              <a:ahLst/>
              <a:cxnLst/>
              <a:rect l="l" t="t" r="r" b="b"/>
              <a:pathLst>
                <a:path w="131" h="225" extrusionOk="0">
                  <a:moveTo>
                    <a:pt x="131" y="0"/>
                  </a:moveTo>
                  <a:lnTo>
                    <a:pt x="0" y="75"/>
                  </a:lnTo>
                  <a:lnTo>
                    <a:pt x="3" y="224"/>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0"/>
            <p:cNvSpPr/>
            <p:nvPr/>
          </p:nvSpPr>
          <p:spPr>
            <a:xfrm>
              <a:off x="570366" y="2307795"/>
              <a:ext cx="4508" cy="7674"/>
            </a:xfrm>
            <a:custGeom>
              <a:avLst/>
              <a:gdLst/>
              <a:ahLst/>
              <a:cxnLst/>
              <a:rect l="l" t="t" r="r" b="b"/>
              <a:pathLst>
                <a:path w="131" h="223" extrusionOk="0">
                  <a:moveTo>
                    <a:pt x="131" y="0"/>
                  </a:moveTo>
                  <a:lnTo>
                    <a:pt x="0" y="73"/>
                  </a:lnTo>
                  <a:lnTo>
                    <a:pt x="0"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40"/>
            <p:cNvSpPr/>
            <p:nvPr/>
          </p:nvSpPr>
          <p:spPr>
            <a:xfrm>
              <a:off x="570503" y="2342276"/>
              <a:ext cx="4542" cy="7674"/>
            </a:xfrm>
            <a:custGeom>
              <a:avLst/>
              <a:gdLst/>
              <a:ahLst/>
              <a:cxnLst/>
              <a:rect l="l" t="t" r="r" b="b"/>
              <a:pathLst>
                <a:path w="132" h="223" extrusionOk="0">
                  <a:moveTo>
                    <a:pt x="131" y="0"/>
                  </a:moveTo>
                  <a:lnTo>
                    <a:pt x="1" y="75"/>
                  </a:lnTo>
                  <a:lnTo>
                    <a:pt x="1" y="223"/>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40"/>
            <p:cNvSpPr/>
            <p:nvPr/>
          </p:nvSpPr>
          <p:spPr>
            <a:xfrm>
              <a:off x="570469" y="2335428"/>
              <a:ext cx="4474" cy="7674"/>
            </a:xfrm>
            <a:custGeom>
              <a:avLst/>
              <a:gdLst/>
              <a:ahLst/>
              <a:cxnLst/>
              <a:rect l="l" t="t" r="r" b="b"/>
              <a:pathLst>
                <a:path w="130" h="223" extrusionOk="0">
                  <a:moveTo>
                    <a:pt x="129" y="0"/>
                  </a:moveTo>
                  <a:lnTo>
                    <a:pt x="0" y="74"/>
                  </a:lnTo>
                  <a:lnTo>
                    <a:pt x="2" y="223"/>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0"/>
            <p:cNvSpPr/>
            <p:nvPr/>
          </p:nvSpPr>
          <p:spPr>
            <a:xfrm>
              <a:off x="570503" y="2356110"/>
              <a:ext cx="4542" cy="7708"/>
            </a:xfrm>
            <a:custGeom>
              <a:avLst/>
              <a:gdLst/>
              <a:ahLst/>
              <a:cxnLst/>
              <a:rect l="l" t="t" r="r" b="b"/>
              <a:pathLst>
                <a:path w="132" h="224" extrusionOk="0">
                  <a:moveTo>
                    <a:pt x="131" y="1"/>
                  </a:moveTo>
                  <a:lnTo>
                    <a:pt x="1" y="75"/>
                  </a:lnTo>
                  <a:lnTo>
                    <a:pt x="2" y="223"/>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40"/>
            <p:cNvSpPr/>
            <p:nvPr/>
          </p:nvSpPr>
          <p:spPr>
            <a:xfrm>
              <a:off x="570503" y="2349159"/>
              <a:ext cx="4542" cy="7743"/>
            </a:xfrm>
            <a:custGeom>
              <a:avLst/>
              <a:gdLst/>
              <a:ahLst/>
              <a:cxnLst/>
              <a:rect l="l" t="t" r="r" b="b"/>
              <a:pathLst>
                <a:path w="132" h="225" extrusionOk="0">
                  <a:moveTo>
                    <a:pt x="131" y="1"/>
                  </a:moveTo>
                  <a:lnTo>
                    <a:pt x="1" y="77"/>
                  </a:lnTo>
                  <a:lnTo>
                    <a:pt x="1"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40"/>
            <p:cNvSpPr/>
            <p:nvPr/>
          </p:nvSpPr>
          <p:spPr>
            <a:xfrm>
              <a:off x="570710" y="2411342"/>
              <a:ext cx="4474" cy="7743"/>
            </a:xfrm>
            <a:custGeom>
              <a:avLst/>
              <a:gdLst/>
              <a:ahLst/>
              <a:cxnLst/>
              <a:rect l="l" t="t" r="r" b="b"/>
              <a:pathLst>
                <a:path w="130" h="225" extrusionOk="0">
                  <a:moveTo>
                    <a:pt x="129" y="1"/>
                  </a:moveTo>
                  <a:lnTo>
                    <a:pt x="1" y="75"/>
                  </a:lnTo>
                  <a:lnTo>
                    <a:pt x="1" y="225"/>
                  </a:lnTo>
                  <a:lnTo>
                    <a:pt x="129"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0"/>
            <p:cNvSpPr/>
            <p:nvPr/>
          </p:nvSpPr>
          <p:spPr>
            <a:xfrm>
              <a:off x="570710" y="2404459"/>
              <a:ext cx="4474" cy="7674"/>
            </a:xfrm>
            <a:custGeom>
              <a:avLst/>
              <a:gdLst/>
              <a:ahLst/>
              <a:cxnLst/>
              <a:rect l="l" t="t" r="r" b="b"/>
              <a:pathLst>
                <a:path w="130" h="223" extrusionOk="0">
                  <a:moveTo>
                    <a:pt x="128" y="0"/>
                  </a:moveTo>
                  <a:lnTo>
                    <a:pt x="1" y="75"/>
                  </a:lnTo>
                  <a:lnTo>
                    <a:pt x="1" y="223"/>
                  </a:lnTo>
                  <a:lnTo>
                    <a:pt x="129" y="148"/>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0"/>
            <p:cNvSpPr/>
            <p:nvPr/>
          </p:nvSpPr>
          <p:spPr>
            <a:xfrm>
              <a:off x="570606" y="2397508"/>
              <a:ext cx="4542" cy="7777"/>
            </a:xfrm>
            <a:custGeom>
              <a:avLst/>
              <a:gdLst/>
              <a:ahLst/>
              <a:cxnLst/>
              <a:rect l="l" t="t" r="r" b="b"/>
              <a:pathLst>
                <a:path w="132" h="226" extrusionOk="0">
                  <a:moveTo>
                    <a:pt x="131" y="0"/>
                  </a:moveTo>
                  <a:lnTo>
                    <a:pt x="1" y="75"/>
                  </a:lnTo>
                  <a:lnTo>
                    <a:pt x="1" y="226"/>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0"/>
            <p:cNvSpPr/>
            <p:nvPr/>
          </p:nvSpPr>
          <p:spPr>
            <a:xfrm>
              <a:off x="570606" y="2390660"/>
              <a:ext cx="4542" cy="7743"/>
            </a:xfrm>
            <a:custGeom>
              <a:avLst/>
              <a:gdLst/>
              <a:ahLst/>
              <a:cxnLst/>
              <a:rect l="l" t="t" r="r" b="b"/>
              <a:pathLst>
                <a:path w="132" h="225" extrusionOk="0">
                  <a:moveTo>
                    <a:pt x="131" y="0"/>
                  </a:moveTo>
                  <a:lnTo>
                    <a:pt x="1" y="74"/>
                  </a:lnTo>
                  <a:lnTo>
                    <a:pt x="1"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0"/>
            <p:cNvSpPr/>
            <p:nvPr/>
          </p:nvSpPr>
          <p:spPr>
            <a:xfrm>
              <a:off x="570606" y="2383709"/>
              <a:ext cx="4542" cy="7743"/>
            </a:xfrm>
            <a:custGeom>
              <a:avLst/>
              <a:gdLst/>
              <a:ahLst/>
              <a:cxnLst/>
              <a:rect l="l" t="t" r="r" b="b"/>
              <a:pathLst>
                <a:path w="132" h="225" extrusionOk="0">
                  <a:moveTo>
                    <a:pt x="130" y="0"/>
                  </a:moveTo>
                  <a:lnTo>
                    <a:pt x="1" y="77"/>
                  </a:lnTo>
                  <a:lnTo>
                    <a:pt x="1" y="224"/>
                  </a:lnTo>
                  <a:lnTo>
                    <a:pt x="131" y="150"/>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0"/>
            <p:cNvSpPr/>
            <p:nvPr/>
          </p:nvSpPr>
          <p:spPr>
            <a:xfrm>
              <a:off x="570572" y="2376826"/>
              <a:ext cx="4508" cy="7708"/>
            </a:xfrm>
            <a:custGeom>
              <a:avLst/>
              <a:gdLst/>
              <a:ahLst/>
              <a:cxnLst/>
              <a:rect l="l" t="t" r="r" b="b"/>
              <a:pathLst>
                <a:path w="131" h="224" extrusionOk="0">
                  <a:moveTo>
                    <a:pt x="131" y="0"/>
                  </a:moveTo>
                  <a:lnTo>
                    <a:pt x="0" y="75"/>
                  </a:lnTo>
                  <a:lnTo>
                    <a:pt x="2"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0"/>
            <p:cNvSpPr/>
            <p:nvPr/>
          </p:nvSpPr>
          <p:spPr>
            <a:xfrm>
              <a:off x="570572" y="2369875"/>
              <a:ext cx="4508" cy="7708"/>
            </a:xfrm>
            <a:custGeom>
              <a:avLst/>
              <a:gdLst/>
              <a:ahLst/>
              <a:cxnLst/>
              <a:rect l="l" t="t" r="r" b="b"/>
              <a:pathLst>
                <a:path w="131" h="224" extrusionOk="0">
                  <a:moveTo>
                    <a:pt x="131" y="0"/>
                  </a:moveTo>
                  <a:lnTo>
                    <a:pt x="0" y="76"/>
                  </a:lnTo>
                  <a:lnTo>
                    <a:pt x="0" y="224"/>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0"/>
            <p:cNvSpPr/>
            <p:nvPr/>
          </p:nvSpPr>
          <p:spPr>
            <a:xfrm>
              <a:off x="570572" y="2362958"/>
              <a:ext cx="4508" cy="7777"/>
            </a:xfrm>
            <a:custGeom>
              <a:avLst/>
              <a:gdLst/>
              <a:ahLst/>
              <a:cxnLst/>
              <a:rect l="l" t="t" r="r" b="b"/>
              <a:pathLst>
                <a:path w="131" h="226" extrusionOk="0">
                  <a:moveTo>
                    <a:pt x="129" y="1"/>
                  </a:moveTo>
                  <a:lnTo>
                    <a:pt x="0" y="75"/>
                  </a:lnTo>
                  <a:lnTo>
                    <a:pt x="0" y="226"/>
                  </a:lnTo>
                  <a:lnTo>
                    <a:pt x="131" y="151"/>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40"/>
            <p:cNvSpPr/>
            <p:nvPr/>
          </p:nvSpPr>
          <p:spPr>
            <a:xfrm>
              <a:off x="570779" y="2425141"/>
              <a:ext cx="4405" cy="7674"/>
            </a:xfrm>
            <a:custGeom>
              <a:avLst/>
              <a:gdLst/>
              <a:ahLst/>
              <a:cxnLst/>
              <a:rect l="l" t="t" r="r" b="b"/>
              <a:pathLst>
                <a:path w="128" h="223" extrusionOk="0">
                  <a:moveTo>
                    <a:pt x="127" y="1"/>
                  </a:moveTo>
                  <a:lnTo>
                    <a:pt x="0" y="75"/>
                  </a:lnTo>
                  <a:lnTo>
                    <a:pt x="0" y="223"/>
                  </a:lnTo>
                  <a:lnTo>
                    <a:pt x="127" y="148"/>
                  </a:lnTo>
                  <a:lnTo>
                    <a:pt x="1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0"/>
            <p:cNvSpPr/>
            <p:nvPr/>
          </p:nvSpPr>
          <p:spPr>
            <a:xfrm>
              <a:off x="570710" y="2418259"/>
              <a:ext cx="4474" cy="7708"/>
            </a:xfrm>
            <a:custGeom>
              <a:avLst/>
              <a:gdLst/>
              <a:ahLst/>
              <a:cxnLst/>
              <a:rect l="l" t="t" r="r" b="b"/>
              <a:pathLst>
                <a:path w="130" h="224" extrusionOk="0">
                  <a:moveTo>
                    <a:pt x="129" y="0"/>
                  </a:moveTo>
                  <a:lnTo>
                    <a:pt x="1" y="75"/>
                  </a:lnTo>
                  <a:lnTo>
                    <a:pt x="1" y="224"/>
                  </a:lnTo>
                  <a:lnTo>
                    <a:pt x="129" y="149"/>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0"/>
            <p:cNvSpPr/>
            <p:nvPr/>
          </p:nvSpPr>
          <p:spPr>
            <a:xfrm>
              <a:off x="570779" y="2445823"/>
              <a:ext cx="4508" cy="7812"/>
            </a:xfrm>
            <a:custGeom>
              <a:avLst/>
              <a:gdLst/>
              <a:ahLst/>
              <a:cxnLst/>
              <a:rect l="l" t="t" r="r" b="b"/>
              <a:pathLst>
                <a:path w="131" h="227" extrusionOk="0">
                  <a:moveTo>
                    <a:pt x="130" y="1"/>
                  </a:moveTo>
                  <a:lnTo>
                    <a:pt x="0" y="77"/>
                  </a:lnTo>
                  <a:lnTo>
                    <a:pt x="2" y="226"/>
                  </a:lnTo>
                  <a:lnTo>
                    <a:pt x="130" y="152"/>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0"/>
            <p:cNvSpPr/>
            <p:nvPr/>
          </p:nvSpPr>
          <p:spPr>
            <a:xfrm>
              <a:off x="570779" y="2438975"/>
              <a:ext cx="4508" cy="7708"/>
            </a:xfrm>
            <a:custGeom>
              <a:avLst/>
              <a:gdLst/>
              <a:ahLst/>
              <a:cxnLst/>
              <a:rect l="l" t="t" r="r" b="b"/>
              <a:pathLst>
                <a:path w="131" h="224" extrusionOk="0">
                  <a:moveTo>
                    <a:pt x="130" y="1"/>
                  </a:moveTo>
                  <a:lnTo>
                    <a:pt x="0" y="76"/>
                  </a:lnTo>
                  <a:lnTo>
                    <a:pt x="0"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0"/>
            <p:cNvSpPr/>
            <p:nvPr/>
          </p:nvSpPr>
          <p:spPr>
            <a:xfrm>
              <a:off x="570779" y="2432093"/>
              <a:ext cx="4508" cy="7674"/>
            </a:xfrm>
            <a:custGeom>
              <a:avLst/>
              <a:gdLst/>
              <a:ahLst/>
              <a:cxnLst/>
              <a:rect l="l" t="t" r="r" b="b"/>
              <a:pathLst>
                <a:path w="131" h="223" extrusionOk="0">
                  <a:moveTo>
                    <a:pt x="130" y="0"/>
                  </a:moveTo>
                  <a:lnTo>
                    <a:pt x="0" y="75"/>
                  </a:lnTo>
                  <a:lnTo>
                    <a:pt x="0"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40"/>
            <p:cNvSpPr/>
            <p:nvPr/>
          </p:nvSpPr>
          <p:spPr>
            <a:xfrm>
              <a:off x="570813" y="2452775"/>
              <a:ext cx="4508" cy="7708"/>
            </a:xfrm>
            <a:custGeom>
              <a:avLst/>
              <a:gdLst/>
              <a:ahLst/>
              <a:cxnLst/>
              <a:rect l="l" t="t" r="r" b="b"/>
              <a:pathLst>
                <a:path w="131" h="224" extrusionOk="0">
                  <a:moveTo>
                    <a:pt x="131" y="1"/>
                  </a:moveTo>
                  <a:lnTo>
                    <a:pt x="1" y="75"/>
                  </a:lnTo>
                  <a:lnTo>
                    <a:pt x="1" y="223"/>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40"/>
            <p:cNvSpPr/>
            <p:nvPr/>
          </p:nvSpPr>
          <p:spPr>
            <a:xfrm>
              <a:off x="570813" y="2459692"/>
              <a:ext cx="4508" cy="7743"/>
            </a:xfrm>
            <a:custGeom>
              <a:avLst/>
              <a:gdLst/>
              <a:ahLst/>
              <a:cxnLst/>
              <a:rect l="l" t="t" r="r" b="b"/>
              <a:pathLst>
                <a:path w="131" h="225" extrusionOk="0">
                  <a:moveTo>
                    <a:pt x="131" y="0"/>
                  </a:moveTo>
                  <a:lnTo>
                    <a:pt x="1" y="76"/>
                  </a:lnTo>
                  <a:lnTo>
                    <a:pt x="1" y="224"/>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0"/>
            <p:cNvSpPr/>
            <p:nvPr/>
          </p:nvSpPr>
          <p:spPr>
            <a:xfrm>
              <a:off x="570813" y="2466643"/>
              <a:ext cx="4508" cy="7674"/>
            </a:xfrm>
            <a:custGeom>
              <a:avLst/>
              <a:gdLst/>
              <a:ahLst/>
              <a:cxnLst/>
              <a:rect l="l" t="t" r="r" b="b"/>
              <a:pathLst>
                <a:path w="131" h="223" extrusionOk="0">
                  <a:moveTo>
                    <a:pt x="131" y="0"/>
                  </a:moveTo>
                  <a:lnTo>
                    <a:pt x="1" y="75"/>
                  </a:lnTo>
                  <a:lnTo>
                    <a:pt x="1" y="222"/>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40"/>
            <p:cNvSpPr/>
            <p:nvPr/>
          </p:nvSpPr>
          <p:spPr>
            <a:xfrm>
              <a:off x="570882" y="2473491"/>
              <a:ext cx="4508" cy="7777"/>
            </a:xfrm>
            <a:custGeom>
              <a:avLst/>
              <a:gdLst/>
              <a:ahLst/>
              <a:cxnLst/>
              <a:rect l="l" t="t" r="r" b="b"/>
              <a:pathLst>
                <a:path w="131" h="226" extrusionOk="0">
                  <a:moveTo>
                    <a:pt x="129" y="0"/>
                  </a:moveTo>
                  <a:lnTo>
                    <a:pt x="0" y="75"/>
                  </a:lnTo>
                  <a:lnTo>
                    <a:pt x="0" y="225"/>
                  </a:lnTo>
                  <a:lnTo>
                    <a:pt x="130" y="151"/>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40"/>
            <p:cNvSpPr/>
            <p:nvPr/>
          </p:nvSpPr>
          <p:spPr>
            <a:xfrm>
              <a:off x="570882" y="2480408"/>
              <a:ext cx="4508" cy="7708"/>
            </a:xfrm>
            <a:custGeom>
              <a:avLst/>
              <a:gdLst/>
              <a:ahLst/>
              <a:cxnLst/>
              <a:rect l="l" t="t" r="r" b="b"/>
              <a:pathLst>
                <a:path w="131" h="224" extrusionOk="0">
                  <a:moveTo>
                    <a:pt x="130" y="1"/>
                  </a:moveTo>
                  <a:lnTo>
                    <a:pt x="0" y="76"/>
                  </a:lnTo>
                  <a:lnTo>
                    <a:pt x="0" y="223"/>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0"/>
            <p:cNvSpPr/>
            <p:nvPr/>
          </p:nvSpPr>
          <p:spPr>
            <a:xfrm>
              <a:off x="570882" y="2487325"/>
              <a:ext cx="4508" cy="7743"/>
            </a:xfrm>
            <a:custGeom>
              <a:avLst/>
              <a:gdLst/>
              <a:ahLst/>
              <a:cxnLst/>
              <a:rect l="l" t="t" r="r" b="b"/>
              <a:pathLst>
                <a:path w="131" h="225" extrusionOk="0">
                  <a:moveTo>
                    <a:pt x="130" y="0"/>
                  </a:moveTo>
                  <a:lnTo>
                    <a:pt x="0" y="75"/>
                  </a:lnTo>
                  <a:lnTo>
                    <a:pt x="0"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40"/>
            <p:cNvSpPr/>
            <p:nvPr/>
          </p:nvSpPr>
          <p:spPr>
            <a:xfrm>
              <a:off x="570985" y="2501124"/>
              <a:ext cx="4439" cy="7777"/>
            </a:xfrm>
            <a:custGeom>
              <a:avLst/>
              <a:gdLst/>
              <a:ahLst/>
              <a:cxnLst/>
              <a:rect l="l" t="t" r="r" b="b"/>
              <a:pathLst>
                <a:path w="129" h="226" extrusionOk="0">
                  <a:moveTo>
                    <a:pt x="129" y="0"/>
                  </a:moveTo>
                  <a:lnTo>
                    <a:pt x="0" y="75"/>
                  </a:lnTo>
                  <a:lnTo>
                    <a:pt x="0" y="226"/>
                  </a:lnTo>
                  <a:lnTo>
                    <a:pt x="129"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40"/>
            <p:cNvSpPr/>
            <p:nvPr/>
          </p:nvSpPr>
          <p:spPr>
            <a:xfrm>
              <a:off x="570882" y="2494276"/>
              <a:ext cx="4542" cy="7674"/>
            </a:xfrm>
            <a:custGeom>
              <a:avLst/>
              <a:gdLst/>
              <a:ahLst/>
              <a:cxnLst/>
              <a:rect l="l" t="t" r="r" b="b"/>
              <a:pathLst>
                <a:path w="132" h="223" extrusionOk="0">
                  <a:moveTo>
                    <a:pt x="130" y="0"/>
                  </a:moveTo>
                  <a:lnTo>
                    <a:pt x="0" y="73"/>
                  </a:lnTo>
                  <a:lnTo>
                    <a:pt x="3" y="223"/>
                  </a:lnTo>
                  <a:lnTo>
                    <a:pt x="132"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0"/>
            <p:cNvSpPr/>
            <p:nvPr/>
          </p:nvSpPr>
          <p:spPr>
            <a:xfrm>
              <a:off x="563311" y="2304973"/>
              <a:ext cx="4474" cy="7674"/>
            </a:xfrm>
            <a:custGeom>
              <a:avLst/>
              <a:gdLst/>
              <a:ahLst/>
              <a:cxnLst/>
              <a:rect l="l" t="t" r="r" b="b"/>
              <a:pathLst>
                <a:path w="130" h="223" extrusionOk="0">
                  <a:moveTo>
                    <a:pt x="129" y="0"/>
                  </a:moveTo>
                  <a:lnTo>
                    <a:pt x="1" y="75"/>
                  </a:lnTo>
                  <a:lnTo>
                    <a:pt x="1" y="223"/>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0"/>
            <p:cNvSpPr/>
            <p:nvPr/>
          </p:nvSpPr>
          <p:spPr>
            <a:xfrm>
              <a:off x="563277" y="2298022"/>
              <a:ext cx="4508" cy="7674"/>
            </a:xfrm>
            <a:custGeom>
              <a:avLst/>
              <a:gdLst/>
              <a:ahLst/>
              <a:cxnLst/>
              <a:rect l="l" t="t" r="r" b="b"/>
              <a:pathLst>
                <a:path w="131" h="223" extrusionOk="0">
                  <a:moveTo>
                    <a:pt x="130" y="0"/>
                  </a:moveTo>
                  <a:lnTo>
                    <a:pt x="0" y="75"/>
                  </a:lnTo>
                  <a:lnTo>
                    <a:pt x="0"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40"/>
            <p:cNvSpPr/>
            <p:nvPr/>
          </p:nvSpPr>
          <p:spPr>
            <a:xfrm>
              <a:off x="563277" y="2291105"/>
              <a:ext cx="4508" cy="7708"/>
            </a:xfrm>
            <a:custGeom>
              <a:avLst/>
              <a:gdLst/>
              <a:ahLst/>
              <a:cxnLst/>
              <a:rect l="l" t="t" r="r" b="b"/>
              <a:pathLst>
                <a:path w="131" h="224" extrusionOk="0">
                  <a:moveTo>
                    <a:pt x="130" y="1"/>
                  </a:moveTo>
                  <a:lnTo>
                    <a:pt x="0" y="76"/>
                  </a:lnTo>
                  <a:lnTo>
                    <a:pt x="0"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40"/>
            <p:cNvSpPr/>
            <p:nvPr/>
          </p:nvSpPr>
          <p:spPr>
            <a:xfrm>
              <a:off x="563414" y="2332572"/>
              <a:ext cx="4474" cy="7708"/>
            </a:xfrm>
            <a:custGeom>
              <a:avLst/>
              <a:gdLst/>
              <a:ahLst/>
              <a:cxnLst/>
              <a:rect l="l" t="t" r="r" b="b"/>
              <a:pathLst>
                <a:path w="130" h="224" extrusionOk="0">
                  <a:moveTo>
                    <a:pt x="128" y="0"/>
                  </a:moveTo>
                  <a:lnTo>
                    <a:pt x="1" y="76"/>
                  </a:lnTo>
                  <a:lnTo>
                    <a:pt x="1" y="224"/>
                  </a:lnTo>
                  <a:lnTo>
                    <a:pt x="129" y="149"/>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40"/>
            <p:cNvSpPr/>
            <p:nvPr/>
          </p:nvSpPr>
          <p:spPr>
            <a:xfrm>
              <a:off x="563311" y="2325655"/>
              <a:ext cx="4508" cy="7674"/>
            </a:xfrm>
            <a:custGeom>
              <a:avLst/>
              <a:gdLst/>
              <a:ahLst/>
              <a:cxnLst/>
              <a:rect l="l" t="t" r="r" b="b"/>
              <a:pathLst>
                <a:path w="131" h="223" extrusionOk="0">
                  <a:moveTo>
                    <a:pt x="131" y="1"/>
                  </a:moveTo>
                  <a:lnTo>
                    <a:pt x="1" y="75"/>
                  </a:lnTo>
                  <a:lnTo>
                    <a:pt x="4" y="223"/>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40"/>
            <p:cNvSpPr/>
            <p:nvPr/>
          </p:nvSpPr>
          <p:spPr>
            <a:xfrm>
              <a:off x="563311" y="2318704"/>
              <a:ext cx="4508" cy="7777"/>
            </a:xfrm>
            <a:custGeom>
              <a:avLst/>
              <a:gdLst/>
              <a:ahLst/>
              <a:cxnLst/>
              <a:rect l="l" t="t" r="r" b="b"/>
              <a:pathLst>
                <a:path w="131" h="226" extrusionOk="0">
                  <a:moveTo>
                    <a:pt x="131" y="1"/>
                  </a:moveTo>
                  <a:lnTo>
                    <a:pt x="1" y="77"/>
                  </a:lnTo>
                  <a:lnTo>
                    <a:pt x="1" y="226"/>
                  </a:lnTo>
                  <a:lnTo>
                    <a:pt x="131" y="151"/>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0"/>
            <p:cNvSpPr/>
            <p:nvPr/>
          </p:nvSpPr>
          <p:spPr>
            <a:xfrm>
              <a:off x="563311" y="2311855"/>
              <a:ext cx="4508" cy="7708"/>
            </a:xfrm>
            <a:custGeom>
              <a:avLst/>
              <a:gdLst/>
              <a:ahLst/>
              <a:cxnLst/>
              <a:rect l="l" t="t" r="r" b="b"/>
              <a:pathLst>
                <a:path w="131" h="224" extrusionOk="0">
                  <a:moveTo>
                    <a:pt x="129" y="1"/>
                  </a:moveTo>
                  <a:lnTo>
                    <a:pt x="1" y="74"/>
                  </a:lnTo>
                  <a:lnTo>
                    <a:pt x="1" y="223"/>
                  </a:lnTo>
                  <a:lnTo>
                    <a:pt x="131"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40"/>
            <p:cNvSpPr/>
            <p:nvPr/>
          </p:nvSpPr>
          <p:spPr>
            <a:xfrm>
              <a:off x="563414" y="2339454"/>
              <a:ext cx="4474" cy="7743"/>
            </a:xfrm>
            <a:custGeom>
              <a:avLst/>
              <a:gdLst/>
              <a:ahLst/>
              <a:cxnLst/>
              <a:rect l="l" t="t" r="r" b="b"/>
              <a:pathLst>
                <a:path w="130" h="225" extrusionOk="0">
                  <a:moveTo>
                    <a:pt x="129" y="0"/>
                  </a:moveTo>
                  <a:lnTo>
                    <a:pt x="1" y="75"/>
                  </a:lnTo>
                  <a:lnTo>
                    <a:pt x="1" y="224"/>
                  </a:lnTo>
                  <a:lnTo>
                    <a:pt x="129"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40"/>
            <p:cNvSpPr/>
            <p:nvPr/>
          </p:nvSpPr>
          <p:spPr>
            <a:xfrm>
              <a:off x="563483" y="2367053"/>
              <a:ext cx="4508" cy="7777"/>
            </a:xfrm>
            <a:custGeom>
              <a:avLst/>
              <a:gdLst/>
              <a:ahLst/>
              <a:cxnLst/>
              <a:rect l="l" t="t" r="r" b="b"/>
              <a:pathLst>
                <a:path w="131" h="226" extrusionOk="0">
                  <a:moveTo>
                    <a:pt x="130" y="0"/>
                  </a:moveTo>
                  <a:lnTo>
                    <a:pt x="0" y="76"/>
                  </a:lnTo>
                  <a:lnTo>
                    <a:pt x="0" y="226"/>
                  </a:lnTo>
                  <a:lnTo>
                    <a:pt x="130" y="151"/>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40"/>
            <p:cNvSpPr/>
            <p:nvPr/>
          </p:nvSpPr>
          <p:spPr>
            <a:xfrm>
              <a:off x="563483" y="2360205"/>
              <a:ext cx="4508" cy="7743"/>
            </a:xfrm>
            <a:custGeom>
              <a:avLst/>
              <a:gdLst/>
              <a:ahLst/>
              <a:cxnLst/>
              <a:rect l="l" t="t" r="r" b="b"/>
              <a:pathLst>
                <a:path w="131" h="225" extrusionOk="0">
                  <a:moveTo>
                    <a:pt x="130" y="0"/>
                  </a:moveTo>
                  <a:lnTo>
                    <a:pt x="0" y="73"/>
                  </a:lnTo>
                  <a:lnTo>
                    <a:pt x="0"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40"/>
            <p:cNvSpPr/>
            <p:nvPr/>
          </p:nvSpPr>
          <p:spPr>
            <a:xfrm>
              <a:off x="563483" y="2353288"/>
              <a:ext cx="4508" cy="7708"/>
            </a:xfrm>
            <a:custGeom>
              <a:avLst/>
              <a:gdLst/>
              <a:ahLst/>
              <a:cxnLst/>
              <a:rect l="l" t="t" r="r" b="b"/>
              <a:pathLst>
                <a:path w="131" h="224" extrusionOk="0">
                  <a:moveTo>
                    <a:pt x="127" y="1"/>
                  </a:moveTo>
                  <a:lnTo>
                    <a:pt x="0" y="75"/>
                  </a:lnTo>
                  <a:lnTo>
                    <a:pt x="0" y="223"/>
                  </a:lnTo>
                  <a:lnTo>
                    <a:pt x="130" y="149"/>
                  </a:lnTo>
                  <a:lnTo>
                    <a:pt x="1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40"/>
            <p:cNvSpPr/>
            <p:nvPr/>
          </p:nvSpPr>
          <p:spPr>
            <a:xfrm>
              <a:off x="563414" y="2346337"/>
              <a:ext cx="4474" cy="7743"/>
            </a:xfrm>
            <a:custGeom>
              <a:avLst/>
              <a:gdLst/>
              <a:ahLst/>
              <a:cxnLst/>
              <a:rect l="l" t="t" r="r" b="b"/>
              <a:pathLst>
                <a:path w="130" h="225" extrusionOk="0">
                  <a:moveTo>
                    <a:pt x="129" y="1"/>
                  </a:moveTo>
                  <a:lnTo>
                    <a:pt x="1" y="75"/>
                  </a:lnTo>
                  <a:lnTo>
                    <a:pt x="2" y="225"/>
                  </a:lnTo>
                  <a:lnTo>
                    <a:pt x="129"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40"/>
            <p:cNvSpPr/>
            <p:nvPr/>
          </p:nvSpPr>
          <p:spPr>
            <a:xfrm>
              <a:off x="563518" y="2380887"/>
              <a:ext cx="4508" cy="7743"/>
            </a:xfrm>
            <a:custGeom>
              <a:avLst/>
              <a:gdLst/>
              <a:ahLst/>
              <a:cxnLst/>
              <a:rect l="l" t="t" r="r" b="b"/>
              <a:pathLst>
                <a:path w="131" h="225" extrusionOk="0">
                  <a:moveTo>
                    <a:pt x="131" y="1"/>
                  </a:moveTo>
                  <a:lnTo>
                    <a:pt x="1" y="77"/>
                  </a:lnTo>
                  <a:lnTo>
                    <a:pt x="1" y="224"/>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0"/>
            <p:cNvSpPr/>
            <p:nvPr/>
          </p:nvSpPr>
          <p:spPr>
            <a:xfrm>
              <a:off x="563518" y="2374004"/>
              <a:ext cx="4508" cy="7674"/>
            </a:xfrm>
            <a:custGeom>
              <a:avLst/>
              <a:gdLst/>
              <a:ahLst/>
              <a:cxnLst/>
              <a:rect l="l" t="t" r="r" b="b"/>
              <a:pathLst>
                <a:path w="131" h="223" extrusionOk="0">
                  <a:moveTo>
                    <a:pt x="129" y="0"/>
                  </a:moveTo>
                  <a:lnTo>
                    <a:pt x="1" y="75"/>
                  </a:lnTo>
                  <a:lnTo>
                    <a:pt x="1" y="222"/>
                  </a:lnTo>
                  <a:lnTo>
                    <a:pt x="131"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0"/>
            <p:cNvSpPr/>
            <p:nvPr/>
          </p:nvSpPr>
          <p:spPr>
            <a:xfrm>
              <a:off x="563518" y="2387838"/>
              <a:ext cx="4508" cy="7674"/>
            </a:xfrm>
            <a:custGeom>
              <a:avLst/>
              <a:gdLst/>
              <a:ahLst/>
              <a:cxnLst/>
              <a:rect l="l" t="t" r="r" b="b"/>
              <a:pathLst>
                <a:path w="131" h="223" extrusionOk="0">
                  <a:moveTo>
                    <a:pt x="131" y="0"/>
                  </a:moveTo>
                  <a:lnTo>
                    <a:pt x="1" y="75"/>
                  </a:lnTo>
                  <a:lnTo>
                    <a:pt x="1"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40"/>
            <p:cNvSpPr/>
            <p:nvPr/>
          </p:nvSpPr>
          <p:spPr>
            <a:xfrm>
              <a:off x="563552" y="2394686"/>
              <a:ext cx="4474" cy="7777"/>
            </a:xfrm>
            <a:custGeom>
              <a:avLst/>
              <a:gdLst/>
              <a:ahLst/>
              <a:cxnLst/>
              <a:rect l="l" t="t" r="r" b="b"/>
              <a:pathLst>
                <a:path w="130" h="226" extrusionOk="0">
                  <a:moveTo>
                    <a:pt x="130" y="0"/>
                  </a:moveTo>
                  <a:lnTo>
                    <a:pt x="1" y="75"/>
                  </a:lnTo>
                  <a:lnTo>
                    <a:pt x="1" y="226"/>
                  </a:lnTo>
                  <a:lnTo>
                    <a:pt x="130" y="151"/>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40"/>
            <p:cNvSpPr/>
            <p:nvPr/>
          </p:nvSpPr>
          <p:spPr>
            <a:xfrm>
              <a:off x="563552" y="2408520"/>
              <a:ext cx="4542" cy="7743"/>
            </a:xfrm>
            <a:custGeom>
              <a:avLst/>
              <a:gdLst/>
              <a:ahLst/>
              <a:cxnLst/>
              <a:rect l="l" t="t" r="r" b="b"/>
              <a:pathLst>
                <a:path w="132" h="225" extrusionOk="0">
                  <a:moveTo>
                    <a:pt x="131" y="1"/>
                  </a:moveTo>
                  <a:lnTo>
                    <a:pt x="1" y="75"/>
                  </a:lnTo>
                  <a:lnTo>
                    <a:pt x="1" y="225"/>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40"/>
            <p:cNvSpPr/>
            <p:nvPr/>
          </p:nvSpPr>
          <p:spPr>
            <a:xfrm>
              <a:off x="563552" y="2401638"/>
              <a:ext cx="4542" cy="7674"/>
            </a:xfrm>
            <a:custGeom>
              <a:avLst/>
              <a:gdLst/>
              <a:ahLst/>
              <a:cxnLst/>
              <a:rect l="l" t="t" r="r" b="b"/>
              <a:pathLst>
                <a:path w="132" h="223" extrusionOk="0">
                  <a:moveTo>
                    <a:pt x="131" y="0"/>
                  </a:moveTo>
                  <a:lnTo>
                    <a:pt x="1" y="75"/>
                  </a:lnTo>
                  <a:lnTo>
                    <a:pt x="1" y="223"/>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40"/>
            <p:cNvSpPr/>
            <p:nvPr/>
          </p:nvSpPr>
          <p:spPr>
            <a:xfrm>
              <a:off x="563552" y="2415471"/>
              <a:ext cx="4542" cy="7708"/>
            </a:xfrm>
            <a:custGeom>
              <a:avLst/>
              <a:gdLst/>
              <a:ahLst/>
              <a:cxnLst/>
              <a:rect l="l" t="t" r="r" b="b"/>
              <a:pathLst>
                <a:path w="132" h="224" extrusionOk="0">
                  <a:moveTo>
                    <a:pt x="131" y="1"/>
                  </a:moveTo>
                  <a:lnTo>
                    <a:pt x="1" y="74"/>
                  </a:lnTo>
                  <a:lnTo>
                    <a:pt x="4" y="223"/>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40"/>
            <p:cNvSpPr/>
            <p:nvPr/>
          </p:nvSpPr>
          <p:spPr>
            <a:xfrm>
              <a:off x="563655" y="2429236"/>
              <a:ext cx="4474" cy="7708"/>
            </a:xfrm>
            <a:custGeom>
              <a:avLst/>
              <a:gdLst/>
              <a:ahLst/>
              <a:cxnLst/>
              <a:rect l="l" t="t" r="r" b="b"/>
              <a:pathLst>
                <a:path w="130" h="224" extrusionOk="0">
                  <a:moveTo>
                    <a:pt x="130" y="0"/>
                  </a:moveTo>
                  <a:lnTo>
                    <a:pt x="1" y="76"/>
                  </a:lnTo>
                  <a:lnTo>
                    <a:pt x="1" y="224"/>
                  </a:lnTo>
                  <a:lnTo>
                    <a:pt x="130" y="149"/>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40"/>
            <p:cNvSpPr/>
            <p:nvPr/>
          </p:nvSpPr>
          <p:spPr>
            <a:xfrm>
              <a:off x="563655" y="2422388"/>
              <a:ext cx="4474" cy="7605"/>
            </a:xfrm>
            <a:custGeom>
              <a:avLst/>
              <a:gdLst/>
              <a:ahLst/>
              <a:cxnLst/>
              <a:rect l="l" t="t" r="r" b="b"/>
              <a:pathLst>
                <a:path w="130" h="221" extrusionOk="0">
                  <a:moveTo>
                    <a:pt x="130" y="0"/>
                  </a:moveTo>
                  <a:lnTo>
                    <a:pt x="1" y="73"/>
                  </a:lnTo>
                  <a:lnTo>
                    <a:pt x="1" y="221"/>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40"/>
            <p:cNvSpPr/>
            <p:nvPr/>
          </p:nvSpPr>
          <p:spPr>
            <a:xfrm>
              <a:off x="563724" y="2449953"/>
              <a:ext cx="4508" cy="7708"/>
            </a:xfrm>
            <a:custGeom>
              <a:avLst/>
              <a:gdLst/>
              <a:ahLst/>
              <a:cxnLst/>
              <a:rect l="l" t="t" r="r" b="b"/>
              <a:pathLst>
                <a:path w="131" h="224" extrusionOk="0">
                  <a:moveTo>
                    <a:pt x="131" y="1"/>
                  </a:moveTo>
                  <a:lnTo>
                    <a:pt x="0" y="75"/>
                  </a:lnTo>
                  <a:lnTo>
                    <a:pt x="0" y="223"/>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40"/>
            <p:cNvSpPr/>
            <p:nvPr/>
          </p:nvSpPr>
          <p:spPr>
            <a:xfrm>
              <a:off x="563724" y="2443001"/>
              <a:ext cx="4508" cy="7812"/>
            </a:xfrm>
            <a:custGeom>
              <a:avLst/>
              <a:gdLst/>
              <a:ahLst/>
              <a:cxnLst/>
              <a:rect l="l" t="t" r="r" b="b"/>
              <a:pathLst>
                <a:path w="131" h="227" extrusionOk="0">
                  <a:moveTo>
                    <a:pt x="128" y="1"/>
                  </a:moveTo>
                  <a:lnTo>
                    <a:pt x="0" y="76"/>
                  </a:lnTo>
                  <a:lnTo>
                    <a:pt x="0" y="226"/>
                  </a:lnTo>
                  <a:lnTo>
                    <a:pt x="131" y="152"/>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40"/>
            <p:cNvSpPr/>
            <p:nvPr/>
          </p:nvSpPr>
          <p:spPr>
            <a:xfrm>
              <a:off x="563655" y="2436153"/>
              <a:ext cx="4474" cy="7708"/>
            </a:xfrm>
            <a:custGeom>
              <a:avLst/>
              <a:gdLst/>
              <a:ahLst/>
              <a:cxnLst/>
              <a:rect l="l" t="t" r="r" b="b"/>
              <a:pathLst>
                <a:path w="130" h="224" extrusionOk="0">
                  <a:moveTo>
                    <a:pt x="130" y="1"/>
                  </a:moveTo>
                  <a:lnTo>
                    <a:pt x="1" y="76"/>
                  </a:lnTo>
                  <a:lnTo>
                    <a:pt x="2"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40"/>
            <p:cNvSpPr/>
            <p:nvPr/>
          </p:nvSpPr>
          <p:spPr>
            <a:xfrm>
              <a:off x="563724" y="2456870"/>
              <a:ext cx="4508" cy="7743"/>
            </a:xfrm>
            <a:custGeom>
              <a:avLst/>
              <a:gdLst/>
              <a:ahLst/>
              <a:cxnLst/>
              <a:rect l="l" t="t" r="r" b="b"/>
              <a:pathLst>
                <a:path w="131" h="225" extrusionOk="0">
                  <a:moveTo>
                    <a:pt x="131" y="0"/>
                  </a:moveTo>
                  <a:lnTo>
                    <a:pt x="0" y="75"/>
                  </a:lnTo>
                  <a:lnTo>
                    <a:pt x="2" y="224"/>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0"/>
            <p:cNvSpPr/>
            <p:nvPr/>
          </p:nvSpPr>
          <p:spPr>
            <a:xfrm>
              <a:off x="563758" y="2463821"/>
              <a:ext cx="4542" cy="7674"/>
            </a:xfrm>
            <a:custGeom>
              <a:avLst/>
              <a:gdLst/>
              <a:ahLst/>
              <a:cxnLst/>
              <a:rect l="l" t="t" r="r" b="b"/>
              <a:pathLst>
                <a:path w="132" h="223" extrusionOk="0">
                  <a:moveTo>
                    <a:pt x="130" y="0"/>
                  </a:moveTo>
                  <a:lnTo>
                    <a:pt x="1" y="75"/>
                  </a:lnTo>
                  <a:lnTo>
                    <a:pt x="1" y="223"/>
                  </a:lnTo>
                  <a:lnTo>
                    <a:pt x="131"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0"/>
            <p:cNvSpPr/>
            <p:nvPr/>
          </p:nvSpPr>
          <p:spPr>
            <a:xfrm>
              <a:off x="563758" y="2470704"/>
              <a:ext cx="4542" cy="7743"/>
            </a:xfrm>
            <a:custGeom>
              <a:avLst/>
              <a:gdLst/>
              <a:ahLst/>
              <a:cxnLst/>
              <a:rect l="l" t="t" r="r" b="b"/>
              <a:pathLst>
                <a:path w="132" h="225" extrusionOk="0">
                  <a:moveTo>
                    <a:pt x="131" y="1"/>
                  </a:moveTo>
                  <a:lnTo>
                    <a:pt x="1" y="74"/>
                  </a:lnTo>
                  <a:lnTo>
                    <a:pt x="1" y="224"/>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0"/>
            <p:cNvSpPr/>
            <p:nvPr/>
          </p:nvSpPr>
          <p:spPr>
            <a:xfrm>
              <a:off x="563758" y="2477552"/>
              <a:ext cx="4542" cy="7777"/>
            </a:xfrm>
            <a:custGeom>
              <a:avLst/>
              <a:gdLst/>
              <a:ahLst/>
              <a:cxnLst/>
              <a:rect l="l" t="t" r="r" b="b"/>
              <a:pathLst>
                <a:path w="132" h="226" extrusionOk="0">
                  <a:moveTo>
                    <a:pt x="131" y="1"/>
                  </a:moveTo>
                  <a:lnTo>
                    <a:pt x="1" y="77"/>
                  </a:lnTo>
                  <a:lnTo>
                    <a:pt x="1" y="226"/>
                  </a:lnTo>
                  <a:lnTo>
                    <a:pt x="131" y="151"/>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0"/>
            <p:cNvSpPr/>
            <p:nvPr/>
          </p:nvSpPr>
          <p:spPr>
            <a:xfrm>
              <a:off x="563827" y="2484503"/>
              <a:ext cx="4508" cy="7674"/>
            </a:xfrm>
            <a:custGeom>
              <a:avLst/>
              <a:gdLst/>
              <a:ahLst/>
              <a:cxnLst/>
              <a:rect l="l" t="t" r="r" b="b"/>
              <a:pathLst>
                <a:path w="131" h="223" extrusionOk="0">
                  <a:moveTo>
                    <a:pt x="129" y="0"/>
                  </a:moveTo>
                  <a:lnTo>
                    <a:pt x="0" y="75"/>
                  </a:lnTo>
                  <a:lnTo>
                    <a:pt x="0" y="223"/>
                  </a:lnTo>
                  <a:lnTo>
                    <a:pt x="130"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40"/>
            <p:cNvSpPr/>
            <p:nvPr/>
          </p:nvSpPr>
          <p:spPr>
            <a:xfrm>
              <a:off x="563827" y="2491385"/>
              <a:ext cx="4508" cy="7743"/>
            </a:xfrm>
            <a:custGeom>
              <a:avLst/>
              <a:gdLst/>
              <a:ahLst/>
              <a:cxnLst/>
              <a:rect l="l" t="t" r="r" b="b"/>
              <a:pathLst>
                <a:path w="131" h="225" extrusionOk="0">
                  <a:moveTo>
                    <a:pt x="130" y="1"/>
                  </a:moveTo>
                  <a:lnTo>
                    <a:pt x="0" y="77"/>
                  </a:lnTo>
                  <a:lnTo>
                    <a:pt x="0" y="225"/>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0"/>
            <p:cNvSpPr/>
            <p:nvPr/>
          </p:nvSpPr>
          <p:spPr>
            <a:xfrm>
              <a:off x="563930" y="2505185"/>
              <a:ext cx="4405" cy="7743"/>
            </a:xfrm>
            <a:custGeom>
              <a:avLst/>
              <a:gdLst/>
              <a:ahLst/>
              <a:cxnLst/>
              <a:rect l="l" t="t" r="r" b="b"/>
              <a:pathLst>
                <a:path w="128" h="225" extrusionOk="0">
                  <a:moveTo>
                    <a:pt x="127" y="1"/>
                  </a:moveTo>
                  <a:lnTo>
                    <a:pt x="0" y="75"/>
                  </a:lnTo>
                  <a:lnTo>
                    <a:pt x="0" y="225"/>
                  </a:lnTo>
                  <a:lnTo>
                    <a:pt x="127" y="149"/>
                  </a:lnTo>
                  <a:lnTo>
                    <a:pt x="1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0"/>
            <p:cNvSpPr/>
            <p:nvPr/>
          </p:nvSpPr>
          <p:spPr>
            <a:xfrm>
              <a:off x="563827" y="2498337"/>
              <a:ext cx="4508" cy="7708"/>
            </a:xfrm>
            <a:custGeom>
              <a:avLst/>
              <a:gdLst/>
              <a:ahLst/>
              <a:cxnLst/>
              <a:rect l="l" t="t" r="r" b="b"/>
              <a:pathLst>
                <a:path w="131" h="224" extrusionOk="0">
                  <a:moveTo>
                    <a:pt x="130" y="1"/>
                  </a:moveTo>
                  <a:lnTo>
                    <a:pt x="0" y="74"/>
                  </a:lnTo>
                  <a:lnTo>
                    <a:pt x="0"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40"/>
            <p:cNvSpPr/>
            <p:nvPr/>
          </p:nvSpPr>
          <p:spPr>
            <a:xfrm>
              <a:off x="556222" y="2315882"/>
              <a:ext cx="4508" cy="7812"/>
            </a:xfrm>
            <a:custGeom>
              <a:avLst/>
              <a:gdLst/>
              <a:ahLst/>
              <a:cxnLst/>
              <a:rect l="l" t="t" r="r" b="b"/>
              <a:pathLst>
                <a:path w="131" h="227" extrusionOk="0">
                  <a:moveTo>
                    <a:pt x="131" y="1"/>
                  </a:moveTo>
                  <a:lnTo>
                    <a:pt x="0" y="75"/>
                  </a:lnTo>
                  <a:lnTo>
                    <a:pt x="2" y="226"/>
                  </a:lnTo>
                  <a:lnTo>
                    <a:pt x="131" y="151"/>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40"/>
            <p:cNvSpPr/>
            <p:nvPr/>
          </p:nvSpPr>
          <p:spPr>
            <a:xfrm>
              <a:off x="556222" y="2309034"/>
              <a:ext cx="4508" cy="7708"/>
            </a:xfrm>
            <a:custGeom>
              <a:avLst/>
              <a:gdLst/>
              <a:ahLst/>
              <a:cxnLst/>
              <a:rect l="l" t="t" r="r" b="b"/>
              <a:pathLst>
                <a:path w="131" h="224" extrusionOk="0">
                  <a:moveTo>
                    <a:pt x="131" y="1"/>
                  </a:moveTo>
                  <a:lnTo>
                    <a:pt x="0" y="75"/>
                  </a:lnTo>
                  <a:lnTo>
                    <a:pt x="0"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0"/>
            <p:cNvSpPr/>
            <p:nvPr/>
          </p:nvSpPr>
          <p:spPr>
            <a:xfrm>
              <a:off x="556222" y="2302082"/>
              <a:ext cx="4508" cy="7743"/>
            </a:xfrm>
            <a:custGeom>
              <a:avLst/>
              <a:gdLst/>
              <a:ahLst/>
              <a:cxnLst/>
              <a:rect l="l" t="t" r="r" b="b"/>
              <a:pathLst>
                <a:path w="131" h="225" extrusionOk="0">
                  <a:moveTo>
                    <a:pt x="129" y="1"/>
                  </a:moveTo>
                  <a:lnTo>
                    <a:pt x="0" y="77"/>
                  </a:lnTo>
                  <a:lnTo>
                    <a:pt x="0" y="225"/>
                  </a:lnTo>
                  <a:lnTo>
                    <a:pt x="131"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0"/>
            <p:cNvSpPr/>
            <p:nvPr/>
          </p:nvSpPr>
          <p:spPr>
            <a:xfrm>
              <a:off x="556222" y="2295200"/>
              <a:ext cx="4474" cy="7674"/>
            </a:xfrm>
            <a:custGeom>
              <a:avLst/>
              <a:gdLst/>
              <a:ahLst/>
              <a:cxnLst/>
              <a:rect l="l" t="t" r="r" b="b"/>
              <a:pathLst>
                <a:path w="130" h="223" extrusionOk="0">
                  <a:moveTo>
                    <a:pt x="129" y="0"/>
                  </a:moveTo>
                  <a:lnTo>
                    <a:pt x="0" y="75"/>
                  </a:lnTo>
                  <a:lnTo>
                    <a:pt x="0" y="223"/>
                  </a:lnTo>
                  <a:lnTo>
                    <a:pt x="129"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40"/>
            <p:cNvSpPr/>
            <p:nvPr/>
          </p:nvSpPr>
          <p:spPr>
            <a:xfrm>
              <a:off x="556256" y="2329750"/>
              <a:ext cx="4542" cy="7708"/>
            </a:xfrm>
            <a:custGeom>
              <a:avLst/>
              <a:gdLst/>
              <a:ahLst/>
              <a:cxnLst/>
              <a:rect l="l" t="t" r="r" b="b"/>
              <a:pathLst>
                <a:path w="132" h="224" extrusionOk="0">
                  <a:moveTo>
                    <a:pt x="131" y="0"/>
                  </a:moveTo>
                  <a:lnTo>
                    <a:pt x="1" y="75"/>
                  </a:lnTo>
                  <a:lnTo>
                    <a:pt x="1"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40"/>
            <p:cNvSpPr/>
            <p:nvPr/>
          </p:nvSpPr>
          <p:spPr>
            <a:xfrm>
              <a:off x="556256" y="2322833"/>
              <a:ext cx="4542" cy="7708"/>
            </a:xfrm>
            <a:custGeom>
              <a:avLst/>
              <a:gdLst/>
              <a:ahLst/>
              <a:cxnLst/>
              <a:rect l="l" t="t" r="r" b="b"/>
              <a:pathLst>
                <a:path w="132" h="224" extrusionOk="0">
                  <a:moveTo>
                    <a:pt x="130" y="1"/>
                  </a:moveTo>
                  <a:lnTo>
                    <a:pt x="1" y="75"/>
                  </a:lnTo>
                  <a:lnTo>
                    <a:pt x="1" y="223"/>
                  </a:lnTo>
                  <a:lnTo>
                    <a:pt x="131" y="148"/>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0"/>
            <p:cNvSpPr/>
            <p:nvPr/>
          </p:nvSpPr>
          <p:spPr>
            <a:xfrm>
              <a:off x="556360" y="2343515"/>
              <a:ext cx="4474" cy="7708"/>
            </a:xfrm>
            <a:custGeom>
              <a:avLst/>
              <a:gdLst/>
              <a:ahLst/>
              <a:cxnLst/>
              <a:rect l="l" t="t" r="r" b="b"/>
              <a:pathLst>
                <a:path w="130" h="224" extrusionOk="0">
                  <a:moveTo>
                    <a:pt x="128" y="1"/>
                  </a:moveTo>
                  <a:lnTo>
                    <a:pt x="1" y="76"/>
                  </a:lnTo>
                  <a:lnTo>
                    <a:pt x="1" y="223"/>
                  </a:lnTo>
                  <a:lnTo>
                    <a:pt x="129" y="150"/>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40"/>
            <p:cNvSpPr/>
            <p:nvPr/>
          </p:nvSpPr>
          <p:spPr>
            <a:xfrm>
              <a:off x="556256" y="2336667"/>
              <a:ext cx="4542" cy="7708"/>
            </a:xfrm>
            <a:custGeom>
              <a:avLst/>
              <a:gdLst/>
              <a:ahLst/>
              <a:cxnLst/>
              <a:rect l="l" t="t" r="r" b="b"/>
              <a:pathLst>
                <a:path w="132" h="224" extrusionOk="0">
                  <a:moveTo>
                    <a:pt x="131" y="1"/>
                  </a:moveTo>
                  <a:lnTo>
                    <a:pt x="1" y="74"/>
                  </a:lnTo>
                  <a:lnTo>
                    <a:pt x="4"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40"/>
            <p:cNvSpPr/>
            <p:nvPr/>
          </p:nvSpPr>
          <p:spPr>
            <a:xfrm>
              <a:off x="556429" y="2378065"/>
              <a:ext cx="4508" cy="7743"/>
            </a:xfrm>
            <a:custGeom>
              <a:avLst/>
              <a:gdLst/>
              <a:ahLst/>
              <a:cxnLst/>
              <a:rect l="l" t="t" r="r" b="b"/>
              <a:pathLst>
                <a:path w="131" h="225" extrusionOk="0">
                  <a:moveTo>
                    <a:pt x="130" y="1"/>
                  </a:moveTo>
                  <a:lnTo>
                    <a:pt x="0" y="75"/>
                  </a:lnTo>
                  <a:lnTo>
                    <a:pt x="0" y="224"/>
                  </a:lnTo>
                  <a:lnTo>
                    <a:pt x="130" y="148"/>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40"/>
            <p:cNvSpPr/>
            <p:nvPr/>
          </p:nvSpPr>
          <p:spPr>
            <a:xfrm>
              <a:off x="556429" y="2371114"/>
              <a:ext cx="4508" cy="7743"/>
            </a:xfrm>
            <a:custGeom>
              <a:avLst/>
              <a:gdLst/>
              <a:ahLst/>
              <a:cxnLst/>
              <a:rect l="l" t="t" r="r" b="b"/>
              <a:pathLst>
                <a:path w="131" h="225" extrusionOk="0">
                  <a:moveTo>
                    <a:pt x="130" y="1"/>
                  </a:moveTo>
                  <a:lnTo>
                    <a:pt x="0" y="77"/>
                  </a:lnTo>
                  <a:lnTo>
                    <a:pt x="0" y="225"/>
                  </a:lnTo>
                  <a:lnTo>
                    <a:pt x="130" y="151"/>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40"/>
            <p:cNvSpPr/>
            <p:nvPr/>
          </p:nvSpPr>
          <p:spPr>
            <a:xfrm>
              <a:off x="556360" y="2364266"/>
              <a:ext cx="4577" cy="7743"/>
            </a:xfrm>
            <a:custGeom>
              <a:avLst/>
              <a:gdLst/>
              <a:ahLst/>
              <a:cxnLst/>
              <a:rect l="l" t="t" r="r" b="b"/>
              <a:pathLst>
                <a:path w="133" h="225" extrusionOk="0">
                  <a:moveTo>
                    <a:pt x="129" y="1"/>
                  </a:moveTo>
                  <a:lnTo>
                    <a:pt x="1" y="74"/>
                  </a:lnTo>
                  <a:lnTo>
                    <a:pt x="2" y="225"/>
                  </a:lnTo>
                  <a:lnTo>
                    <a:pt x="132"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40"/>
            <p:cNvSpPr/>
            <p:nvPr/>
          </p:nvSpPr>
          <p:spPr>
            <a:xfrm>
              <a:off x="556360" y="2357383"/>
              <a:ext cx="4474" cy="7674"/>
            </a:xfrm>
            <a:custGeom>
              <a:avLst/>
              <a:gdLst/>
              <a:ahLst/>
              <a:cxnLst/>
              <a:rect l="l" t="t" r="r" b="b"/>
              <a:pathLst>
                <a:path w="130" h="223" extrusionOk="0">
                  <a:moveTo>
                    <a:pt x="129" y="0"/>
                  </a:moveTo>
                  <a:lnTo>
                    <a:pt x="1" y="75"/>
                  </a:lnTo>
                  <a:lnTo>
                    <a:pt x="1" y="223"/>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40"/>
            <p:cNvSpPr/>
            <p:nvPr/>
          </p:nvSpPr>
          <p:spPr>
            <a:xfrm>
              <a:off x="556360" y="2350432"/>
              <a:ext cx="4474" cy="7743"/>
            </a:xfrm>
            <a:custGeom>
              <a:avLst/>
              <a:gdLst/>
              <a:ahLst/>
              <a:cxnLst/>
              <a:rect l="l" t="t" r="r" b="b"/>
              <a:pathLst>
                <a:path w="130" h="225" extrusionOk="0">
                  <a:moveTo>
                    <a:pt x="129" y="0"/>
                  </a:moveTo>
                  <a:lnTo>
                    <a:pt x="1" y="76"/>
                  </a:lnTo>
                  <a:lnTo>
                    <a:pt x="1" y="224"/>
                  </a:lnTo>
                  <a:lnTo>
                    <a:pt x="129"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40"/>
            <p:cNvSpPr/>
            <p:nvPr/>
          </p:nvSpPr>
          <p:spPr>
            <a:xfrm>
              <a:off x="556463" y="2391899"/>
              <a:ext cx="4508" cy="7743"/>
            </a:xfrm>
            <a:custGeom>
              <a:avLst/>
              <a:gdLst/>
              <a:ahLst/>
              <a:cxnLst/>
              <a:rect l="l" t="t" r="r" b="b"/>
              <a:pathLst>
                <a:path w="131" h="225" extrusionOk="0">
                  <a:moveTo>
                    <a:pt x="131" y="1"/>
                  </a:moveTo>
                  <a:lnTo>
                    <a:pt x="1" y="74"/>
                  </a:lnTo>
                  <a:lnTo>
                    <a:pt x="1" y="225"/>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40"/>
            <p:cNvSpPr/>
            <p:nvPr/>
          </p:nvSpPr>
          <p:spPr>
            <a:xfrm>
              <a:off x="556429" y="2384982"/>
              <a:ext cx="4508" cy="7708"/>
            </a:xfrm>
            <a:custGeom>
              <a:avLst/>
              <a:gdLst/>
              <a:ahLst/>
              <a:cxnLst/>
              <a:rect l="l" t="t" r="r" b="b"/>
              <a:pathLst>
                <a:path w="131" h="224" extrusionOk="0">
                  <a:moveTo>
                    <a:pt x="130" y="0"/>
                  </a:moveTo>
                  <a:lnTo>
                    <a:pt x="0" y="76"/>
                  </a:lnTo>
                  <a:lnTo>
                    <a:pt x="2" y="224"/>
                  </a:lnTo>
                  <a:lnTo>
                    <a:pt x="130" y="149"/>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40"/>
            <p:cNvSpPr/>
            <p:nvPr/>
          </p:nvSpPr>
          <p:spPr>
            <a:xfrm>
              <a:off x="556635" y="2433366"/>
              <a:ext cx="4439" cy="7674"/>
            </a:xfrm>
            <a:custGeom>
              <a:avLst/>
              <a:gdLst/>
              <a:ahLst/>
              <a:cxnLst/>
              <a:rect l="l" t="t" r="r" b="b"/>
              <a:pathLst>
                <a:path w="129" h="223" extrusionOk="0">
                  <a:moveTo>
                    <a:pt x="127" y="0"/>
                  </a:moveTo>
                  <a:lnTo>
                    <a:pt x="0" y="75"/>
                  </a:lnTo>
                  <a:lnTo>
                    <a:pt x="0" y="222"/>
                  </a:lnTo>
                  <a:lnTo>
                    <a:pt x="129" y="148"/>
                  </a:lnTo>
                  <a:lnTo>
                    <a:pt x="1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40"/>
            <p:cNvSpPr/>
            <p:nvPr/>
          </p:nvSpPr>
          <p:spPr>
            <a:xfrm>
              <a:off x="556532" y="2426415"/>
              <a:ext cx="4508" cy="7674"/>
            </a:xfrm>
            <a:custGeom>
              <a:avLst/>
              <a:gdLst/>
              <a:ahLst/>
              <a:cxnLst/>
              <a:rect l="l" t="t" r="r" b="b"/>
              <a:pathLst>
                <a:path w="131" h="223" extrusionOk="0">
                  <a:moveTo>
                    <a:pt x="130" y="0"/>
                  </a:moveTo>
                  <a:lnTo>
                    <a:pt x="0" y="75"/>
                  </a:lnTo>
                  <a:lnTo>
                    <a:pt x="3"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40"/>
            <p:cNvSpPr/>
            <p:nvPr/>
          </p:nvSpPr>
          <p:spPr>
            <a:xfrm>
              <a:off x="556532" y="2419567"/>
              <a:ext cx="4508" cy="7674"/>
            </a:xfrm>
            <a:custGeom>
              <a:avLst/>
              <a:gdLst/>
              <a:ahLst/>
              <a:cxnLst/>
              <a:rect l="l" t="t" r="r" b="b"/>
              <a:pathLst>
                <a:path w="131" h="223" extrusionOk="0">
                  <a:moveTo>
                    <a:pt x="130" y="0"/>
                  </a:moveTo>
                  <a:lnTo>
                    <a:pt x="0" y="73"/>
                  </a:lnTo>
                  <a:lnTo>
                    <a:pt x="0" y="223"/>
                  </a:lnTo>
                  <a:lnTo>
                    <a:pt x="130" y="146"/>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40"/>
            <p:cNvSpPr/>
            <p:nvPr/>
          </p:nvSpPr>
          <p:spPr>
            <a:xfrm>
              <a:off x="556532" y="2412615"/>
              <a:ext cx="4508" cy="7743"/>
            </a:xfrm>
            <a:custGeom>
              <a:avLst/>
              <a:gdLst/>
              <a:ahLst/>
              <a:cxnLst/>
              <a:rect l="l" t="t" r="r" b="b"/>
              <a:pathLst>
                <a:path w="131" h="225" extrusionOk="0">
                  <a:moveTo>
                    <a:pt x="129" y="0"/>
                  </a:moveTo>
                  <a:lnTo>
                    <a:pt x="0" y="75"/>
                  </a:lnTo>
                  <a:lnTo>
                    <a:pt x="0" y="224"/>
                  </a:lnTo>
                  <a:lnTo>
                    <a:pt x="130"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40"/>
            <p:cNvSpPr/>
            <p:nvPr/>
          </p:nvSpPr>
          <p:spPr>
            <a:xfrm>
              <a:off x="556463" y="2405698"/>
              <a:ext cx="4508" cy="7708"/>
            </a:xfrm>
            <a:custGeom>
              <a:avLst/>
              <a:gdLst/>
              <a:ahLst/>
              <a:cxnLst/>
              <a:rect l="l" t="t" r="r" b="b"/>
              <a:pathLst>
                <a:path w="131" h="224" extrusionOk="0">
                  <a:moveTo>
                    <a:pt x="131" y="1"/>
                  </a:moveTo>
                  <a:lnTo>
                    <a:pt x="1" y="75"/>
                  </a:lnTo>
                  <a:lnTo>
                    <a:pt x="2"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40"/>
            <p:cNvSpPr/>
            <p:nvPr/>
          </p:nvSpPr>
          <p:spPr>
            <a:xfrm>
              <a:off x="556463" y="2398747"/>
              <a:ext cx="4508" cy="7743"/>
            </a:xfrm>
            <a:custGeom>
              <a:avLst/>
              <a:gdLst/>
              <a:ahLst/>
              <a:cxnLst/>
              <a:rect l="l" t="t" r="r" b="b"/>
              <a:pathLst>
                <a:path w="131" h="225" extrusionOk="0">
                  <a:moveTo>
                    <a:pt x="131" y="1"/>
                  </a:moveTo>
                  <a:lnTo>
                    <a:pt x="1" y="76"/>
                  </a:lnTo>
                  <a:lnTo>
                    <a:pt x="1" y="225"/>
                  </a:lnTo>
                  <a:lnTo>
                    <a:pt x="131" y="152"/>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40"/>
            <p:cNvSpPr/>
            <p:nvPr/>
          </p:nvSpPr>
          <p:spPr>
            <a:xfrm>
              <a:off x="556635" y="2447097"/>
              <a:ext cx="4439" cy="7777"/>
            </a:xfrm>
            <a:custGeom>
              <a:avLst/>
              <a:gdLst/>
              <a:ahLst/>
              <a:cxnLst/>
              <a:rect l="l" t="t" r="r" b="b"/>
              <a:pathLst>
                <a:path w="129" h="226" extrusionOk="0">
                  <a:moveTo>
                    <a:pt x="129" y="0"/>
                  </a:moveTo>
                  <a:lnTo>
                    <a:pt x="0" y="77"/>
                  </a:lnTo>
                  <a:lnTo>
                    <a:pt x="2" y="226"/>
                  </a:lnTo>
                  <a:lnTo>
                    <a:pt x="129" y="151"/>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40"/>
            <p:cNvSpPr/>
            <p:nvPr/>
          </p:nvSpPr>
          <p:spPr>
            <a:xfrm>
              <a:off x="556635" y="2440248"/>
              <a:ext cx="4439" cy="7674"/>
            </a:xfrm>
            <a:custGeom>
              <a:avLst/>
              <a:gdLst/>
              <a:ahLst/>
              <a:cxnLst/>
              <a:rect l="l" t="t" r="r" b="b"/>
              <a:pathLst>
                <a:path w="129" h="223" extrusionOk="0">
                  <a:moveTo>
                    <a:pt x="129" y="0"/>
                  </a:moveTo>
                  <a:lnTo>
                    <a:pt x="0" y="74"/>
                  </a:lnTo>
                  <a:lnTo>
                    <a:pt x="0" y="223"/>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40"/>
            <p:cNvSpPr/>
            <p:nvPr/>
          </p:nvSpPr>
          <p:spPr>
            <a:xfrm>
              <a:off x="556669" y="2454048"/>
              <a:ext cx="4508" cy="7674"/>
            </a:xfrm>
            <a:custGeom>
              <a:avLst/>
              <a:gdLst/>
              <a:ahLst/>
              <a:cxnLst/>
              <a:rect l="l" t="t" r="r" b="b"/>
              <a:pathLst>
                <a:path w="131" h="223" extrusionOk="0">
                  <a:moveTo>
                    <a:pt x="128" y="0"/>
                  </a:moveTo>
                  <a:lnTo>
                    <a:pt x="1" y="75"/>
                  </a:lnTo>
                  <a:lnTo>
                    <a:pt x="1" y="223"/>
                  </a:lnTo>
                  <a:lnTo>
                    <a:pt x="131" y="148"/>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40"/>
            <p:cNvSpPr/>
            <p:nvPr/>
          </p:nvSpPr>
          <p:spPr>
            <a:xfrm>
              <a:off x="556669" y="2474730"/>
              <a:ext cx="4577" cy="7777"/>
            </a:xfrm>
            <a:custGeom>
              <a:avLst/>
              <a:gdLst/>
              <a:ahLst/>
              <a:cxnLst/>
              <a:rect l="l" t="t" r="r" b="b"/>
              <a:pathLst>
                <a:path w="133" h="226" extrusionOk="0">
                  <a:moveTo>
                    <a:pt x="131" y="1"/>
                  </a:moveTo>
                  <a:lnTo>
                    <a:pt x="1" y="75"/>
                  </a:lnTo>
                  <a:lnTo>
                    <a:pt x="2" y="226"/>
                  </a:lnTo>
                  <a:lnTo>
                    <a:pt x="132" y="151"/>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40"/>
            <p:cNvSpPr/>
            <p:nvPr/>
          </p:nvSpPr>
          <p:spPr>
            <a:xfrm>
              <a:off x="556669" y="2467882"/>
              <a:ext cx="4508" cy="7708"/>
            </a:xfrm>
            <a:custGeom>
              <a:avLst/>
              <a:gdLst/>
              <a:ahLst/>
              <a:cxnLst/>
              <a:rect l="l" t="t" r="r" b="b"/>
              <a:pathLst>
                <a:path w="131" h="224" extrusionOk="0">
                  <a:moveTo>
                    <a:pt x="131" y="1"/>
                  </a:moveTo>
                  <a:lnTo>
                    <a:pt x="1" y="75"/>
                  </a:lnTo>
                  <a:lnTo>
                    <a:pt x="1" y="223"/>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40"/>
            <p:cNvSpPr/>
            <p:nvPr/>
          </p:nvSpPr>
          <p:spPr>
            <a:xfrm>
              <a:off x="556669" y="2460930"/>
              <a:ext cx="4508" cy="7743"/>
            </a:xfrm>
            <a:custGeom>
              <a:avLst/>
              <a:gdLst/>
              <a:ahLst/>
              <a:cxnLst/>
              <a:rect l="l" t="t" r="r" b="b"/>
              <a:pathLst>
                <a:path w="131" h="225" extrusionOk="0">
                  <a:moveTo>
                    <a:pt x="131" y="1"/>
                  </a:moveTo>
                  <a:lnTo>
                    <a:pt x="1" y="77"/>
                  </a:lnTo>
                  <a:lnTo>
                    <a:pt x="1"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40"/>
            <p:cNvSpPr/>
            <p:nvPr/>
          </p:nvSpPr>
          <p:spPr>
            <a:xfrm>
              <a:off x="556704" y="2481681"/>
              <a:ext cx="4542" cy="7674"/>
            </a:xfrm>
            <a:custGeom>
              <a:avLst/>
              <a:gdLst/>
              <a:ahLst/>
              <a:cxnLst/>
              <a:rect l="l" t="t" r="r" b="b"/>
              <a:pathLst>
                <a:path w="132" h="223" extrusionOk="0">
                  <a:moveTo>
                    <a:pt x="131" y="1"/>
                  </a:moveTo>
                  <a:lnTo>
                    <a:pt x="1" y="75"/>
                  </a:lnTo>
                  <a:lnTo>
                    <a:pt x="1" y="223"/>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40"/>
            <p:cNvSpPr/>
            <p:nvPr/>
          </p:nvSpPr>
          <p:spPr>
            <a:xfrm>
              <a:off x="556704" y="2495515"/>
              <a:ext cx="4542" cy="7708"/>
            </a:xfrm>
            <a:custGeom>
              <a:avLst/>
              <a:gdLst/>
              <a:ahLst/>
              <a:cxnLst/>
              <a:rect l="l" t="t" r="r" b="b"/>
              <a:pathLst>
                <a:path w="132" h="224" extrusionOk="0">
                  <a:moveTo>
                    <a:pt x="131" y="1"/>
                  </a:moveTo>
                  <a:lnTo>
                    <a:pt x="1" y="76"/>
                  </a:lnTo>
                  <a:lnTo>
                    <a:pt x="2"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40"/>
            <p:cNvSpPr/>
            <p:nvPr/>
          </p:nvSpPr>
          <p:spPr>
            <a:xfrm>
              <a:off x="556704" y="2488564"/>
              <a:ext cx="4542" cy="7743"/>
            </a:xfrm>
            <a:custGeom>
              <a:avLst/>
              <a:gdLst/>
              <a:ahLst/>
              <a:cxnLst/>
              <a:rect l="l" t="t" r="r" b="b"/>
              <a:pathLst>
                <a:path w="132" h="225" extrusionOk="0">
                  <a:moveTo>
                    <a:pt x="131" y="1"/>
                  </a:moveTo>
                  <a:lnTo>
                    <a:pt x="1" y="76"/>
                  </a:lnTo>
                  <a:lnTo>
                    <a:pt x="1" y="225"/>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40"/>
            <p:cNvSpPr/>
            <p:nvPr/>
          </p:nvSpPr>
          <p:spPr>
            <a:xfrm>
              <a:off x="556773" y="2502363"/>
              <a:ext cx="4508" cy="7812"/>
            </a:xfrm>
            <a:custGeom>
              <a:avLst/>
              <a:gdLst/>
              <a:ahLst/>
              <a:cxnLst/>
              <a:rect l="l" t="t" r="r" b="b"/>
              <a:pathLst>
                <a:path w="131" h="227" extrusionOk="0">
                  <a:moveTo>
                    <a:pt x="131" y="1"/>
                  </a:moveTo>
                  <a:lnTo>
                    <a:pt x="0" y="75"/>
                  </a:lnTo>
                  <a:lnTo>
                    <a:pt x="0" y="226"/>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40"/>
            <p:cNvSpPr/>
            <p:nvPr/>
          </p:nvSpPr>
          <p:spPr>
            <a:xfrm>
              <a:off x="556773" y="2509280"/>
              <a:ext cx="4508" cy="7743"/>
            </a:xfrm>
            <a:custGeom>
              <a:avLst/>
              <a:gdLst/>
              <a:ahLst/>
              <a:cxnLst/>
              <a:rect l="l" t="t" r="r" b="b"/>
              <a:pathLst>
                <a:path w="131" h="225" extrusionOk="0">
                  <a:moveTo>
                    <a:pt x="131" y="0"/>
                  </a:moveTo>
                  <a:lnTo>
                    <a:pt x="0" y="76"/>
                  </a:lnTo>
                  <a:lnTo>
                    <a:pt x="0"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40"/>
            <p:cNvSpPr/>
            <p:nvPr/>
          </p:nvSpPr>
          <p:spPr>
            <a:xfrm>
              <a:off x="542079" y="2310307"/>
              <a:ext cx="4508" cy="7674"/>
            </a:xfrm>
            <a:custGeom>
              <a:avLst/>
              <a:gdLst/>
              <a:ahLst/>
              <a:cxnLst/>
              <a:rect l="l" t="t" r="r" b="b"/>
              <a:pathLst>
                <a:path w="131" h="223" extrusionOk="0">
                  <a:moveTo>
                    <a:pt x="130" y="0"/>
                  </a:moveTo>
                  <a:lnTo>
                    <a:pt x="0" y="75"/>
                  </a:lnTo>
                  <a:lnTo>
                    <a:pt x="0"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40"/>
            <p:cNvSpPr/>
            <p:nvPr/>
          </p:nvSpPr>
          <p:spPr>
            <a:xfrm>
              <a:off x="542079" y="2303356"/>
              <a:ext cx="4508" cy="7743"/>
            </a:xfrm>
            <a:custGeom>
              <a:avLst/>
              <a:gdLst/>
              <a:ahLst/>
              <a:cxnLst/>
              <a:rect l="l" t="t" r="r" b="b"/>
              <a:pathLst>
                <a:path w="131" h="225" extrusionOk="0">
                  <a:moveTo>
                    <a:pt x="128" y="0"/>
                  </a:moveTo>
                  <a:lnTo>
                    <a:pt x="0" y="77"/>
                  </a:lnTo>
                  <a:lnTo>
                    <a:pt x="0" y="224"/>
                  </a:lnTo>
                  <a:lnTo>
                    <a:pt x="130" y="150"/>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40"/>
            <p:cNvSpPr/>
            <p:nvPr/>
          </p:nvSpPr>
          <p:spPr>
            <a:xfrm>
              <a:off x="542113" y="2324106"/>
              <a:ext cx="4508" cy="7674"/>
            </a:xfrm>
            <a:custGeom>
              <a:avLst/>
              <a:gdLst/>
              <a:ahLst/>
              <a:cxnLst/>
              <a:rect l="l" t="t" r="r" b="b"/>
              <a:pathLst>
                <a:path w="131" h="223" extrusionOk="0">
                  <a:moveTo>
                    <a:pt x="129" y="0"/>
                  </a:moveTo>
                  <a:lnTo>
                    <a:pt x="1" y="75"/>
                  </a:lnTo>
                  <a:lnTo>
                    <a:pt x="1" y="223"/>
                  </a:lnTo>
                  <a:lnTo>
                    <a:pt x="131" y="149"/>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40"/>
            <p:cNvSpPr/>
            <p:nvPr/>
          </p:nvSpPr>
          <p:spPr>
            <a:xfrm>
              <a:off x="542079" y="2317155"/>
              <a:ext cx="4508" cy="7777"/>
            </a:xfrm>
            <a:custGeom>
              <a:avLst/>
              <a:gdLst/>
              <a:ahLst/>
              <a:cxnLst/>
              <a:rect l="l" t="t" r="r" b="b"/>
              <a:pathLst>
                <a:path w="131" h="226" extrusionOk="0">
                  <a:moveTo>
                    <a:pt x="130" y="0"/>
                  </a:moveTo>
                  <a:lnTo>
                    <a:pt x="0" y="75"/>
                  </a:lnTo>
                  <a:lnTo>
                    <a:pt x="2" y="226"/>
                  </a:lnTo>
                  <a:lnTo>
                    <a:pt x="130" y="151"/>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0"/>
            <p:cNvSpPr/>
            <p:nvPr/>
          </p:nvSpPr>
          <p:spPr>
            <a:xfrm>
              <a:off x="542182" y="2344788"/>
              <a:ext cx="4508" cy="7674"/>
            </a:xfrm>
            <a:custGeom>
              <a:avLst/>
              <a:gdLst/>
              <a:ahLst/>
              <a:cxnLst/>
              <a:rect l="l" t="t" r="r" b="b"/>
              <a:pathLst>
                <a:path w="131" h="223" extrusionOk="0">
                  <a:moveTo>
                    <a:pt x="129" y="1"/>
                  </a:moveTo>
                  <a:lnTo>
                    <a:pt x="0" y="75"/>
                  </a:lnTo>
                  <a:lnTo>
                    <a:pt x="0" y="223"/>
                  </a:lnTo>
                  <a:lnTo>
                    <a:pt x="130"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40"/>
            <p:cNvSpPr/>
            <p:nvPr/>
          </p:nvSpPr>
          <p:spPr>
            <a:xfrm>
              <a:off x="542113" y="2337940"/>
              <a:ext cx="4508" cy="7674"/>
            </a:xfrm>
            <a:custGeom>
              <a:avLst/>
              <a:gdLst/>
              <a:ahLst/>
              <a:cxnLst/>
              <a:rect l="l" t="t" r="r" b="b"/>
              <a:pathLst>
                <a:path w="131" h="223" extrusionOk="0">
                  <a:moveTo>
                    <a:pt x="131" y="1"/>
                  </a:moveTo>
                  <a:lnTo>
                    <a:pt x="1" y="74"/>
                  </a:lnTo>
                  <a:lnTo>
                    <a:pt x="1" y="223"/>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40"/>
            <p:cNvSpPr/>
            <p:nvPr/>
          </p:nvSpPr>
          <p:spPr>
            <a:xfrm>
              <a:off x="542113" y="2330989"/>
              <a:ext cx="4508" cy="7743"/>
            </a:xfrm>
            <a:custGeom>
              <a:avLst/>
              <a:gdLst/>
              <a:ahLst/>
              <a:cxnLst/>
              <a:rect l="l" t="t" r="r" b="b"/>
              <a:pathLst>
                <a:path w="131" h="225" extrusionOk="0">
                  <a:moveTo>
                    <a:pt x="131" y="1"/>
                  </a:moveTo>
                  <a:lnTo>
                    <a:pt x="1" y="75"/>
                  </a:lnTo>
                  <a:lnTo>
                    <a:pt x="1" y="224"/>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0"/>
            <p:cNvSpPr/>
            <p:nvPr/>
          </p:nvSpPr>
          <p:spPr>
            <a:xfrm>
              <a:off x="542285" y="2372490"/>
              <a:ext cx="4439" cy="7674"/>
            </a:xfrm>
            <a:custGeom>
              <a:avLst/>
              <a:gdLst/>
              <a:ahLst/>
              <a:cxnLst/>
              <a:rect l="l" t="t" r="r" b="b"/>
              <a:pathLst>
                <a:path w="129" h="223" extrusionOk="0">
                  <a:moveTo>
                    <a:pt x="127" y="0"/>
                  </a:moveTo>
                  <a:lnTo>
                    <a:pt x="0" y="73"/>
                  </a:lnTo>
                  <a:lnTo>
                    <a:pt x="0" y="223"/>
                  </a:lnTo>
                  <a:lnTo>
                    <a:pt x="129" y="148"/>
                  </a:lnTo>
                  <a:lnTo>
                    <a:pt x="1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40"/>
            <p:cNvSpPr/>
            <p:nvPr/>
          </p:nvSpPr>
          <p:spPr>
            <a:xfrm>
              <a:off x="542182" y="2365539"/>
              <a:ext cx="4508" cy="7743"/>
            </a:xfrm>
            <a:custGeom>
              <a:avLst/>
              <a:gdLst/>
              <a:ahLst/>
              <a:cxnLst/>
              <a:rect l="l" t="t" r="r" b="b"/>
              <a:pathLst>
                <a:path w="131" h="225" extrusionOk="0">
                  <a:moveTo>
                    <a:pt x="130" y="0"/>
                  </a:moveTo>
                  <a:lnTo>
                    <a:pt x="0" y="73"/>
                  </a:lnTo>
                  <a:lnTo>
                    <a:pt x="3" y="224"/>
                  </a:lnTo>
                  <a:lnTo>
                    <a:pt x="130" y="150"/>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40"/>
            <p:cNvSpPr/>
            <p:nvPr/>
          </p:nvSpPr>
          <p:spPr>
            <a:xfrm>
              <a:off x="542182" y="2358622"/>
              <a:ext cx="4508" cy="7708"/>
            </a:xfrm>
            <a:custGeom>
              <a:avLst/>
              <a:gdLst/>
              <a:ahLst/>
              <a:cxnLst/>
              <a:rect l="l" t="t" r="r" b="b"/>
              <a:pathLst>
                <a:path w="131" h="224" extrusionOk="0">
                  <a:moveTo>
                    <a:pt x="130" y="1"/>
                  </a:moveTo>
                  <a:lnTo>
                    <a:pt x="0" y="75"/>
                  </a:lnTo>
                  <a:lnTo>
                    <a:pt x="0"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40"/>
            <p:cNvSpPr/>
            <p:nvPr/>
          </p:nvSpPr>
          <p:spPr>
            <a:xfrm>
              <a:off x="542182" y="2351671"/>
              <a:ext cx="4508" cy="7743"/>
            </a:xfrm>
            <a:custGeom>
              <a:avLst/>
              <a:gdLst/>
              <a:ahLst/>
              <a:cxnLst/>
              <a:rect l="l" t="t" r="r" b="b"/>
              <a:pathLst>
                <a:path w="131" h="225" extrusionOk="0">
                  <a:moveTo>
                    <a:pt x="130" y="1"/>
                  </a:moveTo>
                  <a:lnTo>
                    <a:pt x="0" y="77"/>
                  </a:lnTo>
                  <a:lnTo>
                    <a:pt x="0" y="225"/>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40"/>
            <p:cNvSpPr/>
            <p:nvPr/>
          </p:nvSpPr>
          <p:spPr>
            <a:xfrm>
              <a:off x="542285" y="2379338"/>
              <a:ext cx="4439" cy="7743"/>
            </a:xfrm>
            <a:custGeom>
              <a:avLst/>
              <a:gdLst/>
              <a:ahLst/>
              <a:cxnLst/>
              <a:rect l="l" t="t" r="r" b="b"/>
              <a:pathLst>
                <a:path w="129" h="225" extrusionOk="0">
                  <a:moveTo>
                    <a:pt x="129" y="0"/>
                  </a:moveTo>
                  <a:lnTo>
                    <a:pt x="0" y="75"/>
                  </a:lnTo>
                  <a:lnTo>
                    <a:pt x="0" y="224"/>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40"/>
            <p:cNvSpPr/>
            <p:nvPr/>
          </p:nvSpPr>
          <p:spPr>
            <a:xfrm>
              <a:off x="542319" y="2406972"/>
              <a:ext cx="4508" cy="7674"/>
            </a:xfrm>
            <a:custGeom>
              <a:avLst/>
              <a:gdLst/>
              <a:ahLst/>
              <a:cxnLst/>
              <a:rect l="l" t="t" r="r" b="b"/>
              <a:pathLst>
                <a:path w="131" h="223" extrusionOk="0">
                  <a:moveTo>
                    <a:pt x="131" y="0"/>
                  </a:moveTo>
                  <a:lnTo>
                    <a:pt x="1" y="75"/>
                  </a:lnTo>
                  <a:lnTo>
                    <a:pt x="2"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40"/>
            <p:cNvSpPr/>
            <p:nvPr/>
          </p:nvSpPr>
          <p:spPr>
            <a:xfrm>
              <a:off x="542319" y="2400020"/>
              <a:ext cx="4508" cy="7743"/>
            </a:xfrm>
            <a:custGeom>
              <a:avLst/>
              <a:gdLst/>
              <a:ahLst/>
              <a:cxnLst/>
              <a:rect l="l" t="t" r="r" b="b"/>
              <a:pathLst>
                <a:path w="131" h="225" extrusionOk="0">
                  <a:moveTo>
                    <a:pt x="131" y="0"/>
                  </a:moveTo>
                  <a:lnTo>
                    <a:pt x="1" y="75"/>
                  </a:lnTo>
                  <a:lnTo>
                    <a:pt x="1" y="224"/>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40"/>
            <p:cNvSpPr/>
            <p:nvPr/>
          </p:nvSpPr>
          <p:spPr>
            <a:xfrm>
              <a:off x="542319" y="2393172"/>
              <a:ext cx="4508" cy="7743"/>
            </a:xfrm>
            <a:custGeom>
              <a:avLst/>
              <a:gdLst/>
              <a:ahLst/>
              <a:cxnLst/>
              <a:rect l="l" t="t" r="r" b="b"/>
              <a:pathLst>
                <a:path w="131" h="225" extrusionOk="0">
                  <a:moveTo>
                    <a:pt x="128" y="1"/>
                  </a:moveTo>
                  <a:lnTo>
                    <a:pt x="1" y="75"/>
                  </a:lnTo>
                  <a:lnTo>
                    <a:pt x="1" y="224"/>
                  </a:lnTo>
                  <a:lnTo>
                    <a:pt x="131" y="148"/>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40"/>
            <p:cNvSpPr/>
            <p:nvPr/>
          </p:nvSpPr>
          <p:spPr>
            <a:xfrm>
              <a:off x="542285" y="2386221"/>
              <a:ext cx="4439" cy="7743"/>
            </a:xfrm>
            <a:custGeom>
              <a:avLst/>
              <a:gdLst/>
              <a:ahLst/>
              <a:cxnLst/>
              <a:rect l="l" t="t" r="r" b="b"/>
              <a:pathLst>
                <a:path w="129" h="225" extrusionOk="0">
                  <a:moveTo>
                    <a:pt x="129" y="1"/>
                  </a:moveTo>
                  <a:lnTo>
                    <a:pt x="0" y="77"/>
                  </a:lnTo>
                  <a:lnTo>
                    <a:pt x="2" y="224"/>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40"/>
            <p:cNvSpPr/>
            <p:nvPr/>
          </p:nvSpPr>
          <p:spPr>
            <a:xfrm>
              <a:off x="542388" y="2427653"/>
              <a:ext cx="4508" cy="7708"/>
            </a:xfrm>
            <a:custGeom>
              <a:avLst/>
              <a:gdLst/>
              <a:ahLst/>
              <a:cxnLst/>
              <a:rect l="l" t="t" r="r" b="b"/>
              <a:pathLst>
                <a:path w="131" h="224" extrusionOk="0">
                  <a:moveTo>
                    <a:pt x="130" y="1"/>
                  </a:moveTo>
                  <a:lnTo>
                    <a:pt x="0" y="75"/>
                  </a:lnTo>
                  <a:lnTo>
                    <a:pt x="0" y="223"/>
                  </a:lnTo>
                  <a:lnTo>
                    <a:pt x="130" y="148"/>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40"/>
            <p:cNvSpPr/>
            <p:nvPr/>
          </p:nvSpPr>
          <p:spPr>
            <a:xfrm>
              <a:off x="542388" y="2420771"/>
              <a:ext cx="4508" cy="7743"/>
            </a:xfrm>
            <a:custGeom>
              <a:avLst/>
              <a:gdLst/>
              <a:ahLst/>
              <a:cxnLst/>
              <a:rect l="l" t="t" r="r" b="b"/>
              <a:pathLst>
                <a:path w="131" h="225" extrusionOk="0">
                  <a:moveTo>
                    <a:pt x="130" y="0"/>
                  </a:moveTo>
                  <a:lnTo>
                    <a:pt x="0" y="75"/>
                  </a:lnTo>
                  <a:lnTo>
                    <a:pt x="0" y="224"/>
                  </a:lnTo>
                  <a:lnTo>
                    <a:pt x="130" y="149"/>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40"/>
            <p:cNvSpPr/>
            <p:nvPr/>
          </p:nvSpPr>
          <p:spPr>
            <a:xfrm>
              <a:off x="542388" y="2413854"/>
              <a:ext cx="4508" cy="7743"/>
            </a:xfrm>
            <a:custGeom>
              <a:avLst/>
              <a:gdLst/>
              <a:ahLst/>
              <a:cxnLst/>
              <a:rect l="l" t="t" r="r" b="b"/>
              <a:pathLst>
                <a:path w="131" h="225" extrusionOk="0">
                  <a:moveTo>
                    <a:pt x="129" y="1"/>
                  </a:moveTo>
                  <a:lnTo>
                    <a:pt x="0" y="75"/>
                  </a:lnTo>
                  <a:lnTo>
                    <a:pt x="0" y="225"/>
                  </a:lnTo>
                  <a:lnTo>
                    <a:pt x="130"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0"/>
            <p:cNvSpPr/>
            <p:nvPr/>
          </p:nvSpPr>
          <p:spPr>
            <a:xfrm>
              <a:off x="542388" y="2434605"/>
              <a:ext cx="4542" cy="7674"/>
            </a:xfrm>
            <a:custGeom>
              <a:avLst/>
              <a:gdLst/>
              <a:ahLst/>
              <a:cxnLst/>
              <a:rect l="l" t="t" r="r" b="b"/>
              <a:pathLst>
                <a:path w="132" h="223" extrusionOk="0">
                  <a:moveTo>
                    <a:pt x="130" y="1"/>
                  </a:moveTo>
                  <a:lnTo>
                    <a:pt x="0" y="75"/>
                  </a:lnTo>
                  <a:lnTo>
                    <a:pt x="1" y="223"/>
                  </a:lnTo>
                  <a:lnTo>
                    <a:pt x="132" y="148"/>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40"/>
            <p:cNvSpPr/>
            <p:nvPr/>
          </p:nvSpPr>
          <p:spPr>
            <a:xfrm>
              <a:off x="542423" y="2448439"/>
              <a:ext cx="4508" cy="7708"/>
            </a:xfrm>
            <a:custGeom>
              <a:avLst/>
              <a:gdLst/>
              <a:ahLst/>
              <a:cxnLst/>
              <a:rect l="l" t="t" r="r" b="b"/>
              <a:pathLst>
                <a:path w="131" h="224" extrusionOk="0">
                  <a:moveTo>
                    <a:pt x="131" y="1"/>
                  </a:moveTo>
                  <a:lnTo>
                    <a:pt x="0" y="74"/>
                  </a:lnTo>
                  <a:lnTo>
                    <a:pt x="0"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40"/>
            <p:cNvSpPr/>
            <p:nvPr/>
          </p:nvSpPr>
          <p:spPr>
            <a:xfrm>
              <a:off x="542423" y="2441522"/>
              <a:ext cx="4508" cy="7674"/>
            </a:xfrm>
            <a:custGeom>
              <a:avLst/>
              <a:gdLst/>
              <a:ahLst/>
              <a:cxnLst/>
              <a:rect l="l" t="t" r="r" b="b"/>
              <a:pathLst>
                <a:path w="131" h="223" extrusionOk="0">
                  <a:moveTo>
                    <a:pt x="131" y="0"/>
                  </a:moveTo>
                  <a:lnTo>
                    <a:pt x="0" y="75"/>
                  </a:lnTo>
                  <a:lnTo>
                    <a:pt x="0" y="222"/>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0"/>
            <p:cNvSpPr/>
            <p:nvPr/>
          </p:nvSpPr>
          <p:spPr>
            <a:xfrm>
              <a:off x="542423" y="2455287"/>
              <a:ext cx="4508" cy="7708"/>
            </a:xfrm>
            <a:custGeom>
              <a:avLst/>
              <a:gdLst/>
              <a:ahLst/>
              <a:cxnLst/>
              <a:rect l="l" t="t" r="r" b="b"/>
              <a:pathLst>
                <a:path w="131" h="224" extrusionOk="0">
                  <a:moveTo>
                    <a:pt x="131" y="1"/>
                  </a:moveTo>
                  <a:lnTo>
                    <a:pt x="0" y="76"/>
                  </a:lnTo>
                  <a:lnTo>
                    <a:pt x="3" y="223"/>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40"/>
            <p:cNvSpPr/>
            <p:nvPr/>
          </p:nvSpPr>
          <p:spPr>
            <a:xfrm>
              <a:off x="542526" y="2469155"/>
              <a:ext cx="4474" cy="7674"/>
            </a:xfrm>
            <a:custGeom>
              <a:avLst/>
              <a:gdLst/>
              <a:ahLst/>
              <a:cxnLst/>
              <a:rect l="l" t="t" r="r" b="b"/>
              <a:pathLst>
                <a:path w="130" h="223" extrusionOk="0">
                  <a:moveTo>
                    <a:pt x="129" y="0"/>
                  </a:moveTo>
                  <a:lnTo>
                    <a:pt x="0" y="75"/>
                  </a:lnTo>
                  <a:lnTo>
                    <a:pt x="0" y="223"/>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40"/>
            <p:cNvSpPr/>
            <p:nvPr/>
          </p:nvSpPr>
          <p:spPr>
            <a:xfrm>
              <a:off x="542526" y="2462204"/>
              <a:ext cx="4474" cy="7743"/>
            </a:xfrm>
            <a:custGeom>
              <a:avLst/>
              <a:gdLst/>
              <a:ahLst/>
              <a:cxnLst/>
              <a:rect l="l" t="t" r="r" b="b"/>
              <a:pathLst>
                <a:path w="130" h="225" extrusionOk="0">
                  <a:moveTo>
                    <a:pt x="129" y="0"/>
                  </a:moveTo>
                  <a:lnTo>
                    <a:pt x="0" y="76"/>
                  </a:lnTo>
                  <a:lnTo>
                    <a:pt x="0" y="224"/>
                  </a:lnTo>
                  <a:lnTo>
                    <a:pt x="129"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0"/>
            <p:cNvSpPr/>
            <p:nvPr/>
          </p:nvSpPr>
          <p:spPr>
            <a:xfrm>
              <a:off x="542560" y="2482954"/>
              <a:ext cx="4542" cy="7674"/>
            </a:xfrm>
            <a:custGeom>
              <a:avLst/>
              <a:gdLst/>
              <a:ahLst/>
              <a:cxnLst/>
              <a:rect l="l" t="t" r="r" b="b"/>
              <a:pathLst>
                <a:path w="132" h="223" extrusionOk="0">
                  <a:moveTo>
                    <a:pt x="128" y="0"/>
                  </a:moveTo>
                  <a:lnTo>
                    <a:pt x="1" y="75"/>
                  </a:lnTo>
                  <a:lnTo>
                    <a:pt x="1" y="223"/>
                  </a:lnTo>
                  <a:lnTo>
                    <a:pt x="131" y="149"/>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40"/>
            <p:cNvSpPr/>
            <p:nvPr/>
          </p:nvSpPr>
          <p:spPr>
            <a:xfrm>
              <a:off x="542526" y="2476037"/>
              <a:ext cx="4474" cy="7743"/>
            </a:xfrm>
            <a:custGeom>
              <a:avLst/>
              <a:gdLst/>
              <a:ahLst/>
              <a:cxnLst/>
              <a:rect l="l" t="t" r="r" b="b"/>
              <a:pathLst>
                <a:path w="130" h="225" extrusionOk="0">
                  <a:moveTo>
                    <a:pt x="129" y="1"/>
                  </a:moveTo>
                  <a:lnTo>
                    <a:pt x="0" y="74"/>
                  </a:lnTo>
                  <a:lnTo>
                    <a:pt x="2" y="225"/>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40"/>
            <p:cNvSpPr/>
            <p:nvPr/>
          </p:nvSpPr>
          <p:spPr>
            <a:xfrm>
              <a:off x="542560" y="2496788"/>
              <a:ext cx="4542" cy="7674"/>
            </a:xfrm>
            <a:custGeom>
              <a:avLst/>
              <a:gdLst/>
              <a:ahLst/>
              <a:cxnLst/>
              <a:rect l="l" t="t" r="r" b="b"/>
              <a:pathLst>
                <a:path w="132" h="223" extrusionOk="0">
                  <a:moveTo>
                    <a:pt x="131" y="0"/>
                  </a:moveTo>
                  <a:lnTo>
                    <a:pt x="1" y="75"/>
                  </a:lnTo>
                  <a:lnTo>
                    <a:pt x="2"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40"/>
            <p:cNvSpPr/>
            <p:nvPr/>
          </p:nvSpPr>
          <p:spPr>
            <a:xfrm>
              <a:off x="542560" y="2489837"/>
              <a:ext cx="4542" cy="7743"/>
            </a:xfrm>
            <a:custGeom>
              <a:avLst/>
              <a:gdLst/>
              <a:ahLst/>
              <a:cxnLst/>
              <a:rect l="l" t="t" r="r" b="b"/>
              <a:pathLst>
                <a:path w="132" h="225" extrusionOk="0">
                  <a:moveTo>
                    <a:pt x="131" y="1"/>
                  </a:moveTo>
                  <a:lnTo>
                    <a:pt x="1" y="75"/>
                  </a:lnTo>
                  <a:lnTo>
                    <a:pt x="1" y="224"/>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40"/>
            <p:cNvSpPr/>
            <p:nvPr/>
          </p:nvSpPr>
          <p:spPr>
            <a:xfrm>
              <a:off x="542629" y="2517470"/>
              <a:ext cx="4508" cy="7708"/>
            </a:xfrm>
            <a:custGeom>
              <a:avLst/>
              <a:gdLst/>
              <a:ahLst/>
              <a:cxnLst/>
              <a:rect l="l" t="t" r="r" b="b"/>
              <a:pathLst>
                <a:path w="131" h="224" extrusionOk="0">
                  <a:moveTo>
                    <a:pt x="131" y="1"/>
                  </a:moveTo>
                  <a:lnTo>
                    <a:pt x="0" y="75"/>
                  </a:lnTo>
                  <a:lnTo>
                    <a:pt x="2"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40"/>
            <p:cNvSpPr/>
            <p:nvPr/>
          </p:nvSpPr>
          <p:spPr>
            <a:xfrm>
              <a:off x="542629" y="2510519"/>
              <a:ext cx="4508" cy="7743"/>
            </a:xfrm>
            <a:custGeom>
              <a:avLst/>
              <a:gdLst/>
              <a:ahLst/>
              <a:cxnLst/>
              <a:rect l="l" t="t" r="r" b="b"/>
              <a:pathLst>
                <a:path w="131" h="225" extrusionOk="0">
                  <a:moveTo>
                    <a:pt x="131" y="1"/>
                  </a:moveTo>
                  <a:lnTo>
                    <a:pt x="0" y="77"/>
                  </a:lnTo>
                  <a:lnTo>
                    <a:pt x="0" y="225"/>
                  </a:lnTo>
                  <a:lnTo>
                    <a:pt x="131" y="152"/>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40"/>
            <p:cNvSpPr/>
            <p:nvPr/>
          </p:nvSpPr>
          <p:spPr>
            <a:xfrm>
              <a:off x="542629" y="2503636"/>
              <a:ext cx="4508" cy="7777"/>
            </a:xfrm>
            <a:custGeom>
              <a:avLst/>
              <a:gdLst/>
              <a:ahLst/>
              <a:cxnLst/>
              <a:rect l="l" t="t" r="r" b="b"/>
              <a:pathLst>
                <a:path w="131" h="226" extrusionOk="0">
                  <a:moveTo>
                    <a:pt x="129" y="0"/>
                  </a:moveTo>
                  <a:lnTo>
                    <a:pt x="0" y="75"/>
                  </a:lnTo>
                  <a:lnTo>
                    <a:pt x="0" y="226"/>
                  </a:lnTo>
                  <a:lnTo>
                    <a:pt x="131"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40"/>
            <p:cNvSpPr/>
            <p:nvPr/>
          </p:nvSpPr>
          <p:spPr>
            <a:xfrm>
              <a:off x="534955" y="2314333"/>
              <a:ext cx="4474" cy="7743"/>
            </a:xfrm>
            <a:custGeom>
              <a:avLst/>
              <a:gdLst/>
              <a:ahLst/>
              <a:cxnLst/>
              <a:rect l="l" t="t" r="r" b="b"/>
              <a:pathLst>
                <a:path w="130" h="225" extrusionOk="0">
                  <a:moveTo>
                    <a:pt x="130" y="0"/>
                  </a:moveTo>
                  <a:lnTo>
                    <a:pt x="1" y="75"/>
                  </a:lnTo>
                  <a:lnTo>
                    <a:pt x="2" y="224"/>
                  </a:lnTo>
                  <a:lnTo>
                    <a:pt x="130" y="150"/>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40"/>
            <p:cNvSpPr/>
            <p:nvPr/>
          </p:nvSpPr>
          <p:spPr>
            <a:xfrm>
              <a:off x="534955" y="2307485"/>
              <a:ext cx="4474" cy="7674"/>
            </a:xfrm>
            <a:custGeom>
              <a:avLst/>
              <a:gdLst/>
              <a:ahLst/>
              <a:cxnLst/>
              <a:rect l="l" t="t" r="r" b="b"/>
              <a:pathLst>
                <a:path w="130" h="223" extrusionOk="0">
                  <a:moveTo>
                    <a:pt x="130" y="0"/>
                  </a:moveTo>
                  <a:lnTo>
                    <a:pt x="1" y="75"/>
                  </a:lnTo>
                  <a:lnTo>
                    <a:pt x="1"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40"/>
            <p:cNvSpPr/>
            <p:nvPr/>
          </p:nvSpPr>
          <p:spPr>
            <a:xfrm>
              <a:off x="535024" y="2328167"/>
              <a:ext cx="4508" cy="7708"/>
            </a:xfrm>
            <a:custGeom>
              <a:avLst/>
              <a:gdLst/>
              <a:ahLst/>
              <a:cxnLst/>
              <a:rect l="l" t="t" r="r" b="b"/>
              <a:pathLst>
                <a:path w="131" h="224" extrusionOk="0">
                  <a:moveTo>
                    <a:pt x="131" y="1"/>
                  </a:moveTo>
                  <a:lnTo>
                    <a:pt x="0" y="75"/>
                  </a:lnTo>
                  <a:lnTo>
                    <a:pt x="0" y="223"/>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0"/>
            <p:cNvSpPr/>
            <p:nvPr/>
          </p:nvSpPr>
          <p:spPr>
            <a:xfrm>
              <a:off x="535024" y="2321216"/>
              <a:ext cx="4508" cy="7743"/>
            </a:xfrm>
            <a:custGeom>
              <a:avLst/>
              <a:gdLst/>
              <a:ahLst/>
              <a:cxnLst/>
              <a:rect l="l" t="t" r="r" b="b"/>
              <a:pathLst>
                <a:path w="131" h="225" extrusionOk="0">
                  <a:moveTo>
                    <a:pt x="128" y="1"/>
                  </a:moveTo>
                  <a:lnTo>
                    <a:pt x="0" y="77"/>
                  </a:lnTo>
                  <a:lnTo>
                    <a:pt x="0" y="225"/>
                  </a:lnTo>
                  <a:lnTo>
                    <a:pt x="131" y="152"/>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40"/>
            <p:cNvSpPr/>
            <p:nvPr/>
          </p:nvSpPr>
          <p:spPr>
            <a:xfrm>
              <a:off x="535024" y="2335084"/>
              <a:ext cx="4508" cy="7708"/>
            </a:xfrm>
            <a:custGeom>
              <a:avLst/>
              <a:gdLst/>
              <a:ahLst/>
              <a:cxnLst/>
              <a:rect l="l" t="t" r="r" b="b"/>
              <a:pathLst>
                <a:path w="131" h="224" extrusionOk="0">
                  <a:moveTo>
                    <a:pt x="131" y="0"/>
                  </a:moveTo>
                  <a:lnTo>
                    <a:pt x="0" y="76"/>
                  </a:lnTo>
                  <a:lnTo>
                    <a:pt x="2" y="224"/>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40"/>
            <p:cNvSpPr/>
            <p:nvPr/>
          </p:nvSpPr>
          <p:spPr>
            <a:xfrm>
              <a:off x="535058" y="2348883"/>
              <a:ext cx="4542" cy="7708"/>
            </a:xfrm>
            <a:custGeom>
              <a:avLst/>
              <a:gdLst/>
              <a:ahLst/>
              <a:cxnLst/>
              <a:rect l="l" t="t" r="r" b="b"/>
              <a:pathLst>
                <a:path w="132" h="224" extrusionOk="0">
                  <a:moveTo>
                    <a:pt x="131" y="0"/>
                  </a:moveTo>
                  <a:lnTo>
                    <a:pt x="1" y="75"/>
                  </a:lnTo>
                  <a:lnTo>
                    <a:pt x="1" y="224"/>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40"/>
            <p:cNvSpPr/>
            <p:nvPr/>
          </p:nvSpPr>
          <p:spPr>
            <a:xfrm>
              <a:off x="535058" y="2342035"/>
              <a:ext cx="4542" cy="7674"/>
            </a:xfrm>
            <a:custGeom>
              <a:avLst/>
              <a:gdLst/>
              <a:ahLst/>
              <a:cxnLst/>
              <a:rect l="l" t="t" r="r" b="b"/>
              <a:pathLst>
                <a:path w="132" h="223" extrusionOk="0">
                  <a:moveTo>
                    <a:pt x="130" y="0"/>
                  </a:moveTo>
                  <a:lnTo>
                    <a:pt x="1" y="73"/>
                  </a:lnTo>
                  <a:lnTo>
                    <a:pt x="1" y="222"/>
                  </a:lnTo>
                  <a:lnTo>
                    <a:pt x="131"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40"/>
            <p:cNvSpPr/>
            <p:nvPr/>
          </p:nvSpPr>
          <p:spPr>
            <a:xfrm>
              <a:off x="535127" y="2376517"/>
              <a:ext cx="4508" cy="7777"/>
            </a:xfrm>
            <a:custGeom>
              <a:avLst/>
              <a:gdLst/>
              <a:ahLst/>
              <a:cxnLst/>
              <a:rect l="l" t="t" r="r" b="b"/>
              <a:pathLst>
                <a:path w="131" h="226" extrusionOk="0">
                  <a:moveTo>
                    <a:pt x="131" y="0"/>
                  </a:moveTo>
                  <a:lnTo>
                    <a:pt x="0" y="75"/>
                  </a:lnTo>
                  <a:lnTo>
                    <a:pt x="3" y="226"/>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40"/>
            <p:cNvSpPr/>
            <p:nvPr/>
          </p:nvSpPr>
          <p:spPr>
            <a:xfrm>
              <a:off x="535127" y="2369668"/>
              <a:ext cx="4508" cy="7674"/>
            </a:xfrm>
            <a:custGeom>
              <a:avLst/>
              <a:gdLst/>
              <a:ahLst/>
              <a:cxnLst/>
              <a:rect l="l" t="t" r="r" b="b"/>
              <a:pathLst>
                <a:path w="131" h="223" extrusionOk="0">
                  <a:moveTo>
                    <a:pt x="131" y="0"/>
                  </a:moveTo>
                  <a:lnTo>
                    <a:pt x="0" y="75"/>
                  </a:lnTo>
                  <a:lnTo>
                    <a:pt x="0"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0"/>
            <p:cNvSpPr/>
            <p:nvPr/>
          </p:nvSpPr>
          <p:spPr>
            <a:xfrm>
              <a:off x="535127" y="2362717"/>
              <a:ext cx="4508" cy="7743"/>
            </a:xfrm>
            <a:custGeom>
              <a:avLst/>
              <a:gdLst/>
              <a:ahLst/>
              <a:cxnLst/>
              <a:rect l="l" t="t" r="r" b="b"/>
              <a:pathLst>
                <a:path w="131" h="225" extrusionOk="0">
                  <a:moveTo>
                    <a:pt x="129" y="0"/>
                  </a:moveTo>
                  <a:lnTo>
                    <a:pt x="0" y="75"/>
                  </a:lnTo>
                  <a:lnTo>
                    <a:pt x="0" y="224"/>
                  </a:lnTo>
                  <a:lnTo>
                    <a:pt x="131"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40"/>
            <p:cNvSpPr/>
            <p:nvPr/>
          </p:nvSpPr>
          <p:spPr>
            <a:xfrm>
              <a:off x="535058" y="2355800"/>
              <a:ext cx="4542" cy="7708"/>
            </a:xfrm>
            <a:custGeom>
              <a:avLst/>
              <a:gdLst/>
              <a:ahLst/>
              <a:cxnLst/>
              <a:rect l="l" t="t" r="r" b="b"/>
              <a:pathLst>
                <a:path w="132" h="224" extrusionOk="0">
                  <a:moveTo>
                    <a:pt x="131" y="1"/>
                  </a:moveTo>
                  <a:lnTo>
                    <a:pt x="1" y="76"/>
                  </a:lnTo>
                  <a:lnTo>
                    <a:pt x="2"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40"/>
            <p:cNvSpPr/>
            <p:nvPr/>
          </p:nvSpPr>
          <p:spPr>
            <a:xfrm>
              <a:off x="535230" y="2390350"/>
              <a:ext cx="4474" cy="7674"/>
            </a:xfrm>
            <a:custGeom>
              <a:avLst/>
              <a:gdLst/>
              <a:ahLst/>
              <a:cxnLst/>
              <a:rect l="l" t="t" r="r" b="b"/>
              <a:pathLst>
                <a:path w="130" h="223" extrusionOk="0">
                  <a:moveTo>
                    <a:pt x="129" y="1"/>
                  </a:moveTo>
                  <a:lnTo>
                    <a:pt x="0" y="75"/>
                  </a:lnTo>
                  <a:lnTo>
                    <a:pt x="0" y="223"/>
                  </a:lnTo>
                  <a:lnTo>
                    <a:pt x="129"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40"/>
            <p:cNvSpPr/>
            <p:nvPr/>
          </p:nvSpPr>
          <p:spPr>
            <a:xfrm>
              <a:off x="535230" y="2383399"/>
              <a:ext cx="4474" cy="7743"/>
            </a:xfrm>
            <a:custGeom>
              <a:avLst/>
              <a:gdLst/>
              <a:ahLst/>
              <a:cxnLst/>
              <a:rect l="l" t="t" r="r" b="b"/>
              <a:pathLst>
                <a:path w="130" h="225" extrusionOk="0">
                  <a:moveTo>
                    <a:pt x="128" y="1"/>
                  </a:moveTo>
                  <a:lnTo>
                    <a:pt x="0" y="77"/>
                  </a:lnTo>
                  <a:lnTo>
                    <a:pt x="0" y="225"/>
                  </a:lnTo>
                  <a:lnTo>
                    <a:pt x="129" y="150"/>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40"/>
            <p:cNvSpPr/>
            <p:nvPr/>
          </p:nvSpPr>
          <p:spPr>
            <a:xfrm>
              <a:off x="535334" y="2438700"/>
              <a:ext cx="4508" cy="7674"/>
            </a:xfrm>
            <a:custGeom>
              <a:avLst/>
              <a:gdLst/>
              <a:ahLst/>
              <a:cxnLst/>
              <a:rect l="l" t="t" r="r" b="b"/>
              <a:pathLst>
                <a:path w="131" h="223" extrusionOk="0">
                  <a:moveTo>
                    <a:pt x="130" y="0"/>
                  </a:moveTo>
                  <a:lnTo>
                    <a:pt x="0" y="75"/>
                  </a:lnTo>
                  <a:lnTo>
                    <a:pt x="0" y="222"/>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40"/>
            <p:cNvSpPr/>
            <p:nvPr/>
          </p:nvSpPr>
          <p:spPr>
            <a:xfrm>
              <a:off x="535334" y="2431749"/>
              <a:ext cx="4508" cy="7743"/>
            </a:xfrm>
            <a:custGeom>
              <a:avLst/>
              <a:gdLst/>
              <a:ahLst/>
              <a:cxnLst/>
              <a:rect l="l" t="t" r="r" b="b"/>
              <a:pathLst>
                <a:path w="131" h="225" extrusionOk="0">
                  <a:moveTo>
                    <a:pt x="130" y="0"/>
                  </a:moveTo>
                  <a:lnTo>
                    <a:pt x="0" y="76"/>
                  </a:lnTo>
                  <a:lnTo>
                    <a:pt x="0" y="224"/>
                  </a:lnTo>
                  <a:lnTo>
                    <a:pt x="130" y="149"/>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40"/>
            <p:cNvSpPr/>
            <p:nvPr/>
          </p:nvSpPr>
          <p:spPr>
            <a:xfrm>
              <a:off x="535265" y="2424832"/>
              <a:ext cx="4508" cy="7812"/>
            </a:xfrm>
            <a:custGeom>
              <a:avLst/>
              <a:gdLst/>
              <a:ahLst/>
              <a:cxnLst/>
              <a:rect l="l" t="t" r="r" b="b"/>
              <a:pathLst>
                <a:path w="131" h="227" extrusionOk="0">
                  <a:moveTo>
                    <a:pt x="131" y="1"/>
                  </a:moveTo>
                  <a:lnTo>
                    <a:pt x="1" y="75"/>
                  </a:lnTo>
                  <a:lnTo>
                    <a:pt x="2" y="226"/>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40"/>
            <p:cNvSpPr/>
            <p:nvPr/>
          </p:nvSpPr>
          <p:spPr>
            <a:xfrm>
              <a:off x="535265" y="2417984"/>
              <a:ext cx="4508" cy="7708"/>
            </a:xfrm>
            <a:custGeom>
              <a:avLst/>
              <a:gdLst/>
              <a:ahLst/>
              <a:cxnLst/>
              <a:rect l="l" t="t" r="r" b="b"/>
              <a:pathLst>
                <a:path w="131" h="224" extrusionOk="0">
                  <a:moveTo>
                    <a:pt x="131" y="1"/>
                  </a:moveTo>
                  <a:lnTo>
                    <a:pt x="1" y="75"/>
                  </a:lnTo>
                  <a:lnTo>
                    <a:pt x="1"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40"/>
            <p:cNvSpPr/>
            <p:nvPr/>
          </p:nvSpPr>
          <p:spPr>
            <a:xfrm>
              <a:off x="535265" y="2411032"/>
              <a:ext cx="4508" cy="7743"/>
            </a:xfrm>
            <a:custGeom>
              <a:avLst/>
              <a:gdLst/>
              <a:ahLst/>
              <a:cxnLst/>
              <a:rect l="l" t="t" r="r" b="b"/>
              <a:pathLst>
                <a:path w="131" h="225" extrusionOk="0">
                  <a:moveTo>
                    <a:pt x="131" y="1"/>
                  </a:moveTo>
                  <a:lnTo>
                    <a:pt x="1" y="76"/>
                  </a:lnTo>
                  <a:lnTo>
                    <a:pt x="1" y="225"/>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0"/>
            <p:cNvSpPr/>
            <p:nvPr/>
          </p:nvSpPr>
          <p:spPr>
            <a:xfrm>
              <a:off x="535265" y="2404150"/>
              <a:ext cx="4508" cy="7674"/>
            </a:xfrm>
            <a:custGeom>
              <a:avLst/>
              <a:gdLst/>
              <a:ahLst/>
              <a:cxnLst/>
              <a:rect l="l" t="t" r="r" b="b"/>
              <a:pathLst>
                <a:path w="131" h="223" extrusionOk="0">
                  <a:moveTo>
                    <a:pt x="128" y="0"/>
                  </a:moveTo>
                  <a:lnTo>
                    <a:pt x="1" y="75"/>
                  </a:lnTo>
                  <a:lnTo>
                    <a:pt x="1" y="223"/>
                  </a:lnTo>
                  <a:lnTo>
                    <a:pt x="131" y="150"/>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0"/>
            <p:cNvSpPr/>
            <p:nvPr/>
          </p:nvSpPr>
          <p:spPr>
            <a:xfrm>
              <a:off x="535230" y="2397267"/>
              <a:ext cx="4474" cy="7708"/>
            </a:xfrm>
            <a:custGeom>
              <a:avLst/>
              <a:gdLst/>
              <a:ahLst/>
              <a:cxnLst/>
              <a:rect l="l" t="t" r="r" b="b"/>
              <a:pathLst>
                <a:path w="130" h="224" extrusionOk="0">
                  <a:moveTo>
                    <a:pt x="129" y="0"/>
                  </a:moveTo>
                  <a:lnTo>
                    <a:pt x="0" y="73"/>
                  </a:lnTo>
                  <a:lnTo>
                    <a:pt x="2" y="224"/>
                  </a:lnTo>
                  <a:lnTo>
                    <a:pt x="129" y="149"/>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0"/>
            <p:cNvSpPr/>
            <p:nvPr/>
          </p:nvSpPr>
          <p:spPr>
            <a:xfrm>
              <a:off x="535334" y="2445582"/>
              <a:ext cx="4508" cy="7743"/>
            </a:xfrm>
            <a:custGeom>
              <a:avLst/>
              <a:gdLst/>
              <a:ahLst/>
              <a:cxnLst/>
              <a:rect l="l" t="t" r="r" b="b"/>
              <a:pathLst>
                <a:path w="131" h="225" extrusionOk="0">
                  <a:moveTo>
                    <a:pt x="130" y="1"/>
                  </a:moveTo>
                  <a:lnTo>
                    <a:pt x="0" y="77"/>
                  </a:lnTo>
                  <a:lnTo>
                    <a:pt x="2" y="224"/>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40"/>
            <p:cNvSpPr/>
            <p:nvPr/>
          </p:nvSpPr>
          <p:spPr>
            <a:xfrm>
              <a:off x="535368" y="2459382"/>
              <a:ext cx="4508" cy="7777"/>
            </a:xfrm>
            <a:custGeom>
              <a:avLst/>
              <a:gdLst/>
              <a:ahLst/>
              <a:cxnLst/>
              <a:rect l="l" t="t" r="r" b="b"/>
              <a:pathLst>
                <a:path w="131" h="226" extrusionOk="0">
                  <a:moveTo>
                    <a:pt x="131" y="0"/>
                  </a:moveTo>
                  <a:lnTo>
                    <a:pt x="1" y="75"/>
                  </a:lnTo>
                  <a:lnTo>
                    <a:pt x="1" y="226"/>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40"/>
            <p:cNvSpPr/>
            <p:nvPr/>
          </p:nvSpPr>
          <p:spPr>
            <a:xfrm>
              <a:off x="535368" y="2452534"/>
              <a:ext cx="4508" cy="7674"/>
            </a:xfrm>
            <a:custGeom>
              <a:avLst/>
              <a:gdLst/>
              <a:ahLst/>
              <a:cxnLst/>
              <a:rect l="l" t="t" r="r" b="b"/>
              <a:pathLst>
                <a:path w="131" h="223" extrusionOk="0">
                  <a:moveTo>
                    <a:pt x="129" y="0"/>
                  </a:moveTo>
                  <a:lnTo>
                    <a:pt x="1" y="75"/>
                  </a:lnTo>
                  <a:lnTo>
                    <a:pt x="1" y="223"/>
                  </a:lnTo>
                  <a:lnTo>
                    <a:pt x="131"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40"/>
            <p:cNvSpPr/>
            <p:nvPr/>
          </p:nvSpPr>
          <p:spPr>
            <a:xfrm>
              <a:off x="535368" y="2466333"/>
              <a:ext cx="4508" cy="7674"/>
            </a:xfrm>
            <a:custGeom>
              <a:avLst/>
              <a:gdLst/>
              <a:ahLst/>
              <a:cxnLst/>
              <a:rect l="l" t="t" r="r" b="b"/>
              <a:pathLst>
                <a:path w="131" h="223" extrusionOk="0">
                  <a:moveTo>
                    <a:pt x="131" y="0"/>
                  </a:moveTo>
                  <a:lnTo>
                    <a:pt x="1" y="75"/>
                  </a:lnTo>
                  <a:lnTo>
                    <a:pt x="4"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40"/>
            <p:cNvSpPr/>
            <p:nvPr/>
          </p:nvSpPr>
          <p:spPr>
            <a:xfrm>
              <a:off x="535471" y="2473216"/>
              <a:ext cx="4474" cy="7743"/>
            </a:xfrm>
            <a:custGeom>
              <a:avLst/>
              <a:gdLst/>
              <a:ahLst/>
              <a:cxnLst/>
              <a:rect l="l" t="t" r="r" b="b"/>
              <a:pathLst>
                <a:path w="130" h="225" extrusionOk="0">
                  <a:moveTo>
                    <a:pt x="128" y="1"/>
                  </a:moveTo>
                  <a:lnTo>
                    <a:pt x="1" y="74"/>
                  </a:lnTo>
                  <a:lnTo>
                    <a:pt x="1" y="225"/>
                  </a:lnTo>
                  <a:lnTo>
                    <a:pt x="129" y="149"/>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40"/>
            <p:cNvSpPr/>
            <p:nvPr/>
          </p:nvSpPr>
          <p:spPr>
            <a:xfrm>
              <a:off x="535471" y="2480064"/>
              <a:ext cx="4474" cy="7743"/>
            </a:xfrm>
            <a:custGeom>
              <a:avLst/>
              <a:gdLst/>
              <a:ahLst/>
              <a:cxnLst/>
              <a:rect l="l" t="t" r="r" b="b"/>
              <a:pathLst>
                <a:path w="130" h="225" extrusionOk="0">
                  <a:moveTo>
                    <a:pt x="129" y="1"/>
                  </a:moveTo>
                  <a:lnTo>
                    <a:pt x="1" y="77"/>
                  </a:lnTo>
                  <a:lnTo>
                    <a:pt x="1" y="225"/>
                  </a:lnTo>
                  <a:lnTo>
                    <a:pt x="129" y="151"/>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0"/>
            <p:cNvSpPr/>
            <p:nvPr/>
          </p:nvSpPr>
          <p:spPr>
            <a:xfrm>
              <a:off x="535471" y="2487015"/>
              <a:ext cx="4474" cy="7708"/>
            </a:xfrm>
            <a:custGeom>
              <a:avLst/>
              <a:gdLst/>
              <a:ahLst/>
              <a:cxnLst/>
              <a:rect l="l" t="t" r="r" b="b"/>
              <a:pathLst>
                <a:path w="130" h="224" extrusionOk="0">
                  <a:moveTo>
                    <a:pt x="129" y="1"/>
                  </a:moveTo>
                  <a:lnTo>
                    <a:pt x="1" y="75"/>
                  </a:lnTo>
                  <a:lnTo>
                    <a:pt x="2" y="223"/>
                  </a:lnTo>
                  <a:lnTo>
                    <a:pt x="129"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0"/>
            <p:cNvSpPr/>
            <p:nvPr/>
          </p:nvSpPr>
          <p:spPr>
            <a:xfrm>
              <a:off x="535540" y="2493932"/>
              <a:ext cx="4405" cy="7708"/>
            </a:xfrm>
            <a:custGeom>
              <a:avLst/>
              <a:gdLst/>
              <a:ahLst/>
              <a:cxnLst/>
              <a:rect l="l" t="t" r="r" b="b"/>
              <a:pathLst>
                <a:path w="128" h="224" extrusionOk="0">
                  <a:moveTo>
                    <a:pt x="127" y="0"/>
                  </a:moveTo>
                  <a:lnTo>
                    <a:pt x="0" y="76"/>
                  </a:lnTo>
                  <a:lnTo>
                    <a:pt x="0" y="224"/>
                  </a:lnTo>
                  <a:lnTo>
                    <a:pt x="127" y="149"/>
                  </a:lnTo>
                  <a:lnTo>
                    <a:pt x="1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40"/>
            <p:cNvSpPr/>
            <p:nvPr/>
          </p:nvSpPr>
          <p:spPr>
            <a:xfrm>
              <a:off x="535540" y="2507697"/>
              <a:ext cx="4508" cy="7812"/>
            </a:xfrm>
            <a:custGeom>
              <a:avLst/>
              <a:gdLst/>
              <a:ahLst/>
              <a:cxnLst/>
              <a:rect l="l" t="t" r="r" b="b"/>
              <a:pathLst>
                <a:path w="131" h="227" extrusionOk="0">
                  <a:moveTo>
                    <a:pt x="130" y="1"/>
                  </a:moveTo>
                  <a:lnTo>
                    <a:pt x="0" y="76"/>
                  </a:lnTo>
                  <a:lnTo>
                    <a:pt x="0" y="226"/>
                  </a:lnTo>
                  <a:lnTo>
                    <a:pt x="130" y="152"/>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0"/>
            <p:cNvSpPr/>
            <p:nvPr/>
          </p:nvSpPr>
          <p:spPr>
            <a:xfrm>
              <a:off x="535540" y="2500849"/>
              <a:ext cx="4508" cy="7708"/>
            </a:xfrm>
            <a:custGeom>
              <a:avLst/>
              <a:gdLst/>
              <a:ahLst/>
              <a:cxnLst/>
              <a:rect l="l" t="t" r="r" b="b"/>
              <a:pathLst>
                <a:path w="131" h="224" extrusionOk="0">
                  <a:moveTo>
                    <a:pt x="130" y="1"/>
                  </a:moveTo>
                  <a:lnTo>
                    <a:pt x="0" y="74"/>
                  </a:lnTo>
                  <a:lnTo>
                    <a:pt x="0"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0"/>
            <p:cNvSpPr/>
            <p:nvPr/>
          </p:nvSpPr>
          <p:spPr>
            <a:xfrm>
              <a:off x="535575" y="2521565"/>
              <a:ext cx="4508" cy="7743"/>
            </a:xfrm>
            <a:custGeom>
              <a:avLst/>
              <a:gdLst/>
              <a:ahLst/>
              <a:cxnLst/>
              <a:rect l="l" t="t" r="r" b="b"/>
              <a:pathLst>
                <a:path w="131" h="225" extrusionOk="0">
                  <a:moveTo>
                    <a:pt x="131" y="0"/>
                  </a:moveTo>
                  <a:lnTo>
                    <a:pt x="1" y="75"/>
                  </a:lnTo>
                  <a:lnTo>
                    <a:pt x="1"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40"/>
            <p:cNvSpPr/>
            <p:nvPr/>
          </p:nvSpPr>
          <p:spPr>
            <a:xfrm>
              <a:off x="535575" y="2514614"/>
              <a:ext cx="4474" cy="7743"/>
            </a:xfrm>
            <a:custGeom>
              <a:avLst/>
              <a:gdLst/>
              <a:ahLst/>
              <a:cxnLst/>
              <a:rect l="l" t="t" r="r" b="b"/>
              <a:pathLst>
                <a:path w="130" h="225" extrusionOk="0">
                  <a:moveTo>
                    <a:pt x="129" y="0"/>
                  </a:moveTo>
                  <a:lnTo>
                    <a:pt x="1" y="76"/>
                  </a:lnTo>
                  <a:lnTo>
                    <a:pt x="1" y="224"/>
                  </a:lnTo>
                  <a:lnTo>
                    <a:pt x="129" y="151"/>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40"/>
            <p:cNvSpPr/>
            <p:nvPr/>
          </p:nvSpPr>
          <p:spPr>
            <a:xfrm>
              <a:off x="527935" y="2318394"/>
              <a:ext cx="4439" cy="7812"/>
            </a:xfrm>
            <a:custGeom>
              <a:avLst/>
              <a:gdLst/>
              <a:ahLst/>
              <a:cxnLst/>
              <a:rect l="l" t="t" r="r" b="b"/>
              <a:pathLst>
                <a:path w="129" h="227" extrusionOk="0">
                  <a:moveTo>
                    <a:pt x="129" y="1"/>
                  </a:moveTo>
                  <a:lnTo>
                    <a:pt x="0" y="76"/>
                  </a:lnTo>
                  <a:lnTo>
                    <a:pt x="0" y="226"/>
                  </a:lnTo>
                  <a:lnTo>
                    <a:pt x="129" y="152"/>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40"/>
            <p:cNvSpPr/>
            <p:nvPr/>
          </p:nvSpPr>
          <p:spPr>
            <a:xfrm>
              <a:off x="527935" y="2311546"/>
              <a:ext cx="4439" cy="7708"/>
            </a:xfrm>
            <a:custGeom>
              <a:avLst/>
              <a:gdLst/>
              <a:ahLst/>
              <a:cxnLst/>
              <a:rect l="l" t="t" r="r" b="b"/>
              <a:pathLst>
                <a:path w="129" h="224" extrusionOk="0">
                  <a:moveTo>
                    <a:pt x="129" y="1"/>
                  </a:moveTo>
                  <a:lnTo>
                    <a:pt x="0" y="76"/>
                  </a:lnTo>
                  <a:lnTo>
                    <a:pt x="0" y="223"/>
                  </a:lnTo>
                  <a:lnTo>
                    <a:pt x="129"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40"/>
            <p:cNvSpPr/>
            <p:nvPr/>
          </p:nvSpPr>
          <p:spPr>
            <a:xfrm>
              <a:off x="527935" y="2325345"/>
              <a:ext cx="4439" cy="7708"/>
            </a:xfrm>
            <a:custGeom>
              <a:avLst/>
              <a:gdLst/>
              <a:ahLst/>
              <a:cxnLst/>
              <a:rect l="l" t="t" r="r" b="b"/>
              <a:pathLst>
                <a:path w="129" h="224" extrusionOk="0">
                  <a:moveTo>
                    <a:pt x="129" y="1"/>
                  </a:moveTo>
                  <a:lnTo>
                    <a:pt x="0" y="75"/>
                  </a:lnTo>
                  <a:lnTo>
                    <a:pt x="2" y="223"/>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40"/>
            <p:cNvSpPr/>
            <p:nvPr/>
          </p:nvSpPr>
          <p:spPr>
            <a:xfrm>
              <a:off x="527969" y="2339213"/>
              <a:ext cx="4508" cy="7674"/>
            </a:xfrm>
            <a:custGeom>
              <a:avLst/>
              <a:gdLst/>
              <a:ahLst/>
              <a:cxnLst/>
              <a:rect l="l" t="t" r="r" b="b"/>
              <a:pathLst>
                <a:path w="131" h="223" extrusionOk="0">
                  <a:moveTo>
                    <a:pt x="131" y="0"/>
                  </a:moveTo>
                  <a:lnTo>
                    <a:pt x="1" y="75"/>
                  </a:lnTo>
                  <a:lnTo>
                    <a:pt x="1"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40"/>
            <p:cNvSpPr/>
            <p:nvPr/>
          </p:nvSpPr>
          <p:spPr>
            <a:xfrm>
              <a:off x="527969" y="2332262"/>
              <a:ext cx="4508" cy="7743"/>
            </a:xfrm>
            <a:custGeom>
              <a:avLst/>
              <a:gdLst/>
              <a:ahLst/>
              <a:cxnLst/>
              <a:rect l="l" t="t" r="r" b="b"/>
              <a:pathLst>
                <a:path w="131" h="225" extrusionOk="0">
                  <a:moveTo>
                    <a:pt x="131" y="0"/>
                  </a:moveTo>
                  <a:lnTo>
                    <a:pt x="1" y="75"/>
                  </a:lnTo>
                  <a:lnTo>
                    <a:pt x="1"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40"/>
            <p:cNvSpPr/>
            <p:nvPr/>
          </p:nvSpPr>
          <p:spPr>
            <a:xfrm>
              <a:off x="528073" y="2373626"/>
              <a:ext cx="4474" cy="7812"/>
            </a:xfrm>
            <a:custGeom>
              <a:avLst/>
              <a:gdLst/>
              <a:ahLst/>
              <a:cxnLst/>
              <a:rect l="l" t="t" r="r" b="b"/>
              <a:pathLst>
                <a:path w="130" h="227" extrusionOk="0">
                  <a:moveTo>
                    <a:pt x="129" y="1"/>
                  </a:moveTo>
                  <a:lnTo>
                    <a:pt x="1" y="77"/>
                  </a:lnTo>
                  <a:lnTo>
                    <a:pt x="1" y="226"/>
                  </a:lnTo>
                  <a:lnTo>
                    <a:pt x="129" y="152"/>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40"/>
            <p:cNvSpPr/>
            <p:nvPr/>
          </p:nvSpPr>
          <p:spPr>
            <a:xfrm>
              <a:off x="528038" y="2366778"/>
              <a:ext cx="4508" cy="7743"/>
            </a:xfrm>
            <a:custGeom>
              <a:avLst/>
              <a:gdLst/>
              <a:ahLst/>
              <a:cxnLst/>
              <a:rect l="l" t="t" r="r" b="b"/>
              <a:pathLst>
                <a:path w="131" h="225" extrusionOk="0">
                  <a:moveTo>
                    <a:pt x="130" y="1"/>
                  </a:moveTo>
                  <a:lnTo>
                    <a:pt x="0" y="77"/>
                  </a:lnTo>
                  <a:lnTo>
                    <a:pt x="2" y="225"/>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40"/>
            <p:cNvSpPr/>
            <p:nvPr/>
          </p:nvSpPr>
          <p:spPr>
            <a:xfrm>
              <a:off x="528038" y="2359895"/>
              <a:ext cx="4508" cy="7674"/>
            </a:xfrm>
            <a:custGeom>
              <a:avLst/>
              <a:gdLst/>
              <a:ahLst/>
              <a:cxnLst/>
              <a:rect l="l" t="t" r="r" b="b"/>
              <a:pathLst>
                <a:path w="131" h="223" extrusionOk="0">
                  <a:moveTo>
                    <a:pt x="130" y="0"/>
                  </a:moveTo>
                  <a:lnTo>
                    <a:pt x="0" y="75"/>
                  </a:lnTo>
                  <a:lnTo>
                    <a:pt x="0"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40"/>
            <p:cNvSpPr/>
            <p:nvPr/>
          </p:nvSpPr>
          <p:spPr>
            <a:xfrm>
              <a:off x="528038" y="2352944"/>
              <a:ext cx="4508" cy="7743"/>
            </a:xfrm>
            <a:custGeom>
              <a:avLst/>
              <a:gdLst/>
              <a:ahLst/>
              <a:cxnLst/>
              <a:rect l="l" t="t" r="r" b="b"/>
              <a:pathLst>
                <a:path w="131" h="225" extrusionOk="0">
                  <a:moveTo>
                    <a:pt x="129" y="1"/>
                  </a:moveTo>
                  <a:lnTo>
                    <a:pt x="0" y="77"/>
                  </a:lnTo>
                  <a:lnTo>
                    <a:pt x="0" y="224"/>
                  </a:lnTo>
                  <a:lnTo>
                    <a:pt x="130"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40"/>
            <p:cNvSpPr/>
            <p:nvPr/>
          </p:nvSpPr>
          <p:spPr>
            <a:xfrm>
              <a:off x="527969" y="2346061"/>
              <a:ext cx="4508" cy="7777"/>
            </a:xfrm>
            <a:custGeom>
              <a:avLst/>
              <a:gdLst/>
              <a:ahLst/>
              <a:cxnLst/>
              <a:rect l="l" t="t" r="r" b="b"/>
              <a:pathLst>
                <a:path w="131" h="226" extrusionOk="0">
                  <a:moveTo>
                    <a:pt x="131" y="0"/>
                  </a:moveTo>
                  <a:lnTo>
                    <a:pt x="1" y="75"/>
                  </a:lnTo>
                  <a:lnTo>
                    <a:pt x="2" y="225"/>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40"/>
            <p:cNvSpPr/>
            <p:nvPr/>
          </p:nvSpPr>
          <p:spPr>
            <a:xfrm>
              <a:off x="528073" y="2387494"/>
              <a:ext cx="4508" cy="7743"/>
            </a:xfrm>
            <a:custGeom>
              <a:avLst/>
              <a:gdLst/>
              <a:ahLst/>
              <a:cxnLst/>
              <a:rect l="l" t="t" r="r" b="b"/>
              <a:pathLst>
                <a:path w="131" h="225" extrusionOk="0">
                  <a:moveTo>
                    <a:pt x="131" y="0"/>
                  </a:moveTo>
                  <a:lnTo>
                    <a:pt x="1" y="76"/>
                  </a:lnTo>
                  <a:lnTo>
                    <a:pt x="1" y="224"/>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40"/>
            <p:cNvSpPr/>
            <p:nvPr/>
          </p:nvSpPr>
          <p:spPr>
            <a:xfrm>
              <a:off x="528073" y="2380577"/>
              <a:ext cx="4508" cy="7743"/>
            </a:xfrm>
            <a:custGeom>
              <a:avLst/>
              <a:gdLst/>
              <a:ahLst/>
              <a:cxnLst/>
              <a:rect l="l" t="t" r="r" b="b"/>
              <a:pathLst>
                <a:path w="131" h="225" extrusionOk="0">
                  <a:moveTo>
                    <a:pt x="131" y="1"/>
                  </a:moveTo>
                  <a:lnTo>
                    <a:pt x="1" y="75"/>
                  </a:lnTo>
                  <a:lnTo>
                    <a:pt x="1" y="225"/>
                  </a:lnTo>
                  <a:lnTo>
                    <a:pt x="131" y="151"/>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40"/>
            <p:cNvSpPr/>
            <p:nvPr/>
          </p:nvSpPr>
          <p:spPr>
            <a:xfrm>
              <a:off x="528176" y="2415127"/>
              <a:ext cx="4474" cy="7743"/>
            </a:xfrm>
            <a:custGeom>
              <a:avLst/>
              <a:gdLst/>
              <a:ahLst/>
              <a:cxnLst/>
              <a:rect l="l" t="t" r="r" b="b"/>
              <a:pathLst>
                <a:path w="130" h="225" extrusionOk="0">
                  <a:moveTo>
                    <a:pt x="129" y="0"/>
                  </a:moveTo>
                  <a:lnTo>
                    <a:pt x="0" y="75"/>
                  </a:lnTo>
                  <a:lnTo>
                    <a:pt x="2" y="224"/>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40"/>
            <p:cNvSpPr/>
            <p:nvPr/>
          </p:nvSpPr>
          <p:spPr>
            <a:xfrm>
              <a:off x="528176" y="2408210"/>
              <a:ext cx="4474" cy="7708"/>
            </a:xfrm>
            <a:custGeom>
              <a:avLst/>
              <a:gdLst/>
              <a:ahLst/>
              <a:cxnLst/>
              <a:rect l="l" t="t" r="r" b="b"/>
              <a:pathLst>
                <a:path w="130" h="224" extrusionOk="0">
                  <a:moveTo>
                    <a:pt x="129" y="1"/>
                  </a:moveTo>
                  <a:lnTo>
                    <a:pt x="0" y="76"/>
                  </a:lnTo>
                  <a:lnTo>
                    <a:pt x="0" y="223"/>
                  </a:lnTo>
                  <a:lnTo>
                    <a:pt x="129"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0"/>
            <p:cNvSpPr/>
            <p:nvPr/>
          </p:nvSpPr>
          <p:spPr>
            <a:xfrm>
              <a:off x="528176" y="2401294"/>
              <a:ext cx="4474" cy="7708"/>
            </a:xfrm>
            <a:custGeom>
              <a:avLst/>
              <a:gdLst/>
              <a:ahLst/>
              <a:cxnLst/>
              <a:rect l="l" t="t" r="r" b="b"/>
              <a:pathLst>
                <a:path w="130" h="224" extrusionOk="0">
                  <a:moveTo>
                    <a:pt x="129" y="0"/>
                  </a:moveTo>
                  <a:lnTo>
                    <a:pt x="0" y="75"/>
                  </a:lnTo>
                  <a:lnTo>
                    <a:pt x="0" y="224"/>
                  </a:lnTo>
                  <a:lnTo>
                    <a:pt x="129" y="151"/>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40"/>
            <p:cNvSpPr/>
            <p:nvPr/>
          </p:nvSpPr>
          <p:spPr>
            <a:xfrm>
              <a:off x="528176" y="2394445"/>
              <a:ext cx="4405" cy="7708"/>
            </a:xfrm>
            <a:custGeom>
              <a:avLst/>
              <a:gdLst/>
              <a:ahLst/>
              <a:cxnLst/>
              <a:rect l="l" t="t" r="r" b="b"/>
              <a:pathLst>
                <a:path w="128" h="224" extrusionOk="0">
                  <a:moveTo>
                    <a:pt x="128" y="0"/>
                  </a:moveTo>
                  <a:lnTo>
                    <a:pt x="0" y="73"/>
                  </a:lnTo>
                  <a:lnTo>
                    <a:pt x="0" y="224"/>
                  </a:lnTo>
                  <a:lnTo>
                    <a:pt x="128" y="148"/>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40"/>
            <p:cNvSpPr/>
            <p:nvPr/>
          </p:nvSpPr>
          <p:spPr>
            <a:xfrm>
              <a:off x="528279" y="2449712"/>
              <a:ext cx="4508" cy="7674"/>
            </a:xfrm>
            <a:custGeom>
              <a:avLst/>
              <a:gdLst/>
              <a:ahLst/>
              <a:cxnLst/>
              <a:rect l="l" t="t" r="r" b="b"/>
              <a:pathLst>
                <a:path w="131" h="223" extrusionOk="0">
                  <a:moveTo>
                    <a:pt x="131" y="1"/>
                  </a:moveTo>
                  <a:lnTo>
                    <a:pt x="0" y="75"/>
                  </a:lnTo>
                  <a:lnTo>
                    <a:pt x="0" y="223"/>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40"/>
            <p:cNvSpPr/>
            <p:nvPr/>
          </p:nvSpPr>
          <p:spPr>
            <a:xfrm>
              <a:off x="528279" y="2442761"/>
              <a:ext cx="4508" cy="7674"/>
            </a:xfrm>
            <a:custGeom>
              <a:avLst/>
              <a:gdLst/>
              <a:ahLst/>
              <a:cxnLst/>
              <a:rect l="l" t="t" r="r" b="b"/>
              <a:pathLst>
                <a:path w="131" h="223" extrusionOk="0">
                  <a:moveTo>
                    <a:pt x="129" y="1"/>
                  </a:moveTo>
                  <a:lnTo>
                    <a:pt x="0" y="75"/>
                  </a:lnTo>
                  <a:lnTo>
                    <a:pt x="0" y="223"/>
                  </a:lnTo>
                  <a:lnTo>
                    <a:pt x="131"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40"/>
            <p:cNvSpPr/>
            <p:nvPr/>
          </p:nvSpPr>
          <p:spPr>
            <a:xfrm>
              <a:off x="528210" y="2435878"/>
              <a:ext cx="4542" cy="7674"/>
            </a:xfrm>
            <a:custGeom>
              <a:avLst/>
              <a:gdLst/>
              <a:ahLst/>
              <a:cxnLst/>
              <a:rect l="l" t="t" r="r" b="b"/>
              <a:pathLst>
                <a:path w="132" h="223" extrusionOk="0">
                  <a:moveTo>
                    <a:pt x="131" y="0"/>
                  </a:moveTo>
                  <a:lnTo>
                    <a:pt x="1" y="75"/>
                  </a:lnTo>
                  <a:lnTo>
                    <a:pt x="2"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40"/>
            <p:cNvSpPr/>
            <p:nvPr/>
          </p:nvSpPr>
          <p:spPr>
            <a:xfrm>
              <a:off x="528210" y="2428927"/>
              <a:ext cx="4542" cy="7777"/>
            </a:xfrm>
            <a:custGeom>
              <a:avLst/>
              <a:gdLst/>
              <a:ahLst/>
              <a:cxnLst/>
              <a:rect l="l" t="t" r="r" b="b"/>
              <a:pathLst>
                <a:path w="132" h="226" extrusionOk="0">
                  <a:moveTo>
                    <a:pt x="131" y="0"/>
                  </a:moveTo>
                  <a:lnTo>
                    <a:pt x="1" y="75"/>
                  </a:lnTo>
                  <a:lnTo>
                    <a:pt x="1" y="226"/>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40"/>
            <p:cNvSpPr/>
            <p:nvPr/>
          </p:nvSpPr>
          <p:spPr>
            <a:xfrm>
              <a:off x="528210" y="2422079"/>
              <a:ext cx="4542" cy="7674"/>
            </a:xfrm>
            <a:custGeom>
              <a:avLst/>
              <a:gdLst/>
              <a:ahLst/>
              <a:cxnLst/>
              <a:rect l="l" t="t" r="r" b="b"/>
              <a:pathLst>
                <a:path w="132" h="223" extrusionOk="0">
                  <a:moveTo>
                    <a:pt x="131" y="0"/>
                  </a:moveTo>
                  <a:lnTo>
                    <a:pt x="1" y="73"/>
                  </a:lnTo>
                  <a:lnTo>
                    <a:pt x="1"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40"/>
            <p:cNvSpPr/>
            <p:nvPr/>
          </p:nvSpPr>
          <p:spPr>
            <a:xfrm>
              <a:off x="528417" y="2484193"/>
              <a:ext cx="4474" cy="7708"/>
            </a:xfrm>
            <a:custGeom>
              <a:avLst/>
              <a:gdLst/>
              <a:ahLst/>
              <a:cxnLst/>
              <a:rect l="l" t="t" r="r" b="b"/>
              <a:pathLst>
                <a:path w="130" h="224" extrusionOk="0">
                  <a:moveTo>
                    <a:pt x="128" y="1"/>
                  </a:moveTo>
                  <a:lnTo>
                    <a:pt x="1" y="75"/>
                  </a:lnTo>
                  <a:lnTo>
                    <a:pt x="1" y="223"/>
                  </a:lnTo>
                  <a:lnTo>
                    <a:pt x="130" y="150"/>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40"/>
            <p:cNvSpPr/>
            <p:nvPr/>
          </p:nvSpPr>
          <p:spPr>
            <a:xfrm>
              <a:off x="528314" y="2477242"/>
              <a:ext cx="4542" cy="7812"/>
            </a:xfrm>
            <a:custGeom>
              <a:avLst/>
              <a:gdLst/>
              <a:ahLst/>
              <a:cxnLst/>
              <a:rect l="l" t="t" r="r" b="b"/>
              <a:pathLst>
                <a:path w="132" h="227" extrusionOk="0">
                  <a:moveTo>
                    <a:pt x="131" y="1"/>
                  </a:moveTo>
                  <a:lnTo>
                    <a:pt x="1" y="75"/>
                  </a:lnTo>
                  <a:lnTo>
                    <a:pt x="1" y="226"/>
                  </a:lnTo>
                  <a:lnTo>
                    <a:pt x="131" y="152"/>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40"/>
            <p:cNvSpPr/>
            <p:nvPr/>
          </p:nvSpPr>
          <p:spPr>
            <a:xfrm>
              <a:off x="528314" y="2470394"/>
              <a:ext cx="4542" cy="7708"/>
            </a:xfrm>
            <a:custGeom>
              <a:avLst/>
              <a:gdLst/>
              <a:ahLst/>
              <a:cxnLst/>
              <a:rect l="l" t="t" r="r" b="b"/>
              <a:pathLst>
                <a:path w="132" h="224" extrusionOk="0">
                  <a:moveTo>
                    <a:pt x="131" y="1"/>
                  </a:moveTo>
                  <a:lnTo>
                    <a:pt x="1" y="75"/>
                  </a:lnTo>
                  <a:lnTo>
                    <a:pt x="1"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0"/>
            <p:cNvSpPr/>
            <p:nvPr/>
          </p:nvSpPr>
          <p:spPr>
            <a:xfrm>
              <a:off x="528314" y="2463442"/>
              <a:ext cx="4542" cy="7743"/>
            </a:xfrm>
            <a:custGeom>
              <a:avLst/>
              <a:gdLst/>
              <a:ahLst/>
              <a:cxnLst/>
              <a:rect l="l" t="t" r="r" b="b"/>
              <a:pathLst>
                <a:path w="132" h="225" extrusionOk="0">
                  <a:moveTo>
                    <a:pt x="130" y="1"/>
                  </a:moveTo>
                  <a:lnTo>
                    <a:pt x="1" y="77"/>
                  </a:lnTo>
                  <a:lnTo>
                    <a:pt x="1" y="225"/>
                  </a:lnTo>
                  <a:lnTo>
                    <a:pt x="131"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0"/>
            <p:cNvSpPr/>
            <p:nvPr/>
          </p:nvSpPr>
          <p:spPr>
            <a:xfrm>
              <a:off x="528279" y="2456560"/>
              <a:ext cx="4508" cy="7743"/>
            </a:xfrm>
            <a:custGeom>
              <a:avLst/>
              <a:gdLst/>
              <a:ahLst/>
              <a:cxnLst/>
              <a:rect l="l" t="t" r="r" b="b"/>
              <a:pathLst>
                <a:path w="131" h="225" extrusionOk="0">
                  <a:moveTo>
                    <a:pt x="131" y="0"/>
                  </a:moveTo>
                  <a:lnTo>
                    <a:pt x="0" y="75"/>
                  </a:lnTo>
                  <a:lnTo>
                    <a:pt x="2"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0"/>
            <p:cNvSpPr/>
            <p:nvPr/>
          </p:nvSpPr>
          <p:spPr>
            <a:xfrm>
              <a:off x="528417" y="2491110"/>
              <a:ext cx="4474" cy="7708"/>
            </a:xfrm>
            <a:custGeom>
              <a:avLst/>
              <a:gdLst/>
              <a:ahLst/>
              <a:cxnLst/>
              <a:rect l="l" t="t" r="r" b="b"/>
              <a:pathLst>
                <a:path w="130" h="224" extrusionOk="0">
                  <a:moveTo>
                    <a:pt x="130" y="0"/>
                  </a:moveTo>
                  <a:lnTo>
                    <a:pt x="1" y="75"/>
                  </a:lnTo>
                  <a:lnTo>
                    <a:pt x="1"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40"/>
            <p:cNvSpPr/>
            <p:nvPr/>
          </p:nvSpPr>
          <p:spPr>
            <a:xfrm>
              <a:off x="528417" y="2498061"/>
              <a:ext cx="4474" cy="7674"/>
            </a:xfrm>
            <a:custGeom>
              <a:avLst/>
              <a:gdLst/>
              <a:ahLst/>
              <a:cxnLst/>
              <a:rect l="l" t="t" r="r" b="b"/>
              <a:pathLst>
                <a:path w="130" h="223" extrusionOk="0">
                  <a:moveTo>
                    <a:pt x="130" y="0"/>
                  </a:moveTo>
                  <a:lnTo>
                    <a:pt x="1" y="75"/>
                  </a:lnTo>
                  <a:lnTo>
                    <a:pt x="1" y="222"/>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40"/>
            <p:cNvSpPr/>
            <p:nvPr/>
          </p:nvSpPr>
          <p:spPr>
            <a:xfrm>
              <a:off x="528486" y="2511792"/>
              <a:ext cx="4508" cy="7777"/>
            </a:xfrm>
            <a:custGeom>
              <a:avLst/>
              <a:gdLst/>
              <a:ahLst/>
              <a:cxnLst/>
              <a:rect l="l" t="t" r="r" b="b"/>
              <a:pathLst>
                <a:path w="131" h="226" extrusionOk="0">
                  <a:moveTo>
                    <a:pt x="130" y="0"/>
                  </a:moveTo>
                  <a:lnTo>
                    <a:pt x="0" y="77"/>
                  </a:lnTo>
                  <a:lnTo>
                    <a:pt x="0" y="226"/>
                  </a:lnTo>
                  <a:lnTo>
                    <a:pt x="130" y="151"/>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40"/>
            <p:cNvSpPr/>
            <p:nvPr/>
          </p:nvSpPr>
          <p:spPr>
            <a:xfrm>
              <a:off x="528417" y="2504944"/>
              <a:ext cx="4577" cy="7743"/>
            </a:xfrm>
            <a:custGeom>
              <a:avLst/>
              <a:gdLst/>
              <a:ahLst/>
              <a:cxnLst/>
              <a:rect l="l" t="t" r="r" b="b"/>
              <a:pathLst>
                <a:path w="133" h="225" extrusionOk="0">
                  <a:moveTo>
                    <a:pt x="130" y="0"/>
                  </a:moveTo>
                  <a:lnTo>
                    <a:pt x="1" y="74"/>
                  </a:lnTo>
                  <a:lnTo>
                    <a:pt x="2" y="224"/>
                  </a:lnTo>
                  <a:lnTo>
                    <a:pt x="132"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40"/>
            <p:cNvSpPr/>
            <p:nvPr/>
          </p:nvSpPr>
          <p:spPr>
            <a:xfrm>
              <a:off x="528486" y="2525626"/>
              <a:ext cx="4508" cy="7743"/>
            </a:xfrm>
            <a:custGeom>
              <a:avLst/>
              <a:gdLst/>
              <a:ahLst/>
              <a:cxnLst/>
              <a:rect l="l" t="t" r="r" b="b"/>
              <a:pathLst>
                <a:path w="131" h="225" extrusionOk="0">
                  <a:moveTo>
                    <a:pt x="130" y="1"/>
                  </a:moveTo>
                  <a:lnTo>
                    <a:pt x="0" y="77"/>
                  </a:lnTo>
                  <a:lnTo>
                    <a:pt x="2" y="225"/>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40"/>
            <p:cNvSpPr/>
            <p:nvPr/>
          </p:nvSpPr>
          <p:spPr>
            <a:xfrm>
              <a:off x="528486" y="2518743"/>
              <a:ext cx="4508" cy="7674"/>
            </a:xfrm>
            <a:custGeom>
              <a:avLst/>
              <a:gdLst/>
              <a:ahLst/>
              <a:cxnLst/>
              <a:rect l="l" t="t" r="r" b="b"/>
              <a:pathLst>
                <a:path w="131" h="223" extrusionOk="0">
                  <a:moveTo>
                    <a:pt x="130" y="0"/>
                  </a:moveTo>
                  <a:lnTo>
                    <a:pt x="0" y="75"/>
                  </a:lnTo>
                  <a:lnTo>
                    <a:pt x="0"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40"/>
            <p:cNvSpPr/>
            <p:nvPr/>
          </p:nvSpPr>
          <p:spPr>
            <a:xfrm>
              <a:off x="577420" y="2282915"/>
              <a:ext cx="5059" cy="221857"/>
            </a:xfrm>
            <a:custGeom>
              <a:avLst/>
              <a:gdLst/>
              <a:ahLst/>
              <a:cxnLst/>
              <a:rect l="l" t="t" r="r" b="b"/>
              <a:pathLst>
                <a:path w="147" h="6447" extrusionOk="0">
                  <a:moveTo>
                    <a:pt x="129" y="0"/>
                  </a:moveTo>
                  <a:lnTo>
                    <a:pt x="0" y="75"/>
                  </a:lnTo>
                  <a:lnTo>
                    <a:pt x="19" y="6447"/>
                  </a:lnTo>
                  <a:lnTo>
                    <a:pt x="147" y="6372"/>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40"/>
            <p:cNvSpPr/>
            <p:nvPr/>
          </p:nvSpPr>
          <p:spPr>
            <a:xfrm>
              <a:off x="549133" y="2299260"/>
              <a:ext cx="5093" cy="221823"/>
            </a:xfrm>
            <a:custGeom>
              <a:avLst/>
              <a:gdLst/>
              <a:ahLst/>
              <a:cxnLst/>
              <a:rect l="l" t="t" r="r" b="b"/>
              <a:pathLst>
                <a:path w="148" h="6446" extrusionOk="0">
                  <a:moveTo>
                    <a:pt x="130" y="1"/>
                  </a:moveTo>
                  <a:lnTo>
                    <a:pt x="0" y="76"/>
                  </a:lnTo>
                  <a:lnTo>
                    <a:pt x="18" y="6446"/>
                  </a:lnTo>
                  <a:lnTo>
                    <a:pt x="148" y="6371"/>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40"/>
            <p:cNvSpPr/>
            <p:nvPr/>
          </p:nvSpPr>
          <p:spPr>
            <a:xfrm>
              <a:off x="520777" y="2315641"/>
              <a:ext cx="5162" cy="221823"/>
            </a:xfrm>
            <a:custGeom>
              <a:avLst/>
              <a:gdLst/>
              <a:ahLst/>
              <a:cxnLst/>
              <a:rect l="l" t="t" r="r" b="b"/>
              <a:pathLst>
                <a:path w="150" h="6446" extrusionOk="0">
                  <a:moveTo>
                    <a:pt x="131" y="0"/>
                  </a:moveTo>
                  <a:lnTo>
                    <a:pt x="0" y="74"/>
                  </a:lnTo>
                  <a:lnTo>
                    <a:pt x="19" y="6445"/>
                  </a:lnTo>
                  <a:lnTo>
                    <a:pt x="150" y="637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40"/>
            <p:cNvSpPr/>
            <p:nvPr/>
          </p:nvSpPr>
          <p:spPr>
            <a:xfrm>
              <a:off x="513723" y="2319701"/>
              <a:ext cx="4508" cy="7743"/>
            </a:xfrm>
            <a:custGeom>
              <a:avLst/>
              <a:gdLst/>
              <a:ahLst/>
              <a:cxnLst/>
              <a:rect l="l" t="t" r="r" b="b"/>
              <a:pathLst>
                <a:path w="131" h="225" extrusionOk="0">
                  <a:moveTo>
                    <a:pt x="131" y="1"/>
                  </a:moveTo>
                  <a:lnTo>
                    <a:pt x="1" y="74"/>
                  </a:lnTo>
                  <a:lnTo>
                    <a:pt x="1"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40"/>
            <p:cNvSpPr/>
            <p:nvPr/>
          </p:nvSpPr>
          <p:spPr>
            <a:xfrm>
              <a:off x="513723" y="2326618"/>
              <a:ext cx="4508" cy="7743"/>
            </a:xfrm>
            <a:custGeom>
              <a:avLst/>
              <a:gdLst/>
              <a:ahLst/>
              <a:cxnLst/>
              <a:rect l="l" t="t" r="r" b="b"/>
              <a:pathLst>
                <a:path w="131" h="225" extrusionOk="0">
                  <a:moveTo>
                    <a:pt x="131" y="0"/>
                  </a:moveTo>
                  <a:lnTo>
                    <a:pt x="1" y="75"/>
                  </a:lnTo>
                  <a:lnTo>
                    <a:pt x="3"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0"/>
            <p:cNvSpPr/>
            <p:nvPr/>
          </p:nvSpPr>
          <p:spPr>
            <a:xfrm>
              <a:off x="513826" y="2340452"/>
              <a:ext cx="4474" cy="7708"/>
            </a:xfrm>
            <a:custGeom>
              <a:avLst/>
              <a:gdLst/>
              <a:ahLst/>
              <a:cxnLst/>
              <a:rect l="l" t="t" r="r" b="b"/>
              <a:pathLst>
                <a:path w="130" h="224" extrusionOk="0">
                  <a:moveTo>
                    <a:pt x="129" y="1"/>
                  </a:moveTo>
                  <a:lnTo>
                    <a:pt x="0" y="75"/>
                  </a:lnTo>
                  <a:lnTo>
                    <a:pt x="0" y="223"/>
                  </a:lnTo>
                  <a:lnTo>
                    <a:pt x="129"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0"/>
            <p:cNvSpPr/>
            <p:nvPr/>
          </p:nvSpPr>
          <p:spPr>
            <a:xfrm>
              <a:off x="513826" y="2333501"/>
              <a:ext cx="4474" cy="7743"/>
            </a:xfrm>
            <a:custGeom>
              <a:avLst/>
              <a:gdLst/>
              <a:ahLst/>
              <a:cxnLst/>
              <a:rect l="l" t="t" r="r" b="b"/>
              <a:pathLst>
                <a:path w="130" h="225" extrusionOk="0">
                  <a:moveTo>
                    <a:pt x="128" y="1"/>
                  </a:moveTo>
                  <a:lnTo>
                    <a:pt x="0" y="75"/>
                  </a:lnTo>
                  <a:lnTo>
                    <a:pt x="0" y="225"/>
                  </a:lnTo>
                  <a:lnTo>
                    <a:pt x="129" y="149"/>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0"/>
            <p:cNvSpPr/>
            <p:nvPr/>
          </p:nvSpPr>
          <p:spPr>
            <a:xfrm>
              <a:off x="513860" y="2368051"/>
              <a:ext cx="4542" cy="7743"/>
            </a:xfrm>
            <a:custGeom>
              <a:avLst/>
              <a:gdLst/>
              <a:ahLst/>
              <a:cxnLst/>
              <a:rect l="l" t="t" r="r" b="b"/>
              <a:pathLst>
                <a:path w="132" h="225" extrusionOk="0">
                  <a:moveTo>
                    <a:pt x="131" y="0"/>
                  </a:moveTo>
                  <a:lnTo>
                    <a:pt x="1" y="77"/>
                  </a:lnTo>
                  <a:lnTo>
                    <a:pt x="1"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0"/>
            <p:cNvSpPr/>
            <p:nvPr/>
          </p:nvSpPr>
          <p:spPr>
            <a:xfrm>
              <a:off x="513860" y="2361169"/>
              <a:ext cx="4542" cy="7674"/>
            </a:xfrm>
            <a:custGeom>
              <a:avLst/>
              <a:gdLst/>
              <a:ahLst/>
              <a:cxnLst/>
              <a:rect l="l" t="t" r="r" b="b"/>
              <a:pathLst>
                <a:path w="132" h="223" extrusionOk="0">
                  <a:moveTo>
                    <a:pt x="128" y="0"/>
                  </a:moveTo>
                  <a:lnTo>
                    <a:pt x="1" y="75"/>
                  </a:lnTo>
                  <a:lnTo>
                    <a:pt x="1" y="222"/>
                  </a:lnTo>
                  <a:lnTo>
                    <a:pt x="131" y="148"/>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0"/>
            <p:cNvSpPr/>
            <p:nvPr/>
          </p:nvSpPr>
          <p:spPr>
            <a:xfrm>
              <a:off x="513826" y="2354217"/>
              <a:ext cx="4474" cy="7777"/>
            </a:xfrm>
            <a:custGeom>
              <a:avLst/>
              <a:gdLst/>
              <a:ahLst/>
              <a:cxnLst/>
              <a:rect l="l" t="t" r="r" b="b"/>
              <a:pathLst>
                <a:path w="130" h="226" extrusionOk="0">
                  <a:moveTo>
                    <a:pt x="129" y="0"/>
                  </a:moveTo>
                  <a:lnTo>
                    <a:pt x="0" y="76"/>
                  </a:lnTo>
                  <a:lnTo>
                    <a:pt x="2" y="225"/>
                  </a:lnTo>
                  <a:lnTo>
                    <a:pt x="129" y="151"/>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40"/>
            <p:cNvSpPr/>
            <p:nvPr/>
          </p:nvSpPr>
          <p:spPr>
            <a:xfrm>
              <a:off x="513826" y="2347369"/>
              <a:ext cx="4474" cy="7708"/>
            </a:xfrm>
            <a:custGeom>
              <a:avLst/>
              <a:gdLst/>
              <a:ahLst/>
              <a:cxnLst/>
              <a:rect l="l" t="t" r="r" b="b"/>
              <a:pathLst>
                <a:path w="130" h="224" extrusionOk="0">
                  <a:moveTo>
                    <a:pt x="129" y="0"/>
                  </a:moveTo>
                  <a:lnTo>
                    <a:pt x="0" y="73"/>
                  </a:lnTo>
                  <a:lnTo>
                    <a:pt x="0" y="224"/>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0"/>
            <p:cNvSpPr/>
            <p:nvPr/>
          </p:nvSpPr>
          <p:spPr>
            <a:xfrm>
              <a:off x="513929" y="2388733"/>
              <a:ext cx="4508" cy="7743"/>
            </a:xfrm>
            <a:custGeom>
              <a:avLst/>
              <a:gdLst/>
              <a:ahLst/>
              <a:cxnLst/>
              <a:rect l="l" t="t" r="r" b="b"/>
              <a:pathLst>
                <a:path w="131" h="225" extrusionOk="0">
                  <a:moveTo>
                    <a:pt x="131" y="1"/>
                  </a:moveTo>
                  <a:lnTo>
                    <a:pt x="0" y="77"/>
                  </a:lnTo>
                  <a:lnTo>
                    <a:pt x="0"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0"/>
            <p:cNvSpPr/>
            <p:nvPr/>
          </p:nvSpPr>
          <p:spPr>
            <a:xfrm>
              <a:off x="513929" y="2381850"/>
              <a:ext cx="4508" cy="7743"/>
            </a:xfrm>
            <a:custGeom>
              <a:avLst/>
              <a:gdLst/>
              <a:ahLst/>
              <a:cxnLst/>
              <a:rect l="l" t="t" r="r" b="b"/>
              <a:pathLst>
                <a:path w="131" h="225" extrusionOk="0">
                  <a:moveTo>
                    <a:pt x="131" y="0"/>
                  </a:moveTo>
                  <a:lnTo>
                    <a:pt x="0" y="75"/>
                  </a:lnTo>
                  <a:lnTo>
                    <a:pt x="0"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0"/>
            <p:cNvSpPr/>
            <p:nvPr/>
          </p:nvSpPr>
          <p:spPr>
            <a:xfrm>
              <a:off x="513860" y="2374899"/>
              <a:ext cx="4577" cy="7777"/>
            </a:xfrm>
            <a:custGeom>
              <a:avLst/>
              <a:gdLst/>
              <a:ahLst/>
              <a:cxnLst/>
              <a:rect l="l" t="t" r="r" b="b"/>
              <a:pathLst>
                <a:path w="133" h="226" extrusionOk="0">
                  <a:moveTo>
                    <a:pt x="131" y="0"/>
                  </a:moveTo>
                  <a:lnTo>
                    <a:pt x="1" y="77"/>
                  </a:lnTo>
                  <a:lnTo>
                    <a:pt x="2" y="226"/>
                  </a:lnTo>
                  <a:lnTo>
                    <a:pt x="133"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0"/>
            <p:cNvSpPr/>
            <p:nvPr/>
          </p:nvSpPr>
          <p:spPr>
            <a:xfrm>
              <a:off x="513964" y="2416366"/>
              <a:ext cx="4542" cy="7743"/>
            </a:xfrm>
            <a:custGeom>
              <a:avLst/>
              <a:gdLst/>
              <a:ahLst/>
              <a:cxnLst/>
              <a:rect l="l" t="t" r="r" b="b"/>
              <a:pathLst>
                <a:path w="132" h="225" extrusionOk="0">
                  <a:moveTo>
                    <a:pt x="131" y="1"/>
                  </a:moveTo>
                  <a:lnTo>
                    <a:pt x="1" y="76"/>
                  </a:lnTo>
                  <a:lnTo>
                    <a:pt x="4" y="225"/>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0"/>
            <p:cNvSpPr/>
            <p:nvPr/>
          </p:nvSpPr>
          <p:spPr>
            <a:xfrm>
              <a:off x="513964" y="2409484"/>
              <a:ext cx="4542" cy="7674"/>
            </a:xfrm>
            <a:custGeom>
              <a:avLst/>
              <a:gdLst/>
              <a:ahLst/>
              <a:cxnLst/>
              <a:rect l="l" t="t" r="r" b="b"/>
              <a:pathLst>
                <a:path w="132" h="223" extrusionOk="0">
                  <a:moveTo>
                    <a:pt x="131" y="1"/>
                  </a:moveTo>
                  <a:lnTo>
                    <a:pt x="1" y="75"/>
                  </a:lnTo>
                  <a:lnTo>
                    <a:pt x="1" y="223"/>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0"/>
            <p:cNvSpPr/>
            <p:nvPr/>
          </p:nvSpPr>
          <p:spPr>
            <a:xfrm>
              <a:off x="513964" y="2402532"/>
              <a:ext cx="4542" cy="7777"/>
            </a:xfrm>
            <a:custGeom>
              <a:avLst/>
              <a:gdLst/>
              <a:ahLst/>
              <a:cxnLst/>
              <a:rect l="l" t="t" r="r" b="b"/>
              <a:pathLst>
                <a:path w="132" h="226" extrusionOk="0">
                  <a:moveTo>
                    <a:pt x="130" y="1"/>
                  </a:moveTo>
                  <a:lnTo>
                    <a:pt x="1" y="75"/>
                  </a:lnTo>
                  <a:lnTo>
                    <a:pt x="1" y="226"/>
                  </a:lnTo>
                  <a:lnTo>
                    <a:pt x="131" y="151"/>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40"/>
            <p:cNvSpPr/>
            <p:nvPr/>
          </p:nvSpPr>
          <p:spPr>
            <a:xfrm>
              <a:off x="513929" y="2395684"/>
              <a:ext cx="4508" cy="7743"/>
            </a:xfrm>
            <a:custGeom>
              <a:avLst/>
              <a:gdLst/>
              <a:ahLst/>
              <a:cxnLst/>
              <a:rect l="l" t="t" r="r" b="b"/>
              <a:pathLst>
                <a:path w="131" h="225" extrusionOk="0">
                  <a:moveTo>
                    <a:pt x="131" y="1"/>
                  </a:moveTo>
                  <a:lnTo>
                    <a:pt x="0" y="74"/>
                  </a:lnTo>
                  <a:lnTo>
                    <a:pt x="2" y="225"/>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40"/>
            <p:cNvSpPr/>
            <p:nvPr/>
          </p:nvSpPr>
          <p:spPr>
            <a:xfrm>
              <a:off x="514136" y="2444034"/>
              <a:ext cx="4508" cy="7674"/>
            </a:xfrm>
            <a:custGeom>
              <a:avLst/>
              <a:gdLst/>
              <a:ahLst/>
              <a:cxnLst/>
              <a:rect l="l" t="t" r="r" b="b"/>
              <a:pathLst>
                <a:path w="131" h="223" extrusionOk="0">
                  <a:moveTo>
                    <a:pt x="128" y="0"/>
                  </a:moveTo>
                  <a:lnTo>
                    <a:pt x="0" y="75"/>
                  </a:lnTo>
                  <a:lnTo>
                    <a:pt x="0" y="223"/>
                  </a:lnTo>
                  <a:lnTo>
                    <a:pt x="130" y="148"/>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0"/>
            <p:cNvSpPr/>
            <p:nvPr/>
          </p:nvSpPr>
          <p:spPr>
            <a:xfrm>
              <a:off x="514067" y="2437117"/>
              <a:ext cx="4474" cy="7708"/>
            </a:xfrm>
            <a:custGeom>
              <a:avLst/>
              <a:gdLst/>
              <a:ahLst/>
              <a:cxnLst/>
              <a:rect l="l" t="t" r="r" b="b"/>
              <a:pathLst>
                <a:path w="130" h="224" extrusionOk="0">
                  <a:moveTo>
                    <a:pt x="130" y="1"/>
                  </a:moveTo>
                  <a:lnTo>
                    <a:pt x="1" y="75"/>
                  </a:lnTo>
                  <a:lnTo>
                    <a:pt x="1" y="223"/>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0"/>
            <p:cNvSpPr/>
            <p:nvPr/>
          </p:nvSpPr>
          <p:spPr>
            <a:xfrm>
              <a:off x="514067" y="2430166"/>
              <a:ext cx="4474" cy="7812"/>
            </a:xfrm>
            <a:custGeom>
              <a:avLst/>
              <a:gdLst/>
              <a:ahLst/>
              <a:cxnLst/>
              <a:rect l="l" t="t" r="r" b="b"/>
              <a:pathLst>
                <a:path w="130" h="227" extrusionOk="0">
                  <a:moveTo>
                    <a:pt x="130" y="1"/>
                  </a:moveTo>
                  <a:lnTo>
                    <a:pt x="1" y="75"/>
                  </a:lnTo>
                  <a:lnTo>
                    <a:pt x="1" y="226"/>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40"/>
            <p:cNvSpPr/>
            <p:nvPr/>
          </p:nvSpPr>
          <p:spPr>
            <a:xfrm>
              <a:off x="514067" y="2423318"/>
              <a:ext cx="4474" cy="7708"/>
            </a:xfrm>
            <a:custGeom>
              <a:avLst/>
              <a:gdLst/>
              <a:ahLst/>
              <a:cxnLst/>
              <a:rect l="l" t="t" r="r" b="b"/>
              <a:pathLst>
                <a:path w="130" h="224" extrusionOk="0">
                  <a:moveTo>
                    <a:pt x="128" y="1"/>
                  </a:moveTo>
                  <a:lnTo>
                    <a:pt x="1" y="75"/>
                  </a:lnTo>
                  <a:lnTo>
                    <a:pt x="1" y="223"/>
                  </a:lnTo>
                  <a:lnTo>
                    <a:pt x="130" y="149"/>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40"/>
            <p:cNvSpPr/>
            <p:nvPr/>
          </p:nvSpPr>
          <p:spPr>
            <a:xfrm>
              <a:off x="514136" y="2450985"/>
              <a:ext cx="4508" cy="7674"/>
            </a:xfrm>
            <a:custGeom>
              <a:avLst/>
              <a:gdLst/>
              <a:ahLst/>
              <a:cxnLst/>
              <a:rect l="l" t="t" r="r" b="b"/>
              <a:pathLst>
                <a:path w="131" h="223" extrusionOk="0">
                  <a:moveTo>
                    <a:pt x="130" y="0"/>
                  </a:moveTo>
                  <a:lnTo>
                    <a:pt x="0" y="75"/>
                  </a:lnTo>
                  <a:lnTo>
                    <a:pt x="0" y="222"/>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40"/>
            <p:cNvSpPr/>
            <p:nvPr/>
          </p:nvSpPr>
          <p:spPr>
            <a:xfrm>
              <a:off x="514136" y="2457833"/>
              <a:ext cx="4508" cy="7674"/>
            </a:xfrm>
            <a:custGeom>
              <a:avLst/>
              <a:gdLst/>
              <a:ahLst/>
              <a:cxnLst/>
              <a:rect l="l" t="t" r="r" b="b"/>
              <a:pathLst>
                <a:path w="131" h="223" extrusionOk="0">
                  <a:moveTo>
                    <a:pt x="130" y="0"/>
                  </a:moveTo>
                  <a:lnTo>
                    <a:pt x="0" y="75"/>
                  </a:lnTo>
                  <a:lnTo>
                    <a:pt x="2" y="222"/>
                  </a:lnTo>
                  <a:lnTo>
                    <a:pt x="130" y="149"/>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40"/>
            <p:cNvSpPr/>
            <p:nvPr/>
          </p:nvSpPr>
          <p:spPr>
            <a:xfrm>
              <a:off x="514170" y="2478515"/>
              <a:ext cx="4508" cy="7777"/>
            </a:xfrm>
            <a:custGeom>
              <a:avLst/>
              <a:gdLst/>
              <a:ahLst/>
              <a:cxnLst/>
              <a:rect l="l" t="t" r="r" b="b"/>
              <a:pathLst>
                <a:path w="131" h="226" extrusionOk="0">
                  <a:moveTo>
                    <a:pt x="131" y="0"/>
                  </a:moveTo>
                  <a:lnTo>
                    <a:pt x="1" y="75"/>
                  </a:lnTo>
                  <a:lnTo>
                    <a:pt x="1" y="226"/>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40"/>
            <p:cNvSpPr/>
            <p:nvPr/>
          </p:nvSpPr>
          <p:spPr>
            <a:xfrm>
              <a:off x="514170" y="2471667"/>
              <a:ext cx="4508" cy="7674"/>
            </a:xfrm>
            <a:custGeom>
              <a:avLst/>
              <a:gdLst/>
              <a:ahLst/>
              <a:cxnLst/>
              <a:rect l="l" t="t" r="r" b="b"/>
              <a:pathLst>
                <a:path w="131" h="223" extrusionOk="0">
                  <a:moveTo>
                    <a:pt x="131" y="0"/>
                  </a:moveTo>
                  <a:lnTo>
                    <a:pt x="1" y="75"/>
                  </a:lnTo>
                  <a:lnTo>
                    <a:pt x="1"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40"/>
            <p:cNvSpPr/>
            <p:nvPr/>
          </p:nvSpPr>
          <p:spPr>
            <a:xfrm>
              <a:off x="514170" y="2464716"/>
              <a:ext cx="4508" cy="7743"/>
            </a:xfrm>
            <a:custGeom>
              <a:avLst/>
              <a:gdLst/>
              <a:ahLst/>
              <a:cxnLst/>
              <a:rect l="l" t="t" r="r" b="b"/>
              <a:pathLst>
                <a:path w="131" h="225" extrusionOk="0">
                  <a:moveTo>
                    <a:pt x="129" y="1"/>
                  </a:moveTo>
                  <a:lnTo>
                    <a:pt x="1" y="77"/>
                  </a:lnTo>
                  <a:lnTo>
                    <a:pt x="1" y="224"/>
                  </a:lnTo>
                  <a:lnTo>
                    <a:pt x="131" y="151"/>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0"/>
            <p:cNvSpPr/>
            <p:nvPr/>
          </p:nvSpPr>
          <p:spPr>
            <a:xfrm>
              <a:off x="514239" y="2492349"/>
              <a:ext cx="4508" cy="7743"/>
            </a:xfrm>
            <a:custGeom>
              <a:avLst/>
              <a:gdLst/>
              <a:ahLst/>
              <a:cxnLst/>
              <a:rect l="l" t="t" r="r" b="b"/>
              <a:pathLst>
                <a:path w="131" h="225" extrusionOk="0">
                  <a:moveTo>
                    <a:pt x="130" y="1"/>
                  </a:moveTo>
                  <a:lnTo>
                    <a:pt x="0" y="75"/>
                  </a:lnTo>
                  <a:lnTo>
                    <a:pt x="0" y="225"/>
                  </a:lnTo>
                  <a:lnTo>
                    <a:pt x="130" y="151"/>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0"/>
            <p:cNvSpPr/>
            <p:nvPr/>
          </p:nvSpPr>
          <p:spPr>
            <a:xfrm>
              <a:off x="514170" y="2485466"/>
              <a:ext cx="4508" cy="7743"/>
            </a:xfrm>
            <a:custGeom>
              <a:avLst/>
              <a:gdLst/>
              <a:ahLst/>
              <a:cxnLst/>
              <a:rect l="l" t="t" r="r" b="b"/>
              <a:pathLst>
                <a:path w="131" h="225" extrusionOk="0">
                  <a:moveTo>
                    <a:pt x="131" y="0"/>
                  </a:moveTo>
                  <a:lnTo>
                    <a:pt x="1" y="75"/>
                  </a:lnTo>
                  <a:lnTo>
                    <a:pt x="2"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0"/>
            <p:cNvSpPr/>
            <p:nvPr/>
          </p:nvSpPr>
          <p:spPr>
            <a:xfrm>
              <a:off x="514239" y="2499300"/>
              <a:ext cx="4508" cy="7674"/>
            </a:xfrm>
            <a:custGeom>
              <a:avLst/>
              <a:gdLst/>
              <a:ahLst/>
              <a:cxnLst/>
              <a:rect l="l" t="t" r="r" b="b"/>
              <a:pathLst>
                <a:path w="131" h="223" extrusionOk="0">
                  <a:moveTo>
                    <a:pt x="130" y="1"/>
                  </a:moveTo>
                  <a:lnTo>
                    <a:pt x="0" y="75"/>
                  </a:lnTo>
                  <a:lnTo>
                    <a:pt x="0" y="223"/>
                  </a:lnTo>
                  <a:lnTo>
                    <a:pt x="130" y="148"/>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40"/>
            <p:cNvSpPr/>
            <p:nvPr/>
          </p:nvSpPr>
          <p:spPr>
            <a:xfrm>
              <a:off x="514239" y="2506217"/>
              <a:ext cx="4508" cy="7708"/>
            </a:xfrm>
            <a:custGeom>
              <a:avLst/>
              <a:gdLst/>
              <a:ahLst/>
              <a:cxnLst/>
              <a:rect l="l" t="t" r="r" b="b"/>
              <a:pathLst>
                <a:path w="131" h="224" extrusionOk="0">
                  <a:moveTo>
                    <a:pt x="130" y="0"/>
                  </a:moveTo>
                  <a:lnTo>
                    <a:pt x="0" y="73"/>
                  </a:lnTo>
                  <a:lnTo>
                    <a:pt x="3"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40"/>
            <p:cNvSpPr/>
            <p:nvPr/>
          </p:nvSpPr>
          <p:spPr>
            <a:xfrm>
              <a:off x="514342" y="2519982"/>
              <a:ext cx="4439" cy="7708"/>
            </a:xfrm>
            <a:custGeom>
              <a:avLst/>
              <a:gdLst/>
              <a:ahLst/>
              <a:cxnLst/>
              <a:rect l="l" t="t" r="r" b="b"/>
              <a:pathLst>
                <a:path w="129" h="224" extrusionOk="0">
                  <a:moveTo>
                    <a:pt x="129" y="1"/>
                  </a:moveTo>
                  <a:lnTo>
                    <a:pt x="0" y="76"/>
                  </a:lnTo>
                  <a:lnTo>
                    <a:pt x="0" y="223"/>
                  </a:lnTo>
                  <a:lnTo>
                    <a:pt x="129"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0"/>
            <p:cNvSpPr/>
            <p:nvPr/>
          </p:nvSpPr>
          <p:spPr>
            <a:xfrm>
              <a:off x="514342" y="2513065"/>
              <a:ext cx="4439" cy="7777"/>
            </a:xfrm>
            <a:custGeom>
              <a:avLst/>
              <a:gdLst/>
              <a:ahLst/>
              <a:cxnLst/>
              <a:rect l="l" t="t" r="r" b="b"/>
              <a:pathLst>
                <a:path w="129" h="226" extrusionOk="0">
                  <a:moveTo>
                    <a:pt x="127" y="0"/>
                  </a:moveTo>
                  <a:lnTo>
                    <a:pt x="0" y="76"/>
                  </a:lnTo>
                  <a:lnTo>
                    <a:pt x="0" y="225"/>
                  </a:lnTo>
                  <a:lnTo>
                    <a:pt x="129" y="151"/>
                  </a:lnTo>
                  <a:lnTo>
                    <a:pt x="1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0"/>
            <p:cNvSpPr/>
            <p:nvPr/>
          </p:nvSpPr>
          <p:spPr>
            <a:xfrm>
              <a:off x="514342" y="2526899"/>
              <a:ext cx="4439" cy="7743"/>
            </a:xfrm>
            <a:custGeom>
              <a:avLst/>
              <a:gdLst/>
              <a:ahLst/>
              <a:cxnLst/>
              <a:rect l="l" t="t" r="r" b="b"/>
              <a:pathLst>
                <a:path w="129" h="225" extrusionOk="0">
                  <a:moveTo>
                    <a:pt x="129" y="0"/>
                  </a:moveTo>
                  <a:lnTo>
                    <a:pt x="0" y="76"/>
                  </a:lnTo>
                  <a:lnTo>
                    <a:pt x="0" y="224"/>
                  </a:lnTo>
                  <a:lnTo>
                    <a:pt x="129"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0"/>
            <p:cNvSpPr/>
            <p:nvPr/>
          </p:nvSpPr>
          <p:spPr>
            <a:xfrm>
              <a:off x="514376" y="2533850"/>
              <a:ext cx="4508" cy="7674"/>
            </a:xfrm>
            <a:custGeom>
              <a:avLst/>
              <a:gdLst/>
              <a:ahLst/>
              <a:cxnLst/>
              <a:rect l="l" t="t" r="r" b="b"/>
              <a:pathLst>
                <a:path w="131" h="223" extrusionOk="0">
                  <a:moveTo>
                    <a:pt x="128" y="0"/>
                  </a:moveTo>
                  <a:lnTo>
                    <a:pt x="1" y="75"/>
                  </a:lnTo>
                  <a:lnTo>
                    <a:pt x="1" y="223"/>
                  </a:lnTo>
                  <a:lnTo>
                    <a:pt x="131" y="148"/>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40"/>
            <p:cNvSpPr/>
            <p:nvPr/>
          </p:nvSpPr>
          <p:spPr>
            <a:xfrm>
              <a:off x="506668" y="2344547"/>
              <a:ext cx="4508" cy="7674"/>
            </a:xfrm>
            <a:custGeom>
              <a:avLst/>
              <a:gdLst/>
              <a:ahLst/>
              <a:cxnLst/>
              <a:rect l="l" t="t" r="r" b="b"/>
              <a:pathLst>
                <a:path w="131" h="223" extrusionOk="0">
                  <a:moveTo>
                    <a:pt x="131" y="0"/>
                  </a:moveTo>
                  <a:lnTo>
                    <a:pt x="1" y="73"/>
                  </a:lnTo>
                  <a:lnTo>
                    <a:pt x="4"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40"/>
            <p:cNvSpPr/>
            <p:nvPr/>
          </p:nvSpPr>
          <p:spPr>
            <a:xfrm>
              <a:off x="506668" y="2337596"/>
              <a:ext cx="4508" cy="7743"/>
            </a:xfrm>
            <a:custGeom>
              <a:avLst/>
              <a:gdLst/>
              <a:ahLst/>
              <a:cxnLst/>
              <a:rect l="l" t="t" r="r" b="b"/>
              <a:pathLst>
                <a:path w="131" h="225" extrusionOk="0">
                  <a:moveTo>
                    <a:pt x="131" y="0"/>
                  </a:moveTo>
                  <a:lnTo>
                    <a:pt x="1" y="76"/>
                  </a:lnTo>
                  <a:lnTo>
                    <a:pt x="1"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0"/>
            <p:cNvSpPr/>
            <p:nvPr/>
          </p:nvSpPr>
          <p:spPr>
            <a:xfrm>
              <a:off x="506668" y="2330679"/>
              <a:ext cx="4508" cy="7743"/>
            </a:xfrm>
            <a:custGeom>
              <a:avLst/>
              <a:gdLst/>
              <a:ahLst/>
              <a:cxnLst/>
              <a:rect l="l" t="t" r="r" b="b"/>
              <a:pathLst>
                <a:path w="131" h="225" extrusionOk="0">
                  <a:moveTo>
                    <a:pt x="131" y="1"/>
                  </a:moveTo>
                  <a:lnTo>
                    <a:pt x="1" y="75"/>
                  </a:lnTo>
                  <a:lnTo>
                    <a:pt x="1"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0"/>
            <p:cNvSpPr/>
            <p:nvPr/>
          </p:nvSpPr>
          <p:spPr>
            <a:xfrm>
              <a:off x="506668" y="2323831"/>
              <a:ext cx="4508" cy="7708"/>
            </a:xfrm>
            <a:custGeom>
              <a:avLst/>
              <a:gdLst/>
              <a:ahLst/>
              <a:cxnLst/>
              <a:rect l="l" t="t" r="r" b="b"/>
              <a:pathLst>
                <a:path w="131" h="224" extrusionOk="0">
                  <a:moveTo>
                    <a:pt x="129" y="1"/>
                  </a:moveTo>
                  <a:lnTo>
                    <a:pt x="1" y="74"/>
                  </a:lnTo>
                  <a:lnTo>
                    <a:pt x="1" y="223"/>
                  </a:lnTo>
                  <a:lnTo>
                    <a:pt x="131"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0"/>
            <p:cNvSpPr/>
            <p:nvPr/>
          </p:nvSpPr>
          <p:spPr>
            <a:xfrm>
              <a:off x="506771" y="2358347"/>
              <a:ext cx="4474" cy="7674"/>
            </a:xfrm>
            <a:custGeom>
              <a:avLst/>
              <a:gdLst/>
              <a:ahLst/>
              <a:cxnLst/>
              <a:rect l="l" t="t" r="r" b="b"/>
              <a:pathLst>
                <a:path w="130" h="223" extrusionOk="0">
                  <a:moveTo>
                    <a:pt x="129" y="0"/>
                  </a:moveTo>
                  <a:lnTo>
                    <a:pt x="1" y="75"/>
                  </a:lnTo>
                  <a:lnTo>
                    <a:pt x="1" y="222"/>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0"/>
            <p:cNvSpPr/>
            <p:nvPr/>
          </p:nvSpPr>
          <p:spPr>
            <a:xfrm>
              <a:off x="506771" y="2351395"/>
              <a:ext cx="4474" cy="7777"/>
            </a:xfrm>
            <a:custGeom>
              <a:avLst/>
              <a:gdLst/>
              <a:ahLst/>
              <a:cxnLst/>
              <a:rect l="l" t="t" r="r" b="b"/>
              <a:pathLst>
                <a:path w="130" h="226" extrusionOk="0">
                  <a:moveTo>
                    <a:pt x="129" y="0"/>
                  </a:moveTo>
                  <a:lnTo>
                    <a:pt x="1" y="75"/>
                  </a:lnTo>
                  <a:lnTo>
                    <a:pt x="1" y="225"/>
                  </a:lnTo>
                  <a:lnTo>
                    <a:pt x="129" y="151"/>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0"/>
            <p:cNvSpPr/>
            <p:nvPr/>
          </p:nvSpPr>
          <p:spPr>
            <a:xfrm>
              <a:off x="506840" y="2379029"/>
              <a:ext cx="4508" cy="7674"/>
            </a:xfrm>
            <a:custGeom>
              <a:avLst/>
              <a:gdLst/>
              <a:ahLst/>
              <a:cxnLst/>
              <a:rect l="l" t="t" r="r" b="b"/>
              <a:pathLst>
                <a:path w="131" h="223" extrusionOk="0">
                  <a:moveTo>
                    <a:pt x="130" y="0"/>
                  </a:moveTo>
                  <a:lnTo>
                    <a:pt x="0" y="75"/>
                  </a:lnTo>
                  <a:lnTo>
                    <a:pt x="0" y="223"/>
                  </a:lnTo>
                  <a:lnTo>
                    <a:pt x="130" y="150"/>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40"/>
            <p:cNvSpPr/>
            <p:nvPr/>
          </p:nvSpPr>
          <p:spPr>
            <a:xfrm>
              <a:off x="506840" y="2372181"/>
              <a:ext cx="4508" cy="7674"/>
            </a:xfrm>
            <a:custGeom>
              <a:avLst/>
              <a:gdLst/>
              <a:ahLst/>
              <a:cxnLst/>
              <a:rect l="l" t="t" r="r" b="b"/>
              <a:pathLst>
                <a:path w="131" h="223" extrusionOk="0">
                  <a:moveTo>
                    <a:pt x="130" y="0"/>
                  </a:moveTo>
                  <a:lnTo>
                    <a:pt x="0" y="74"/>
                  </a:lnTo>
                  <a:lnTo>
                    <a:pt x="0"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0"/>
            <p:cNvSpPr/>
            <p:nvPr/>
          </p:nvSpPr>
          <p:spPr>
            <a:xfrm>
              <a:off x="506771" y="2365229"/>
              <a:ext cx="4474" cy="7743"/>
            </a:xfrm>
            <a:custGeom>
              <a:avLst/>
              <a:gdLst/>
              <a:ahLst/>
              <a:cxnLst/>
              <a:rect l="l" t="t" r="r" b="b"/>
              <a:pathLst>
                <a:path w="130" h="225" extrusionOk="0">
                  <a:moveTo>
                    <a:pt x="129" y="1"/>
                  </a:moveTo>
                  <a:lnTo>
                    <a:pt x="1" y="75"/>
                  </a:lnTo>
                  <a:lnTo>
                    <a:pt x="2" y="224"/>
                  </a:lnTo>
                  <a:lnTo>
                    <a:pt x="129"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40"/>
            <p:cNvSpPr/>
            <p:nvPr/>
          </p:nvSpPr>
          <p:spPr>
            <a:xfrm>
              <a:off x="506943" y="2413579"/>
              <a:ext cx="4508" cy="7708"/>
            </a:xfrm>
            <a:custGeom>
              <a:avLst/>
              <a:gdLst/>
              <a:ahLst/>
              <a:cxnLst/>
              <a:rect l="l" t="t" r="r" b="b"/>
              <a:pathLst>
                <a:path w="131" h="224" extrusionOk="0">
                  <a:moveTo>
                    <a:pt x="129" y="0"/>
                  </a:moveTo>
                  <a:lnTo>
                    <a:pt x="0" y="75"/>
                  </a:lnTo>
                  <a:lnTo>
                    <a:pt x="0" y="224"/>
                  </a:lnTo>
                  <a:lnTo>
                    <a:pt x="130" y="151"/>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40"/>
            <p:cNvSpPr/>
            <p:nvPr/>
          </p:nvSpPr>
          <p:spPr>
            <a:xfrm>
              <a:off x="506875" y="2406731"/>
              <a:ext cx="4508" cy="7674"/>
            </a:xfrm>
            <a:custGeom>
              <a:avLst/>
              <a:gdLst/>
              <a:ahLst/>
              <a:cxnLst/>
              <a:rect l="l" t="t" r="r" b="b"/>
              <a:pathLst>
                <a:path w="131" h="223" extrusionOk="0">
                  <a:moveTo>
                    <a:pt x="131" y="0"/>
                  </a:moveTo>
                  <a:lnTo>
                    <a:pt x="1" y="73"/>
                  </a:lnTo>
                  <a:lnTo>
                    <a:pt x="2" y="222"/>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40"/>
            <p:cNvSpPr/>
            <p:nvPr/>
          </p:nvSpPr>
          <p:spPr>
            <a:xfrm>
              <a:off x="506875" y="2399779"/>
              <a:ext cx="4508" cy="7743"/>
            </a:xfrm>
            <a:custGeom>
              <a:avLst/>
              <a:gdLst/>
              <a:ahLst/>
              <a:cxnLst/>
              <a:rect l="l" t="t" r="r" b="b"/>
              <a:pathLst>
                <a:path w="131" h="225" extrusionOk="0">
                  <a:moveTo>
                    <a:pt x="131" y="0"/>
                  </a:moveTo>
                  <a:lnTo>
                    <a:pt x="1" y="73"/>
                  </a:lnTo>
                  <a:lnTo>
                    <a:pt x="1" y="224"/>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40"/>
            <p:cNvSpPr/>
            <p:nvPr/>
          </p:nvSpPr>
          <p:spPr>
            <a:xfrm>
              <a:off x="506875" y="2392862"/>
              <a:ext cx="4508" cy="7708"/>
            </a:xfrm>
            <a:custGeom>
              <a:avLst/>
              <a:gdLst/>
              <a:ahLst/>
              <a:cxnLst/>
              <a:rect l="l" t="t" r="r" b="b"/>
              <a:pathLst>
                <a:path w="131" h="224" extrusionOk="0">
                  <a:moveTo>
                    <a:pt x="129" y="1"/>
                  </a:moveTo>
                  <a:lnTo>
                    <a:pt x="1" y="75"/>
                  </a:lnTo>
                  <a:lnTo>
                    <a:pt x="1" y="223"/>
                  </a:lnTo>
                  <a:lnTo>
                    <a:pt x="131"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40"/>
            <p:cNvSpPr/>
            <p:nvPr/>
          </p:nvSpPr>
          <p:spPr>
            <a:xfrm>
              <a:off x="506840" y="2385911"/>
              <a:ext cx="4508" cy="7743"/>
            </a:xfrm>
            <a:custGeom>
              <a:avLst/>
              <a:gdLst/>
              <a:ahLst/>
              <a:cxnLst/>
              <a:rect l="l" t="t" r="r" b="b"/>
              <a:pathLst>
                <a:path w="131" h="225" extrusionOk="0">
                  <a:moveTo>
                    <a:pt x="130" y="1"/>
                  </a:moveTo>
                  <a:lnTo>
                    <a:pt x="0" y="77"/>
                  </a:lnTo>
                  <a:lnTo>
                    <a:pt x="2" y="225"/>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40"/>
            <p:cNvSpPr/>
            <p:nvPr/>
          </p:nvSpPr>
          <p:spPr>
            <a:xfrm>
              <a:off x="506943" y="2434261"/>
              <a:ext cx="4508" cy="7743"/>
            </a:xfrm>
            <a:custGeom>
              <a:avLst/>
              <a:gdLst/>
              <a:ahLst/>
              <a:cxnLst/>
              <a:rect l="l" t="t" r="r" b="b"/>
              <a:pathLst>
                <a:path w="131" h="225" extrusionOk="0">
                  <a:moveTo>
                    <a:pt x="130" y="0"/>
                  </a:moveTo>
                  <a:lnTo>
                    <a:pt x="0" y="76"/>
                  </a:lnTo>
                  <a:lnTo>
                    <a:pt x="3" y="224"/>
                  </a:lnTo>
                  <a:lnTo>
                    <a:pt x="130" y="151"/>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40"/>
            <p:cNvSpPr/>
            <p:nvPr/>
          </p:nvSpPr>
          <p:spPr>
            <a:xfrm>
              <a:off x="506943" y="2427413"/>
              <a:ext cx="4508" cy="7743"/>
            </a:xfrm>
            <a:custGeom>
              <a:avLst/>
              <a:gdLst/>
              <a:ahLst/>
              <a:cxnLst/>
              <a:rect l="l" t="t" r="r" b="b"/>
              <a:pathLst>
                <a:path w="131" h="225" extrusionOk="0">
                  <a:moveTo>
                    <a:pt x="130" y="0"/>
                  </a:moveTo>
                  <a:lnTo>
                    <a:pt x="0" y="74"/>
                  </a:lnTo>
                  <a:lnTo>
                    <a:pt x="0"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0"/>
            <p:cNvSpPr/>
            <p:nvPr/>
          </p:nvSpPr>
          <p:spPr>
            <a:xfrm>
              <a:off x="506943" y="2420496"/>
              <a:ext cx="4508" cy="7708"/>
            </a:xfrm>
            <a:custGeom>
              <a:avLst/>
              <a:gdLst/>
              <a:ahLst/>
              <a:cxnLst/>
              <a:rect l="l" t="t" r="r" b="b"/>
              <a:pathLst>
                <a:path w="131" h="224" extrusionOk="0">
                  <a:moveTo>
                    <a:pt x="130" y="1"/>
                  </a:moveTo>
                  <a:lnTo>
                    <a:pt x="0" y="76"/>
                  </a:lnTo>
                  <a:lnTo>
                    <a:pt x="0"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0"/>
            <p:cNvSpPr/>
            <p:nvPr/>
          </p:nvSpPr>
          <p:spPr>
            <a:xfrm>
              <a:off x="507012" y="2441212"/>
              <a:ext cx="4474" cy="7674"/>
            </a:xfrm>
            <a:custGeom>
              <a:avLst/>
              <a:gdLst/>
              <a:ahLst/>
              <a:cxnLst/>
              <a:rect l="l" t="t" r="r" b="b"/>
              <a:pathLst>
                <a:path w="130" h="223" extrusionOk="0">
                  <a:moveTo>
                    <a:pt x="130" y="0"/>
                  </a:moveTo>
                  <a:lnTo>
                    <a:pt x="1" y="75"/>
                  </a:lnTo>
                  <a:lnTo>
                    <a:pt x="1"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0"/>
            <p:cNvSpPr/>
            <p:nvPr/>
          </p:nvSpPr>
          <p:spPr>
            <a:xfrm>
              <a:off x="507081" y="2461894"/>
              <a:ext cx="4508" cy="7743"/>
            </a:xfrm>
            <a:custGeom>
              <a:avLst/>
              <a:gdLst/>
              <a:ahLst/>
              <a:cxnLst/>
              <a:rect l="l" t="t" r="r" b="b"/>
              <a:pathLst>
                <a:path w="131" h="225" extrusionOk="0">
                  <a:moveTo>
                    <a:pt x="131" y="1"/>
                  </a:moveTo>
                  <a:lnTo>
                    <a:pt x="0" y="75"/>
                  </a:lnTo>
                  <a:lnTo>
                    <a:pt x="0" y="224"/>
                  </a:lnTo>
                  <a:lnTo>
                    <a:pt x="131" y="151"/>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0"/>
            <p:cNvSpPr/>
            <p:nvPr/>
          </p:nvSpPr>
          <p:spPr>
            <a:xfrm>
              <a:off x="507012" y="2455011"/>
              <a:ext cx="4474" cy="7708"/>
            </a:xfrm>
            <a:custGeom>
              <a:avLst/>
              <a:gdLst/>
              <a:ahLst/>
              <a:cxnLst/>
              <a:rect l="l" t="t" r="r" b="b"/>
              <a:pathLst>
                <a:path w="130" h="224" extrusionOk="0">
                  <a:moveTo>
                    <a:pt x="130" y="0"/>
                  </a:moveTo>
                  <a:lnTo>
                    <a:pt x="1" y="75"/>
                  </a:lnTo>
                  <a:lnTo>
                    <a:pt x="2" y="224"/>
                  </a:lnTo>
                  <a:lnTo>
                    <a:pt x="130" y="149"/>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0"/>
            <p:cNvSpPr/>
            <p:nvPr/>
          </p:nvSpPr>
          <p:spPr>
            <a:xfrm>
              <a:off x="507012" y="2448095"/>
              <a:ext cx="4474" cy="7743"/>
            </a:xfrm>
            <a:custGeom>
              <a:avLst/>
              <a:gdLst/>
              <a:ahLst/>
              <a:cxnLst/>
              <a:rect l="l" t="t" r="r" b="b"/>
              <a:pathLst>
                <a:path w="130" h="225" extrusionOk="0">
                  <a:moveTo>
                    <a:pt x="130" y="1"/>
                  </a:moveTo>
                  <a:lnTo>
                    <a:pt x="1" y="77"/>
                  </a:lnTo>
                  <a:lnTo>
                    <a:pt x="1" y="225"/>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0"/>
            <p:cNvSpPr/>
            <p:nvPr/>
          </p:nvSpPr>
          <p:spPr>
            <a:xfrm>
              <a:off x="507081" y="2468845"/>
              <a:ext cx="4508" cy="7674"/>
            </a:xfrm>
            <a:custGeom>
              <a:avLst/>
              <a:gdLst/>
              <a:ahLst/>
              <a:cxnLst/>
              <a:rect l="l" t="t" r="r" b="b"/>
              <a:pathLst>
                <a:path w="131" h="223" extrusionOk="0">
                  <a:moveTo>
                    <a:pt x="131" y="0"/>
                  </a:moveTo>
                  <a:lnTo>
                    <a:pt x="0" y="75"/>
                  </a:lnTo>
                  <a:lnTo>
                    <a:pt x="0"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40"/>
            <p:cNvSpPr/>
            <p:nvPr/>
          </p:nvSpPr>
          <p:spPr>
            <a:xfrm>
              <a:off x="507081" y="2475728"/>
              <a:ext cx="4508" cy="7743"/>
            </a:xfrm>
            <a:custGeom>
              <a:avLst/>
              <a:gdLst/>
              <a:ahLst/>
              <a:cxnLst/>
              <a:rect l="l" t="t" r="r" b="b"/>
              <a:pathLst>
                <a:path w="131" h="225" extrusionOk="0">
                  <a:moveTo>
                    <a:pt x="131" y="1"/>
                  </a:moveTo>
                  <a:lnTo>
                    <a:pt x="0" y="76"/>
                  </a:lnTo>
                  <a:lnTo>
                    <a:pt x="2" y="225"/>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0"/>
            <p:cNvSpPr/>
            <p:nvPr/>
          </p:nvSpPr>
          <p:spPr>
            <a:xfrm>
              <a:off x="507115" y="2489527"/>
              <a:ext cx="4542" cy="7812"/>
            </a:xfrm>
            <a:custGeom>
              <a:avLst/>
              <a:gdLst/>
              <a:ahLst/>
              <a:cxnLst/>
              <a:rect l="l" t="t" r="r" b="b"/>
              <a:pathLst>
                <a:path w="132" h="227" extrusionOk="0">
                  <a:moveTo>
                    <a:pt x="131" y="1"/>
                  </a:moveTo>
                  <a:lnTo>
                    <a:pt x="1" y="75"/>
                  </a:lnTo>
                  <a:lnTo>
                    <a:pt x="1" y="226"/>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40"/>
            <p:cNvSpPr/>
            <p:nvPr/>
          </p:nvSpPr>
          <p:spPr>
            <a:xfrm>
              <a:off x="507115" y="2482679"/>
              <a:ext cx="4542" cy="7708"/>
            </a:xfrm>
            <a:custGeom>
              <a:avLst/>
              <a:gdLst/>
              <a:ahLst/>
              <a:cxnLst/>
              <a:rect l="l" t="t" r="r" b="b"/>
              <a:pathLst>
                <a:path w="132" h="224" extrusionOk="0">
                  <a:moveTo>
                    <a:pt x="130" y="1"/>
                  </a:moveTo>
                  <a:lnTo>
                    <a:pt x="1" y="74"/>
                  </a:lnTo>
                  <a:lnTo>
                    <a:pt x="1" y="223"/>
                  </a:lnTo>
                  <a:lnTo>
                    <a:pt x="131"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40"/>
            <p:cNvSpPr/>
            <p:nvPr/>
          </p:nvSpPr>
          <p:spPr>
            <a:xfrm>
              <a:off x="507184" y="2517126"/>
              <a:ext cx="4508" cy="7743"/>
            </a:xfrm>
            <a:custGeom>
              <a:avLst/>
              <a:gdLst/>
              <a:ahLst/>
              <a:cxnLst/>
              <a:rect l="l" t="t" r="r" b="b"/>
              <a:pathLst>
                <a:path w="131" h="225" extrusionOk="0">
                  <a:moveTo>
                    <a:pt x="131" y="1"/>
                  </a:moveTo>
                  <a:lnTo>
                    <a:pt x="0" y="77"/>
                  </a:lnTo>
                  <a:lnTo>
                    <a:pt x="3" y="224"/>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40"/>
            <p:cNvSpPr/>
            <p:nvPr/>
          </p:nvSpPr>
          <p:spPr>
            <a:xfrm>
              <a:off x="507184" y="2510243"/>
              <a:ext cx="4508" cy="7777"/>
            </a:xfrm>
            <a:custGeom>
              <a:avLst/>
              <a:gdLst/>
              <a:ahLst/>
              <a:cxnLst/>
              <a:rect l="l" t="t" r="r" b="b"/>
              <a:pathLst>
                <a:path w="131" h="226" extrusionOk="0">
                  <a:moveTo>
                    <a:pt x="131" y="0"/>
                  </a:moveTo>
                  <a:lnTo>
                    <a:pt x="0" y="78"/>
                  </a:lnTo>
                  <a:lnTo>
                    <a:pt x="0" y="225"/>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40"/>
            <p:cNvSpPr/>
            <p:nvPr/>
          </p:nvSpPr>
          <p:spPr>
            <a:xfrm>
              <a:off x="507184" y="2503395"/>
              <a:ext cx="4508" cy="7674"/>
            </a:xfrm>
            <a:custGeom>
              <a:avLst/>
              <a:gdLst/>
              <a:ahLst/>
              <a:cxnLst/>
              <a:rect l="l" t="t" r="r" b="b"/>
              <a:pathLst>
                <a:path w="131" h="223" extrusionOk="0">
                  <a:moveTo>
                    <a:pt x="129" y="0"/>
                  </a:moveTo>
                  <a:lnTo>
                    <a:pt x="0" y="75"/>
                  </a:lnTo>
                  <a:lnTo>
                    <a:pt x="0" y="223"/>
                  </a:lnTo>
                  <a:lnTo>
                    <a:pt x="131"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40"/>
            <p:cNvSpPr/>
            <p:nvPr/>
          </p:nvSpPr>
          <p:spPr>
            <a:xfrm>
              <a:off x="507115" y="2496444"/>
              <a:ext cx="4542" cy="7743"/>
            </a:xfrm>
            <a:custGeom>
              <a:avLst/>
              <a:gdLst/>
              <a:ahLst/>
              <a:cxnLst/>
              <a:rect l="l" t="t" r="r" b="b"/>
              <a:pathLst>
                <a:path w="132" h="225" extrusionOk="0">
                  <a:moveTo>
                    <a:pt x="131" y="0"/>
                  </a:moveTo>
                  <a:lnTo>
                    <a:pt x="1" y="76"/>
                  </a:lnTo>
                  <a:lnTo>
                    <a:pt x="2" y="224"/>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40"/>
            <p:cNvSpPr/>
            <p:nvPr/>
          </p:nvSpPr>
          <p:spPr>
            <a:xfrm>
              <a:off x="507287" y="2524077"/>
              <a:ext cx="4474" cy="7743"/>
            </a:xfrm>
            <a:custGeom>
              <a:avLst/>
              <a:gdLst/>
              <a:ahLst/>
              <a:cxnLst/>
              <a:rect l="l" t="t" r="r" b="b"/>
              <a:pathLst>
                <a:path w="130" h="225" extrusionOk="0">
                  <a:moveTo>
                    <a:pt x="128" y="0"/>
                  </a:moveTo>
                  <a:lnTo>
                    <a:pt x="0" y="75"/>
                  </a:lnTo>
                  <a:lnTo>
                    <a:pt x="0" y="224"/>
                  </a:lnTo>
                  <a:lnTo>
                    <a:pt x="129" y="148"/>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0"/>
            <p:cNvSpPr/>
            <p:nvPr/>
          </p:nvSpPr>
          <p:spPr>
            <a:xfrm>
              <a:off x="507287" y="2537877"/>
              <a:ext cx="4474" cy="7777"/>
            </a:xfrm>
            <a:custGeom>
              <a:avLst/>
              <a:gdLst/>
              <a:ahLst/>
              <a:cxnLst/>
              <a:rect l="l" t="t" r="r" b="b"/>
              <a:pathLst>
                <a:path w="130" h="226" extrusionOk="0">
                  <a:moveTo>
                    <a:pt x="129" y="0"/>
                  </a:moveTo>
                  <a:lnTo>
                    <a:pt x="0" y="75"/>
                  </a:lnTo>
                  <a:lnTo>
                    <a:pt x="0" y="226"/>
                  </a:lnTo>
                  <a:lnTo>
                    <a:pt x="129"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0"/>
            <p:cNvSpPr/>
            <p:nvPr/>
          </p:nvSpPr>
          <p:spPr>
            <a:xfrm>
              <a:off x="507287" y="2530960"/>
              <a:ext cx="4474" cy="7743"/>
            </a:xfrm>
            <a:custGeom>
              <a:avLst/>
              <a:gdLst/>
              <a:ahLst/>
              <a:cxnLst/>
              <a:rect l="l" t="t" r="r" b="b"/>
              <a:pathLst>
                <a:path w="130" h="225" extrusionOk="0">
                  <a:moveTo>
                    <a:pt x="129" y="1"/>
                  </a:moveTo>
                  <a:lnTo>
                    <a:pt x="0" y="77"/>
                  </a:lnTo>
                  <a:lnTo>
                    <a:pt x="0" y="225"/>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0"/>
            <p:cNvSpPr/>
            <p:nvPr/>
          </p:nvSpPr>
          <p:spPr>
            <a:xfrm>
              <a:off x="499613" y="2341725"/>
              <a:ext cx="4542" cy="7674"/>
            </a:xfrm>
            <a:custGeom>
              <a:avLst/>
              <a:gdLst/>
              <a:ahLst/>
              <a:cxnLst/>
              <a:rect l="l" t="t" r="r" b="b"/>
              <a:pathLst>
                <a:path w="132" h="223" extrusionOk="0">
                  <a:moveTo>
                    <a:pt x="130" y="0"/>
                  </a:moveTo>
                  <a:lnTo>
                    <a:pt x="1" y="75"/>
                  </a:lnTo>
                  <a:lnTo>
                    <a:pt x="1" y="223"/>
                  </a:lnTo>
                  <a:lnTo>
                    <a:pt x="131"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0"/>
            <p:cNvSpPr/>
            <p:nvPr/>
          </p:nvSpPr>
          <p:spPr>
            <a:xfrm>
              <a:off x="499579" y="2334774"/>
              <a:ext cx="4508" cy="7743"/>
            </a:xfrm>
            <a:custGeom>
              <a:avLst/>
              <a:gdLst/>
              <a:ahLst/>
              <a:cxnLst/>
              <a:rect l="l" t="t" r="r" b="b"/>
              <a:pathLst>
                <a:path w="131" h="225" extrusionOk="0">
                  <a:moveTo>
                    <a:pt x="131" y="0"/>
                  </a:moveTo>
                  <a:lnTo>
                    <a:pt x="0" y="75"/>
                  </a:lnTo>
                  <a:lnTo>
                    <a:pt x="2"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40"/>
            <p:cNvSpPr/>
            <p:nvPr/>
          </p:nvSpPr>
          <p:spPr>
            <a:xfrm>
              <a:off x="499579" y="2327857"/>
              <a:ext cx="4508" cy="7743"/>
            </a:xfrm>
            <a:custGeom>
              <a:avLst/>
              <a:gdLst/>
              <a:ahLst/>
              <a:cxnLst/>
              <a:rect l="l" t="t" r="r" b="b"/>
              <a:pathLst>
                <a:path w="131" h="225" extrusionOk="0">
                  <a:moveTo>
                    <a:pt x="131" y="1"/>
                  </a:moveTo>
                  <a:lnTo>
                    <a:pt x="0" y="76"/>
                  </a:lnTo>
                  <a:lnTo>
                    <a:pt x="0"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40"/>
            <p:cNvSpPr/>
            <p:nvPr/>
          </p:nvSpPr>
          <p:spPr>
            <a:xfrm>
              <a:off x="499613" y="2348608"/>
              <a:ext cx="4542" cy="7743"/>
            </a:xfrm>
            <a:custGeom>
              <a:avLst/>
              <a:gdLst/>
              <a:ahLst/>
              <a:cxnLst/>
              <a:rect l="l" t="t" r="r" b="b"/>
              <a:pathLst>
                <a:path w="132" h="225" extrusionOk="0">
                  <a:moveTo>
                    <a:pt x="131" y="1"/>
                  </a:moveTo>
                  <a:lnTo>
                    <a:pt x="1" y="75"/>
                  </a:lnTo>
                  <a:lnTo>
                    <a:pt x="1" y="225"/>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40"/>
            <p:cNvSpPr/>
            <p:nvPr/>
          </p:nvSpPr>
          <p:spPr>
            <a:xfrm>
              <a:off x="499786" y="2383089"/>
              <a:ext cx="4508" cy="7812"/>
            </a:xfrm>
            <a:custGeom>
              <a:avLst/>
              <a:gdLst/>
              <a:ahLst/>
              <a:cxnLst/>
              <a:rect l="l" t="t" r="r" b="b"/>
              <a:pathLst>
                <a:path w="131" h="227" extrusionOk="0">
                  <a:moveTo>
                    <a:pt x="128" y="1"/>
                  </a:moveTo>
                  <a:lnTo>
                    <a:pt x="0" y="76"/>
                  </a:lnTo>
                  <a:lnTo>
                    <a:pt x="0" y="226"/>
                  </a:lnTo>
                  <a:lnTo>
                    <a:pt x="130" y="152"/>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0"/>
            <p:cNvSpPr/>
            <p:nvPr/>
          </p:nvSpPr>
          <p:spPr>
            <a:xfrm>
              <a:off x="499717" y="2376241"/>
              <a:ext cx="4474" cy="7708"/>
            </a:xfrm>
            <a:custGeom>
              <a:avLst/>
              <a:gdLst/>
              <a:ahLst/>
              <a:cxnLst/>
              <a:rect l="l" t="t" r="r" b="b"/>
              <a:pathLst>
                <a:path w="130" h="224" extrusionOk="0">
                  <a:moveTo>
                    <a:pt x="130" y="1"/>
                  </a:moveTo>
                  <a:lnTo>
                    <a:pt x="1" y="74"/>
                  </a:lnTo>
                  <a:lnTo>
                    <a:pt x="2"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0"/>
            <p:cNvSpPr/>
            <p:nvPr/>
          </p:nvSpPr>
          <p:spPr>
            <a:xfrm>
              <a:off x="499717" y="2369324"/>
              <a:ext cx="4474" cy="7708"/>
            </a:xfrm>
            <a:custGeom>
              <a:avLst/>
              <a:gdLst/>
              <a:ahLst/>
              <a:cxnLst/>
              <a:rect l="l" t="t" r="r" b="b"/>
              <a:pathLst>
                <a:path w="130" h="224" extrusionOk="0">
                  <a:moveTo>
                    <a:pt x="130" y="0"/>
                  </a:moveTo>
                  <a:lnTo>
                    <a:pt x="1" y="76"/>
                  </a:lnTo>
                  <a:lnTo>
                    <a:pt x="1" y="224"/>
                  </a:lnTo>
                  <a:lnTo>
                    <a:pt x="130" y="149"/>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0"/>
            <p:cNvSpPr/>
            <p:nvPr/>
          </p:nvSpPr>
          <p:spPr>
            <a:xfrm>
              <a:off x="499717" y="2362407"/>
              <a:ext cx="4474" cy="7674"/>
            </a:xfrm>
            <a:custGeom>
              <a:avLst/>
              <a:gdLst/>
              <a:ahLst/>
              <a:cxnLst/>
              <a:rect l="l" t="t" r="r" b="b"/>
              <a:pathLst>
                <a:path w="130" h="223" extrusionOk="0">
                  <a:moveTo>
                    <a:pt x="128" y="1"/>
                  </a:moveTo>
                  <a:lnTo>
                    <a:pt x="1" y="75"/>
                  </a:lnTo>
                  <a:lnTo>
                    <a:pt x="1" y="223"/>
                  </a:lnTo>
                  <a:lnTo>
                    <a:pt x="130" y="148"/>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0"/>
            <p:cNvSpPr/>
            <p:nvPr/>
          </p:nvSpPr>
          <p:spPr>
            <a:xfrm>
              <a:off x="499613" y="2355456"/>
              <a:ext cx="4542" cy="7743"/>
            </a:xfrm>
            <a:custGeom>
              <a:avLst/>
              <a:gdLst/>
              <a:ahLst/>
              <a:cxnLst/>
              <a:rect l="l" t="t" r="r" b="b"/>
              <a:pathLst>
                <a:path w="132" h="225" extrusionOk="0">
                  <a:moveTo>
                    <a:pt x="131" y="1"/>
                  </a:moveTo>
                  <a:lnTo>
                    <a:pt x="1" y="77"/>
                  </a:lnTo>
                  <a:lnTo>
                    <a:pt x="4" y="225"/>
                  </a:lnTo>
                  <a:lnTo>
                    <a:pt x="131" y="151"/>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0"/>
            <p:cNvSpPr/>
            <p:nvPr/>
          </p:nvSpPr>
          <p:spPr>
            <a:xfrm>
              <a:off x="499786" y="2390006"/>
              <a:ext cx="4508" cy="7743"/>
            </a:xfrm>
            <a:custGeom>
              <a:avLst/>
              <a:gdLst/>
              <a:ahLst/>
              <a:cxnLst/>
              <a:rect l="l" t="t" r="r" b="b"/>
              <a:pathLst>
                <a:path w="131" h="225" extrusionOk="0">
                  <a:moveTo>
                    <a:pt x="130" y="0"/>
                  </a:moveTo>
                  <a:lnTo>
                    <a:pt x="0" y="76"/>
                  </a:lnTo>
                  <a:lnTo>
                    <a:pt x="0" y="224"/>
                  </a:lnTo>
                  <a:lnTo>
                    <a:pt x="130" y="150"/>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40"/>
            <p:cNvSpPr/>
            <p:nvPr/>
          </p:nvSpPr>
          <p:spPr>
            <a:xfrm>
              <a:off x="499820" y="2410757"/>
              <a:ext cx="4508" cy="7674"/>
            </a:xfrm>
            <a:custGeom>
              <a:avLst/>
              <a:gdLst/>
              <a:ahLst/>
              <a:cxnLst/>
              <a:rect l="l" t="t" r="r" b="b"/>
              <a:pathLst>
                <a:path w="131" h="223" extrusionOk="0">
                  <a:moveTo>
                    <a:pt x="131" y="0"/>
                  </a:moveTo>
                  <a:lnTo>
                    <a:pt x="1" y="75"/>
                  </a:lnTo>
                  <a:lnTo>
                    <a:pt x="1" y="223"/>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40"/>
            <p:cNvSpPr/>
            <p:nvPr/>
          </p:nvSpPr>
          <p:spPr>
            <a:xfrm>
              <a:off x="499820" y="2403840"/>
              <a:ext cx="4508" cy="7743"/>
            </a:xfrm>
            <a:custGeom>
              <a:avLst/>
              <a:gdLst/>
              <a:ahLst/>
              <a:cxnLst/>
              <a:rect l="l" t="t" r="r" b="b"/>
              <a:pathLst>
                <a:path w="131" h="225" extrusionOk="0">
                  <a:moveTo>
                    <a:pt x="129" y="1"/>
                  </a:moveTo>
                  <a:lnTo>
                    <a:pt x="1" y="74"/>
                  </a:lnTo>
                  <a:lnTo>
                    <a:pt x="1" y="225"/>
                  </a:lnTo>
                  <a:lnTo>
                    <a:pt x="131"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40"/>
            <p:cNvSpPr/>
            <p:nvPr/>
          </p:nvSpPr>
          <p:spPr>
            <a:xfrm>
              <a:off x="499786" y="2396958"/>
              <a:ext cx="4508" cy="7743"/>
            </a:xfrm>
            <a:custGeom>
              <a:avLst/>
              <a:gdLst/>
              <a:ahLst/>
              <a:cxnLst/>
              <a:rect l="l" t="t" r="r" b="b"/>
              <a:pathLst>
                <a:path w="131" h="225" extrusionOk="0">
                  <a:moveTo>
                    <a:pt x="130" y="0"/>
                  </a:moveTo>
                  <a:lnTo>
                    <a:pt x="0" y="75"/>
                  </a:lnTo>
                  <a:lnTo>
                    <a:pt x="2"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40"/>
            <p:cNvSpPr/>
            <p:nvPr/>
          </p:nvSpPr>
          <p:spPr>
            <a:xfrm>
              <a:off x="499820" y="2417639"/>
              <a:ext cx="4508" cy="7743"/>
            </a:xfrm>
            <a:custGeom>
              <a:avLst/>
              <a:gdLst/>
              <a:ahLst/>
              <a:cxnLst/>
              <a:rect l="l" t="t" r="r" b="b"/>
              <a:pathLst>
                <a:path w="131" h="225" extrusionOk="0">
                  <a:moveTo>
                    <a:pt x="131" y="1"/>
                  </a:moveTo>
                  <a:lnTo>
                    <a:pt x="1" y="75"/>
                  </a:lnTo>
                  <a:lnTo>
                    <a:pt x="1" y="224"/>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40"/>
            <p:cNvSpPr/>
            <p:nvPr/>
          </p:nvSpPr>
          <p:spPr>
            <a:xfrm>
              <a:off x="499889" y="2445273"/>
              <a:ext cx="4508" cy="7708"/>
            </a:xfrm>
            <a:custGeom>
              <a:avLst/>
              <a:gdLst/>
              <a:ahLst/>
              <a:cxnLst/>
              <a:rect l="l" t="t" r="r" b="b"/>
              <a:pathLst>
                <a:path w="131" h="224" extrusionOk="0">
                  <a:moveTo>
                    <a:pt x="130" y="1"/>
                  </a:moveTo>
                  <a:lnTo>
                    <a:pt x="0" y="75"/>
                  </a:lnTo>
                  <a:lnTo>
                    <a:pt x="3"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40"/>
            <p:cNvSpPr/>
            <p:nvPr/>
          </p:nvSpPr>
          <p:spPr>
            <a:xfrm>
              <a:off x="499889" y="2438390"/>
              <a:ext cx="4508" cy="7743"/>
            </a:xfrm>
            <a:custGeom>
              <a:avLst/>
              <a:gdLst/>
              <a:ahLst/>
              <a:cxnLst/>
              <a:rect l="l" t="t" r="r" b="b"/>
              <a:pathLst>
                <a:path w="131" h="225" extrusionOk="0">
                  <a:moveTo>
                    <a:pt x="130" y="0"/>
                  </a:moveTo>
                  <a:lnTo>
                    <a:pt x="0" y="75"/>
                  </a:lnTo>
                  <a:lnTo>
                    <a:pt x="0"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40"/>
            <p:cNvSpPr/>
            <p:nvPr/>
          </p:nvSpPr>
          <p:spPr>
            <a:xfrm>
              <a:off x="499889" y="2431473"/>
              <a:ext cx="4508" cy="7743"/>
            </a:xfrm>
            <a:custGeom>
              <a:avLst/>
              <a:gdLst/>
              <a:ahLst/>
              <a:cxnLst/>
              <a:rect l="l" t="t" r="r" b="b"/>
              <a:pathLst>
                <a:path w="131" h="225" extrusionOk="0">
                  <a:moveTo>
                    <a:pt x="130" y="1"/>
                  </a:moveTo>
                  <a:lnTo>
                    <a:pt x="0" y="74"/>
                  </a:lnTo>
                  <a:lnTo>
                    <a:pt x="0" y="225"/>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40"/>
            <p:cNvSpPr/>
            <p:nvPr/>
          </p:nvSpPr>
          <p:spPr>
            <a:xfrm>
              <a:off x="499889" y="2424591"/>
              <a:ext cx="4439" cy="7674"/>
            </a:xfrm>
            <a:custGeom>
              <a:avLst/>
              <a:gdLst/>
              <a:ahLst/>
              <a:cxnLst/>
              <a:rect l="l" t="t" r="r" b="b"/>
              <a:pathLst>
                <a:path w="129" h="223" extrusionOk="0">
                  <a:moveTo>
                    <a:pt x="129" y="0"/>
                  </a:moveTo>
                  <a:lnTo>
                    <a:pt x="0" y="75"/>
                  </a:lnTo>
                  <a:lnTo>
                    <a:pt x="0" y="223"/>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40"/>
            <p:cNvSpPr/>
            <p:nvPr/>
          </p:nvSpPr>
          <p:spPr>
            <a:xfrm>
              <a:off x="500026" y="2479823"/>
              <a:ext cx="4508" cy="7743"/>
            </a:xfrm>
            <a:custGeom>
              <a:avLst/>
              <a:gdLst/>
              <a:ahLst/>
              <a:cxnLst/>
              <a:rect l="l" t="t" r="r" b="b"/>
              <a:pathLst>
                <a:path w="131" h="225" extrusionOk="0">
                  <a:moveTo>
                    <a:pt x="131" y="0"/>
                  </a:moveTo>
                  <a:lnTo>
                    <a:pt x="1" y="77"/>
                  </a:lnTo>
                  <a:lnTo>
                    <a:pt x="1"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40"/>
            <p:cNvSpPr/>
            <p:nvPr/>
          </p:nvSpPr>
          <p:spPr>
            <a:xfrm>
              <a:off x="500026" y="2472906"/>
              <a:ext cx="4508" cy="7708"/>
            </a:xfrm>
            <a:custGeom>
              <a:avLst/>
              <a:gdLst/>
              <a:ahLst/>
              <a:cxnLst/>
              <a:rect l="l" t="t" r="r" b="b"/>
              <a:pathLst>
                <a:path w="131" h="224" extrusionOk="0">
                  <a:moveTo>
                    <a:pt x="128" y="1"/>
                  </a:moveTo>
                  <a:lnTo>
                    <a:pt x="1" y="76"/>
                  </a:lnTo>
                  <a:lnTo>
                    <a:pt x="1" y="223"/>
                  </a:lnTo>
                  <a:lnTo>
                    <a:pt x="131" y="149"/>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40"/>
            <p:cNvSpPr/>
            <p:nvPr/>
          </p:nvSpPr>
          <p:spPr>
            <a:xfrm>
              <a:off x="499992" y="2465989"/>
              <a:ext cx="4439" cy="7708"/>
            </a:xfrm>
            <a:custGeom>
              <a:avLst/>
              <a:gdLst/>
              <a:ahLst/>
              <a:cxnLst/>
              <a:rect l="l" t="t" r="r" b="b"/>
              <a:pathLst>
                <a:path w="129" h="224" extrusionOk="0">
                  <a:moveTo>
                    <a:pt x="129" y="0"/>
                  </a:moveTo>
                  <a:lnTo>
                    <a:pt x="0" y="76"/>
                  </a:lnTo>
                  <a:lnTo>
                    <a:pt x="2" y="224"/>
                  </a:lnTo>
                  <a:lnTo>
                    <a:pt x="129" y="149"/>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40"/>
            <p:cNvSpPr/>
            <p:nvPr/>
          </p:nvSpPr>
          <p:spPr>
            <a:xfrm>
              <a:off x="499992" y="2459072"/>
              <a:ext cx="4439" cy="7743"/>
            </a:xfrm>
            <a:custGeom>
              <a:avLst/>
              <a:gdLst/>
              <a:ahLst/>
              <a:cxnLst/>
              <a:rect l="l" t="t" r="r" b="b"/>
              <a:pathLst>
                <a:path w="129" h="225" extrusionOk="0">
                  <a:moveTo>
                    <a:pt x="129" y="1"/>
                  </a:moveTo>
                  <a:lnTo>
                    <a:pt x="0" y="75"/>
                  </a:lnTo>
                  <a:lnTo>
                    <a:pt x="0" y="224"/>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40"/>
            <p:cNvSpPr/>
            <p:nvPr/>
          </p:nvSpPr>
          <p:spPr>
            <a:xfrm>
              <a:off x="499992" y="2452224"/>
              <a:ext cx="4439" cy="7708"/>
            </a:xfrm>
            <a:custGeom>
              <a:avLst/>
              <a:gdLst/>
              <a:ahLst/>
              <a:cxnLst/>
              <a:rect l="l" t="t" r="r" b="b"/>
              <a:pathLst>
                <a:path w="129" h="224" extrusionOk="0">
                  <a:moveTo>
                    <a:pt x="129" y="1"/>
                  </a:moveTo>
                  <a:lnTo>
                    <a:pt x="0" y="74"/>
                  </a:lnTo>
                  <a:lnTo>
                    <a:pt x="0" y="223"/>
                  </a:lnTo>
                  <a:lnTo>
                    <a:pt x="129"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40"/>
            <p:cNvSpPr/>
            <p:nvPr/>
          </p:nvSpPr>
          <p:spPr>
            <a:xfrm>
              <a:off x="500095" y="2493622"/>
              <a:ext cx="4508" cy="7743"/>
            </a:xfrm>
            <a:custGeom>
              <a:avLst/>
              <a:gdLst/>
              <a:ahLst/>
              <a:cxnLst/>
              <a:rect l="l" t="t" r="r" b="b"/>
              <a:pathLst>
                <a:path w="131" h="225" extrusionOk="0">
                  <a:moveTo>
                    <a:pt x="129" y="0"/>
                  </a:moveTo>
                  <a:lnTo>
                    <a:pt x="0" y="75"/>
                  </a:lnTo>
                  <a:lnTo>
                    <a:pt x="0" y="224"/>
                  </a:lnTo>
                  <a:lnTo>
                    <a:pt x="130"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40"/>
            <p:cNvSpPr/>
            <p:nvPr/>
          </p:nvSpPr>
          <p:spPr>
            <a:xfrm>
              <a:off x="500026" y="2486705"/>
              <a:ext cx="4508" cy="7743"/>
            </a:xfrm>
            <a:custGeom>
              <a:avLst/>
              <a:gdLst/>
              <a:ahLst/>
              <a:cxnLst/>
              <a:rect l="l" t="t" r="r" b="b"/>
              <a:pathLst>
                <a:path w="131" h="225" extrusionOk="0">
                  <a:moveTo>
                    <a:pt x="131" y="1"/>
                  </a:moveTo>
                  <a:lnTo>
                    <a:pt x="1" y="75"/>
                  </a:lnTo>
                  <a:lnTo>
                    <a:pt x="2"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40"/>
            <p:cNvSpPr/>
            <p:nvPr/>
          </p:nvSpPr>
          <p:spPr>
            <a:xfrm>
              <a:off x="500130" y="2521255"/>
              <a:ext cx="4508" cy="7674"/>
            </a:xfrm>
            <a:custGeom>
              <a:avLst/>
              <a:gdLst/>
              <a:ahLst/>
              <a:cxnLst/>
              <a:rect l="l" t="t" r="r" b="b"/>
              <a:pathLst>
                <a:path w="131" h="223" extrusionOk="0">
                  <a:moveTo>
                    <a:pt x="131" y="1"/>
                  </a:moveTo>
                  <a:lnTo>
                    <a:pt x="1" y="75"/>
                  </a:lnTo>
                  <a:lnTo>
                    <a:pt x="1" y="223"/>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40"/>
            <p:cNvSpPr/>
            <p:nvPr/>
          </p:nvSpPr>
          <p:spPr>
            <a:xfrm>
              <a:off x="500095" y="2514304"/>
              <a:ext cx="4508" cy="7743"/>
            </a:xfrm>
            <a:custGeom>
              <a:avLst/>
              <a:gdLst/>
              <a:ahLst/>
              <a:cxnLst/>
              <a:rect l="l" t="t" r="r" b="b"/>
              <a:pathLst>
                <a:path w="131" h="225" extrusionOk="0">
                  <a:moveTo>
                    <a:pt x="130" y="1"/>
                  </a:moveTo>
                  <a:lnTo>
                    <a:pt x="0" y="77"/>
                  </a:lnTo>
                  <a:lnTo>
                    <a:pt x="2" y="224"/>
                  </a:lnTo>
                  <a:lnTo>
                    <a:pt x="130" y="151"/>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40"/>
            <p:cNvSpPr/>
            <p:nvPr/>
          </p:nvSpPr>
          <p:spPr>
            <a:xfrm>
              <a:off x="500095" y="2507456"/>
              <a:ext cx="4508" cy="7743"/>
            </a:xfrm>
            <a:custGeom>
              <a:avLst/>
              <a:gdLst/>
              <a:ahLst/>
              <a:cxnLst/>
              <a:rect l="l" t="t" r="r" b="b"/>
              <a:pathLst>
                <a:path w="131" h="225" extrusionOk="0">
                  <a:moveTo>
                    <a:pt x="130" y="1"/>
                  </a:moveTo>
                  <a:lnTo>
                    <a:pt x="0" y="75"/>
                  </a:lnTo>
                  <a:lnTo>
                    <a:pt x="0" y="224"/>
                  </a:lnTo>
                  <a:lnTo>
                    <a:pt x="130" y="148"/>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40"/>
            <p:cNvSpPr/>
            <p:nvPr/>
          </p:nvSpPr>
          <p:spPr>
            <a:xfrm>
              <a:off x="500095" y="2500574"/>
              <a:ext cx="4508" cy="7674"/>
            </a:xfrm>
            <a:custGeom>
              <a:avLst/>
              <a:gdLst/>
              <a:ahLst/>
              <a:cxnLst/>
              <a:rect l="l" t="t" r="r" b="b"/>
              <a:pathLst>
                <a:path w="131" h="223" extrusionOk="0">
                  <a:moveTo>
                    <a:pt x="130" y="0"/>
                  </a:moveTo>
                  <a:lnTo>
                    <a:pt x="0" y="75"/>
                  </a:lnTo>
                  <a:lnTo>
                    <a:pt x="0"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40"/>
            <p:cNvSpPr/>
            <p:nvPr/>
          </p:nvSpPr>
          <p:spPr>
            <a:xfrm>
              <a:off x="500130" y="2528138"/>
              <a:ext cx="4508" cy="7743"/>
            </a:xfrm>
            <a:custGeom>
              <a:avLst/>
              <a:gdLst/>
              <a:ahLst/>
              <a:cxnLst/>
              <a:rect l="l" t="t" r="r" b="b"/>
              <a:pathLst>
                <a:path w="131" h="225" extrusionOk="0">
                  <a:moveTo>
                    <a:pt x="131" y="1"/>
                  </a:moveTo>
                  <a:lnTo>
                    <a:pt x="1" y="77"/>
                  </a:lnTo>
                  <a:lnTo>
                    <a:pt x="1"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40"/>
            <p:cNvSpPr/>
            <p:nvPr/>
          </p:nvSpPr>
          <p:spPr>
            <a:xfrm>
              <a:off x="500233" y="2541937"/>
              <a:ext cx="4474" cy="7812"/>
            </a:xfrm>
            <a:custGeom>
              <a:avLst/>
              <a:gdLst/>
              <a:ahLst/>
              <a:cxnLst/>
              <a:rect l="l" t="t" r="r" b="b"/>
              <a:pathLst>
                <a:path w="130" h="227" extrusionOk="0">
                  <a:moveTo>
                    <a:pt x="129" y="1"/>
                  </a:moveTo>
                  <a:lnTo>
                    <a:pt x="0" y="75"/>
                  </a:lnTo>
                  <a:lnTo>
                    <a:pt x="0" y="226"/>
                  </a:lnTo>
                  <a:lnTo>
                    <a:pt x="129" y="152"/>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40"/>
            <p:cNvSpPr/>
            <p:nvPr/>
          </p:nvSpPr>
          <p:spPr>
            <a:xfrm>
              <a:off x="500233" y="2535055"/>
              <a:ext cx="4474" cy="7743"/>
            </a:xfrm>
            <a:custGeom>
              <a:avLst/>
              <a:gdLst/>
              <a:ahLst/>
              <a:cxnLst/>
              <a:rect l="l" t="t" r="r" b="b"/>
              <a:pathLst>
                <a:path w="130" h="225" extrusionOk="0">
                  <a:moveTo>
                    <a:pt x="128" y="0"/>
                  </a:moveTo>
                  <a:lnTo>
                    <a:pt x="0" y="75"/>
                  </a:lnTo>
                  <a:lnTo>
                    <a:pt x="0" y="224"/>
                  </a:lnTo>
                  <a:lnTo>
                    <a:pt x="129" y="150"/>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40"/>
            <p:cNvSpPr/>
            <p:nvPr/>
          </p:nvSpPr>
          <p:spPr>
            <a:xfrm>
              <a:off x="439805" y="2302805"/>
              <a:ext cx="4474" cy="7743"/>
            </a:xfrm>
            <a:custGeom>
              <a:avLst/>
              <a:gdLst/>
              <a:ahLst/>
              <a:cxnLst/>
              <a:rect l="l" t="t" r="r" b="b"/>
              <a:pathLst>
                <a:path w="130" h="225" extrusionOk="0">
                  <a:moveTo>
                    <a:pt x="1" y="0"/>
                  </a:moveTo>
                  <a:lnTo>
                    <a:pt x="1" y="148"/>
                  </a:lnTo>
                  <a:lnTo>
                    <a:pt x="130" y="224"/>
                  </a:lnTo>
                  <a:lnTo>
                    <a:pt x="130" y="73"/>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40"/>
            <p:cNvSpPr/>
            <p:nvPr/>
          </p:nvSpPr>
          <p:spPr>
            <a:xfrm>
              <a:off x="439805" y="2309653"/>
              <a:ext cx="4474" cy="7777"/>
            </a:xfrm>
            <a:custGeom>
              <a:avLst/>
              <a:gdLst/>
              <a:ahLst/>
              <a:cxnLst/>
              <a:rect l="l" t="t" r="r" b="b"/>
              <a:pathLst>
                <a:path w="130" h="226" extrusionOk="0">
                  <a:moveTo>
                    <a:pt x="1" y="0"/>
                  </a:moveTo>
                  <a:lnTo>
                    <a:pt x="1" y="151"/>
                  </a:lnTo>
                  <a:lnTo>
                    <a:pt x="130" y="226"/>
                  </a:lnTo>
                  <a:lnTo>
                    <a:pt x="130" y="7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40"/>
            <p:cNvSpPr/>
            <p:nvPr/>
          </p:nvSpPr>
          <p:spPr>
            <a:xfrm>
              <a:off x="439805" y="2316604"/>
              <a:ext cx="4474" cy="7674"/>
            </a:xfrm>
            <a:custGeom>
              <a:avLst/>
              <a:gdLst/>
              <a:ahLst/>
              <a:cxnLst/>
              <a:rect l="l" t="t" r="r" b="b"/>
              <a:pathLst>
                <a:path w="130" h="223" extrusionOk="0">
                  <a:moveTo>
                    <a:pt x="1" y="0"/>
                  </a:moveTo>
                  <a:lnTo>
                    <a:pt x="1" y="148"/>
                  </a:lnTo>
                  <a:lnTo>
                    <a:pt x="128" y="223"/>
                  </a:lnTo>
                  <a:lnTo>
                    <a:pt x="130"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40"/>
            <p:cNvSpPr/>
            <p:nvPr/>
          </p:nvSpPr>
          <p:spPr>
            <a:xfrm>
              <a:off x="439701" y="2344238"/>
              <a:ext cx="4474" cy="7674"/>
            </a:xfrm>
            <a:custGeom>
              <a:avLst/>
              <a:gdLst/>
              <a:ahLst/>
              <a:cxnLst/>
              <a:rect l="l" t="t" r="r" b="b"/>
              <a:pathLst>
                <a:path w="130" h="223" extrusionOk="0">
                  <a:moveTo>
                    <a:pt x="1" y="0"/>
                  </a:moveTo>
                  <a:lnTo>
                    <a:pt x="1" y="150"/>
                  </a:lnTo>
                  <a:lnTo>
                    <a:pt x="130" y="223"/>
                  </a:lnTo>
                  <a:lnTo>
                    <a:pt x="130"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40"/>
            <p:cNvSpPr/>
            <p:nvPr/>
          </p:nvSpPr>
          <p:spPr>
            <a:xfrm>
              <a:off x="439701" y="2337321"/>
              <a:ext cx="4542" cy="7743"/>
            </a:xfrm>
            <a:custGeom>
              <a:avLst/>
              <a:gdLst/>
              <a:ahLst/>
              <a:cxnLst/>
              <a:rect l="l" t="t" r="r" b="b"/>
              <a:pathLst>
                <a:path w="132" h="225" extrusionOk="0">
                  <a:moveTo>
                    <a:pt x="1" y="1"/>
                  </a:moveTo>
                  <a:lnTo>
                    <a:pt x="1" y="150"/>
                  </a:lnTo>
                  <a:lnTo>
                    <a:pt x="130" y="225"/>
                  </a:lnTo>
                  <a:lnTo>
                    <a:pt x="131" y="7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40"/>
            <p:cNvSpPr/>
            <p:nvPr/>
          </p:nvSpPr>
          <p:spPr>
            <a:xfrm>
              <a:off x="439701" y="2330438"/>
              <a:ext cx="4542" cy="7674"/>
            </a:xfrm>
            <a:custGeom>
              <a:avLst/>
              <a:gdLst/>
              <a:ahLst/>
              <a:cxnLst/>
              <a:rect l="l" t="t" r="r" b="b"/>
              <a:pathLst>
                <a:path w="132" h="223" extrusionOk="0">
                  <a:moveTo>
                    <a:pt x="1" y="1"/>
                  </a:moveTo>
                  <a:lnTo>
                    <a:pt x="1" y="148"/>
                  </a:lnTo>
                  <a:lnTo>
                    <a:pt x="131" y="223"/>
                  </a:lnTo>
                  <a:lnTo>
                    <a:pt x="131" y="7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40"/>
            <p:cNvSpPr/>
            <p:nvPr/>
          </p:nvSpPr>
          <p:spPr>
            <a:xfrm>
              <a:off x="439701" y="2323487"/>
              <a:ext cx="4542" cy="7743"/>
            </a:xfrm>
            <a:custGeom>
              <a:avLst/>
              <a:gdLst/>
              <a:ahLst/>
              <a:cxnLst/>
              <a:rect l="l" t="t" r="r" b="b"/>
              <a:pathLst>
                <a:path w="132" h="225" extrusionOk="0">
                  <a:moveTo>
                    <a:pt x="4" y="1"/>
                  </a:moveTo>
                  <a:lnTo>
                    <a:pt x="1" y="150"/>
                  </a:lnTo>
                  <a:lnTo>
                    <a:pt x="131" y="225"/>
                  </a:lnTo>
                  <a:lnTo>
                    <a:pt x="131" y="77"/>
                  </a:lnTo>
                  <a:lnTo>
                    <a:pt x="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40"/>
            <p:cNvSpPr/>
            <p:nvPr/>
          </p:nvSpPr>
          <p:spPr>
            <a:xfrm>
              <a:off x="439667" y="2358071"/>
              <a:ext cx="4508" cy="7708"/>
            </a:xfrm>
            <a:custGeom>
              <a:avLst/>
              <a:gdLst/>
              <a:ahLst/>
              <a:cxnLst/>
              <a:rect l="l" t="t" r="r" b="b"/>
              <a:pathLst>
                <a:path w="131" h="224" extrusionOk="0">
                  <a:moveTo>
                    <a:pt x="0" y="1"/>
                  </a:moveTo>
                  <a:lnTo>
                    <a:pt x="0" y="149"/>
                  </a:lnTo>
                  <a:lnTo>
                    <a:pt x="129" y="223"/>
                  </a:lnTo>
                  <a:lnTo>
                    <a:pt x="131" y="7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40"/>
            <p:cNvSpPr/>
            <p:nvPr/>
          </p:nvSpPr>
          <p:spPr>
            <a:xfrm>
              <a:off x="439667" y="2351120"/>
              <a:ext cx="4508" cy="7743"/>
            </a:xfrm>
            <a:custGeom>
              <a:avLst/>
              <a:gdLst/>
              <a:ahLst/>
              <a:cxnLst/>
              <a:rect l="l" t="t" r="r" b="b"/>
              <a:pathLst>
                <a:path w="131" h="225" extrusionOk="0">
                  <a:moveTo>
                    <a:pt x="0" y="1"/>
                  </a:moveTo>
                  <a:lnTo>
                    <a:pt x="0" y="149"/>
                  </a:lnTo>
                  <a:lnTo>
                    <a:pt x="131" y="225"/>
                  </a:lnTo>
                  <a:lnTo>
                    <a:pt x="131"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40"/>
            <p:cNvSpPr/>
            <p:nvPr/>
          </p:nvSpPr>
          <p:spPr>
            <a:xfrm>
              <a:off x="439598" y="2371836"/>
              <a:ext cx="4542" cy="7743"/>
            </a:xfrm>
            <a:custGeom>
              <a:avLst/>
              <a:gdLst/>
              <a:ahLst/>
              <a:cxnLst/>
              <a:rect l="l" t="t" r="r" b="b"/>
              <a:pathLst>
                <a:path w="132" h="225" extrusionOk="0">
                  <a:moveTo>
                    <a:pt x="1" y="0"/>
                  </a:moveTo>
                  <a:lnTo>
                    <a:pt x="1" y="149"/>
                  </a:lnTo>
                  <a:lnTo>
                    <a:pt x="131" y="224"/>
                  </a:lnTo>
                  <a:lnTo>
                    <a:pt x="131" y="7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40"/>
            <p:cNvSpPr/>
            <p:nvPr/>
          </p:nvSpPr>
          <p:spPr>
            <a:xfrm>
              <a:off x="439667" y="2364920"/>
              <a:ext cx="4474" cy="7708"/>
            </a:xfrm>
            <a:custGeom>
              <a:avLst/>
              <a:gdLst/>
              <a:ahLst/>
              <a:cxnLst/>
              <a:rect l="l" t="t" r="r" b="b"/>
              <a:pathLst>
                <a:path w="130" h="224" extrusionOk="0">
                  <a:moveTo>
                    <a:pt x="0" y="1"/>
                  </a:moveTo>
                  <a:lnTo>
                    <a:pt x="0" y="150"/>
                  </a:lnTo>
                  <a:lnTo>
                    <a:pt x="129" y="223"/>
                  </a:lnTo>
                  <a:lnTo>
                    <a:pt x="129"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40"/>
            <p:cNvSpPr/>
            <p:nvPr/>
          </p:nvSpPr>
          <p:spPr>
            <a:xfrm>
              <a:off x="439460" y="2427103"/>
              <a:ext cx="4508" cy="7674"/>
            </a:xfrm>
            <a:custGeom>
              <a:avLst/>
              <a:gdLst/>
              <a:ahLst/>
              <a:cxnLst/>
              <a:rect l="l" t="t" r="r" b="b"/>
              <a:pathLst>
                <a:path w="131" h="223" extrusionOk="0">
                  <a:moveTo>
                    <a:pt x="1" y="1"/>
                  </a:moveTo>
                  <a:lnTo>
                    <a:pt x="1" y="148"/>
                  </a:lnTo>
                  <a:lnTo>
                    <a:pt x="131"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40"/>
            <p:cNvSpPr/>
            <p:nvPr/>
          </p:nvSpPr>
          <p:spPr>
            <a:xfrm>
              <a:off x="439460" y="2420152"/>
              <a:ext cx="4508" cy="7812"/>
            </a:xfrm>
            <a:custGeom>
              <a:avLst/>
              <a:gdLst/>
              <a:ahLst/>
              <a:cxnLst/>
              <a:rect l="l" t="t" r="r" b="b"/>
              <a:pathLst>
                <a:path w="131" h="227" extrusionOk="0">
                  <a:moveTo>
                    <a:pt x="1" y="1"/>
                  </a:moveTo>
                  <a:lnTo>
                    <a:pt x="1" y="151"/>
                  </a:lnTo>
                  <a:lnTo>
                    <a:pt x="131" y="226"/>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40"/>
            <p:cNvSpPr/>
            <p:nvPr/>
          </p:nvSpPr>
          <p:spPr>
            <a:xfrm>
              <a:off x="439460" y="2413303"/>
              <a:ext cx="4508" cy="7743"/>
            </a:xfrm>
            <a:custGeom>
              <a:avLst/>
              <a:gdLst/>
              <a:ahLst/>
              <a:cxnLst/>
              <a:rect l="l" t="t" r="r" b="b"/>
              <a:pathLst>
                <a:path w="131" h="225" extrusionOk="0">
                  <a:moveTo>
                    <a:pt x="3" y="1"/>
                  </a:moveTo>
                  <a:lnTo>
                    <a:pt x="1" y="149"/>
                  </a:lnTo>
                  <a:lnTo>
                    <a:pt x="131" y="225"/>
                  </a:lnTo>
                  <a:lnTo>
                    <a:pt x="131" y="74"/>
                  </a:lnTo>
                  <a:lnTo>
                    <a:pt x="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40"/>
            <p:cNvSpPr/>
            <p:nvPr/>
          </p:nvSpPr>
          <p:spPr>
            <a:xfrm>
              <a:off x="439564" y="2406352"/>
              <a:ext cx="4474" cy="7743"/>
            </a:xfrm>
            <a:custGeom>
              <a:avLst/>
              <a:gdLst/>
              <a:ahLst/>
              <a:cxnLst/>
              <a:rect l="l" t="t" r="r" b="b"/>
              <a:pathLst>
                <a:path w="130" h="225" extrusionOk="0">
                  <a:moveTo>
                    <a:pt x="0" y="1"/>
                  </a:moveTo>
                  <a:lnTo>
                    <a:pt x="0" y="150"/>
                  </a:lnTo>
                  <a:lnTo>
                    <a:pt x="128" y="225"/>
                  </a:lnTo>
                  <a:lnTo>
                    <a:pt x="129" y="7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40"/>
            <p:cNvSpPr/>
            <p:nvPr/>
          </p:nvSpPr>
          <p:spPr>
            <a:xfrm>
              <a:off x="439564" y="2399470"/>
              <a:ext cx="4474" cy="7743"/>
            </a:xfrm>
            <a:custGeom>
              <a:avLst/>
              <a:gdLst/>
              <a:ahLst/>
              <a:cxnLst/>
              <a:rect l="l" t="t" r="r" b="b"/>
              <a:pathLst>
                <a:path w="130" h="225" extrusionOk="0">
                  <a:moveTo>
                    <a:pt x="0" y="0"/>
                  </a:moveTo>
                  <a:lnTo>
                    <a:pt x="0" y="148"/>
                  </a:lnTo>
                  <a:lnTo>
                    <a:pt x="129" y="224"/>
                  </a:lnTo>
                  <a:lnTo>
                    <a:pt x="129"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40"/>
            <p:cNvSpPr/>
            <p:nvPr/>
          </p:nvSpPr>
          <p:spPr>
            <a:xfrm>
              <a:off x="439564" y="2392518"/>
              <a:ext cx="4474" cy="7743"/>
            </a:xfrm>
            <a:custGeom>
              <a:avLst/>
              <a:gdLst/>
              <a:ahLst/>
              <a:cxnLst/>
              <a:rect l="l" t="t" r="r" b="b"/>
              <a:pathLst>
                <a:path w="130" h="225" extrusionOk="0">
                  <a:moveTo>
                    <a:pt x="0" y="0"/>
                  </a:moveTo>
                  <a:lnTo>
                    <a:pt x="0" y="151"/>
                  </a:lnTo>
                  <a:lnTo>
                    <a:pt x="129" y="224"/>
                  </a:lnTo>
                  <a:lnTo>
                    <a:pt x="129" y="7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40"/>
            <p:cNvSpPr/>
            <p:nvPr/>
          </p:nvSpPr>
          <p:spPr>
            <a:xfrm>
              <a:off x="439598" y="2385636"/>
              <a:ext cx="4542" cy="7777"/>
            </a:xfrm>
            <a:custGeom>
              <a:avLst/>
              <a:gdLst/>
              <a:ahLst/>
              <a:cxnLst/>
              <a:rect l="l" t="t" r="r" b="b"/>
              <a:pathLst>
                <a:path w="132" h="226" extrusionOk="0">
                  <a:moveTo>
                    <a:pt x="1" y="0"/>
                  </a:moveTo>
                  <a:lnTo>
                    <a:pt x="1" y="151"/>
                  </a:lnTo>
                  <a:lnTo>
                    <a:pt x="128" y="225"/>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40"/>
            <p:cNvSpPr/>
            <p:nvPr/>
          </p:nvSpPr>
          <p:spPr>
            <a:xfrm>
              <a:off x="439598" y="2378788"/>
              <a:ext cx="4542" cy="7674"/>
            </a:xfrm>
            <a:custGeom>
              <a:avLst/>
              <a:gdLst/>
              <a:ahLst/>
              <a:cxnLst/>
              <a:rect l="l" t="t" r="r" b="b"/>
              <a:pathLst>
                <a:path w="132" h="223" extrusionOk="0">
                  <a:moveTo>
                    <a:pt x="1" y="0"/>
                  </a:moveTo>
                  <a:lnTo>
                    <a:pt x="1" y="148"/>
                  </a:lnTo>
                  <a:lnTo>
                    <a:pt x="131" y="222"/>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40"/>
            <p:cNvSpPr/>
            <p:nvPr/>
          </p:nvSpPr>
          <p:spPr>
            <a:xfrm>
              <a:off x="439426" y="2440937"/>
              <a:ext cx="4508" cy="7708"/>
            </a:xfrm>
            <a:custGeom>
              <a:avLst/>
              <a:gdLst/>
              <a:ahLst/>
              <a:cxnLst/>
              <a:rect l="l" t="t" r="r" b="b"/>
              <a:pathLst>
                <a:path w="131" h="224" extrusionOk="0">
                  <a:moveTo>
                    <a:pt x="0" y="1"/>
                  </a:moveTo>
                  <a:lnTo>
                    <a:pt x="0" y="149"/>
                  </a:lnTo>
                  <a:lnTo>
                    <a:pt x="130" y="223"/>
                  </a:lnTo>
                  <a:lnTo>
                    <a:pt x="130" y="7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40"/>
            <p:cNvSpPr/>
            <p:nvPr/>
          </p:nvSpPr>
          <p:spPr>
            <a:xfrm>
              <a:off x="439426" y="2434020"/>
              <a:ext cx="4508" cy="7708"/>
            </a:xfrm>
            <a:custGeom>
              <a:avLst/>
              <a:gdLst/>
              <a:ahLst/>
              <a:cxnLst/>
              <a:rect l="l" t="t" r="r" b="b"/>
              <a:pathLst>
                <a:path w="131" h="224" extrusionOk="0">
                  <a:moveTo>
                    <a:pt x="2" y="0"/>
                  </a:moveTo>
                  <a:lnTo>
                    <a:pt x="0" y="148"/>
                  </a:lnTo>
                  <a:lnTo>
                    <a:pt x="130" y="224"/>
                  </a:lnTo>
                  <a:lnTo>
                    <a:pt x="130" y="75"/>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40"/>
            <p:cNvSpPr/>
            <p:nvPr/>
          </p:nvSpPr>
          <p:spPr>
            <a:xfrm>
              <a:off x="439357" y="2461653"/>
              <a:ext cx="4508" cy="7674"/>
            </a:xfrm>
            <a:custGeom>
              <a:avLst/>
              <a:gdLst/>
              <a:ahLst/>
              <a:cxnLst/>
              <a:rect l="l" t="t" r="r" b="b"/>
              <a:pathLst>
                <a:path w="131" h="223" extrusionOk="0">
                  <a:moveTo>
                    <a:pt x="1" y="0"/>
                  </a:moveTo>
                  <a:lnTo>
                    <a:pt x="1" y="148"/>
                  </a:lnTo>
                  <a:lnTo>
                    <a:pt x="131" y="223"/>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40"/>
            <p:cNvSpPr/>
            <p:nvPr/>
          </p:nvSpPr>
          <p:spPr>
            <a:xfrm>
              <a:off x="439357" y="2454736"/>
              <a:ext cx="4508" cy="7708"/>
            </a:xfrm>
            <a:custGeom>
              <a:avLst/>
              <a:gdLst/>
              <a:ahLst/>
              <a:cxnLst/>
              <a:rect l="l" t="t" r="r" b="b"/>
              <a:pathLst>
                <a:path w="131" h="224" extrusionOk="0">
                  <a:moveTo>
                    <a:pt x="2" y="1"/>
                  </a:moveTo>
                  <a:lnTo>
                    <a:pt x="1" y="149"/>
                  </a:lnTo>
                  <a:lnTo>
                    <a:pt x="131" y="223"/>
                  </a:lnTo>
                  <a:lnTo>
                    <a:pt x="131" y="75"/>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40"/>
            <p:cNvSpPr/>
            <p:nvPr/>
          </p:nvSpPr>
          <p:spPr>
            <a:xfrm>
              <a:off x="439426" y="2447785"/>
              <a:ext cx="4508" cy="7708"/>
            </a:xfrm>
            <a:custGeom>
              <a:avLst/>
              <a:gdLst/>
              <a:ahLst/>
              <a:cxnLst/>
              <a:rect l="l" t="t" r="r" b="b"/>
              <a:pathLst>
                <a:path w="131" h="224" extrusionOk="0">
                  <a:moveTo>
                    <a:pt x="0" y="1"/>
                  </a:moveTo>
                  <a:lnTo>
                    <a:pt x="0" y="149"/>
                  </a:lnTo>
                  <a:lnTo>
                    <a:pt x="130" y="223"/>
                  </a:lnTo>
                  <a:lnTo>
                    <a:pt x="130" y="7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40"/>
            <p:cNvSpPr/>
            <p:nvPr/>
          </p:nvSpPr>
          <p:spPr>
            <a:xfrm>
              <a:off x="439357" y="2468501"/>
              <a:ext cx="4508" cy="7777"/>
            </a:xfrm>
            <a:custGeom>
              <a:avLst/>
              <a:gdLst/>
              <a:ahLst/>
              <a:cxnLst/>
              <a:rect l="l" t="t" r="r" b="b"/>
              <a:pathLst>
                <a:path w="131" h="226" extrusionOk="0">
                  <a:moveTo>
                    <a:pt x="1" y="0"/>
                  </a:moveTo>
                  <a:lnTo>
                    <a:pt x="1" y="151"/>
                  </a:lnTo>
                  <a:lnTo>
                    <a:pt x="131" y="226"/>
                  </a:lnTo>
                  <a:lnTo>
                    <a:pt x="131" y="7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40"/>
            <p:cNvSpPr/>
            <p:nvPr/>
          </p:nvSpPr>
          <p:spPr>
            <a:xfrm>
              <a:off x="439357" y="2475452"/>
              <a:ext cx="4508" cy="7674"/>
            </a:xfrm>
            <a:custGeom>
              <a:avLst/>
              <a:gdLst/>
              <a:ahLst/>
              <a:cxnLst/>
              <a:rect l="l" t="t" r="r" b="b"/>
              <a:pathLst>
                <a:path w="131" h="223" extrusionOk="0">
                  <a:moveTo>
                    <a:pt x="1" y="0"/>
                  </a:moveTo>
                  <a:lnTo>
                    <a:pt x="1" y="148"/>
                  </a:lnTo>
                  <a:lnTo>
                    <a:pt x="128" y="223"/>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40"/>
            <p:cNvSpPr/>
            <p:nvPr/>
          </p:nvSpPr>
          <p:spPr>
            <a:xfrm>
              <a:off x="439323" y="2482335"/>
              <a:ext cx="4439" cy="7743"/>
            </a:xfrm>
            <a:custGeom>
              <a:avLst/>
              <a:gdLst/>
              <a:ahLst/>
              <a:cxnLst/>
              <a:rect l="l" t="t" r="r" b="b"/>
              <a:pathLst>
                <a:path w="129" h="225" extrusionOk="0">
                  <a:moveTo>
                    <a:pt x="0" y="1"/>
                  </a:moveTo>
                  <a:lnTo>
                    <a:pt x="0" y="150"/>
                  </a:lnTo>
                  <a:lnTo>
                    <a:pt x="129" y="224"/>
                  </a:lnTo>
                  <a:lnTo>
                    <a:pt x="129" y="77"/>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40"/>
            <p:cNvSpPr/>
            <p:nvPr/>
          </p:nvSpPr>
          <p:spPr>
            <a:xfrm>
              <a:off x="439323" y="2489286"/>
              <a:ext cx="4439" cy="7674"/>
            </a:xfrm>
            <a:custGeom>
              <a:avLst/>
              <a:gdLst/>
              <a:ahLst/>
              <a:cxnLst/>
              <a:rect l="l" t="t" r="r" b="b"/>
              <a:pathLst>
                <a:path w="129" h="223" extrusionOk="0">
                  <a:moveTo>
                    <a:pt x="0" y="0"/>
                  </a:moveTo>
                  <a:lnTo>
                    <a:pt x="0" y="148"/>
                  </a:lnTo>
                  <a:lnTo>
                    <a:pt x="129" y="223"/>
                  </a:lnTo>
                  <a:lnTo>
                    <a:pt x="129"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40"/>
            <p:cNvSpPr/>
            <p:nvPr/>
          </p:nvSpPr>
          <p:spPr>
            <a:xfrm>
              <a:off x="439323" y="2496134"/>
              <a:ext cx="4439" cy="7777"/>
            </a:xfrm>
            <a:custGeom>
              <a:avLst/>
              <a:gdLst/>
              <a:ahLst/>
              <a:cxnLst/>
              <a:rect l="l" t="t" r="r" b="b"/>
              <a:pathLst>
                <a:path w="129" h="226" extrusionOk="0">
                  <a:moveTo>
                    <a:pt x="0" y="0"/>
                  </a:moveTo>
                  <a:lnTo>
                    <a:pt x="0" y="151"/>
                  </a:lnTo>
                  <a:lnTo>
                    <a:pt x="127" y="226"/>
                  </a:lnTo>
                  <a:lnTo>
                    <a:pt x="129"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40"/>
            <p:cNvSpPr/>
            <p:nvPr/>
          </p:nvSpPr>
          <p:spPr>
            <a:xfrm>
              <a:off x="439220" y="2503086"/>
              <a:ext cx="4508" cy="7674"/>
            </a:xfrm>
            <a:custGeom>
              <a:avLst/>
              <a:gdLst/>
              <a:ahLst/>
              <a:cxnLst/>
              <a:rect l="l" t="t" r="r" b="b"/>
              <a:pathLst>
                <a:path w="131" h="223" extrusionOk="0">
                  <a:moveTo>
                    <a:pt x="3" y="0"/>
                  </a:moveTo>
                  <a:lnTo>
                    <a:pt x="0" y="150"/>
                  </a:lnTo>
                  <a:lnTo>
                    <a:pt x="130" y="223"/>
                  </a:lnTo>
                  <a:lnTo>
                    <a:pt x="130" y="75"/>
                  </a:lnTo>
                  <a:lnTo>
                    <a:pt x="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40"/>
            <p:cNvSpPr/>
            <p:nvPr/>
          </p:nvSpPr>
          <p:spPr>
            <a:xfrm>
              <a:off x="439220" y="2516920"/>
              <a:ext cx="4508" cy="7708"/>
            </a:xfrm>
            <a:custGeom>
              <a:avLst/>
              <a:gdLst/>
              <a:ahLst/>
              <a:cxnLst/>
              <a:rect l="l" t="t" r="r" b="b"/>
              <a:pathLst>
                <a:path w="131" h="224" extrusionOk="0">
                  <a:moveTo>
                    <a:pt x="0" y="1"/>
                  </a:moveTo>
                  <a:lnTo>
                    <a:pt x="0" y="148"/>
                  </a:lnTo>
                  <a:lnTo>
                    <a:pt x="130" y="223"/>
                  </a:lnTo>
                  <a:lnTo>
                    <a:pt x="130"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40"/>
            <p:cNvSpPr/>
            <p:nvPr/>
          </p:nvSpPr>
          <p:spPr>
            <a:xfrm>
              <a:off x="439220" y="2509968"/>
              <a:ext cx="4508" cy="7743"/>
            </a:xfrm>
            <a:custGeom>
              <a:avLst/>
              <a:gdLst/>
              <a:ahLst/>
              <a:cxnLst/>
              <a:rect l="l" t="t" r="r" b="b"/>
              <a:pathLst>
                <a:path w="131" h="225" extrusionOk="0">
                  <a:moveTo>
                    <a:pt x="0" y="1"/>
                  </a:moveTo>
                  <a:lnTo>
                    <a:pt x="0" y="149"/>
                  </a:lnTo>
                  <a:lnTo>
                    <a:pt x="130" y="225"/>
                  </a:lnTo>
                  <a:lnTo>
                    <a:pt x="130"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40"/>
            <p:cNvSpPr/>
            <p:nvPr/>
          </p:nvSpPr>
          <p:spPr>
            <a:xfrm>
              <a:off x="446859" y="2320665"/>
              <a:ext cx="4474" cy="7708"/>
            </a:xfrm>
            <a:custGeom>
              <a:avLst/>
              <a:gdLst/>
              <a:ahLst/>
              <a:cxnLst/>
              <a:rect l="l" t="t" r="r" b="b"/>
              <a:pathLst>
                <a:path w="130" h="224" extrusionOk="0">
                  <a:moveTo>
                    <a:pt x="1" y="1"/>
                  </a:moveTo>
                  <a:lnTo>
                    <a:pt x="1" y="148"/>
                  </a:lnTo>
                  <a:lnTo>
                    <a:pt x="129" y="223"/>
                  </a:lnTo>
                  <a:lnTo>
                    <a:pt x="129"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40"/>
            <p:cNvSpPr/>
            <p:nvPr/>
          </p:nvSpPr>
          <p:spPr>
            <a:xfrm>
              <a:off x="446859" y="2313783"/>
              <a:ext cx="4474" cy="7674"/>
            </a:xfrm>
            <a:custGeom>
              <a:avLst/>
              <a:gdLst/>
              <a:ahLst/>
              <a:cxnLst/>
              <a:rect l="l" t="t" r="r" b="b"/>
              <a:pathLst>
                <a:path w="130" h="223" extrusionOk="0">
                  <a:moveTo>
                    <a:pt x="2" y="0"/>
                  </a:moveTo>
                  <a:lnTo>
                    <a:pt x="1" y="150"/>
                  </a:lnTo>
                  <a:lnTo>
                    <a:pt x="129" y="223"/>
                  </a:lnTo>
                  <a:lnTo>
                    <a:pt x="129" y="75"/>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40"/>
            <p:cNvSpPr/>
            <p:nvPr/>
          </p:nvSpPr>
          <p:spPr>
            <a:xfrm>
              <a:off x="446928" y="2306866"/>
              <a:ext cx="4508" cy="7743"/>
            </a:xfrm>
            <a:custGeom>
              <a:avLst/>
              <a:gdLst/>
              <a:ahLst/>
              <a:cxnLst/>
              <a:rect l="l" t="t" r="r" b="b"/>
              <a:pathLst>
                <a:path w="131" h="225" extrusionOk="0">
                  <a:moveTo>
                    <a:pt x="0" y="1"/>
                  </a:moveTo>
                  <a:lnTo>
                    <a:pt x="0" y="149"/>
                  </a:lnTo>
                  <a:lnTo>
                    <a:pt x="127" y="225"/>
                  </a:lnTo>
                  <a:lnTo>
                    <a:pt x="130" y="7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40"/>
            <p:cNvSpPr/>
            <p:nvPr/>
          </p:nvSpPr>
          <p:spPr>
            <a:xfrm>
              <a:off x="446756" y="2348298"/>
              <a:ext cx="4508" cy="7708"/>
            </a:xfrm>
            <a:custGeom>
              <a:avLst/>
              <a:gdLst/>
              <a:ahLst/>
              <a:cxnLst/>
              <a:rect l="l" t="t" r="r" b="b"/>
              <a:pathLst>
                <a:path w="131" h="224" extrusionOk="0">
                  <a:moveTo>
                    <a:pt x="1" y="1"/>
                  </a:moveTo>
                  <a:lnTo>
                    <a:pt x="1" y="149"/>
                  </a:lnTo>
                  <a:lnTo>
                    <a:pt x="131" y="223"/>
                  </a:lnTo>
                  <a:lnTo>
                    <a:pt x="131" y="76"/>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40"/>
            <p:cNvSpPr/>
            <p:nvPr/>
          </p:nvSpPr>
          <p:spPr>
            <a:xfrm>
              <a:off x="446756" y="2341381"/>
              <a:ext cx="4508" cy="7777"/>
            </a:xfrm>
            <a:custGeom>
              <a:avLst/>
              <a:gdLst/>
              <a:ahLst/>
              <a:cxnLst/>
              <a:rect l="l" t="t" r="r" b="b"/>
              <a:pathLst>
                <a:path w="131" h="226" extrusionOk="0">
                  <a:moveTo>
                    <a:pt x="1" y="0"/>
                  </a:moveTo>
                  <a:lnTo>
                    <a:pt x="1" y="151"/>
                  </a:lnTo>
                  <a:lnTo>
                    <a:pt x="131" y="225"/>
                  </a:lnTo>
                  <a:lnTo>
                    <a:pt x="131" y="7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40"/>
            <p:cNvSpPr/>
            <p:nvPr/>
          </p:nvSpPr>
          <p:spPr>
            <a:xfrm>
              <a:off x="446756" y="2334533"/>
              <a:ext cx="4508" cy="7674"/>
            </a:xfrm>
            <a:custGeom>
              <a:avLst/>
              <a:gdLst/>
              <a:ahLst/>
              <a:cxnLst/>
              <a:rect l="l" t="t" r="r" b="b"/>
              <a:pathLst>
                <a:path w="131" h="223" extrusionOk="0">
                  <a:moveTo>
                    <a:pt x="4" y="0"/>
                  </a:moveTo>
                  <a:lnTo>
                    <a:pt x="1" y="148"/>
                  </a:lnTo>
                  <a:lnTo>
                    <a:pt x="131" y="222"/>
                  </a:lnTo>
                  <a:lnTo>
                    <a:pt x="131" y="73"/>
                  </a:lnTo>
                  <a:lnTo>
                    <a:pt x="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40"/>
            <p:cNvSpPr/>
            <p:nvPr/>
          </p:nvSpPr>
          <p:spPr>
            <a:xfrm>
              <a:off x="446859" y="2327616"/>
              <a:ext cx="4474" cy="7708"/>
            </a:xfrm>
            <a:custGeom>
              <a:avLst/>
              <a:gdLst/>
              <a:ahLst/>
              <a:cxnLst/>
              <a:rect l="l" t="t" r="r" b="b"/>
              <a:pathLst>
                <a:path w="130" h="224" extrusionOk="0">
                  <a:moveTo>
                    <a:pt x="1" y="1"/>
                  </a:moveTo>
                  <a:lnTo>
                    <a:pt x="1" y="148"/>
                  </a:lnTo>
                  <a:lnTo>
                    <a:pt x="128" y="223"/>
                  </a:lnTo>
                  <a:lnTo>
                    <a:pt x="129"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40"/>
            <p:cNvSpPr/>
            <p:nvPr/>
          </p:nvSpPr>
          <p:spPr>
            <a:xfrm>
              <a:off x="446721" y="2355215"/>
              <a:ext cx="4542" cy="7743"/>
            </a:xfrm>
            <a:custGeom>
              <a:avLst/>
              <a:gdLst/>
              <a:ahLst/>
              <a:cxnLst/>
              <a:rect l="l" t="t" r="r" b="b"/>
              <a:pathLst>
                <a:path w="132" h="225" extrusionOk="0">
                  <a:moveTo>
                    <a:pt x="2" y="0"/>
                  </a:moveTo>
                  <a:lnTo>
                    <a:pt x="0" y="150"/>
                  </a:lnTo>
                  <a:lnTo>
                    <a:pt x="130" y="224"/>
                  </a:lnTo>
                  <a:lnTo>
                    <a:pt x="132" y="76"/>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40"/>
            <p:cNvSpPr/>
            <p:nvPr/>
          </p:nvSpPr>
          <p:spPr>
            <a:xfrm>
              <a:off x="446653" y="2382848"/>
              <a:ext cx="4508" cy="7743"/>
            </a:xfrm>
            <a:custGeom>
              <a:avLst/>
              <a:gdLst/>
              <a:ahLst/>
              <a:cxnLst/>
              <a:rect l="l" t="t" r="r" b="b"/>
              <a:pathLst>
                <a:path w="131" h="225" extrusionOk="0">
                  <a:moveTo>
                    <a:pt x="2" y="1"/>
                  </a:moveTo>
                  <a:lnTo>
                    <a:pt x="1" y="148"/>
                  </a:lnTo>
                  <a:lnTo>
                    <a:pt x="131" y="224"/>
                  </a:lnTo>
                  <a:lnTo>
                    <a:pt x="131" y="74"/>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40"/>
            <p:cNvSpPr/>
            <p:nvPr/>
          </p:nvSpPr>
          <p:spPr>
            <a:xfrm>
              <a:off x="446721" y="2375966"/>
              <a:ext cx="4508" cy="7674"/>
            </a:xfrm>
            <a:custGeom>
              <a:avLst/>
              <a:gdLst/>
              <a:ahLst/>
              <a:cxnLst/>
              <a:rect l="l" t="t" r="r" b="b"/>
              <a:pathLst>
                <a:path w="131" h="223" extrusionOk="0">
                  <a:moveTo>
                    <a:pt x="0" y="0"/>
                  </a:moveTo>
                  <a:lnTo>
                    <a:pt x="0" y="148"/>
                  </a:lnTo>
                  <a:lnTo>
                    <a:pt x="129" y="223"/>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40"/>
            <p:cNvSpPr/>
            <p:nvPr/>
          </p:nvSpPr>
          <p:spPr>
            <a:xfrm>
              <a:off x="446721" y="2369015"/>
              <a:ext cx="4508" cy="7743"/>
            </a:xfrm>
            <a:custGeom>
              <a:avLst/>
              <a:gdLst/>
              <a:ahLst/>
              <a:cxnLst/>
              <a:rect l="l" t="t" r="r" b="b"/>
              <a:pathLst>
                <a:path w="131" h="225" extrusionOk="0">
                  <a:moveTo>
                    <a:pt x="0" y="0"/>
                  </a:moveTo>
                  <a:lnTo>
                    <a:pt x="0" y="148"/>
                  </a:lnTo>
                  <a:lnTo>
                    <a:pt x="130" y="224"/>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40"/>
            <p:cNvSpPr/>
            <p:nvPr/>
          </p:nvSpPr>
          <p:spPr>
            <a:xfrm>
              <a:off x="446721" y="2362167"/>
              <a:ext cx="4508" cy="7674"/>
            </a:xfrm>
            <a:custGeom>
              <a:avLst/>
              <a:gdLst/>
              <a:ahLst/>
              <a:cxnLst/>
              <a:rect l="l" t="t" r="r" b="b"/>
              <a:pathLst>
                <a:path w="131" h="223" extrusionOk="0">
                  <a:moveTo>
                    <a:pt x="0" y="0"/>
                  </a:moveTo>
                  <a:lnTo>
                    <a:pt x="0" y="148"/>
                  </a:lnTo>
                  <a:lnTo>
                    <a:pt x="130" y="223"/>
                  </a:lnTo>
                  <a:lnTo>
                    <a:pt x="130" y="73"/>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40"/>
            <p:cNvSpPr/>
            <p:nvPr/>
          </p:nvSpPr>
          <p:spPr>
            <a:xfrm>
              <a:off x="446653" y="2396648"/>
              <a:ext cx="4508" cy="7674"/>
            </a:xfrm>
            <a:custGeom>
              <a:avLst/>
              <a:gdLst/>
              <a:ahLst/>
              <a:cxnLst/>
              <a:rect l="l" t="t" r="r" b="b"/>
              <a:pathLst>
                <a:path w="131" h="223" extrusionOk="0">
                  <a:moveTo>
                    <a:pt x="1" y="0"/>
                  </a:moveTo>
                  <a:lnTo>
                    <a:pt x="1" y="148"/>
                  </a:lnTo>
                  <a:lnTo>
                    <a:pt x="128" y="223"/>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40"/>
            <p:cNvSpPr/>
            <p:nvPr/>
          </p:nvSpPr>
          <p:spPr>
            <a:xfrm>
              <a:off x="446653" y="2389697"/>
              <a:ext cx="4508" cy="7743"/>
            </a:xfrm>
            <a:custGeom>
              <a:avLst/>
              <a:gdLst/>
              <a:ahLst/>
              <a:cxnLst/>
              <a:rect l="l" t="t" r="r" b="b"/>
              <a:pathLst>
                <a:path w="131" h="225" extrusionOk="0">
                  <a:moveTo>
                    <a:pt x="1" y="1"/>
                  </a:moveTo>
                  <a:lnTo>
                    <a:pt x="1" y="151"/>
                  </a:lnTo>
                  <a:lnTo>
                    <a:pt x="131" y="224"/>
                  </a:lnTo>
                  <a:lnTo>
                    <a:pt x="131" y="7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40"/>
            <p:cNvSpPr/>
            <p:nvPr/>
          </p:nvSpPr>
          <p:spPr>
            <a:xfrm>
              <a:off x="446618" y="2403530"/>
              <a:ext cx="4474" cy="7743"/>
            </a:xfrm>
            <a:custGeom>
              <a:avLst/>
              <a:gdLst/>
              <a:ahLst/>
              <a:cxnLst/>
              <a:rect l="l" t="t" r="r" b="b"/>
              <a:pathLst>
                <a:path w="130" h="225" extrusionOk="0">
                  <a:moveTo>
                    <a:pt x="2" y="1"/>
                  </a:moveTo>
                  <a:lnTo>
                    <a:pt x="0" y="150"/>
                  </a:lnTo>
                  <a:lnTo>
                    <a:pt x="129" y="225"/>
                  </a:lnTo>
                  <a:lnTo>
                    <a:pt x="129" y="77"/>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40"/>
            <p:cNvSpPr/>
            <p:nvPr/>
          </p:nvSpPr>
          <p:spPr>
            <a:xfrm>
              <a:off x="446618" y="2410482"/>
              <a:ext cx="4474" cy="7708"/>
            </a:xfrm>
            <a:custGeom>
              <a:avLst/>
              <a:gdLst/>
              <a:ahLst/>
              <a:cxnLst/>
              <a:rect l="l" t="t" r="r" b="b"/>
              <a:pathLst>
                <a:path w="130" h="224" extrusionOk="0">
                  <a:moveTo>
                    <a:pt x="0" y="1"/>
                  </a:moveTo>
                  <a:lnTo>
                    <a:pt x="0" y="149"/>
                  </a:lnTo>
                  <a:lnTo>
                    <a:pt x="129" y="223"/>
                  </a:lnTo>
                  <a:lnTo>
                    <a:pt x="129" y="7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40"/>
            <p:cNvSpPr/>
            <p:nvPr/>
          </p:nvSpPr>
          <p:spPr>
            <a:xfrm>
              <a:off x="446618" y="2424281"/>
              <a:ext cx="4405" cy="7708"/>
            </a:xfrm>
            <a:custGeom>
              <a:avLst/>
              <a:gdLst/>
              <a:ahLst/>
              <a:cxnLst/>
              <a:rect l="l" t="t" r="r" b="b"/>
              <a:pathLst>
                <a:path w="128" h="224" extrusionOk="0">
                  <a:moveTo>
                    <a:pt x="0" y="1"/>
                  </a:moveTo>
                  <a:lnTo>
                    <a:pt x="0" y="148"/>
                  </a:lnTo>
                  <a:lnTo>
                    <a:pt x="128" y="223"/>
                  </a:lnTo>
                  <a:lnTo>
                    <a:pt x="128"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40"/>
            <p:cNvSpPr/>
            <p:nvPr/>
          </p:nvSpPr>
          <p:spPr>
            <a:xfrm>
              <a:off x="446618" y="2417330"/>
              <a:ext cx="4474" cy="7812"/>
            </a:xfrm>
            <a:custGeom>
              <a:avLst/>
              <a:gdLst/>
              <a:ahLst/>
              <a:cxnLst/>
              <a:rect l="l" t="t" r="r" b="b"/>
              <a:pathLst>
                <a:path w="130" h="227" extrusionOk="0">
                  <a:moveTo>
                    <a:pt x="0" y="1"/>
                  </a:moveTo>
                  <a:lnTo>
                    <a:pt x="0" y="151"/>
                  </a:lnTo>
                  <a:lnTo>
                    <a:pt x="128" y="226"/>
                  </a:lnTo>
                  <a:lnTo>
                    <a:pt x="129"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40"/>
            <p:cNvSpPr/>
            <p:nvPr/>
          </p:nvSpPr>
          <p:spPr>
            <a:xfrm>
              <a:off x="446515" y="2431198"/>
              <a:ext cx="4508" cy="7708"/>
            </a:xfrm>
            <a:custGeom>
              <a:avLst/>
              <a:gdLst/>
              <a:ahLst/>
              <a:cxnLst/>
              <a:rect l="l" t="t" r="r" b="b"/>
              <a:pathLst>
                <a:path w="131" h="224" extrusionOk="0">
                  <a:moveTo>
                    <a:pt x="0" y="0"/>
                  </a:moveTo>
                  <a:lnTo>
                    <a:pt x="0" y="148"/>
                  </a:lnTo>
                  <a:lnTo>
                    <a:pt x="131" y="224"/>
                  </a:lnTo>
                  <a:lnTo>
                    <a:pt x="131"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40"/>
            <p:cNvSpPr/>
            <p:nvPr/>
          </p:nvSpPr>
          <p:spPr>
            <a:xfrm>
              <a:off x="446515" y="2444963"/>
              <a:ext cx="4474" cy="7812"/>
            </a:xfrm>
            <a:custGeom>
              <a:avLst/>
              <a:gdLst/>
              <a:ahLst/>
              <a:cxnLst/>
              <a:rect l="l" t="t" r="r" b="b"/>
              <a:pathLst>
                <a:path w="130" h="227" extrusionOk="0">
                  <a:moveTo>
                    <a:pt x="0" y="1"/>
                  </a:moveTo>
                  <a:lnTo>
                    <a:pt x="0" y="150"/>
                  </a:lnTo>
                  <a:lnTo>
                    <a:pt x="129" y="226"/>
                  </a:lnTo>
                  <a:lnTo>
                    <a:pt x="129" y="7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40"/>
            <p:cNvSpPr/>
            <p:nvPr/>
          </p:nvSpPr>
          <p:spPr>
            <a:xfrm>
              <a:off x="446515" y="2438149"/>
              <a:ext cx="4508" cy="7674"/>
            </a:xfrm>
            <a:custGeom>
              <a:avLst/>
              <a:gdLst/>
              <a:ahLst/>
              <a:cxnLst/>
              <a:rect l="l" t="t" r="r" b="b"/>
              <a:pathLst>
                <a:path w="131" h="223" extrusionOk="0">
                  <a:moveTo>
                    <a:pt x="0" y="0"/>
                  </a:moveTo>
                  <a:lnTo>
                    <a:pt x="0" y="148"/>
                  </a:lnTo>
                  <a:lnTo>
                    <a:pt x="129" y="222"/>
                  </a:lnTo>
                  <a:lnTo>
                    <a:pt x="131"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40"/>
            <p:cNvSpPr/>
            <p:nvPr/>
          </p:nvSpPr>
          <p:spPr>
            <a:xfrm>
              <a:off x="446446" y="2465679"/>
              <a:ext cx="4474" cy="7777"/>
            </a:xfrm>
            <a:custGeom>
              <a:avLst/>
              <a:gdLst/>
              <a:ahLst/>
              <a:cxnLst/>
              <a:rect l="l" t="t" r="r" b="b"/>
              <a:pathLst>
                <a:path w="130" h="226" extrusionOk="0">
                  <a:moveTo>
                    <a:pt x="1" y="0"/>
                  </a:moveTo>
                  <a:lnTo>
                    <a:pt x="1" y="151"/>
                  </a:lnTo>
                  <a:lnTo>
                    <a:pt x="130" y="226"/>
                  </a:lnTo>
                  <a:lnTo>
                    <a:pt x="130"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40"/>
            <p:cNvSpPr/>
            <p:nvPr/>
          </p:nvSpPr>
          <p:spPr>
            <a:xfrm>
              <a:off x="446446" y="2458831"/>
              <a:ext cx="4542" cy="7674"/>
            </a:xfrm>
            <a:custGeom>
              <a:avLst/>
              <a:gdLst/>
              <a:ahLst/>
              <a:cxnLst/>
              <a:rect l="l" t="t" r="r" b="b"/>
              <a:pathLst>
                <a:path w="132" h="223" extrusionOk="0">
                  <a:moveTo>
                    <a:pt x="1" y="0"/>
                  </a:moveTo>
                  <a:lnTo>
                    <a:pt x="1" y="148"/>
                  </a:lnTo>
                  <a:lnTo>
                    <a:pt x="131" y="223"/>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40"/>
            <p:cNvSpPr/>
            <p:nvPr/>
          </p:nvSpPr>
          <p:spPr>
            <a:xfrm>
              <a:off x="446446" y="2451880"/>
              <a:ext cx="4542" cy="7743"/>
            </a:xfrm>
            <a:custGeom>
              <a:avLst/>
              <a:gdLst/>
              <a:ahLst/>
              <a:cxnLst/>
              <a:rect l="l" t="t" r="r" b="b"/>
              <a:pathLst>
                <a:path w="132" h="225" extrusionOk="0">
                  <a:moveTo>
                    <a:pt x="1" y="0"/>
                  </a:moveTo>
                  <a:lnTo>
                    <a:pt x="1" y="150"/>
                  </a:lnTo>
                  <a:lnTo>
                    <a:pt x="131" y="224"/>
                  </a:lnTo>
                  <a:lnTo>
                    <a:pt x="131" y="77"/>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40"/>
            <p:cNvSpPr/>
            <p:nvPr/>
          </p:nvSpPr>
          <p:spPr>
            <a:xfrm>
              <a:off x="446412" y="2472631"/>
              <a:ext cx="4508" cy="7674"/>
            </a:xfrm>
            <a:custGeom>
              <a:avLst/>
              <a:gdLst/>
              <a:ahLst/>
              <a:cxnLst/>
              <a:rect l="l" t="t" r="r" b="b"/>
              <a:pathLst>
                <a:path w="131" h="223" extrusionOk="0">
                  <a:moveTo>
                    <a:pt x="0" y="0"/>
                  </a:moveTo>
                  <a:lnTo>
                    <a:pt x="0" y="149"/>
                  </a:lnTo>
                  <a:lnTo>
                    <a:pt x="131" y="223"/>
                  </a:lnTo>
                  <a:lnTo>
                    <a:pt x="131"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40"/>
            <p:cNvSpPr/>
            <p:nvPr/>
          </p:nvSpPr>
          <p:spPr>
            <a:xfrm>
              <a:off x="446412" y="2479513"/>
              <a:ext cx="4508" cy="7743"/>
            </a:xfrm>
            <a:custGeom>
              <a:avLst/>
              <a:gdLst/>
              <a:ahLst/>
              <a:cxnLst/>
              <a:rect l="l" t="t" r="r" b="b"/>
              <a:pathLst>
                <a:path w="131" h="225" extrusionOk="0">
                  <a:moveTo>
                    <a:pt x="0" y="1"/>
                  </a:moveTo>
                  <a:lnTo>
                    <a:pt x="0" y="148"/>
                  </a:lnTo>
                  <a:lnTo>
                    <a:pt x="131" y="224"/>
                  </a:lnTo>
                  <a:lnTo>
                    <a:pt x="131"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40"/>
            <p:cNvSpPr/>
            <p:nvPr/>
          </p:nvSpPr>
          <p:spPr>
            <a:xfrm>
              <a:off x="446412" y="2486464"/>
              <a:ext cx="4508" cy="7674"/>
            </a:xfrm>
            <a:custGeom>
              <a:avLst/>
              <a:gdLst/>
              <a:ahLst/>
              <a:cxnLst/>
              <a:rect l="l" t="t" r="r" b="b"/>
              <a:pathLst>
                <a:path w="131" h="223" extrusionOk="0">
                  <a:moveTo>
                    <a:pt x="0" y="1"/>
                  </a:moveTo>
                  <a:lnTo>
                    <a:pt x="0" y="148"/>
                  </a:lnTo>
                  <a:lnTo>
                    <a:pt x="128" y="223"/>
                  </a:lnTo>
                  <a:lnTo>
                    <a:pt x="131"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40"/>
            <p:cNvSpPr/>
            <p:nvPr/>
          </p:nvSpPr>
          <p:spPr>
            <a:xfrm>
              <a:off x="446343" y="2493347"/>
              <a:ext cx="4474" cy="7743"/>
            </a:xfrm>
            <a:custGeom>
              <a:avLst/>
              <a:gdLst/>
              <a:ahLst/>
              <a:cxnLst/>
              <a:rect l="l" t="t" r="r" b="b"/>
              <a:pathLst>
                <a:path w="130" h="225" extrusionOk="0">
                  <a:moveTo>
                    <a:pt x="1" y="1"/>
                  </a:moveTo>
                  <a:lnTo>
                    <a:pt x="1" y="149"/>
                  </a:lnTo>
                  <a:lnTo>
                    <a:pt x="130" y="225"/>
                  </a:lnTo>
                  <a:lnTo>
                    <a:pt x="130" y="7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40"/>
            <p:cNvSpPr/>
            <p:nvPr/>
          </p:nvSpPr>
          <p:spPr>
            <a:xfrm>
              <a:off x="446343" y="2500195"/>
              <a:ext cx="4474" cy="7743"/>
            </a:xfrm>
            <a:custGeom>
              <a:avLst/>
              <a:gdLst/>
              <a:ahLst/>
              <a:cxnLst/>
              <a:rect l="l" t="t" r="r" b="b"/>
              <a:pathLst>
                <a:path w="130" h="225" extrusionOk="0">
                  <a:moveTo>
                    <a:pt x="1" y="1"/>
                  </a:moveTo>
                  <a:lnTo>
                    <a:pt x="1" y="152"/>
                  </a:lnTo>
                  <a:lnTo>
                    <a:pt x="130" y="225"/>
                  </a:lnTo>
                  <a:lnTo>
                    <a:pt x="130" y="7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40"/>
            <p:cNvSpPr/>
            <p:nvPr/>
          </p:nvSpPr>
          <p:spPr>
            <a:xfrm>
              <a:off x="446343" y="2507146"/>
              <a:ext cx="4474" cy="7708"/>
            </a:xfrm>
            <a:custGeom>
              <a:avLst/>
              <a:gdLst/>
              <a:ahLst/>
              <a:cxnLst/>
              <a:rect l="l" t="t" r="r" b="b"/>
              <a:pathLst>
                <a:path w="130" h="224" extrusionOk="0">
                  <a:moveTo>
                    <a:pt x="1" y="1"/>
                  </a:moveTo>
                  <a:lnTo>
                    <a:pt x="1" y="149"/>
                  </a:lnTo>
                  <a:lnTo>
                    <a:pt x="128" y="223"/>
                  </a:lnTo>
                  <a:lnTo>
                    <a:pt x="130"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40"/>
            <p:cNvSpPr/>
            <p:nvPr/>
          </p:nvSpPr>
          <p:spPr>
            <a:xfrm>
              <a:off x="446274" y="2521015"/>
              <a:ext cx="4508" cy="7674"/>
            </a:xfrm>
            <a:custGeom>
              <a:avLst/>
              <a:gdLst/>
              <a:ahLst/>
              <a:cxnLst/>
              <a:rect l="l" t="t" r="r" b="b"/>
              <a:pathLst>
                <a:path w="131" h="223" extrusionOk="0">
                  <a:moveTo>
                    <a:pt x="0" y="0"/>
                  </a:moveTo>
                  <a:lnTo>
                    <a:pt x="0" y="148"/>
                  </a:lnTo>
                  <a:lnTo>
                    <a:pt x="130" y="223"/>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40"/>
            <p:cNvSpPr/>
            <p:nvPr/>
          </p:nvSpPr>
          <p:spPr>
            <a:xfrm>
              <a:off x="446274" y="2514063"/>
              <a:ext cx="4508" cy="7743"/>
            </a:xfrm>
            <a:custGeom>
              <a:avLst/>
              <a:gdLst/>
              <a:ahLst/>
              <a:cxnLst/>
              <a:rect l="l" t="t" r="r" b="b"/>
              <a:pathLst>
                <a:path w="131" h="225" extrusionOk="0">
                  <a:moveTo>
                    <a:pt x="3" y="0"/>
                  </a:moveTo>
                  <a:lnTo>
                    <a:pt x="0" y="150"/>
                  </a:lnTo>
                  <a:lnTo>
                    <a:pt x="130" y="224"/>
                  </a:lnTo>
                  <a:lnTo>
                    <a:pt x="130" y="76"/>
                  </a:lnTo>
                  <a:lnTo>
                    <a:pt x="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40"/>
            <p:cNvSpPr/>
            <p:nvPr/>
          </p:nvSpPr>
          <p:spPr>
            <a:xfrm>
              <a:off x="453914" y="2331711"/>
              <a:ext cx="4474" cy="7674"/>
            </a:xfrm>
            <a:custGeom>
              <a:avLst/>
              <a:gdLst/>
              <a:ahLst/>
              <a:cxnLst/>
              <a:rect l="l" t="t" r="r" b="b"/>
              <a:pathLst>
                <a:path w="130" h="223" extrusionOk="0">
                  <a:moveTo>
                    <a:pt x="0" y="0"/>
                  </a:moveTo>
                  <a:lnTo>
                    <a:pt x="0" y="148"/>
                  </a:lnTo>
                  <a:lnTo>
                    <a:pt x="129" y="223"/>
                  </a:lnTo>
                  <a:lnTo>
                    <a:pt x="129"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40"/>
            <p:cNvSpPr/>
            <p:nvPr/>
          </p:nvSpPr>
          <p:spPr>
            <a:xfrm>
              <a:off x="453948" y="2324760"/>
              <a:ext cx="4439" cy="7743"/>
            </a:xfrm>
            <a:custGeom>
              <a:avLst/>
              <a:gdLst/>
              <a:ahLst/>
              <a:cxnLst/>
              <a:rect l="l" t="t" r="r" b="b"/>
              <a:pathLst>
                <a:path w="129" h="225" extrusionOk="0">
                  <a:moveTo>
                    <a:pt x="1" y="0"/>
                  </a:moveTo>
                  <a:lnTo>
                    <a:pt x="1" y="149"/>
                  </a:lnTo>
                  <a:lnTo>
                    <a:pt x="128" y="224"/>
                  </a:lnTo>
                  <a:lnTo>
                    <a:pt x="128" y="7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40"/>
            <p:cNvSpPr/>
            <p:nvPr/>
          </p:nvSpPr>
          <p:spPr>
            <a:xfrm>
              <a:off x="453948" y="2317843"/>
              <a:ext cx="4542" cy="7708"/>
            </a:xfrm>
            <a:custGeom>
              <a:avLst/>
              <a:gdLst/>
              <a:ahLst/>
              <a:cxnLst/>
              <a:rect l="l" t="t" r="r" b="b"/>
              <a:pathLst>
                <a:path w="132" h="224" extrusionOk="0">
                  <a:moveTo>
                    <a:pt x="1" y="1"/>
                  </a:moveTo>
                  <a:lnTo>
                    <a:pt x="1" y="150"/>
                  </a:lnTo>
                  <a:lnTo>
                    <a:pt x="131"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40"/>
            <p:cNvSpPr/>
            <p:nvPr/>
          </p:nvSpPr>
          <p:spPr>
            <a:xfrm>
              <a:off x="453948" y="2310995"/>
              <a:ext cx="4542" cy="7708"/>
            </a:xfrm>
            <a:custGeom>
              <a:avLst/>
              <a:gdLst/>
              <a:ahLst/>
              <a:cxnLst/>
              <a:rect l="l" t="t" r="r" b="b"/>
              <a:pathLst>
                <a:path w="132" h="224" extrusionOk="0">
                  <a:moveTo>
                    <a:pt x="1" y="1"/>
                  </a:moveTo>
                  <a:lnTo>
                    <a:pt x="1" y="149"/>
                  </a:lnTo>
                  <a:lnTo>
                    <a:pt x="131" y="223"/>
                  </a:lnTo>
                  <a:lnTo>
                    <a:pt x="131" y="7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40"/>
            <p:cNvSpPr/>
            <p:nvPr/>
          </p:nvSpPr>
          <p:spPr>
            <a:xfrm>
              <a:off x="453914" y="2345511"/>
              <a:ext cx="4474" cy="7674"/>
            </a:xfrm>
            <a:custGeom>
              <a:avLst/>
              <a:gdLst/>
              <a:ahLst/>
              <a:cxnLst/>
              <a:rect l="l" t="t" r="r" b="b"/>
              <a:pathLst>
                <a:path w="130" h="223" extrusionOk="0">
                  <a:moveTo>
                    <a:pt x="0" y="0"/>
                  </a:moveTo>
                  <a:lnTo>
                    <a:pt x="0" y="148"/>
                  </a:lnTo>
                  <a:lnTo>
                    <a:pt x="128" y="222"/>
                  </a:lnTo>
                  <a:lnTo>
                    <a:pt x="129"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40"/>
            <p:cNvSpPr/>
            <p:nvPr/>
          </p:nvSpPr>
          <p:spPr>
            <a:xfrm>
              <a:off x="453914" y="2338560"/>
              <a:ext cx="4474" cy="7777"/>
            </a:xfrm>
            <a:custGeom>
              <a:avLst/>
              <a:gdLst/>
              <a:ahLst/>
              <a:cxnLst/>
              <a:rect l="l" t="t" r="r" b="b"/>
              <a:pathLst>
                <a:path w="130" h="226" extrusionOk="0">
                  <a:moveTo>
                    <a:pt x="0" y="0"/>
                  </a:moveTo>
                  <a:lnTo>
                    <a:pt x="0" y="151"/>
                  </a:lnTo>
                  <a:lnTo>
                    <a:pt x="129" y="225"/>
                  </a:lnTo>
                  <a:lnTo>
                    <a:pt x="129"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40"/>
            <p:cNvSpPr/>
            <p:nvPr/>
          </p:nvSpPr>
          <p:spPr>
            <a:xfrm>
              <a:off x="453810" y="2359345"/>
              <a:ext cx="4508" cy="7674"/>
            </a:xfrm>
            <a:custGeom>
              <a:avLst/>
              <a:gdLst/>
              <a:ahLst/>
              <a:cxnLst/>
              <a:rect l="l" t="t" r="r" b="b"/>
              <a:pathLst>
                <a:path w="131" h="223" extrusionOk="0">
                  <a:moveTo>
                    <a:pt x="1" y="0"/>
                  </a:moveTo>
                  <a:lnTo>
                    <a:pt x="1" y="148"/>
                  </a:lnTo>
                  <a:lnTo>
                    <a:pt x="131" y="223"/>
                  </a:lnTo>
                  <a:lnTo>
                    <a:pt x="131" y="74"/>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40"/>
            <p:cNvSpPr/>
            <p:nvPr/>
          </p:nvSpPr>
          <p:spPr>
            <a:xfrm>
              <a:off x="453810" y="2352393"/>
              <a:ext cx="4508" cy="7743"/>
            </a:xfrm>
            <a:custGeom>
              <a:avLst/>
              <a:gdLst/>
              <a:ahLst/>
              <a:cxnLst/>
              <a:rect l="l" t="t" r="r" b="b"/>
              <a:pathLst>
                <a:path w="131" h="225" extrusionOk="0">
                  <a:moveTo>
                    <a:pt x="1" y="0"/>
                  </a:moveTo>
                  <a:lnTo>
                    <a:pt x="1" y="148"/>
                  </a:lnTo>
                  <a:lnTo>
                    <a:pt x="131" y="224"/>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40"/>
            <p:cNvSpPr/>
            <p:nvPr/>
          </p:nvSpPr>
          <p:spPr>
            <a:xfrm>
              <a:off x="453707" y="2393792"/>
              <a:ext cx="4508" cy="7708"/>
            </a:xfrm>
            <a:custGeom>
              <a:avLst/>
              <a:gdLst/>
              <a:ahLst/>
              <a:cxnLst/>
              <a:rect l="l" t="t" r="r" b="b"/>
              <a:pathLst>
                <a:path w="131" h="224" extrusionOk="0">
                  <a:moveTo>
                    <a:pt x="2" y="0"/>
                  </a:moveTo>
                  <a:lnTo>
                    <a:pt x="1" y="151"/>
                  </a:lnTo>
                  <a:lnTo>
                    <a:pt x="131" y="224"/>
                  </a:lnTo>
                  <a:lnTo>
                    <a:pt x="131" y="76"/>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40"/>
            <p:cNvSpPr/>
            <p:nvPr/>
          </p:nvSpPr>
          <p:spPr>
            <a:xfrm>
              <a:off x="453776" y="2386944"/>
              <a:ext cx="4508" cy="7708"/>
            </a:xfrm>
            <a:custGeom>
              <a:avLst/>
              <a:gdLst/>
              <a:ahLst/>
              <a:cxnLst/>
              <a:rect l="l" t="t" r="r" b="b"/>
              <a:pathLst>
                <a:path w="131" h="224" extrusionOk="0">
                  <a:moveTo>
                    <a:pt x="0" y="0"/>
                  </a:moveTo>
                  <a:lnTo>
                    <a:pt x="0" y="149"/>
                  </a:lnTo>
                  <a:lnTo>
                    <a:pt x="129" y="224"/>
                  </a:lnTo>
                  <a:lnTo>
                    <a:pt x="130" y="73"/>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40"/>
            <p:cNvSpPr/>
            <p:nvPr/>
          </p:nvSpPr>
          <p:spPr>
            <a:xfrm>
              <a:off x="453776" y="2380027"/>
              <a:ext cx="4508" cy="7708"/>
            </a:xfrm>
            <a:custGeom>
              <a:avLst/>
              <a:gdLst/>
              <a:ahLst/>
              <a:cxnLst/>
              <a:rect l="l" t="t" r="r" b="b"/>
              <a:pathLst>
                <a:path w="131" h="224" extrusionOk="0">
                  <a:moveTo>
                    <a:pt x="0" y="1"/>
                  </a:moveTo>
                  <a:lnTo>
                    <a:pt x="0" y="148"/>
                  </a:lnTo>
                  <a:lnTo>
                    <a:pt x="130" y="223"/>
                  </a:lnTo>
                  <a:lnTo>
                    <a:pt x="130"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40"/>
            <p:cNvSpPr/>
            <p:nvPr/>
          </p:nvSpPr>
          <p:spPr>
            <a:xfrm>
              <a:off x="453776" y="2373075"/>
              <a:ext cx="4508" cy="7743"/>
            </a:xfrm>
            <a:custGeom>
              <a:avLst/>
              <a:gdLst/>
              <a:ahLst/>
              <a:cxnLst/>
              <a:rect l="l" t="t" r="r" b="b"/>
              <a:pathLst>
                <a:path w="131" h="225" extrusionOk="0">
                  <a:moveTo>
                    <a:pt x="2" y="1"/>
                  </a:moveTo>
                  <a:lnTo>
                    <a:pt x="0" y="150"/>
                  </a:lnTo>
                  <a:lnTo>
                    <a:pt x="130" y="225"/>
                  </a:lnTo>
                  <a:lnTo>
                    <a:pt x="130" y="77"/>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40"/>
            <p:cNvSpPr/>
            <p:nvPr/>
          </p:nvSpPr>
          <p:spPr>
            <a:xfrm>
              <a:off x="453810" y="2366193"/>
              <a:ext cx="4508" cy="7777"/>
            </a:xfrm>
            <a:custGeom>
              <a:avLst/>
              <a:gdLst/>
              <a:ahLst/>
              <a:cxnLst/>
              <a:rect l="l" t="t" r="r" b="b"/>
              <a:pathLst>
                <a:path w="131" h="226" extrusionOk="0">
                  <a:moveTo>
                    <a:pt x="1" y="0"/>
                  </a:moveTo>
                  <a:lnTo>
                    <a:pt x="1" y="150"/>
                  </a:lnTo>
                  <a:lnTo>
                    <a:pt x="129" y="226"/>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40"/>
            <p:cNvSpPr/>
            <p:nvPr/>
          </p:nvSpPr>
          <p:spPr>
            <a:xfrm>
              <a:off x="453707" y="2407625"/>
              <a:ext cx="4508" cy="7743"/>
            </a:xfrm>
            <a:custGeom>
              <a:avLst/>
              <a:gdLst/>
              <a:ahLst/>
              <a:cxnLst/>
              <a:rect l="l" t="t" r="r" b="b"/>
              <a:pathLst>
                <a:path w="131" h="225" extrusionOk="0">
                  <a:moveTo>
                    <a:pt x="1" y="0"/>
                  </a:moveTo>
                  <a:lnTo>
                    <a:pt x="1" y="150"/>
                  </a:lnTo>
                  <a:lnTo>
                    <a:pt x="128" y="224"/>
                  </a:lnTo>
                  <a:lnTo>
                    <a:pt x="131" y="7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40"/>
            <p:cNvSpPr/>
            <p:nvPr/>
          </p:nvSpPr>
          <p:spPr>
            <a:xfrm>
              <a:off x="453707" y="2400709"/>
              <a:ext cx="4508" cy="7743"/>
            </a:xfrm>
            <a:custGeom>
              <a:avLst/>
              <a:gdLst/>
              <a:ahLst/>
              <a:cxnLst/>
              <a:rect l="l" t="t" r="r" b="b"/>
              <a:pathLst>
                <a:path w="131" h="225" extrusionOk="0">
                  <a:moveTo>
                    <a:pt x="1" y="1"/>
                  </a:moveTo>
                  <a:lnTo>
                    <a:pt x="1" y="149"/>
                  </a:lnTo>
                  <a:lnTo>
                    <a:pt x="131" y="225"/>
                  </a:lnTo>
                  <a:lnTo>
                    <a:pt x="131" y="76"/>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40"/>
            <p:cNvSpPr/>
            <p:nvPr/>
          </p:nvSpPr>
          <p:spPr>
            <a:xfrm>
              <a:off x="453570" y="2449058"/>
              <a:ext cx="4508" cy="7674"/>
            </a:xfrm>
            <a:custGeom>
              <a:avLst/>
              <a:gdLst/>
              <a:ahLst/>
              <a:cxnLst/>
              <a:rect l="l" t="t" r="r" b="b"/>
              <a:pathLst>
                <a:path w="131" h="223" extrusionOk="0">
                  <a:moveTo>
                    <a:pt x="0" y="1"/>
                  </a:moveTo>
                  <a:lnTo>
                    <a:pt x="0" y="150"/>
                  </a:lnTo>
                  <a:lnTo>
                    <a:pt x="130" y="223"/>
                  </a:lnTo>
                  <a:lnTo>
                    <a:pt x="130"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40"/>
            <p:cNvSpPr/>
            <p:nvPr/>
          </p:nvSpPr>
          <p:spPr>
            <a:xfrm>
              <a:off x="453570" y="2442176"/>
              <a:ext cx="4508" cy="7708"/>
            </a:xfrm>
            <a:custGeom>
              <a:avLst/>
              <a:gdLst/>
              <a:ahLst/>
              <a:cxnLst/>
              <a:rect l="l" t="t" r="r" b="b"/>
              <a:pathLst>
                <a:path w="131" h="224" extrusionOk="0">
                  <a:moveTo>
                    <a:pt x="0" y="0"/>
                  </a:moveTo>
                  <a:lnTo>
                    <a:pt x="0" y="149"/>
                  </a:lnTo>
                  <a:lnTo>
                    <a:pt x="130" y="224"/>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40"/>
            <p:cNvSpPr/>
            <p:nvPr/>
          </p:nvSpPr>
          <p:spPr>
            <a:xfrm>
              <a:off x="453673" y="2435259"/>
              <a:ext cx="4405" cy="7743"/>
            </a:xfrm>
            <a:custGeom>
              <a:avLst/>
              <a:gdLst/>
              <a:ahLst/>
              <a:cxnLst/>
              <a:rect l="l" t="t" r="r" b="b"/>
              <a:pathLst>
                <a:path w="128" h="225" extrusionOk="0">
                  <a:moveTo>
                    <a:pt x="0" y="1"/>
                  </a:moveTo>
                  <a:lnTo>
                    <a:pt x="0" y="148"/>
                  </a:lnTo>
                  <a:lnTo>
                    <a:pt x="127" y="224"/>
                  </a:lnTo>
                  <a:lnTo>
                    <a:pt x="127"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40"/>
            <p:cNvSpPr/>
            <p:nvPr/>
          </p:nvSpPr>
          <p:spPr>
            <a:xfrm>
              <a:off x="453673" y="2428376"/>
              <a:ext cx="4439" cy="7674"/>
            </a:xfrm>
            <a:custGeom>
              <a:avLst/>
              <a:gdLst/>
              <a:ahLst/>
              <a:cxnLst/>
              <a:rect l="l" t="t" r="r" b="b"/>
              <a:pathLst>
                <a:path w="129" h="223" extrusionOk="0">
                  <a:moveTo>
                    <a:pt x="0" y="0"/>
                  </a:moveTo>
                  <a:lnTo>
                    <a:pt x="0" y="148"/>
                  </a:lnTo>
                  <a:lnTo>
                    <a:pt x="129" y="223"/>
                  </a:lnTo>
                  <a:lnTo>
                    <a:pt x="129"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40"/>
            <p:cNvSpPr/>
            <p:nvPr/>
          </p:nvSpPr>
          <p:spPr>
            <a:xfrm>
              <a:off x="453673" y="2421425"/>
              <a:ext cx="4439" cy="7743"/>
            </a:xfrm>
            <a:custGeom>
              <a:avLst/>
              <a:gdLst/>
              <a:ahLst/>
              <a:cxnLst/>
              <a:rect l="l" t="t" r="r" b="b"/>
              <a:pathLst>
                <a:path w="129" h="225" extrusionOk="0">
                  <a:moveTo>
                    <a:pt x="0" y="0"/>
                  </a:moveTo>
                  <a:lnTo>
                    <a:pt x="0" y="151"/>
                  </a:lnTo>
                  <a:lnTo>
                    <a:pt x="129" y="224"/>
                  </a:lnTo>
                  <a:lnTo>
                    <a:pt x="129"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40"/>
            <p:cNvSpPr/>
            <p:nvPr/>
          </p:nvSpPr>
          <p:spPr>
            <a:xfrm>
              <a:off x="453673" y="2414577"/>
              <a:ext cx="4439" cy="7743"/>
            </a:xfrm>
            <a:custGeom>
              <a:avLst/>
              <a:gdLst/>
              <a:ahLst/>
              <a:cxnLst/>
              <a:rect l="l" t="t" r="r" b="b"/>
              <a:pathLst>
                <a:path w="129" h="225" extrusionOk="0">
                  <a:moveTo>
                    <a:pt x="2" y="0"/>
                  </a:moveTo>
                  <a:lnTo>
                    <a:pt x="0" y="148"/>
                  </a:lnTo>
                  <a:lnTo>
                    <a:pt x="129" y="224"/>
                  </a:lnTo>
                  <a:lnTo>
                    <a:pt x="129" y="75"/>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40"/>
            <p:cNvSpPr/>
            <p:nvPr/>
          </p:nvSpPr>
          <p:spPr>
            <a:xfrm>
              <a:off x="453501" y="2462892"/>
              <a:ext cx="4508" cy="7708"/>
            </a:xfrm>
            <a:custGeom>
              <a:avLst/>
              <a:gdLst/>
              <a:ahLst/>
              <a:cxnLst/>
              <a:rect l="l" t="t" r="r" b="b"/>
              <a:pathLst>
                <a:path w="131" h="224" extrusionOk="0">
                  <a:moveTo>
                    <a:pt x="1" y="1"/>
                  </a:moveTo>
                  <a:lnTo>
                    <a:pt x="1" y="149"/>
                  </a:lnTo>
                  <a:lnTo>
                    <a:pt x="131" y="223"/>
                  </a:lnTo>
                  <a:lnTo>
                    <a:pt x="131" y="7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40"/>
            <p:cNvSpPr/>
            <p:nvPr/>
          </p:nvSpPr>
          <p:spPr>
            <a:xfrm>
              <a:off x="453570" y="2456009"/>
              <a:ext cx="4508" cy="7674"/>
            </a:xfrm>
            <a:custGeom>
              <a:avLst/>
              <a:gdLst/>
              <a:ahLst/>
              <a:cxnLst/>
              <a:rect l="l" t="t" r="r" b="b"/>
              <a:pathLst>
                <a:path w="131" h="223" extrusionOk="0">
                  <a:moveTo>
                    <a:pt x="0" y="0"/>
                  </a:moveTo>
                  <a:lnTo>
                    <a:pt x="0" y="148"/>
                  </a:lnTo>
                  <a:lnTo>
                    <a:pt x="129" y="223"/>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40"/>
            <p:cNvSpPr/>
            <p:nvPr/>
          </p:nvSpPr>
          <p:spPr>
            <a:xfrm>
              <a:off x="453501" y="2469740"/>
              <a:ext cx="4508" cy="7812"/>
            </a:xfrm>
            <a:custGeom>
              <a:avLst/>
              <a:gdLst/>
              <a:ahLst/>
              <a:cxnLst/>
              <a:rect l="l" t="t" r="r" b="b"/>
              <a:pathLst>
                <a:path w="131" h="227" extrusionOk="0">
                  <a:moveTo>
                    <a:pt x="1" y="1"/>
                  </a:moveTo>
                  <a:lnTo>
                    <a:pt x="1" y="152"/>
                  </a:lnTo>
                  <a:lnTo>
                    <a:pt x="131" y="226"/>
                  </a:lnTo>
                  <a:lnTo>
                    <a:pt x="131" y="7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40"/>
            <p:cNvSpPr/>
            <p:nvPr/>
          </p:nvSpPr>
          <p:spPr>
            <a:xfrm>
              <a:off x="453466" y="2490560"/>
              <a:ext cx="4508" cy="7674"/>
            </a:xfrm>
            <a:custGeom>
              <a:avLst/>
              <a:gdLst/>
              <a:ahLst/>
              <a:cxnLst/>
              <a:rect l="l" t="t" r="r" b="b"/>
              <a:pathLst>
                <a:path w="131" h="223" extrusionOk="0">
                  <a:moveTo>
                    <a:pt x="0" y="0"/>
                  </a:moveTo>
                  <a:lnTo>
                    <a:pt x="0" y="148"/>
                  </a:lnTo>
                  <a:lnTo>
                    <a:pt x="130" y="222"/>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40"/>
            <p:cNvSpPr/>
            <p:nvPr/>
          </p:nvSpPr>
          <p:spPr>
            <a:xfrm>
              <a:off x="453466" y="2483608"/>
              <a:ext cx="4508" cy="7708"/>
            </a:xfrm>
            <a:custGeom>
              <a:avLst/>
              <a:gdLst/>
              <a:ahLst/>
              <a:cxnLst/>
              <a:rect l="l" t="t" r="r" b="b"/>
              <a:pathLst>
                <a:path w="131" h="224" extrusionOk="0">
                  <a:moveTo>
                    <a:pt x="2" y="0"/>
                  </a:moveTo>
                  <a:lnTo>
                    <a:pt x="0" y="149"/>
                  </a:lnTo>
                  <a:lnTo>
                    <a:pt x="130" y="224"/>
                  </a:lnTo>
                  <a:lnTo>
                    <a:pt x="130" y="76"/>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40"/>
            <p:cNvSpPr/>
            <p:nvPr/>
          </p:nvSpPr>
          <p:spPr>
            <a:xfrm>
              <a:off x="453501" y="2476691"/>
              <a:ext cx="4508" cy="7708"/>
            </a:xfrm>
            <a:custGeom>
              <a:avLst/>
              <a:gdLst/>
              <a:ahLst/>
              <a:cxnLst/>
              <a:rect l="l" t="t" r="r" b="b"/>
              <a:pathLst>
                <a:path w="131" h="224" extrusionOk="0">
                  <a:moveTo>
                    <a:pt x="1" y="1"/>
                  </a:moveTo>
                  <a:lnTo>
                    <a:pt x="1" y="150"/>
                  </a:lnTo>
                  <a:lnTo>
                    <a:pt x="129"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40"/>
            <p:cNvSpPr/>
            <p:nvPr/>
          </p:nvSpPr>
          <p:spPr>
            <a:xfrm>
              <a:off x="453466" y="2497408"/>
              <a:ext cx="4508" cy="7777"/>
            </a:xfrm>
            <a:custGeom>
              <a:avLst/>
              <a:gdLst/>
              <a:ahLst/>
              <a:cxnLst/>
              <a:rect l="l" t="t" r="r" b="b"/>
              <a:pathLst>
                <a:path w="131" h="226" extrusionOk="0">
                  <a:moveTo>
                    <a:pt x="0" y="0"/>
                  </a:moveTo>
                  <a:lnTo>
                    <a:pt x="0" y="151"/>
                  </a:lnTo>
                  <a:lnTo>
                    <a:pt x="128" y="225"/>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40"/>
            <p:cNvSpPr/>
            <p:nvPr/>
          </p:nvSpPr>
          <p:spPr>
            <a:xfrm>
              <a:off x="453398" y="2511241"/>
              <a:ext cx="4474" cy="7743"/>
            </a:xfrm>
            <a:custGeom>
              <a:avLst/>
              <a:gdLst/>
              <a:ahLst/>
              <a:cxnLst/>
              <a:rect l="l" t="t" r="r" b="b"/>
              <a:pathLst>
                <a:path w="130" h="225" extrusionOk="0">
                  <a:moveTo>
                    <a:pt x="1" y="0"/>
                  </a:moveTo>
                  <a:lnTo>
                    <a:pt x="1" y="148"/>
                  </a:lnTo>
                  <a:lnTo>
                    <a:pt x="130" y="224"/>
                  </a:lnTo>
                  <a:lnTo>
                    <a:pt x="130"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40"/>
            <p:cNvSpPr/>
            <p:nvPr/>
          </p:nvSpPr>
          <p:spPr>
            <a:xfrm>
              <a:off x="453398" y="2504325"/>
              <a:ext cx="4474" cy="7708"/>
            </a:xfrm>
            <a:custGeom>
              <a:avLst/>
              <a:gdLst/>
              <a:ahLst/>
              <a:cxnLst/>
              <a:rect l="l" t="t" r="r" b="b"/>
              <a:pathLst>
                <a:path w="130" h="224" extrusionOk="0">
                  <a:moveTo>
                    <a:pt x="2" y="1"/>
                  </a:moveTo>
                  <a:lnTo>
                    <a:pt x="1" y="150"/>
                  </a:lnTo>
                  <a:lnTo>
                    <a:pt x="130" y="223"/>
                  </a:lnTo>
                  <a:lnTo>
                    <a:pt x="130" y="76"/>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40"/>
            <p:cNvSpPr/>
            <p:nvPr/>
          </p:nvSpPr>
          <p:spPr>
            <a:xfrm>
              <a:off x="453398" y="2518193"/>
              <a:ext cx="4474" cy="7674"/>
            </a:xfrm>
            <a:custGeom>
              <a:avLst/>
              <a:gdLst/>
              <a:ahLst/>
              <a:cxnLst/>
              <a:rect l="l" t="t" r="r" b="b"/>
              <a:pathLst>
                <a:path w="130" h="223" extrusionOk="0">
                  <a:moveTo>
                    <a:pt x="1" y="0"/>
                  </a:moveTo>
                  <a:lnTo>
                    <a:pt x="1" y="148"/>
                  </a:lnTo>
                  <a:lnTo>
                    <a:pt x="130" y="223"/>
                  </a:lnTo>
                  <a:lnTo>
                    <a:pt x="130"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40"/>
            <p:cNvSpPr/>
            <p:nvPr/>
          </p:nvSpPr>
          <p:spPr>
            <a:xfrm>
              <a:off x="453398" y="2525041"/>
              <a:ext cx="4439" cy="7777"/>
            </a:xfrm>
            <a:custGeom>
              <a:avLst/>
              <a:gdLst/>
              <a:ahLst/>
              <a:cxnLst/>
              <a:rect l="l" t="t" r="r" b="b"/>
              <a:pathLst>
                <a:path w="129" h="226" extrusionOk="0">
                  <a:moveTo>
                    <a:pt x="1" y="0"/>
                  </a:moveTo>
                  <a:lnTo>
                    <a:pt x="1" y="149"/>
                  </a:lnTo>
                  <a:lnTo>
                    <a:pt x="128" y="226"/>
                  </a:lnTo>
                  <a:lnTo>
                    <a:pt x="128"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40"/>
            <p:cNvSpPr/>
            <p:nvPr/>
          </p:nvSpPr>
          <p:spPr>
            <a:xfrm>
              <a:off x="468126" y="2325999"/>
              <a:ext cx="4508" cy="7743"/>
            </a:xfrm>
            <a:custGeom>
              <a:avLst/>
              <a:gdLst/>
              <a:ahLst/>
              <a:cxnLst/>
              <a:rect l="l" t="t" r="r" b="b"/>
              <a:pathLst>
                <a:path w="131" h="225" extrusionOk="0">
                  <a:moveTo>
                    <a:pt x="0" y="1"/>
                  </a:moveTo>
                  <a:lnTo>
                    <a:pt x="0" y="150"/>
                  </a:lnTo>
                  <a:lnTo>
                    <a:pt x="129" y="225"/>
                  </a:lnTo>
                  <a:lnTo>
                    <a:pt x="130" y="77"/>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40"/>
            <p:cNvSpPr/>
            <p:nvPr/>
          </p:nvSpPr>
          <p:spPr>
            <a:xfrm>
              <a:off x="468126" y="2319116"/>
              <a:ext cx="4508" cy="7674"/>
            </a:xfrm>
            <a:custGeom>
              <a:avLst/>
              <a:gdLst/>
              <a:ahLst/>
              <a:cxnLst/>
              <a:rect l="l" t="t" r="r" b="b"/>
              <a:pathLst>
                <a:path w="131" h="223" extrusionOk="0">
                  <a:moveTo>
                    <a:pt x="0" y="0"/>
                  </a:moveTo>
                  <a:lnTo>
                    <a:pt x="0" y="148"/>
                  </a:lnTo>
                  <a:lnTo>
                    <a:pt x="130" y="223"/>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40"/>
            <p:cNvSpPr/>
            <p:nvPr/>
          </p:nvSpPr>
          <p:spPr>
            <a:xfrm>
              <a:off x="468057" y="2339798"/>
              <a:ext cx="4508" cy="7777"/>
            </a:xfrm>
            <a:custGeom>
              <a:avLst/>
              <a:gdLst/>
              <a:ahLst/>
              <a:cxnLst/>
              <a:rect l="l" t="t" r="r" b="b"/>
              <a:pathLst>
                <a:path w="131" h="226" extrusionOk="0">
                  <a:moveTo>
                    <a:pt x="1" y="1"/>
                  </a:moveTo>
                  <a:lnTo>
                    <a:pt x="1" y="151"/>
                  </a:lnTo>
                  <a:lnTo>
                    <a:pt x="131" y="226"/>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40"/>
            <p:cNvSpPr/>
            <p:nvPr/>
          </p:nvSpPr>
          <p:spPr>
            <a:xfrm>
              <a:off x="468057" y="2332950"/>
              <a:ext cx="4508" cy="7708"/>
            </a:xfrm>
            <a:custGeom>
              <a:avLst/>
              <a:gdLst/>
              <a:ahLst/>
              <a:cxnLst/>
              <a:rect l="l" t="t" r="r" b="b"/>
              <a:pathLst>
                <a:path w="131" h="224" extrusionOk="0">
                  <a:moveTo>
                    <a:pt x="2" y="1"/>
                  </a:moveTo>
                  <a:lnTo>
                    <a:pt x="1" y="148"/>
                  </a:lnTo>
                  <a:lnTo>
                    <a:pt x="131" y="223"/>
                  </a:lnTo>
                  <a:lnTo>
                    <a:pt x="131" y="75"/>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40"/>
            <p:cNvSpPr/>
            <p:nvPr/>
          </p:nvSpPr>
          <p:spPr>
            <a:xfrm>
              <a:off x="468023" y="2360584"/>
              <a:ext cx="4439" cy="7708"/>
            </a:xfrm>
            <a:custGeom>
              <a:avLst/>
              <a:gdLst/>
              <a:ahLst/>
              <a:cxnLst/>
              <a:rect l="l" t="t" r="r" b="b"/>
              <a:pathLst>
                <a:path w="129" h="224" extrusionOk="0">
                  <a:moveTo>
                    <a:pt x="0" y="1"/>
                  </a:moveTo>
                  <a:lnTo>
                    <a:pt x="0" y="149"/>
                  </a:lnTo>
                  <a:lnTo>
                    <a:pt x="129" y="223"/>
                  </a:lnTo>
                  <a:lnTo>
                    <a:pt x="129" y="7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40"/>
            <p:cNvSpPr/>
            <p:nvPr/>
          </p:nvSpPr>
          <p:spPr>
            <a:xfrm>
              <a:off x="468023" y="2353667"/>
              <a:ext cx="4439" cy="7708"/>
            </a:xfrm>
            <a:custGeom>
              <a:avLst/>
              <a:gdLst/>
              <a:ahLst/>
              <a:cxnLst/>
              <a:rect l="l" t="t" r="r" b="b"/>
              <a:pathLst>
                <a:path w="129" h="224" extrusionOk="0">
                  <a:moveTo>
                    <a:pt x="2" y="0"/>
                  </a:moveTo>
                  <a:lnTo>
                    <a:pt x="0" y="148"/>
                  </a:lnTo>
                  <a:lnTo>
                    <a:pt x="129" y="224"/>
                  </a:lnTo>
                  <a:lnTo>
                    <a:pt x="129" y="75"/>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40"/>
            <p:cNvSpPr/>
            <p:nvPr/>
          </p:nvSpPr>
          <p:spPr>
            <a:xfrm>
              <a:off x="468057" y="2346750"/>
              <a:ext cx="4508" cy="7674"/>
            </a:xfrm>
            <a:custGeom>
              <a:avLst/>
              <a:gdLst/>
              <a:ahLst/>
              <a:cxnLst/>
              <a:rect l="l" t="t" r="r" b="b"/>
              <a:pathLst>
                <a:path w="131" h="223" extrusionOk="0">
                  <a:moveTo>
                    <a:pt x="1" y="1"/>
                  </a:moveTo>
                  <a:lnTo>
                    <a:pt x="1" y="150"/>
                  </a:lnTo>
                  <a:lnTo>
                    <a:pt x="131"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40"/>
            <p:cNvSpPr/>
            <p:nvPr/>
          </p:nvSpPr>
          <p:spPr>
            <a:xfrm>
              <a:off x="467920" y="2388182"/>
              <a:ext cx="4508" cy="7743"/>
            </a:xfrm>
            <a:custGeom>
              <a:avLst/>
              <a:gdLst/>
              <a:ahLst/>
              <a:cxnLst/>
              <a:rect l="l" t="t" r="r" b="b"/>
              <a:pathLst>
                <a:path w="131" h="225" extrusionOk="0">
                  <a:moveTo>
                    <a:pt x="0" y="1"/>
                  </a:moveTo>
                  <a:lnTo>
                    <a:pt x="0" y="150"/>
                  </a:lnTo>
                  <a:lnTo>
                    <a:pt x="130" y="225"/>
                  </a:lnTo>
                  <a:lnTo>
                    <a:pt x="130" y="77"/>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40"/>
            <p:cNvSpPr/>
            <p:nvPr/>
          </p:nvSpPr>
          <p:spPr>
            <a:xfrm>
              <a:off x="467920" y="2381300"/>
              <a:ext cx="4508" cy="7674"/>
            </a:xfrm>
            <a:custGeom>
              <a:avLst/>
              <a:gdLst/>
              <a:ahLst/>
              <a:cxnLst/>
              <a:rect l="l" t="t" r="r" b="b"/>
              <a:pathLst>
                <a:path w="131" h="223" extrusionOk="0">
                  <a:moveTo>
                    <a:pt x="0" y="0"/>
                  </a:moveTo>
                  <a:lnTo>
                    <a:pt x="0" y="148"/>
                  </a:lnTo>
                  <a:lnTo>
                    <a:pt x="130" y="223"/>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40"/>
            <p:cNvSpPr/>
            <p:nvPr/>
          </p:nvSpPr>
          <p:spPr>
            <a:xfrm>
              <a:off x="468023" y="2374349"/>
              <a:ext cx="4405" cy="7743"/>
            </a:xfrm>
            <a:custGeom>
              <a:avLst/>
              <a:gdLst/>
              <a:ahLst/>
              <a:cxnLst/>
              <a:rect l="l" t="t" r="r" b="b"/>
              <a:pathLst>
                <a:path w="128" h="225" extrusionOk="0">
                  <a:moveTo>
                    <a:pt x="0" y="0"/>
                  </a:moveTo>
                  <a:lnTo>
                    <a:pt x="0" y="151"/>
                  </a:lnTo>
                  <a:lnTo>
                    <a:pt x="127" y="224"/>
                  </a:lnTo>
                  <a:lnTo>
                    <a:pt x="127" y="76"/>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40"/>
            <p:cNvSpPr/>
            <p:nvPr/>
          </p:nvSpPr>
          <p:spPr>
            <a:xfrm>
              <a:off x="468023" y="2367432"/>
              <a:ext cx="4439" cy="7812"/>
            </a:xfrm>
            <a:custGeom>
              <a:avLst/>
              <a:gdLst/>
              <a:ahLst/>
              <a:cxnLst/>
              <a:rect l="l" t="t" r="r" b="b"/>
              <a:pathLst>
                <a:path w="129" h="227" extrusionOk="0">
                  <a:moveTo>
                    <a:pt x="0" y="1"/>
                  </a:moveTo>
                  <a:lnTo>
                    <a:pt x="0" y="150"/>
                  </a:lnTo>
                  <a:lnTo>
                    <a:pt x="129" y="226"/>
                  </a:lnTo>
                  <a:lnTo>
                    <a:pt x="129" y="7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40"/>
            <p:cNvSpPr/>
            <p:nvPr/>
          </p:nvSpPr>
          <p:spPr>
            <a:xfrm>
              <a:off x="467851" y="2395030"/>
              <a:ext cx="4508" cy="7777"/>
            </a:xfrm>
            <a:custGeom>
              <a:avLst/>
              <a:gdLst/>
              <a:ahLst/>
              <a:cxnLst/>
              <a:rect l="l" t="t" r="r" b="b"/>
              <a:pathLst>
                <a:path w="131" h="226" extrusionOk="0">
                  <a:moveTo>
                    <a:pt x="2" y="1"/>
                  </a:moveTo>
                  <a:lnTo>
                    <a:pt x="1" y="151"/>
                  </a:lnTo>
                  <a:lnTo>
                    <a:pt x="131" y="226"/>
                  </a:lnTo>
                  <a:lnTo>
                    <a:pt x="131" y="77"/>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40"/>
            <p:cNvSpPr/>
            <p:nvPr/>
          </p:nvSpPr>
          <p:spPr>
            <a:xfrm>
              <a:off x="467816" y="2422664"/>
              <a:ext cx="4508" cy="7812"/>
            </a:xfrm>
            <a:custGeom>
              <a:avLst/>
              <a:gdLst/>
              <a:ahLst/>
              <a:cxnLst/>
              <a:rect l="l" t="t" r="r" b="b"/>
              <a:pathLst>
                <a:path w="131" h="227" extrusionOk="0">
                  <a:moveTo>
                    <a:pt x="0" y="1"/>
                  </a:moveTo>
                  <a:lnTo>
                    <a:pt x="0" y="152"/>
                  </a:lnTo>
                  <a:lnTo>
                    <a:pt x="130" y="226"/>
                  </a:lnTo>
                  <a:lnTo>
                    <a:pt x="130"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40"/>
            <p:cNvSpPr/>
            <p:nvPr/>
          </p:nvSpPr>
          <p:spPr>
            <a:xfrm>
              <a:off x="467851" y="2415816"/>
              <a:ext cx="4508" cy="7743"/>
            </a:xfrm>
            <a:custGeom>
              <a:avLst/>
              <a:gdLst/>
              <a:ahLst/>
              <a:cxnLst/>
              <a:rect l="l" t="t" r="r" b="b"/>
              <a:pathLst>
                <a:path w="131" h="225" extrusionOk="0">
                  <a:moveTo>
                    <a:pt x="1" y="1"/>
                  </a:moveTo>
                  <a:lnTo>
                    <a:pt x="1" y="149"/>
                  </a:lnTo>
                  <a:lnTo>
                    <a:pt x="129" y="225"/>
                  </a:lnTo>
                  <a:lnTo>
                    <a:pt x="131" y="7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40"/>
            <p:cNvSpPr/>
            <p:nvPr/>
          </p:nvSpPr>
          <p:spPr>
            <a:xfrm>
              <a:off x="467851" y="2408864"/>
              <a:ext cx="4508" cy="7743"/>
            </a:xfrm>
            <a:custGeom>
              <a:avLst/>
              <a:gdLst/>
              <a:ahLst/>
              <a:cxnLst/>
              <a:rect l="l" t="t" r="r" b="b"/>
              <a:pathLst>
                <a:path w="131" h="225" extrusionOk="0">
                  <a:moveTo>
                    <a:pt x="1" y="1"/>
                  </a:moveTo>
                  <a:lnTo>
                    <a:pt x="1" y="150"/>
                  </a:lnTo>
                  <a:lnTo>
                    <a:pt x="131" y="225"/>
                  </a:lnTo>
                  <a:lnTo>
                    <a:pt x="131" y="7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40"/>
            <p:cNvSpPr/>
            <p:nvPr/>
          </p:nvSpPr>
          <p:spPr>
            <a:xfrm>
              <a:off x="467851" y="2401982"/>
              <a:ext cx="4508" cy="7743"/>
            </a:xfrm>
            <a:custGeom>
              <a:avLst/>
              <a:gdLst/>
              <a:ahLst/>
              <a:cxnLst/>
              <a:rect l="l" t="t" r="r" b="b"/>
              <a:pathLst>
                <a:path w="131" h="225" extrusionOk="0">
                  <a:moveTo>
                    <a:pt x="1" y="1"/>
                  </a:moveTo>
                  <a:lnTo>
                    <a:pt x="1" y="148"/>
                  </a:lnTo>
                  <a:lnTo>
                    <a:pt x="131" y="224"/>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40"/>
            <p:cNvSpPr/>
            <p:nvPr/>
          </p:nvSpPr>
          <p:spPr>
            <a:xfrm>
              <a:off x="467748" y="2443483"/>
              <a:ext cx="4474" cy="7674"/>
            </a:xfrm>
            <a:custGeom>
              <a:avLst/>
              <a:gdLst/>
              <a:ahLst/>
              <a:cxnLst/>
              <a:rect l="l" t="t" r="r" b="b"/>
              <a:pathLst>
                <a:path w="130" h="223" extrusionOk="0">
                  <a:moveTo>
                    <a:pt x="2" y="0"/>
                  </a:moveTo>
                  <a:lnTo>
                    <a:pt x="1" y="148"/>
                  </a:lnTo>
                  <a:lnTo>
                    <a:pt x="130" y="222"/>
                  </a:lnTo>
                  <a:lnTo>
                    <a:pt x="130" y="73"/>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40"/>
            <p:cNvSpPr/>
            <p:nvPr/>
          </p:nvSpPr>
          <p:spPr>
            <a:xfrm>
              <a:off x="467816" y="2436532"/>
              <a:ext cx="4508" cy="7743"/>
            </a:xfrm>
            <a:custGeom>
              <a:avLst/>
              <a:gdLst/>
              <a:ahLst/>
              <a:cxnLst/>
              <a:rect l="l" t="t" r="r" b="b"/>
              <a:pathLst>
                <a:path w="131" h="225" extrusionOk="0">
                  <a:moveTo>
                    <a:pt x="0" y="0"/>
                  </a:moveTo>
                  <a:lnTo>
                    <a:pt x="0" y="148"/>
                  </a:lnTo>
                  <a:lnTo>
                    <a:pt x="128" y="224"/>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40"/>
            <p:cNvSpPr/>
            <p:nvPr/>
          </p:nvSpPr>
          <p:spPr>
            <a:xfrm>
              <a:off x="467816" y="2429615"/>
              <a:ext cx="4508" cy="7708"/>
            </a:xfrm>
            <a:custGeom>
              <a:avLst/>
              <a:gdLst/>
              <a:ahLst/>
              <a:cxnLst/>
              <a:rect l="l" t="t" r="r" b="b"/>
              <a:pathLst>
                <a:path w="131" h="224" extrusionOk="0">
                  <a:moveTo>
                    <a:pt x="0" y="1"/>
                  </a:moveTo>
                  <a:lnTo>
                    <a:pt x="0" y="149"/>
                  </a:lnTo>
                  <a:lnTo>
                    <a:pt x="130" y="223"/>
                  </a:lnTo>
                  <a:lnTo>
                    <a:pt x="130"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40"/>
            <p:cNvSpPr/>
            <p:nvPr/>
          </p:nvSpPr>
          <p:spPr>
            <a:xfrm>
              <a:off x="467748" y="2450331"/>
              <a:ext cx="4474" cy="7777"/>
            </a:xfrm>
            <a:custGeom>
              <a:avLst/>
              <a:gdLst/>
              <a:ahLst/>
              <a:cxnLst/>
              <a:rect l="l" t="t" r="r" b="b"/>
              <a:pathLst>
                <a:path w="130" h="226" extrusionOk="0">
                  <a:moveTo>
                    <a:pt x="1" y="0"/>
                  </a:moveTo>
                  <a:lnTo>
                    <a:pt x="1" y="149"/>
                  </a:lnTo>
                  <a:lnTo>
                    <a:pt x="130" y="225"/>
                  </a:lnTo>
                  <a:lnTo>
                    <a:pt x="130"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40"/>
            <p:cNvSpPr/>
            <p:nvPr/>
          </p:nvSpPr>
          <p:spPr>
            <a:xfrm>
              <a:off x="467644" y="2464165"/>
              <a:ext cx="4542" cy="7674"/>
            </a:xfrm>
            <a:custGeom>
              <a:avLst/>
              <a:gdLst/>
              <a:ahLst/>
              <a:cxnLst/>
              <a:rect l="l" t="t" r="r" b="b"/>
              <a:pathLst>
                <a:path w="132" h="223" extrusionOk="0">
                  <a:moveTo>
                    <a:pt x="4" y="0"/>
                  </a:moveTo>
                  <a:lnTo>
                    <a:pt x="1" y="148"/>
                  </a:lnTo>
                  <a:lnTo>
                    <a:pt x="131" y="223"/>
                  </a:lnTo>
                  <a:lnTo>
                    <a:pt x="131" y="75"/>
                  </a:lnTo>
                  <a:lnTo>
                    <a:pt x="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40"/>
            <p:cNvSpPr/>
            <p:nvPr/>
          </p:nvSpPr>
          <p:spPr>
            <a:xfrm>
              <a:off x="467748" y="2457248"/>
              <a:ext cx="4474" cy="7708"/>
            </a:xfrm>
            <a:custGeom>
              <a:avLst/>
              <a:gdLst/>
              <a:ahLst/>
              <a:cxnLst/>
              <a:rect l="l" t="t" r="r" b="b"/>
              <a:pathLst>
                <a:path w="130" h="224" extrusionOk="0">
                  <a:moveTo>
                    <a:pt x="1" y="1"/>
                  </a:moveTo>
                  <a:lnTo>
                    <a:pt x="1" y="149"/>
                  </a:lnTo>
                  <a:lnTo>
                    <a:pt x="128" y="223"/>
                  </a:lnTo>
                  <a:lnTo>
                    <a:pt x="130" y="76"/>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40"/>
            <p:cNvSpPr/>
            <p:nvPr/>
          </p:nvSpPr>
          <p:spPr>
            <a:xfrm>
              <a:off x="467644" y="2471116"/>
              <a:ext cx="4542" cy="7674"/>
            </a:xfrm>
            <a:custGeom>
              <a:avLst/>
              <a:gdLst/>
              <a:ahLst/>
              <a:cxnLst/>
              <a:rect l="l" t="t" r="r" b="b"/>
              <a:pathLst>
                <a:path w="132" h="223" extrusionOk="0">
                  <a:moveTo>
                    <a:pt x="1" y="0"/>
                  </a:moveTo>
                  <a:lnTo>
                    <a:pt x="1" y="148"/>
                  </a:lnTo>
                  <a:lnTo>
                    <a:pt x="131" y="223"/>
                  </a:lnTo>
                  <a:lnTo>
                    <a:pt x="131" y="73"/>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40"/>
            <p:cNvSpPr/>
            <p:nvPr/>
          </p:nvSpPr>
          <p:spPr>
            <a:xfrm>
              <a:off x="467644" y="2484847"/>
              <a:ext cx="4474" cy="7743"/>
            </a:xfrm>
            <a:custGeom>
              <a:avLst/>
              <a:gdLst/>
              <a:ahLst/>
              <a:cxnLst/>
              <a:rect l="l" t="t" r="r" b="b"/>
              <a:pathLst>
                <a:path w="130" h="225" extrusionOk="0">
                  <a:moveTo>
                    <a:pt x="1" y="1"/>
                  </a:moveTo>
                  <a:lnTo>
                    <a:pt x="1" y="151"/>
                  </a:lnTo>
                  <a:lnTo>
                    <a:pt x="130" y="225"/>
                  </a:lnTo>
                  <a:lnTo>
                    <a:pt x="130" y="7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40"/>
            <p:cNvSpPr/>
            <p:nvPr/>
          </p:nvSpPr>
          <p:spPr>
            <a:xfrm>
              <a:off x="467644" y="2477965"/>
              <a:ext cx="4542" cy="7674"/>
            </a:xfrm>
            <a:custGeom>
              <a:avLst/>
              <a:gdLst/>
              <a:ahLst/>
              <a:cxnLst/>
              <a:rect l="l" t="t" r="r" b="b"/>
              <a:pathLst>
                <a:path w="132" h="223" extrusionOk="0">
                  <a:moveTo>
                    <a:pt x="1" y="0"/>
                  </a:moveTo>
                  <a:lnTo>
                    <a:pt x="1" y="150"/>
                  </a:lnTo>
                  <a:lnTo>
                    <a:pt x="131" y="223"/>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40"/>
            <p:cNvSpPr/>
            <p:nvPr/>
          </p:nvSpPr>
          <p:spPr>
            <a:xfrm>
              <a:off x="467610" y="2498646"/>
              <a:ext cx="4508" cy="7777"/>
            </a:xfrm>
            <a:custGeom>
              <a:avLst/>
              <a:gdLst/>
              <a:ahLst/>
              <a:cxnLst/>
              <a:rect l="l" t="t" r="r" b="b"/>
              <a:pathLst>
                <a:path w="131" h="226" extrusionOk="0">
                  <a:moveTo>
                    <a:pt x="0" y="1"/>
                  </a:moveTo>
                  <a:lnTo>
                    <a:pt x="0" y="151"/>
                  </a:lnTo>
                  <a:lnTo>
                    <a:pt x="131" y="226"/>
                  </a:lnTo>
                  <a:lnTo>
                    <a:pt x="131"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40"/>
            <p:cNvSpPr/>
            <p:nvPr/>
          </p:nvSpPr>
          <p:spPr>
            <a:xfrm>
              <a:off x="467610" y="2491798"/>
              <a:ext cx="4508" cy="7708"/>
            </a:xfrm>
            <a:custGeom>
              <a:avLst/>
              <a:gdLst/>
              <a:ahLst/>
              <a:cxnLst/>
              <a:rect l="l" t="t" r="r" b="b"/>
              <a:pathLst>
                <a:path w="131" h="224" extrusionOk="0">
                  <a:moveTo>
                    <a:pt x="0" y="1"/>
                  </a:moveTo>
                  <a:lnTo>
                    <a:pt x="0" y="148"/>
                  </a:lnTo>
                  <a:lnTo>
                    <a:pt x="131" y="223"/>
                  </a:lnTo>
                  <a:lnTo>
                    <a:pt x="131"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40"/>
            <p:cNvSpPr/>
            <p:nvPr/>
          </p:nvSpPr>
          <p:spPr>
            <a:xfrm>
              <a:off x="467541" y="2512480"/>
              <a:ext cx="4542" cy="7743"/>
            </a:xfrm>
            <a:custGeom>
              <a:avLst/>
              <a:gdLst/>
              <a:ahLst/>
              <a:cxnLst/>
              <a:rect l="l" t="t" r="r" b="b"/>
              <a:pathLst>
                <a:path w="132" h="225" extrusionOk="0">
                  <a:moveTo>
                    <a:pt x="2" y="1"/>
                  </a:moveTo>
                  <a:lnTo>
                    <a:pt x="1" y="149"/>
                  </a:lnTo>
                  <a:lnTo>
                    <a:pt x="131" y="225"/>
                  </a:lnTo>
                  <a:lnTo>
                    <a:pt x="131" y="76"/>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40"/>
            <p:cNvSpPr/>
            <p:nvPr/>
          </p:nvSpPr>
          <p:spPr>
            <a:xfrm>
              <a:off x="467610" y="2505598"/>
              <a:ext cx="4508" cy="7674"/>
            </a:xfrm>
            <a:custGeom>
              <a:avLst/>
              <a:gdLst/>
              <a:ahLst/>
              <a:cxnLst/>
              <a:rect l="l" t="t" r="r" b="b"/>
              <a:pathLst>
                <a:path w="131" h="223" extrusionOk="0">
                  <a:moveTo>
                    <a:pt x="0" y="1"/>
                  </a:moveTo>
                  <a:lnTo>
                    <a:pt x="0" y="150"/>
                  </a:lnTo>
                  <a:lnTo>
                    <a:pt x="129" y="223"/>
                  </a:lnTo>
                  <a:lnTo>
                    <a:pt x="131"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0"/>
            <p:cNvSpPr/>
            <p:nvPr/>
          </p:nvSpPr>
          <p:spPr>
            <a:xfrm>
              <a:off x="467507" y="2533197"/>
              <a:ext cx="4474" cy="7743"/>
            </a:xfrm>
            <a:custGeom>
              <a:avLst/>
              <a:gdLst/>
              <a:ahLst/>
              <a:cxnLst/>
              <a:rect l="l" t="t" r="r" b="b"/>
              <a:pathLst>
                <a:path w="130" h="225" extrusionOk="0">
                  <a:moveTo>
                    <a:pt x="2" y="0"/>
                  </a:moveTo>
                  <a:lnTo>
                    <a:pt x="0" y="151"/>
                  </a:lnTo>
                  <a:lnTo>
                    <a:pt x="129" y="224"/>
                  </a:lnTo>
                  <a:lnTo>
                    <a:pt x="129" y="76"/>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40"/>
            <p:cNvSpPr/>
            <p:nvPr/>
          </p:nvSpPr>
          <p:spPr>
            <a:xfrm>
              <a:off x="467541" y="2526280"/>
              <a:ext cx="4542" cy="7812"/>
            </a:xfrm>
            <a:custGeom>
              <a:avLst/>
              <a:gdLst/>
              <a:ahLst/>
              <a:cxnLst/>
              <a:rect l="l" t="t" r="r" b="b"/>
              <a:pathLst>
                <a:path w="132" h="227" extrusionOk="0">
                  <a:moveTo>
                    <a:pt x="1" y="1"/>
                  </a:moveTo>
                  <a:lnTo>
                    <a:pt x="1" y="150"/>
                  </a:lnTo>
                  <a:lnTo>
                    <a:pt x="128" y="226"/>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40"/>
            <p:cNvSpPr/>
            <p:nvPr/>
          </p:nvSpPr>
          <p:spPr>
            <a:xfrm>
              <a:off x="467541" y="2519432"/>
              <a:ext cx="4542" cy="7708"/>
            </a:xfrm>
            <a:custGeom>
              <a:avLst/>
              <a:gdLst/>
              <a:ahLst/>
              <a:cxnLst/>
              <a:rect l="l" t="t" r="r" b="b"/>
              <a:pathLst>
                <a:path w="132" h="224" extrusionOk="0">
                  <a:moveTo>
                    <a:pt x="1" y="1"/>
                  </a:moveTo>
                  <a:lnTo>
                    <a:pt x="1" y="149"/>
                  </a:lnTo>
                  <a:lnTo>
                    <a:pt x="131"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40"/>
            <p:cNvSpPr/>
            <p:nvPr/>
          </p:nvSpPr>
          <p:spPr>
            <a:xfrm>
              <a:off x="475146" y="2330128"/>
              <a:ext cx="4542" cy="7708"/>
            </a:xfrm>
            <a:custGeom>
              <a:avLst/>
              <a:gdLst/>
              <a:ahLst/>
              <a:cxnLst/>
              <a:rect l="l" t="t" r="r" b="b"/>
              <a:pathLst>
                <a:path w="132" h="224" extrusionOk="0">
                  <a:moveTo>
                    <a:pt x="1" y="1"/>
                  </a:moveTo>
                  <a:lnTo>
                    <a:pt x="1" y="149"/>
                  </a:lnTo>
                  <a:lnTo>
                    <a:pt x="131"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40"/>
            <p:cNvSpPr/>
            <p:nvPr/>
          </p:nvSpPr>
          <p:spPr>
            <a:xfrm>
              <a:off x="475146" y="2323177"/>
              <a:ext cx="4542" cy="7708"/>
            </a:xfrm>
            <a:custGeom>
              <a:avLst/>
              <a:gdLst/>
              <a:ahLst/>
              <a:cxnLst/>
              <a:rect l="l" t="t" r="r" b="b"/>
              <a:pathLst>
                <a:path w="132" h="224" extrusionOk="0">
                  <a:moveTo>
                    <a:pt x="2" y="1"/>
                  </a:moveTo>
                  <a:lnTo>
                    <a:pt x="1" y="149"/>
                  </a:lnTo>
                  <a:lnTo>
                    <a:pt x="131" y="223"/>
                  </a:lnTo>
                  <a:lnTo>
                    <a:pt x="131" y="75"/>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40"/>
            <p:cNvSpPr/>
            <p:nvPr/>
          </p:nvSpPr>
          <p:spPr>
            <a:xfrm>
              <a:off x="475112" y="2343893"/>
              <a:ext cx="4508" cy="7743"/>
            </a:xfrm>
            <a:custGeom>
              <a:avLst/>
              <a:gdLst/>
              <a:ahLst/>
              <a:cxnLst/>
              <a:rect l="l" t="t" r="r" b="b"/>
              <a:pathLst>
                <a:path w="131" h="225" extrusionOk="0">
                  <a:moveTo>
                    <a:pt x="2" y="0"/>
                  </a:moveTo>
                  <a:lnTo>
                    <a:pt x="0" y="151"/>
                  </a:lnTo>
                  <a:lnTo>
                    <a:pt x="131" y="224"/>
                  </a:lnTo>
                  <a:lnTo>
                    <a:pt x="131" y="76"/>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40"/>
            <p:cNvSpPr/>
            <p:nvPr/>
          </p:nvSpPr>
          <p:spPr>
            <a:xfrm>
              <a:off x="475146" y="2337045"/>
              <a:ext cx="4542" cy="7674"/>
            </a:xfrm>
            <a:custGeom>
              <a:avLst/>
              <a:gdLst/>
              <a:ahLst/>
              <a:cxnLst/>
              <a:rect l="l" t="t" r="r" b="b"/>
              <a:pathLst>
                <a:path w="132" h="223" extrusionOk="0">
                  <a:moveTo>
                    <a:pt x="1" y="0"/>
                  </a:moveTo>
                  <a:lnTo>
                    <a:pt x="1" y="148"/>
                  </a:lnTo>
                  <a:lnTo>
                    <a:pt x="130" y="223"/>
                  </a:lnTo>
                  <a:lnTo>
                    <a:pt x="131" y="73"/>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0"/>
            <p:cNvSpPr/>
            <p:nvPr/>
          </p:nvSpPr>
          <p:spPr>
            <a:xfrm>
              <a:off x="475112" y="2350845"/>
              <a:ext cx="4508" cy="7674"/>
            </a:xfrm>
            <a:custGeom>
              <a:avLst/>
              <a:gdLst/>
              <a:ahLst/>
              <a:cxnLst/>
              <a:rect l="l" t="t" r="r" b="b"/>
              <a:pathLst>
                <a:path w="131" h="223" extrusionOk="0">
                  <a:moveTo>
                    <a:pt x="0" y="0"/>
                  </a:moveTo>
                  <a:lnTo>
                    <a:pt x="0" y="148"/>
                  </a:lnTo>
                  <a:lnTo>
                    <a:pt x="131" y="222"/>
                  </a:lnTo>
                  <a:lnTo>
                    <a:pt x="131"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40"/>
            <p:cNvSpPr/>
            <p:nvPr/>
          </p:nvSpPr>
          <p:spPr>
            <a:xfrm>
              <a:off x="475043" y="2364679"/>
              <a:ext cx="4474" cy="7674"/>
            </a:xfrm>
            <a:custGeom>
              <a:avLst/>
              <a:gdLst/>
              <a:ahLst/>
              <a:cxnLst/>
              <a:rect l="l" t="t" r="r" b="b"/>
              <a:pathLst>
                <a:path w="130" h="223" extrusionOk="0">
                  <a:moveTo>
                    <a:pt x="2" y="0"/>
                  </a:moveTo>
                  <a:lnTo>
                    <a:pt x="1" y="148"/>
                  </a:lnTo>
                  <a:lnTo>
                    <a:pt x="130" y="223"/>
                  </a:lnTo>
                  <a:lnTo>
                    <a:pt x="130" y="74"/>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40"/>
            <p:cNvSpPr/>
            <p:nvPr/>
          </p:nvSpPr>
          <p:spPr>
            <a:xfrm>
              <a:off x="475112" y="2357727"/>
              <a:ext cx="4508" cy="7743"/>
            </a:xfrm>
            <a:custGeom>
              <a:avLst/>
              <a:gdLst/>
              <a:ahLst/>
              <a:cxnLst/>
              <a:rect l="l" t="t" r="r" b="b"/>
              <a:pathLst>
                <a:path w="131" h="225" extrusionOk="0">
                  <a:moveTo>
                    <a:pt x="0" y="1"/>
                  </a:moveTo>
                  <a:lnTo>
                    <a:pt x="0" y="150"/>
                  </a:lnTo>
                  <a:lnTo>
                    <a:pt x="131" y="224"/>
                  </a:lnTo>
                  <a:lnTo>
                    <a:pt x="131" y="77"/>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40"/>
            <p:cNvSpPr/>
            <p:nvPr/>
          </p:nvSpPr>
          <p:spPr>
            <a:xfrm>
              <a:off x="474940" y="2392312"/>
              <a:ext cx="4542" cy="7708"/>
            </a:xfrm>
            <a:custGeom>
              <a:avLst/>
              <a:gdLst/>
              <a:ahLst/>
              <a:cxnLst/>
              <a:rect l="l" t="t" r="r" b="b"/>
              <a:pathLst>
                <a:path w="132" h="224" extrusionOk="0">
                  <a:moveTo>
                    <a:pt x="4" y="1"/>
                  </a:moveTo>
                  <a:lnTo>
                    <a:pt x="1" y="148"/>
                  </a:lnTo>
                  <a:lnTo>
                    <a:pt x="131" y="223"/>
                  </a:lnTo>
                  <a:lnTo>
                    <a:pt x="131" y="75"/>
                  </a:lnTo>
                  <a:lnTo>
                    <a:pt x="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40"/>
            <p:cNvSpPr/>
            <p:nvPr/>
          </p:nvSpPr>
          <p:spPr>
            <a:xfrm>
              <a:off x="475043" y="2385361"/>
              <a:ext cx="4474" cy="7743"/>
            </a:xfrm>
            <a:custGeom>
              <a:avLst/>
              <a:gdLst/>
              <a:ahLst/>
              <a:cxnLst/>
              <a:rect l="l" t="t" r="r" b="b"/>
              <a:pathLst>
                <a:path w="130" h="225" extrusionOk="0">
                  <a:moveTo>
                    <a:pt x="1" y="1"/>
                  </a:moveTo>
                  <a:lnTo>
                    <a:pt x="1" y="149"/>
                  </a:lnTo>
                  <a:lnTo>
                    <a:pt x="128" y="225"/>
                  </a:lnTo>
                  <a:lnTo>
                    <a:pt x="130"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0"/>
            <p:cNvSpPr/>
            <p:nvPr/>
          </p:nvSpPr>
          <p:spPr>
            <a:xfrm>
              <a:off x="475043" y="2378478"/>
              <a:ext cx="4474" cy="7674"/>
            </a:xfrm>
            <a:custGeom>
              <a:avLst/>
              <a:gdLst/>
              <a:ahLst/>
              <a:cxnLst/>
              <a:rect l="l" t="t" r="r" b="b"/>
              <a:pathLst>
                <a:path w="130" h="223" extrusionOk="0">
                  <a:moveTo>
                    <a:pt x="1" y="0"/>
                  </a:moveTo>
                  <a:lnTo>
                    <a:pt x="1" y="148"/>
                  </a:lnTo>
                  <a:lnTo>
                    <a:pt x="130" y="223"/>
                  </a:lnTo>
                  <a:lnTo>
                    <a:pt x="130"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0"/>
            <p:cNvSpPr/>
            <p:nvPr/>
          </p:nvSpPr>
          <p:spPr>
            <a:xfrm>
              <a:off x="475043" y="2371561"/>
              <a:ext cx="4474" cy="7743"/>
            </a:xfrm>
            <a:custGeom>
              <a:avLst/>
              <a:gdLst/>
              <a:ahLst/>
              <a:cxnLst/>
              <a:rect l="l" t="t" r="r" b="b"/>
              <a:pathLst>
                <a:path w="130" h="225" extrusionOk="0">
                  <a:moveTo>
                    <a:pt x="1" y="1"/>
                  </a:moveTo>
                  <a:lnTo>
                    <a:pt x="1" y="150"/>
                  </a:lnTo>
                  <a:lnTo>
                    <a:pt x="130" y="225"/>
                  </a:lnTo>
                  <a:lnTo>
                    <a:pt x="130" y="7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0"/>
            <p:cNvSpPr/>
            <p:nvPr/>
          </p:nvSpPr>
          <p:spPr>
            <a:xfrm>
              <a:off x="474940" y="2406077"/>
              <a:ext cx="4542" cy="7708"/>
            </a:xfrm>
            <a:custGeom>
              <a:avLst/>
              <a:gdLst/>
              <a:ahLst/>
              <a:cxnLst/>
              <a:rect l="l" t="t" r="r" b="b"/>
              <a:pathLst>
                <a:path w="132" h="224" extrusionOk="0">
                  <a:moveTo>
                    <a:pt x="1" y="0"/>
                  </a:moveTo>
                  <a:lnTo>
                    <a:pt x="1" y="149"/>
                  </a:lnTo>
                  <a:lnTo>
                    <a:pt x="130" y="224"/>
                  </a:lnTo>
                  <a:lnTo>
                    <a:pt x="131" y="7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0"/>
            <p:cNvSpPr/>
            <p:nvPr/>
          </p:nvSpPr>
          <p:spPr>
            <a:xfrm>
              <a:off x="474940" y="2399160"/>
              <a:ext cx="4542" cy="7777"/>
            </a:xfrm>
            <a:custGeom>
              <a:avLst/>
              <a:gdLst/>
              <a:ahLst/>
              <a:cxnLst/>
              <a:rect l="l" t="t" r="r" b="b"/>
              <a:pathLst>
                <a:path w="132" h="226" extrusionOk="0">
                  <a:moveTo>
                    <a:pt x="1" y="1"/>
                  </a:moveTo>
                  <a:lnTo>
                    <a:pt x="1" y="150"/>
                  </a:lnTo>
                  <a:lnTo>
                    <a:pt x="131" y="226"/>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0"/>
            <p:cNvSpPr/>
            <p:nvPr/>
          </p:nvSpPr>
          <p:spPr>
            <a:xfrm>
              <a:off x="474802" y="2454392"/>
              <a:ext cx="4577" cy="7743"/>
            </a:xfrm>
            <a:custGeom>
              <a:avLst/>
              <a:gdLst/>
              <a:ahLst/>
              <a:cxnLst/>
              <a:rect l="l" t="t" r="r" b="b"/>
              <a:pathLst>
                <a:path w="133" h="225" extrusionOk="0">
                  <a:moveTo>
                    <a:pt x="2" y="1"/>
                  </a:moveTo>
                  <a:lnTo>
                    <a:pt x="1" y="151"/>
                  </a:lnTo>
                  <a:lnTo>
                    <a:pt x="129" y="224"/>
                  </a:lnTo>
                  <a:lnTo>
                    <a:pt x="132" y="77"/>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0"/>
            <p:cNvSpPr/>
            <p:nvPr/>
          </p:nvSpPr>
          <p:spPr>
            <a:xfrm>
              <a:off x="474871" y="2447510"/>
              <a:ext cx="4508" cy="7777"/>
            </a:xfrm>
            <a:custGeom>
              <a:avLst/>
              <a:gdLst/>
              <a:ahLst/>
              <a:cxnLst/>
              <a:rect l="l" t="t" r="r" b="b"/>
              <a:pathLst>
                <a:path w="131" h="226" extrusionOk="0">
                  <a:moveTo>
                    <a:pt x="0" y="0"/>
                  </a:moveTo>
                  <a:lnTo>
                    <a:pt x="0" y="149"/>
                  </a:lnTo>
                  <a:lnTo>
                    <a:pt x="130" y="225"/>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0"/>
            <p:cNvSpPr/>
            <p:nvPr/>
          </p:nvSpPr>
          <p:spPr>
            <a:xfrm>
              <a:off x="474871" y="2440661"/>
              <a:ext cx="4508" cy="7674"/>
            </a:xfrm>
            <a:custGeom>
              <a:avLst/>
              <a:gdLst/>
              <a:ahLst/>
              <a:cxnLst/>
              <a:rect l="l" t="t" r="r" b="b"/>
              <a:pathLst>
                <a:path w="131" h="223" extrusionOk="0">
                  <a:moveTo>
                    <a:pt x="0" y="0"/>
                  </a:moveTo>
                  <a:lnTo>
                    <a:pt x="0" y="148"/>
                  </a:lnTo>
                  <a:lnTo>
                    <a:pt x="130" y="223"/>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0"/>
            <p:cNvSpPr/>
            <p:nvPr/>
          </p:nvSpPr>
          <p:spPr>
            <a:xfrm>
              <a:off x="474871" y="2433710"/>
              <a:ext cx="4508" cy="7743"/>
            </a:xfrm>
            <a:custGeom>
              <a:avLst/>
              <a:gdLst/>
              <a:ahLst/>
              <a:cxnLst/>
              <a:rect l="l" t="t" r="r" b="b"/>
              <a:pathLst>
                <a:path w="131" h="225" extrusionOk="0">
                  <a:moveTo>
                    <a:pt x="2" y="0"/>
                  </a:moveTo>
                  <a:lnTo>
                    <a:pt x="0" y="148"/>
                  </a:lnTo>
                  <a:lnTo>
                    <a:pt x="130" y="224"/>
                  </a:lnTo>
                  <a:lnTo>
                    <a:pt x="130" y="75"/>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0"/>
            <p:cNvSpPr/>
            <p:nvPr/>
          </p:nvSpPr>
          <p:spPr>
            <a:xfrm>
              <a:off x="474905" y="2426793"/>
              <a:ext cx="4508" cy="7708"/>
            </a:xfrm>
            <a:custGeom>
              <a:avLst/>
              <a:gdLst/>
              <a:ahLst/>
              <a:cxnLst/>
              <a:rect l="l" t="t" r="r" b="b"/>
              <a:pathLst>
                <a:path w="131" h="224" extrusionOk="0">
                  <a:moveTo>
                    <a:pt x="1" y="1"/>
                  </a:moveTo>
                  <a:lnTo>
                    <a:pt x="1" y="149"/>
                  </a:lnTo>
                  <a:lnTo>
                    <a:pt x="131"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0"/>
            <p:cNvSpPr/>
            <p:nvPr/>
          </p:nvSpPr>
          <p:spPr>
            <a:xfrm>
              <a:off x="474905" y="2419842"/>
              <a:ext cx="4508" cy="7812"/>
            </a:xfrm>
            <a:custGeom>
              <a:avLst/>
              <a:gdLst/>
              <a:ahLst/>
              <a:cxnLst/>
              <a:rect l="l" t="t" r="r" b="b"/>
              <a:pathLst>
                <a:path w="131" h="227" extrusionOk="0">
                  <a:moveTo>
                    <a:pt x="1" y="1"/>
                  </a:moveTo>
                  <a:lnTo>
                    <a:pt x="1" y="152"/>
                  </a:lnTo>
                  <a:lnTo>
                    <a:pt x="131" y="226"/>
                  </a:lnTo>
                  <a:lnTo>
                    <a:pt x="131" y="76"/>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0"/>
            <p:cNvSpPr/>
            <p:nvPr/>
          </p:nvSpPr>
          <p:spPr>
            <a:xfrm>
              <a:off x="474905" y="2412994"/>
              <a:ext cx="4508" cy="7708"/>
            </a:xfrm>
            <a:custGeom>
              <a:avLst/>
              <a:gdLst/>
              <a:ahLst/>
              <a:cxnLst/>
              <a:rect l="l" t="t" r="r" b="b"/>
              <a:pathLst>
                <a:path w="131" h="224" extrusionOk="0">
                  <a:moveTo>
                    <a:pt x="2" y="1"/>
                  </a:moveTo>
                  <a:lnTo>
                    <a:pt x="1" y="149"/>
                  </a:lnTo>
                  <a:lnTo>
                    <a:pt x="131" y="223"/>
                  </a:lnTo>
                  <a:lnTo>
                    <a:pt x="131" y="74"/>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0"/>
            <p:cNvSpPr/>
            <p:nvPr/>
          </p:nvSpPr>
          <p:spPr>
            <a:xfrm>
              <a:off x="474802" y="2461343"/>
              <a:ext cx="4474" cy="7674"/>
            </a:xfrm>
            <a:custGeom>
              <a:avLst/>
              <a:gdLst/>
              <a:ahLst/>
              <a:cxnLst/>
              <a:rect l="l" t="t" r="r" b="b"/>
              <a:pathLst>
                <a:path w="130" h="223" extrusionOk="0">
                  <a:moveTo>
                    <a:pt x="1" y="0"/>
                  </a:moveTo>
                  <a:lnTo>
                    <a:pt x="1" y="148"/>
                  </a:lnTo>
                  <a:lnTo>
                    <a:pt x="129" y="223"/>
                  </a:lnTo>
                  <a:lnTo>
                    <a:pt x="129"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0"/>
            <p:cNvSpPr/>
            <p:nvPr/>
          </p:nvSpPr>
          <p:spPr>
            <a:xfrm>
              <a:off x="474699" y="2475177"/>
              <a:ext cx="4577" cy="7708"/>
            </a:xfrm>
            <a:custGeom>
              <a:avLst/>
              <a:gdLst/>
              <a:ahLst/>
              <a:cxnLst/>
              <a:rect l="l" t="t" r="r" b="b"/>
              <a:pathLst>
                <a:path w="133" h="224" extrusionOk="0">
                  <a:moveTo>
                    <a:pt x="4" y="1"/>
                  </a:moveTo>
                  <a:lnTo>
                    <a:pt x="1" y="149"/>
                  </a:lnTo>
                  <a:lnTo>
                    <a:pt x="131" y="223"/>
                  </a:lnTo>
                  <a:lnTo>
                    <a:pt x="132" y="74"/>
                  </a:lnTo>
                  <a:lnTo>
                    <a:pt x="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0"/>
            <p:cNvSpPr/>
            <p:nvPr/>
          </p:nvSpPr>
          <p:spPr>
            <a:xfrm>
              <a:off x="474802" y="2468226"/>
              <a:ext cx="4474" cy="7743"/>
            </a:xfrm>
            <a:custGeom>
              <a:avLst/>
              <a:gdLst/>
              <a:ahLst/>
              <a:cxnLst/>
              <a:rect l="l" t="t" r="r" b="b"/>
              <a:pathLst>
                <a:path w="130" h="225" extrusionOk="0">
                  <a:moveTo>
                    <a:pt x="1" y="1"/>
                  </a:moveTo>
                  <a:lnTo>
                    <a:pt x="1" y="150"/>
                  </a:lnTo>
                  <a:lnTo>
                    <a:pt x="129" y="225"/>
                  </a:lnTo>
                  <a:lnTo>
                    <a:pt x="129" y="7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0"/>
            <p:cNvSpPr/>
            <p:nvPr/>
          </p:nvSpPr>
          <p:spPr>
            <a:xfrm>
              <a:off x="474699" y="2482025"/>
              <a:ext cx="4508" cy="7743"/>
            </a:xfrm>
            <a:custGeom>
              <a:avLst/>
              <a:gdLst/>
              <a:ahLst/>
              <a:cxnLst/>
              <a:rect l="l" t="t" r="r" b="b"/>
              <a:pathLst>
                <a:path w="131" h="225" extrusionOk="0">
                  <a:moveTo>
                    <a:pt x="1" y="1"/>
                  </a:moveTo>
                  <a:lnTo>
                    <a:pt x="1" y="151"/>
                  </a:lnTo>
                  <a:lnTo>
                    <a:pt x="131" y="225"/>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0"/>
            <p:cNvSpPr/>
            <p:nvPr/>
          </p:nvSpPr>
          <p:spPr>
            <a:xfrm>
              <a:off x="474699" y="2488977"/>
              <a:ext cx="4508" cy="7708"/>
            </a:xfrm>
            <a:custGeom>
              <a:avLst/>
              <a:gdLst/>
              <a:ahLst/>
              <a:cxnLst/>
              <a:rect l="l" t="t" r="r" b="b"/>
              <a:pathLst>
                <a:path w="131" h="224" extrusionOk="0">
                  <a:moveTo>
                    <a:pt x="1" y="1"/>
                  </a:moveTo>
                  <a:lnTo>
                    <a:pt x="1" y="148"/>
                  </a:lnTo>
                  <a:lnTo>
                    <a:pt x="131"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0"/>
            <p:cNvSpPr/>
            <p:nvPr/>
          </p:nvSpPr>
          <p:spPr>
            <a:xfrm>
              <a:off x="474699" y="2495893"/>
              <a:ext cx="4508" cy="7708"/>
            </a:xfrm>
            <a:custGeom>
              <a:avLst/>
              <a:gdLst/>
              <a:ahLst/>
              <a:cxnLst/>
              <a:rect l="l" t="t" r="r" b="b"/>
              <a:pathLst>
                <a:path w="131" h="224" extrusionOk="0">
                  <a:moveTo>
                    <a:pt x="1" y="0"/>
                  </a:moveTo>
                  <a:lnTo>
                    <a:pt x="1" y="148"/>
                  </a:lnTo>
                  <a:lnTo>
                    <a:pt x="129" y="224"/>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0"/>
            <p:cNvSpPr/>
            <p:nvPr/>
          </p:nvSpPr>
          <p:spPr>
            <a:xfrm>
              <a:off x="474664" y="2502742"/>
              <a:ext cx="4508" cy="7708"/>
            </a:xfrm>
            <a:custGeom>
              <a:avLst/>
              <a:gdLst/>
              <a:ahLst/>
              <a:cxnLst/>
              <a:rect l="l" t="t" r="r" b="b"/>
              <a:pathLst>
                <a:path w="131" h="224" extrusionOk="0">
                  <a:moveTo>
                    <a:pt x="2" y="0"/>
                  </a:moveTo>
                  <a:lnTo>
                    <a:pt x="0" y="151"/>
                  </a:lnTo>
                  <a:lnTo>
                    <a:pt x="130" y="224"/>
                  </a:lnTo>
                  <a:lnTo>
                    <a:pt x="130" y="76"/>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0"/>
            <p:cNvSpPr/>
            <p:nvPr/>
          </p:nvSpPr>
          <p:spPr>
            <a:xfrm>
              <a:off x="474664" y="2509693"/>
              <a:ext cx="4508" cy="7674"/>
            </a:xfrm>
            <a:custGeom>
              <a:avLst/>
              <a:gdLst/>
              <a:ahLst/>
              <a:cxnLst/>
              <a:rect l="l" t="t" r="r" b="b"/>
              <a:pathLst>
                <a:path w="131" h="223" extrusionOk="0">
                  <a:moveTo>
                    <a:pt x="0" y="0"/>
                  </a:moveTo>
                  <a:lnTo>
                    <a:pt x="0" y="148"/>
                  </a:lnTo>
                  <a:lnTo>
                    <a:pt x="130" y="222"/>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0"/>
            <p:cNvSpPr/>
            <p:nvPr/>
          </p:nvSpPr>
          <p:spPr>
            <a:xfrm>
              <a:off x="474596" y="2523527"/>
              <a:ext cx="4508" cy="7674"/>
            </a:xfrm>
            <a:custGeom>
              <a:avLst/>
              <a:gdLst/>
              <a:ahLst/>
              <a:cxnLst/>
              <a:rect l="l" t="t" r="r" b="b"/>
              <a:pathLst>
                <a:path w="131" h="223" extrusionOk="0">
                  <a:moveTo>
                    <a:pt x="2" y="0"/>
                  </a:moveTo>
                  <a:lnTo>
                    <a:pt x="1" y="148"/>
                  </a:lnTo>
                  <a:lnTo>
                    <a:pt x="131" y="223"/>
                  </a:lnTo>
                  <a:lnTo>
                    <a:pt x="131" y="74"/>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0"/>
            <p:cNvSpPr/>
            <p:nvPr/>
          </p:nvSpPr>
          <p:spPr>
            <a:xfrm>
              <a:off x="474664" y="2516575"/>
              <a:ext cx="4508" cy="7743"/>
            </a:xfrm>
            <a:custGeom>
              <a:avLst/>
              <a:gdLst/>
              <a:ahLst/>
              <a:cxnLst/>
              <a:rect l="l" t="t" r="r" b="b"/>
              <a:pathLst>
                <a:path w="131" h="225" extrusionOk="0">
                  <a:moveTo>
                    <a:pt x="0" y="0"/>
                  </a:moveTo>
                  <a:lnTo>
                    <a:pt x="0" y="150"/>
                  </a:lnTo>
                  <a:lnTo>
                    <a:pt x="129" y="224"/>
                  </a:lnTo>
                  <a:lnTo>
                    <a:pt x="130" y="7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0"/>
            <p:cNvSpPr/>
            <p:nvPr/>
          </p:nvSpPr>
          <p:spPr>
            <a:xfrm>
              <a:off x="474596" y="2537257"/>
              <a:ext cx="4508" cy="7743"/>
            </a:xfrm>
            <a:custGeom>
              <a:avLst/>
              <a:gdLst/>
              <a:ahLst/>
              <a:cxnLst/>
              <a:rect l="l" t="t" r="r" b="b"/>
              <a:pathLst>
                <a:path w="131" h="225" extrusionOk="0">
                  <a:moveTo>
                    <a:pt x="1" y="1"/>
                  </a:moveTo>
                  <a:lnTo>
                    <a:pt x="1" y="150"/>
                  </a:lnTo>
                  <a:lnTo>
                    <a:pt x="128" y="225"/>
                  </a:lnTo>
                  <a:lnTo>
                    <a:pt x="131" y="7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0"/>
            <p:cNvSpPr/>
            <p:nvPr/>
          </p:nvSpPr>
          <p:spPr>
            <a:xfrm>
              <a:off x="474596" y="2530375"/>
              <a:ext cx="4508" cy="7777"/>
            </a:xfrm>
            <a:custGeom>
              <a:avLst/>
              <a:gdLst/>
              <a:ahLst/>
              <a:cxnLst/>
              <a:rect l="l" t="t" r="r" b="b"/>
              <a:pathLst>
                <a:path w="131" h="226" extrusionOk="0">
                  <a:moveTo>
                    <a:pt x="1" y="0"/>
                  </a:moveTo>
                  <a:lnTo>
                    <a:pt x="1" y="151"/>
                  </a:lnTo>
                  <a:lnTo>
                    <a:pt x="131" y="226"/>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0"/>
            <p:cNvSpPr/>
            <p:nvPr/>
          </p:nvSpPr>
          <p:spPr>
            <a:xfrm>
              <a:off x="482201" y="2334224"/>
              <a:ext cx="4577" cy="7674"/>
            </a:xfrm>
            <a:custGeom>
              <a:avLst/>
              <a:gdLst/>
              <a:ahLst/>
              <a:cxnLst/>
              <a:rect l="l" t="t" r="r" b="b"/>
              <a:pathLst>
                <a:path w="133" h="223" extrusionOk="0">
                  <a:moveTo>
                    <a:pt x="2" y="0"/>
                  </a:moveTo>
                  <a:lnTo>
                    <a:pt x="1" y="148"/>
                  </a:lnTo>
                  <a:lnTo>
                    <a:pt x="131" y="223"/>
                  </a:lnTo>
                  <a:lnTo>
                    <a:pt x="132" y="73"/>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0"/>
            <p:cNvSpPr/>
            <p:nvPr/>
          </p:nvSpPr>
          <p:spPr>
            <a:xfrm>
              <a:off x="482270" y="2327272"/>
              <a:ext cx="4508" cy="7743"/>
            </a:xfrm>
            <a:custGeom>
              <a:avLst/>
              <a:gdLst/>
              <a:ahLst/>
              <a:cxnLst/>
              <a:rect l="l" t="t" r="r" b="b"/>
              <a:pathLst>
                <a:path w="131" h="225" extrusionOk="0">
                  <a:moveTo>
                    <a:pt x="0" y="0"/>
                  </a:moveTo>
                  <a:lnTo>
                    <a:pt x="0" y="150"/>
                  </a:lnTo>
                  <a:lnTo>
                    <a:pt x="130" y="224"/>
                  </a:lnTo>
                  <a:lnTo>
                    <a:pt x="130" y="76"/>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40"/>
            <p:cNvSpPr/>
            <p:nvPr/>
          </p:nvSpPr>
          <p:spPr>
            <a:xfrm>
              <a:off x="482201" y="2341106"/>
              <a:ext cx="4508" cy="7743"/>
            </a:xfrm>
            <a:custGeom>
              <a:avLst/>
              <a:gdLst/>
              <a:ahLst/>
              <a:cxnLst/>
              <a:rect l="l" t="t" r="r" b="b"/>
              <a:pathLst>
                <a:path w="131" h="225" extrusionOk="0">
                  <a:moveTo>
                    <a:pt x="1" y="1"/>
                  </a:moveTo>
                  <a:lnTo>
                    <a:pt x="1" y="150"/>
                  </a:lnTo>
                  <a:lnTo>
                    <a:pt x="131" y="225"/>
                  </a:lnTo>
                  <a:lnTo>
                    <a:pt x="131" y="7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0"/>
            <p:cNvSpPr/>
            <p:nvPr/>
          </p:nvSpPr>
          <p:spPr>
            <a:xfrm>
              <a:off x="482201" y="2354905"/>
              <a:ext cx="4474" cy="7743"/>
            </a:xfrm>
            <a:custGeom>
              <a:avLst/>
              <a:gdLst/>
              <a:ahLst/>
              <a:cxnLst/>
              <a:rect l="l" t="t" r="r" b="b"/>
              <a:pathLst>
                <a:path w="130" h="225" extrusionOk="0">
                  <a:moveTo>
                    <a:pt x="1" y="1"/>
                  </a:moveTo>
                  <a:lnTo>
                    <a:pt x="1" y="148"/>
                  </a:lnTo>
                  <a:lnTo>
                    <a:pt x="129" y="224"/>
                  </a:lnTo>
                  <a:lnTo>
                    <a:pt x="129"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0"/>
            <p:cNvSpPr/>
            <p:nvPr/>
          </p:nvSpPr>
          <p:spPr>
            <a:xfrm>
              <a:off x="482201" y="2348023"/>
              <a:ext cx="4508" cy="7674"/>
            </a:xfrm>
            <a:custGeom>
              <a:avLst/>
              <a:gdLst/>
              <a:ahLst/>
              <a:cxnLst/>
              <a:rect l="l" t="t" r="r" b="b"/>
              <a:pathLst>
                <a:path w="131" h="223" extrusionOk="0">
                  <a:moveTo>
                    <a:pt x="1" y="0"/>
                  </a:moveTo>
                  <a:lnTo>
                    <a:pt x="1" y="149"/>
                  </a:lnTo>
                  <a:lnTo>
                    <a:pt x="131" y="223"/>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40"/>
            <p:cNvSpPr/>
            <p:nvPr/>
          </p:nvSpPr>
          <p:spPr>
            <a:xfrm>
              <a:off x="482098" y="2389456"/>
              <a:ext cx="4474" cy="7743"/>
            </a:xfrm>
            <a:custGeom>
              <a:avLst/>
              <a:gdLst/>
              <a:ahLst/>
              <a:cxnLst/>
              <a:rect l="l" t="t" r="r" b="b"/>
              <a:pathLst>
                <a:path w="130" h="225" extrusionOk="0">
                  <a:moveTo>
                    <a:pt x="1" y="0"/>
                  </a:moveTo>
                  <a:lnTo>
                    <a:pt x="1" y="149"/>
                  </a:lnTo>
                  <a:lnTo>
                    <a:pt x="129" y="224"/>
                  </a:lnTo>
                  <a:lnTo>
                    <a:pt x="129" y="7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40"/>
            <p:cNvSpPr/>
            <p:nvPr/>
          </p:nvSpPr>
          <p:spPr>
            <a:xfrm>
              <a:off x="482098" y="2382539"/>
              <a:ext cx="4474" cy="7708"/>
            </a:xfrm>
            <a:custGeom>
              <a:avLst/>
              <a:gdLst/>
              <a:ahLst/>
              <a:cxnLst/>
              <a:rect l="l" t="t" r="r" b="b"/>
              <a:pathLst>
                <a:path w="130" h="224" extrusionOk="0">
                  <a:moveTo>
                    <a:pt x="2" y="1"/>
                  </a:moveTo>
                  <a:lnTo>
                    <a:pt x="1" y="149"/>
                  </a:lnTo>
                  <a:lnTo>
                    <a:pt x="129" y="223"/>
                  </a:lnTo>
                  <a:lnTo>
                    <a:pt x="129" y="75"/>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40"/>
            <p:cNvSpPr/>
            <p:nvPr/>
          </p:nvSpPr>
          <p:spPr>
            <a:xfrm>
              <a:off x="482166" y="2375587"/>
              <a:ext cx="4508" cy="7812"/>
            </a:xfrm>
            <a:custGeom>
              <a:avLst/>
              <a:gdLst/>
              <a:ahLst/>
              <a:cxnLst/>
              <a:rect l="l" t="t" r="r" b="b"/>
              <a:pathLst>
                <a:path w="131" h="227" extrusionOk="0">
                  <a:moveTo>
                    <a:pt x="0" y="1"/>
                  </a:moveTo>
                  <a:lnTo>
                    <a:pt x="0" y="152"/>
                  </a:lnTo>
                  <a:lnTo>
                    <a:pt x="127" y="226"/>
                  </a:lnTo>
                  <a:lnTo>
                    <a:pt x="130" y="77"/>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0"/>
            <p:cNvSpPr/>
            <p:nvPr/>
          </p:nvSpPr>
          <p:spPr>
            <a:xfrm>
              <a:off x="482166" y="2368739"/>
              <a:ext cx="4508" cy="7743"/>
            </a:xfrm>
            <a:custGeom>
              <a:avLst/>
              <a:gdLst/>
              <a:ahLst/>
              <a:cxnLst/>
              <a:rect l="l" t="t" r="r" b="b"/>
              <a:pathLst>
                <a:path w="131" h="225" extrusionOk="0">
                  <a:moveTo>
                    <a:pt x="0" y="1"/>
                  </a:moveTo>
                  <a:lnTo>
                    <a:pt x="0" y="149"/>
                  </a:lnTo>
                  <a:lnTo>
                    <a:pt x="130" y="225"/>
                  </a:lnTo>
                  <a:lnTo>
                    <a:pt x="130" y="7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0"/>
            <p:cNvSpPr/>
            <p:nvPr/>
          </p:nvSpPr>
          <p:spPr>
            <a:xfrm>
              <a:off x="482166" y="2361857"/>
              <a:ext cx="4508" cy="7674"/>
            </a:xfrm>
            <a:custGeom>
              <a:avLst/>
              <a:gdLst/>
              <a:ahLst/>
              <a:cxnLst/>
              <a:rect l="l" t="t" r="r" b="b"/>
              <a:pathLst>
                <a:path w="131" h="223" extrusionOk="0">
                  <a:moveTo>
                    <a:pt x="0" y="1"/>
                  </a:moveTo>
                  <a:lnTo>
                    <a:pt x="0" y="148"/>
                  </a:lnTo>
                  <a:lnTo>
                    <a:pt x="130" y="223"/>
                  </a:lnTo>
                  <a:lnTo>
                    <a:pt x="130"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0"/>
            <p:cNvSpPr/>
            <p:nvPr/>
          </p:nvSpPr>
          <p:spPr>
            <a:xfrm>
              <a:off x="481994" y="2403255"/>
              <a:ext cx="4542" cy="7708"/>
            </a:xfrm>
            <a:custGeom>
              <a:avLst/>
              <a:gdLst/>
              <a:ahLst/>
              <a:cxnLst/>
              <a:rect l="l" t="t" r="r" b="b"/>
              <a:pathLst>
                <a:path w="132" h="224" extrusionOk="0">
                  <a:moveTo>
                    <a:pt x="4" y="0"/>
                  </a:moveTo>
                  <a:lnTo>
                    <a:pt x="1" y="148"/>
                  </a:lnTo>
                  <a:lnTo>
                    <a:pt x="131" y="224"/>
                  </a:lnTo>
                  <a:lnTo>
                    <a:pt x="131" y="75"/>
                  </a:lnTo>
                  <a:lnTo>
                    <a:pt x="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0"/>
            <p:cNvSpPr/>
            <p:nvPr/>
          </p:nvSpPr>
          <p:spPr>
            <a:xfrm>
              <a:off x="482098" y="2396304"/>
              <a:ext cx="4474" cy="7777"/>
            </a:xfrm>
            <a:custGeom>
              <a:avLst/>
              <a:gdLst/>
              <a:ahLst/>
              <a:cxnLst/>
              <a:rect l="l" t="t" r="r" b="b"/>
              <a:pathLst>
                <a:path w="130" h="226" extrusionOk="0">
                  <a:moveTo>
                    <a:pt x="1" y="0"/>
                  </a:moveTo>
                  <a:lnTo>
                    <a:pt x="1" y="151"/>
                  </a:lnTo>
                  <a:lnTo>
                    <a:pt x="128" y="226"/>
                  </a:lnTo>
                  <a:lnTo>
                    <a:pt x="129" y="7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0"/>
            <p:cNvSpPr/>
            <p:nvPr/>
          </p:nvSpPr>
          <p:spPr>
            <a:xfrm>
              <a:off x="481960" y="2430888"/>
              <a:ext cx="4508" cy="7674"/>
            </a:xfrm>
            <a:custGeom>
              <a:avLst/>
              <a:gdLst/>
              <a:ahLst/>
              <a:cxnLst/>
              <a:rect l="l" t="t" r="r" b="b"/>
              <a:pathLst>
                <a:path w="131" h="223" extrusionOk="0">
                  <a:moveTo>
                    <a:pt x="0" y="0"/>
                  </a:moveTo>
                  <a:lnTo>
                    <a:pt x="0" y="148"/>
                  </a:lnTo>
                  <a:lnTo>
                    <a:pt x="131" y="223"/>
                  </a:lnTo>
                  <a:lnTo>
                    <a:pt x="131"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0"/>
            <p:cNvSpPr/>
            <p:nvPr/>
          </p:nvSpPr>
          <p:spPr>
            <a:xfrm>
              <a:off x="481960" y="2423937"/>
              <a:ext cx="4508" cy="7777"/>
            </a:xfrm>
            <a:custGeom>
              <a:avLst/>
              <a:gdLst/>
              <a:ahLst/>
              <a:cxnLst/>
              <a:rect l="l" t="t" r="r" b="b"/>
              <a:pathLst>
                <a:path w="131" h="226" extrusionOk="0">
                  <a:moveTo>
                    <a:pt x="2" y="0"/>
                  </a:moveTo>
                  <a:lnTo>
                    <a:pt x="0" y="151"/>
                  </a:lnTo>
                  <a:lnTo>
                    <a:pt x="131" y="226"/>
                  </a:lnTo>
                  <a:lnTo>
                    <a:pt x="131" y="75"/>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40"/>
            <p:cNvSpPr/>
            <p:nvPr/>
          </p:nvSpPr>
          <p:spPr>
            <a:xfrm>
              <a:off x="481994" y="2417089"/>
              <a:ext cx="4542" cy="7743"/>
            </a:xfrm>
            <a:custGeom>
              <a:avLst/>
              <a:gdLst/>
              <a:ahLst/>
              <a:cxnLst/>
              <a:rect l="l" t="t" r="r" b="b"/>
              <a:pathLst>
                <a:path w="132" h="225" extrusionOk="0">
                  <a:moveTo>
                    <a:pt x="1" y="0"/>
                  </a:moveTo>
                  <a:lnTo>
                    <a:pt x="1" y="148"/>
                  </a:lnTo>
                  <a:lnTo>
                    <a:pt x="130" y="224"/>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40"/>
            <p:cNvSpPr/>
            <p:nvPr/>
          </p:nvSpPr>
          <p:spPr>
            <a:xfrm>
              <a:off x="481994" y="2410138"/>
              <a:ext cx="4542" cy="7743"/>
            </a:xfrm>
            <a:custGeom>
              <a:avLst/>
              <a:gdLst/>
              <a:ahLst/>
              <a:cxnLst/>
              <a:rect l="l" t="t" r="r" b="b"/>
              <a:pathLst>
                <a:path w="132" h="225" extrusionOk="0">
                  <a:moveTo>
                    <a:pt x="1" y="1"/>
                  </a:moveTo>
                  <a:lnTo>
                    <a:pt x="1" y="150"/>
                  </a:lnTo>
                  <a:lnTo>
                    <a:pt x="131" y="224"/>
                  </a:lnTo>
                  <a:lnTo>
                    <a:pt x="131" y="7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40"/>
            <p:cNvSpPr/>
            <p:nvPr/>
          </p:nvSpPr>
          <p:spPr>
            <a:xfrm>
              <a:off x="481891" y="2465404"/>
              <a:ext cx="4439" cy="7708"/>
            </a:xfrm>
            <a:custGeom>
              <a:avLst/>
              <a:gdLst/>
              <a:ahLst/>
              <a:cxnLst/>
              <a:rect l="l" t="t" r="r" b="b"/>
              <a:pathLst>
                <a:path w="129" h="224" extrusionOk="0">
                  <a:moveTo>
                    <a:pt x="1" y="1"/>
                  </a:moveTo>
                  <a:lnTo>
                    <a:pt x="1" y="149"/>
                  </a:lnTo>
                  <a:lnTo>
                    <a:pt x="128" y="223"/>
                  </a:lnTo>
                  <a:lnTo>
                    <a:pt x="128" y="76"/>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0"/>
            <p:cNvSpPr/>
            <p:nvPr/>
          </p:nvSpPr>
          <p:spPr>
            <a:xfrm>
              <a:off x="481891" y="2458522"/>
              <a:ext cx="4542" cy="7674"/>
            </a:xfrm>
            <a:custGeom>
              <a:avLst/>
              <a:gdLst/>
              <a:ahLst/>
              <a:cxnLst/>
              <a:rect l="l" t="t" r="r" b="b"/>
              <a:pathLst>
                <a:path w="132" h="223" extrusionOk="0">
                  <a:moveTo>
                    <a:pt x="1" y="1"/>
                  </a:moveTo>
                  <a:lnTo>
                    <a:pt x="1" y="150"/>
                  </a:lnTo>
                  <a:lnTo>
                    <a:pt x="131"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0"/>
            <p:cNvSpPr/>
            <p:nvPr/>
          </p:nvSpPr>
          <p:spPr>
            <a:xfrm>
              <a:off x="481891" y="2451639"/>
              <a:ext cx="4542" cy="7708"/>
            </a:xfrm>
            <a:custGeom>
              <a:avLst/>
              <a:gdLst/>
              <a:ahLst/>
              <a:cxnLst/>
              <a:rect l="l" t="t" r="r" b="b"/>
              <a:pathLst>
                <a:path w="132" h="224" extrusionOk="0">
                  <a:moveTo>
                    <a:pt x="1" y="0"/>
                  </a:moveTo>
                  <a:lnTo>
                    <a:pt x="1" y="148"/>
                  </a:lnTo>
                  <a:lnTo>
                    <a:pt x="131" y="224"/>
                  </a:lnTo>
                  <a:lnTo>
                    <a:pt x="131" y="73"/>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0"/>
            <p:cNvSpPr/>
            <p:nvPr/>
          </p:nvSpPr>
          <p:spPr>
            <a:xfrm>
              <a:off x="481960" y="2444722"/>
              <a:ext cx="4474" cy="7708"/>
            </a:xfrm>
            <a:custGeom>
              <a:avLst/>
              <a:gdLst/>
              <a:ahLst/>
              <a:cxnLst/>
              <a:rect l="l" t="t" r="r" b="b"/>
              <a:pathLst>
                <a:path w="130" h="224" extrusionOk="0">
                  <a:moveTo>
                    <a:pt x="0" y="1"/>
                  </a:moveTo>
                  <a:lnTo>
                    <a:pt x="0" y="148"/>
                  </a:lnTo>
                  <a:lnTo>
                    <a:pt x="129" y="223"/>
                  </a:lnTo>
                  <a:lnTo>
                    <a:pt x="129" y="7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0"/>
            <p:cNvSpPr/>
            <p:nvPr/>
          </p:nvSpPr>
          <p:spPr>
            <a:xfrm>
              <a:off x="481960" y="2437771"/>
              <a:ext cx="4508" cy="7743"/>
            </a:xfrm>
            <a:custGeom>
              <a:avLst/>
              <a:gdLst/>
              <a:ahLst/>
              <a:cxnLst/>
              <a:rect l="l" t="t" r="r" b="b"/>
              <a:pathLst>
                <a:path w="131" h="225" extrusionOk="0">
                  <a:moveTo>
                    <a:pt x="0" y="1"/>
                  </a:moveTo>
                  <a:lnTo>
                    <a:pt x="0" y="149"/>
                  </a:lnTo>
                  <a:lnTo>
                    <a:pt x="131" y="225"/>
                  </a:lnTo>
                  <a:lnTo>
                    <a:pt x="131"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0"/>
            <p:cNvSpPr/>
            <p:nvPr/>
          </p:nvSpPr>
          <p:spPr>
            <a:xfrm>
              <a:off x="481753" y="2499954"/>
              <a:ext cx="4508" cy="7743"/>
            </a:xfrm>
            <a:custGeom>
              <a:avLst/>
              <a:gdLst/>
              <a:ahLst/>
              <a:cxnLst/>
              <a:rect l="l" t="t" r="r" b="b"/>
              <a:pathLst>
                <a:path w="131" h="225" extrusionOk="0">
                  <a:moveTo>
                    <a:pt x="1" y="1"/>
                  </a:moveTo>
                  <a:lnTo>
                    <a:pt x="1" y="150"/>
                  </a:lnTo>
                  <a:lnTo>
                    <a:pt x="131" y="224"/>
                  </a:lnTo>
                  <a:lnTo>
                    <a:pt x="131" y="7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40"/>
            <p:cNvSpPr/>
            <p:nvPr/>
          </p:nvSpPr>
          <p:spPr>
            <a:xfrm>
              <a:off x="481753" y="2493072"/>
              <a:ext cx="4508" cy="7674"/>
            </a:xfrm>
            <a:custGeom>
              <a:avLst/>
              <a:gdLst/>
              <a:ahLst/>
              <a:cxnLst/>
              <a:rect l="l" t="t" r="r" b="b"/>
              <a:pathLst>
                <a:path w="131" h="223" extrusionOk="0">
                  <a:moveTo>
                    <a:pt x="3" y="0"/>
                  </a:moveTo>
                  <a:lnTo>
                    <a:pt x="1" y="148"/>
                  </a:lnTo>
                  <a:lnTo>
                    <a:pt x="131" y="223"/>
                  </a:lnTo>
                  <a:lnTo>
                    <a:pt x="131" y="75"/>
                  </a:lnTo>
                  <a:lnTo>
                    <a:pt x="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40"/>
            <p:cNvSpPr/>
            <p:nvPr/>
          </p:nvSpPr>
          <p:spPr>
            <a:xfrm>
              <a:off x="481857" y="2486120"/>
              <a:ext cx="4474" cy="7743"/>
            </a:xfrm>
            <a:custGeom>
              <a:avLst/>
              <a:gdLst/>
              <a:ahLst/>
              <a:cxnLst/>
              <a:rect l="l" t="t" r="r" b="b"/>
              <a:pathLst>
                <a:path w="130" h="225" extrusionOk="0">
                  <a:moveTo>
                    <a:pt x="0" y="0"/>
                  </a:moveTo>
                  <a:lnTo>
                    <a:pt x="0" y="150"/>
                  </a:lnTo>
                  <a:lnTo>
                    <a:pt x="128" y="224"/>
                  </a:lnTo>
                  <a:lnTo>
                    <a:pt x="129" y="76"/>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40"/>
            <p:cNvSpPr/>
            <p:nvPr/>
          </p:nvSpPr>
          <p:spPr>
            <a:xfrm>
              <a:off x="481857" y="2479203"/>
              <a:ext cx="4474" cy="7743"/>
            </a:xfrm>
            <a:custGeom>
              <a:avLst/>
              <a:gdLst/>
              <a:ahLst/>
              <a:cxnLst/>
              <a:rect l="l" t="t" r="r" b="b"/>
              <a:pathLst>
                <a:path w="130" h="225" extrusionOk="0">
                  <a:moveTo>
                    <a:pt x="0" y="1"/>
                  </a:moveTo>
                  <a:lnTo>
                    <a:pt x="0" y="150"/>
                  </a:lnTo>
                  <a:lnTo>
                    <a:pt x="129" y="225"/>
                  </a:lnTo>
                  <a:lnTo>
                    <a:pt x="129"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0"/>
            <p:cNvSpPr/>
            <p:nvPr/>
          </p:nvSpPr>
          <p:spPr>
            <a:xfrm>
              <a:off x="481857" y="2472355"/>
              <a:ext cx="4474" cy="7708"/>
            </a:xfrm>
            <a:custGeom>
              <a:avLst/>
              <a:gdLst/>
              <a:ahLst/>
              <a:cxnLst/>
              <a:rect l="l" t="t" r="r" b="b"/>
              <a:pathLst>
                <a:path w="130" h="224" extrusionOk="0">
                  <a:moveTo>
                    <a:pt x="0" y="1"/>
                  </a:moveTo>
                  <a:lnTo>
                    <a:pt x="0" y="149"/>
                  </a:lnTo>
                  <a:lnTo>
                    <a:pt x="129" y="223"/>
                  </a:lnTo>
                  <a:lnTo>
                    <a:pt x="129" y="7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0"/>
            <p:cNvSpPr/>
            <p:nvPr/>
          </p:nvSpPr>
          <p:spPr>
            <a:xfrm>
              <a:off x="481753" y="2506871"/>
              <a:ext cx="4508" cy="7708"/>
            </a:xfrm>
            <a:custGeom>
              <a:avLst/>
              <a:gdLst/>
              <a:ahLst/>
              <a:cxnLst/>
              <a:rect l="l" t="t" r="r" b="b"/>
              <a:pathLst>
                <a:path w="131" h="224" extrusionOk="0">
                  <a:moveTo>
                    <a:pt x="1" y="0"/>
                  </a:moveTo>
                  <a:lnTo>
                    <a:pt x="1" y="149"/>
                  </a:lnTo>
                  <a:lnTo>
                    <a:pt x="131" y="224"/>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40"/>
            <p:cNvSpPr/>
            <p:nvPr/>
          </p:nvSpPr>
          <p:spPr>
            <a:xfrm>
              <a:off x="481719" y="2513754"/>
              <a:ext cx="4508" cy="7743"/>
            </a:xfrm>
            <a:custGeom>
              <a:avLst/>
              <a:gdLst/>
              <a:ahLst/>
              <a:cxnLst/>
              <a:rect l="l" t="t" r="r" b="b"/>
              <a:pathLst>
                <a:path w="131" h="225" extrusionOk="0">
                  <a:moveTo>
                    <a:pt x="2" y="1"/>
                  </a:moveTo>
                  <a:lnTo>
                    <a:pt x="0" y="148"/>
                  </a:lnTo>
                  <a:lnTo>
                    <a:pt x="130" y="224"/>
                  </a:lnTo>
                  <a:lnTo>
                    <a:pt x="130" y="75"/>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40"/>
            <p:cNvSpPr/>
            <p:nvPr/>
          </p:nvSpPr>
          <p:spPr>
            <a:xfrm>
              <a:off x="481719" y="2527587"/>
              <a:ext cx="4508" cy="7743"/>
            </a:xfrm>
            <a:custGeom>
              <a:avLst/>
              <a:gdLst/>
              <a:ahLst/>
              <a:cxnLst/>
              <a:rect l="l" t="t" r="r" b="b"/>
              <a:pathLst>
                <a:path w="131" h="225" extrusionOk="0">
                  <a:moveTo>
                    <a:pt x="0" y="1"/>
                  </a:moveTo>
                  <a:lnTo>
                    <a:pt x="0" y="149"/>
                  </a:lnTo>
                  <a:lnTo>
                    <a:pt x="129" y="225"/>
                  </a:lnTo>
                  <a:lnTo>
                    <a:pt x="130" y="7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40"/>
            <p:cNvSpPr/>
            <p:nvPr/>
          </p:nvSpPr>
          <p:spPr>
            <a:xfrm>
              <a:off x="481719" y="2520705"/>
              <a:ext cx="4508" cy="7674"/>
            </a:xfrm>
            <a:custGeom>
              <a:avLst/>
              <a:gdLst/>
              <a:ahLst/>
              <a:cxnLst/>
              <a:rect l="l" t="t" r="r" b="b"/>
              <a:pathLst>
                <a:path w="131" h="223" extrusionOk="0">
                  <a:moveTo>
                    <a:pt x="0" y="0"/>
                  </a:moveTo>
                  <a:lnTo>
                    <a:pt x="0" y="148"/>
                  </a:lnTo>
                  <a:lnTo>
                    <a:pt x="130" y="223"/>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40"/>
            <p:cNvSpPr/>
            <p:nvPr/>
          </p:nvSpPr>
          <p:spPr>
            <a:xfrm>
              <a:off x="481650" y="2541387"/>
              <a:ext cx="4508" cy="7708"/>
            </a:xfrm>
            <a:custGeom>
              <a:avLst/>
              <a:gdLst/>
              <a:ahLst/>
              <a:cxnLst/>
              <a:rect l="l" t="t" r="r" b="b"/>
              <a:pathLst>
                <a:path w="131" h="224" extrusionOk="0">
                  <a:moveTo>
                    <a:pt x="1" y="1"/>
                  </a:moveTo>
                  <a:lnTo>
                    <a:pt x="1" y="148"/>
                  </a:lnTo>
                  <a:lnTo>
                    <a:pt x="131"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0"/>
            <p:cNvSpPr/>
            <p:nvPr/>
          </p:nvSpPr>
          <p:spPr>
            <a:xfrm>
              <a:off x="481650" y="2534435"/>
              <a:ext cx="4508" cy="7812"/>
            </a:xfrm>
            <a:custGeom>
              <a:avLst/>
              <a:gdLst/>
              <a:ahLst/>
              <a:cxnLst/>
              <a:rect l="l" t="t" r="r" b="b"/>
              <a:pathLst>
                <a:path w="131" h="227" extrusionOk="0">
                  <a:moveTo>
                    <a:pt x="2" y="1"/>
                  </a:moveTo>
                  <a:lnTo>
                    <a:pt x="1" y="152"/>
                  </a:lnTo>
                  <a:lnTo>
                    <a:pt x="131" y="226"/>
                  </a:lnTo>
                  <a:lnTo>
                    <a:pt x="131" y="77"/>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40"/>
            <p:cNvSpPr/>
            <p:nvPr/>
          </p:nvSpPr>
          <p:spPr>
            <a:xfrm>
              <a:off x="460452" y="2315021"/>
              <a:ext cx="5127" cy="221823"/>
            </a:xfrm>
            <a:custGeom>
              <a:avLst/>
              <a:gdLst/>
              <a:ahLst/>
              <a:cxnLst/>
              <a:rect l="l" t="t" r="r" b="b"/>
              <a:pathLst>
                <a:path w="149" h="6446" extrusionOk="0">
                  <a:moveTo>
                    <a:pt x="18" y="1"/>
                  </a:moveTo>
                  <a:lnTo>
                    <a:pt x="1" y="6370"/>
                  </a:lnTo>
                  <a:lnTo>
                    <a:pt x="129" y="6446"/>
                  </a:lnTo>
                  <a:lnTo>
                    <a:pt x="148" y="75"/>
                  </a:lnTo>
                  <a:lnTo>
                    <a:pt x="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9" name="Google Shape;1779;p40"/>
          <p:cNvSpPr/>
          <p:nvPr/>
        </p:nvSpPr>
        <p:spPr>
          <a:xfrm rot="5400000">
            <a:off x="674567" y="54947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0"/>
          <p:cNvSpPr/>
          <p:nvPr/>
        </p:nvSpPr>
        <p:spPr>
          <a:xfrm rot="5400000">
            <a:off x="1796341" y="39833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81" name="Google Shape;1781;p40"/>
          <p:cNvGrpSpPr/>
          <p:nvPr/>
        </p:nvGrpSpPr>
        <p:grpSpPr>
          <a:xfrm>
            <a:off x="6918441" y="829265"/>
            <a:ext cx="3666831" cy="3690082"/>
            <a:chOff x="-370816" y="1264408"/>
            <a:chExt cx="3364682" cy="3386018"/>
          </a:xfrm>
        </p:grpSpPr>
        <p:sp>
          <p:nvSpPr>
            <p:cNvPr id="1782" name="Google Shape;1782;p40"/>
            <p:cNvSpPr/>
            <p:nvPr/>
          </p:nvSpPr>
          <p:spPr>
            <a:xfrm>
              <a:off x="355115" y="3573555"/>
              <a:ext cx="2039457" cy="1076870"/>
            </a:xfrm>
            <a:custGeom>
              <a:avLst/>
              <a:gdLst/>
              <a:ahLst/>
              <a:cxnLst/>
              <a:rect l="l" t="t" r="r" b="b"/>
              <a:pathLst>
                <a:path w="59265" h="31293" extrusionOk="0">
                  <a:moveTo>
                    <a:pt x="29489" y="1"/>
                  </a:moveTo>
                  <a:cubicBezTo>
                    <a:pt x="22570" y="1"/>
                    <a:pt x="15659" y="1528"/>
                    <a:pt x="10402" y="4583"/>
                  </a:cubicBezTo>
                  <a:cubicBezTo>
                    <a:pt x="693" y="10220"/>
                    <a:pt x="1" y="19151"/>
                    <a:pt x="8345" y="25284"/>
                  </a:cubicBezTo>
                  <a:cubicBezTo>
                    <a:pt x="9010" y="25771"/>
                    <a:pt x="9730" y="26240"/>
                    <a:pt x="10542" y="26710"/>
                  </a:cubicBezTo>
                  <a:cubicBezTo>
                    <a:pt x="11328" y="27168"/>
                    <a:pt x="12149" y="27585"/>
                    <a:pt x="13000" y="27974"/>
                  </a:cubicBezTo>
                  <a:cubicBezTo>
                    <a:pt x="17877" y="30186"/>
                    <a:pt x="23772" y="31293"/>
                    <a:pt x="29662" y="31293"/>
                  </a:cubicBezTo>
                  <a:cubicBezTo>
                    <a:pt x="36583" y="31293"/>
                    <a:pt x="43496" y="29765"/>
                    <a:pt x="48738" y="26710"/>
                  </a:cubicBezTo>
                  <a:cubicBezTo>
                    <a:pt x="59265" y="20614"/>
                    <a:pt x="59189" y="10679"/>
                    <a:pt x="48628" y="4583"/>
                  </a:cubicBezTo>
                  <a:cubicBezTo>
                    <a:pt x="43337" y="1528"/>
                    <a:pt x="36409" y="1"/>
                    <a:pt x="29489"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40"/>
            <p:cNvSpPr/>
            <p:nvPr/>
          </p:nvSpPr>
          <p:spPr>
            <a:xfrm>
              <a:off x="-370816" y="2716065"/>
              <a:ext cx="190232" cy="369349"/>
            </a:xfrm>
            <a:custGeom>
              <a:avLst/>
              <a:gdLst/>
              <a:ahLst/>
              <a:cxnLst/>
              <a:rect l="l" t="t" r="r" b="b"/>
              <a:pathLst>
                <a:path w="5528" h="10733" extrusionOk="0">
                  <a:moveTo>
                    <a:pt x="3686" y="0"/>
                  </a:moveTo>
                  <a:cubicBezTo>
                    <a:pt x="2669" y="0"/>
                    <a:pt x="1844" y="824"/>
                    <a:pt x="1844" y="1841"/>
                  </a:cubicBezTo>
                  <a:cubicBezTo>
                    <a:pt x="1844" y="2132"/>
                    <a:pt x="1920" y="2404"/>
                    <a:pt x="2038" y="2650"/>
                  </a:cubicBezTo>
                  <a:cubicBezTo>
                    <a:pt x="1974" y="2642"/>
                    <a:pt x="1909" y="2629"/>
                    <a:pt x="1844" y="2629"/>
                  </a:cubicBezTo>
                  <a:cubicBezTo>
                    <a:pt x="828" y="2629"/>
                    <a:pt x="3" y="3454"/>
                    <a:pt x="3" y="4471"/>
                  </a:cubicBezTo>
                  <a:cubicBezTo>
                    <a:pt x="0" y="5203"/>
                    <a:pt x="430" y="5830"/>
                    <a:pt x="1051" y="6126"/>
                  </a:cubicBezTo>
                  <a:cubicBezTo>
                    <a:pt x="891" y="6396"/>
                    <a:pt x="795" y="6711"/>
                    <a:pt x="795" y="7048"/>
                  </a:cubicBezTo>
                  <a:cubicBezTo>
                    <a:pt x="795" y="7786"/>
                    <a:pt x="1232" y="8420"/>
                    <a:pt x="1861" y="8712"/>
                  </a:cubicBezTo>
                  <a:cubicBezTo>
                    <a:pt x="1855" y="8772"/>
                    <a:pt x="1845" y="8830"/>
                    <a:pt x="1845" y="8890"/>
                  </a:cubicBezTo>
                  <a:cubicBezTo>
                    <a:pt x="1845" y="9908"/>
                    <a:pt x="2667" y="10731"/>
                    <a:pt x="3686" y="10733"/>
                  </a:cubicBezTo>
                  <a:cubicBezTo>
                    <a:pt x="4705" y="10733"/>
                    <a:pt x="5528" y="9909"/>
                    <a:pt x="5528" y="8891"/>
                  </a:cubicBezTo>
                  <a:lnTo>
                    <a:pt x="5528" y="1841"/>
                  </a:lnTo>
                  <a:cubicBezTo>
                    <a:pt x="5528" y="824"/>
                    <a:pt x="4705" y="0"/>
                    <a:pt x="3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40"/>
            <p:cNvSpPr/>
            <p:nvPr/>
          </p:nvSpPr>
          <p:spPr>
            <a:xfrm>
              <a:off x="2307337" y="1664040"/>
              <a:ext cx="310779" cy="298322"/>
            </a:xfrm>
            <a:custGeom>
              <a:avLst/>
              <a:gdLst/>
              <a:ahLst/>
              <a:cxnLst/>
              <a:rect l="l" t="t" r="r" b="b"/>
              <a:pathLst>
                <a:path w="9031" h="8669" extrusionOk="0">
                  <a:moveTo>
                    <a:pt x="2022" y="1"/>
                  </a:moveTo>
                  <a:cubicBezTo>
                    <a:pt x="1551" y="1"/>
                    <a:pt x="1081" y="180"/>
                    <a:pt x="722" y="539"/>
                  </a:cubicBezTo>
                  <a:cubicBezTo>
                    <a:pt x="4" y="1260"/>
                    <a:pt x="1" y="2425"/>
                    <a:pt x="722" y="3143"/>
                  </a:cubicBezTo>
                  <a:lnTo>
                    <a:pt x="5707" y="8129"/>
                  </a:lnTo>
                  <a:cubicBezTo>
                    <a:pt x="6067" y="8489"/>
                    <a:pt x="6538" y="8668"/>
                    <a:pt x="7009" y="8668"/>
                  </a:cubicBezTo>
                  <a:cubicBezTo>
                    <a:pt x="7480" y="8668"/>
                    <a:pt x="7951" y="8489"/>
                    <a:pt x="8311" y="8129"/>
                  </a:cubicBezTo>
                  <a:cubicBezTo>
                    <a:pt x="9031" y="7411"/>
                    <a:pt x="9031" y="6243"/>
                    <a:pt x="8309" y="5525"/>
                  </a:cubicBezTo>
                  <a:cubicBezTo>
                    <a:pt x="8105" y="5320"/>
                    <a:pt x="7860" y="5180"/>
                    <a:pt x="7601" y="5092"/>
                  </a:cubicBezTo>
                  <a:cubicBezTo>
                    <a:pt x="7653" y="5051"/>
                    <a:pt x="7707" y="5016"/>
                    <a:pt x="7753" y="4969"/>
                  </a:cubicBezTo>
                  <a:cubicBezTo>
                    <a:pt x="8472" y="4249"/>
                    <a:pt x="8472" y="3083"/>
                    <a:pt x="7753" y="2365"/>
                  </a:cubicBezTo>
                  <a:cubicBezTo>
                    <a:pt x="7394" y="2007"/>
                    <a:pt x="6926" y="1830"/>
                    <a:pt x="6458" y="1830"/>
                  </a:cubicBezTo>
                  <a:cubicBezTo>
                    <a:pt x="6249" y="1830"/>
                    <a:pt x="6041" y="1865"/>
                    <a:pt x="5841" y="1935"/>
                  </a:cubicBezTo>
                  <a:cubicBezTo>
                    <a:pt x="5761" y="1629"/>
                    <a:pt x="5609" y="1341"/>
                    <a:pt x="5369" y="1101"/>
                  </a:cubicBezTo>
                  <a:cubicBezTo>
                    <a:pt x="5011" y="743"/>
                    <a:pt x="4543" y="566"/>
                    <a:pt x="4074" y="566"/>
                  </a:cubicBezTo>
                  <a:cubicBezTo>
                    <a:pt x="3858" y="566"/>
                    <a:pt x="3643" y="603"/>
                    <a:pt x="3437" y="678"/>
                  </a:cubicBezTo>
                  <a:cubicBezTo>
                    <a:pt x="3401" y="633"/>
                    <a:pt x="3369" y="586"/>
                    <a:pt x="3326" y="542"/>
                  </a:cubicBezTo>
                  <a:cubicBezTo>
                    <a:pt x="2965" y="181"/>
                    <a:pt x="2493" y="1"/>
                    <a:pt x="20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40"/>
            <p:cNvSpPr/>
            <p:nvPr/>
          </p:nvSpPr>
          <p:spPr>
            <a:xfrm>
              <a:off x="2203514" y="3734021"/>
              <a:ext cx="310883" cy="298322"/>
            </a:xfrm>
            <a:custGeom>
              <a:avLst/>
              <a:gdLst/>
              <a:ahLst/>
              <a:cxnLst/>
              <a:rect l="l" t="t" r="r" b="b"/>
              <a:pathLst>
                <a:path w="9034" h="8669" extrusionOk="0">
                  <a:moveTo>
                    <a:pt x="7008" y="0"/>
                  </a:moveTo>
                  <a:cubicBezTo>
                    <a:pt x="6537" y="0"/>
                    <a:pt x="6067" y="180"/>
                    <a:pt x="5707" y="539"/>
                  </a:cubicBezTo>
                  <a:lnTo>
                    <a:pt x="721" y="5525"/>
                  </a:lnTo>
                  <a:cubicBezTo>
                    <a:pt x="1" y="6243"/>
                    <a:pt x="1" y="7409"/>
                    <a:pt x="721" y="8129"/>
                  </a:cubicBezTo>
                  <a:cubicBezTo>
                    <a:pt x="1080" y="8488"/>
                    <a:pt x="1552" y="8668"/>
                    <a:pt x="2023" y="8668"/>
                  </a:cubicBezTo>
                  <a:cubicBezTo>
                    <a:pt x="2494" y="8668"/>
                    <a:pt x="2965" y="8489"/>
                    <a:pt x="3325" y="8129"/>
                  </a:cubicBezTo>
                  <a:cubicBezTo>
                    <a:pt x="3533" y="7924"/>
                    <a:pt x="3673" y="7678"/>
                    <a:pt x="3761" y="7421"/>
                  </a:cubicBezTo>
                  <a:cubicBezTo>
                    <a:pt x="3800" y="7472"/>
                    <a:pt x="3836" y="7525"/>
                    <a:pt x="3884" y="7573"/>
                  </a:cubicBezTo>
                  <a:cubicBezTo>
                    <a:pt x="4243" y="7932"/>
                    <a:pt x="4714" y="8112"/>
                    <a:pt x="5185" y="8112"/>
                  </a:cubicBezTo>
                  <a:cubicBezTo>
                    <a:pt x="5656" y="8112"/>
                    <a:pt x="6127" y="7932"/>
                    <a:pt x="6487" y="7573"/>
                  </a:cubicBezTo>
                  <a:cubicBezTo>
                    <a:pt x="7005" y="7055"/>
                    <a:pt x="7144" y="6308"/>
                    <a:pt x="6917" y="5659"/>
                  </a:cubicBezTo>
                  <a:cubicBezTo>
                    <a:pt x="7223" y="5579"/>
                    <a:pt x="7511" y="5427"/>
                    <a:pt x="7751" y="5188"/>
                  </a:cubicBezTo>
                  <a:cubicBezTo>
                    <a:pt x="8274" y="4665"/>
                    <a:pt x="8413" y="3908"/>
                    <a:pt x="8175" y="3257"/>
                  </a:cubicBezTo>
                  <a:cubicBezTo>
                    <a:pt x="8220" y="3218"/>
                    <a:pt x="8269" y="3185"/>
                    <a:pt x="8313" y="3143"/>
                  </a:cubicBezTo>
                  <a:cubicBezTo>
                    <a:pt x="9034" y="2423"/>
                    <a:pt x="9034" y="1257"/>
                    <a:pt x="8311" y="539"/>
                  </a:cubicBezTo>
                  <a:cubicBezTo>
                    <a:pt x="7950" y="180"/>
                    <a:pt x="7479" y="0"/>
                    <a:pt x="70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40"/>
            <p:cNvSpPr/>
            <p:nvPr/>
          </p:nvSpPr>
          <p:spPr>
            <a:xfrm>
              <a:off x="95748" y="1480690"/>
              <a:ext cx="2561632" cy="2410596"/>
            </a:xfrm>
            <a:custGeom>
              <a:avLst/>
              <a:gdLst/>
              <a:ahLst/>
              <a:cxnLst/>
              <a:rect l="l" t="t" r="r" b="b"/>
              <a:pathLst>
                <a:path w="74439" h="70050" extrusionOk="0">
                  <a:moveTo>
                    <a:pt x="37213" y="0"/>
                  </a:moveTo>
                  <a:lnTo>
                    <a:pt x="37191" y="151"/>
                  </a:lnTo>
                  <a:lnTo>
                    <a:pt x="37219" y="467"/>
                  </a:lnTo>
                  <a:cubicBezTo>
                    <a:pt x="37827" y="467"/>
                    <a:pt x="38443" y="482"/>
                    <a:pt x="39045" y="509"/>
                  </a:cubicBezTo>
                  <a:lnTo>
                    <a:pt x="39065" y="43"/>
                  </a:lnTo>
                  <a:cubicBezTo>
                    <a:pt x="38457" y="15"/>
                    <a:pt x="37836" y="0"/>
                    <a:pt x="37214" y="0"/>
                  </a:cubicBezTo>
                  <a:close/>
                  <a:moveTo>
                    <a:pt x="35289" y="47"/>
                  </a:moveTo>
                  <a:cubicBezTo>
                    <a:pt x="34663" y="76"/>
                    <a:pt x="34028" y="122"/>
                    <a:pt x="33405" y="182"/>
                  </a:cubicBezTo>
                  <a:lnTo>
                    <a:pt x="33449" y="647"/>
                  </a:lnTo>
                  <a:cubicBezTo>
                    <a:pt x="34066" y="588"/>
                    <a:pt x="34692" y="542"/>
                    <a:pt x="35311" y="512"/>
                  </a:cubicBezTo>
                  <a:lnTo>
                    <a:pt x="35289" y="47"/>
                  </a:lnTo>
                  <a:close/>
                  <a:moveTo>
                    <a:pt x="40953" y="174"/>
                  </a:moveTo>
                  <a:lnTo>
                    <a:pt x="40909" y="640"/>
                  </a:lnTo>
                  <a:cubicBezTo>
                    <a:pt x="41528" y="698"/>
                    <a:pt x="42151" y="771"/>
                    <a:pt x="42764" y="859"/>
                  </a:cubicBezTo>
                  <a:lnTo>
                    <a:pt x="42830" y="395"/>
                  </a:lnTo>
                  <a:cubicBezTo>
                    <a:pt x="42209" y="307"/>
                    <a:pt x="41580" y="233"/>
                    <a:pt x="40953" y="174"/>
                  </a:cubicBezTo>
                  <a:close/>
                  <a:moveTo>
                    <a:pt x="31529" y="407"/>
                  </a:moveTo>
                  <a:cubicBezTo>
                    <a:pt x="30909" y="496"/>
                    <a:pt x="30281" y="603"/>
                    <a:pt x="29665" y="723"/>
                  </a:cubicBezTo>
                  <a:lnTo>
                    <a:pt x="29754" y="1182"/>
                  </a:lnTo>
                  <a:cubicBezTo>
                    <a:pt x="30364" y="1064"/>
                    <a:pt x="30983" y="959"/>
                    <a:pt x="31596" y="869"/>
                  </a:cubicBezTo>
                  <a:lnTo>
                    <a:pt x="31529" y="407"/>
                  </a:lnTo>
                  <a:close/>
                  <a:moveTo>
                    <a:pt x="44691" y="708"/>
                  </a:moveTo>
                  <a:lnTo>
                    <a:pt x="44603" y="1168"/>
                  </a:lnTo>
                  <a:cubicBezTo>
                    <a:pt x="45212" y="1285"/>
                    <a:pt x="45826" y="1418"/>
                    <a:pt x="46429" y="1564"/>
                  </a:cubicBezTo>
                  <a:lnTo>
                    <a:pt x="46538" y="1111"/>
                  </a:lnTo>
                  <a:cubicBezTo>
                    <a:pt x="45927" y="963"/>
                    <a:pt x="45305" y="827"/>
                    <a:pt x="44691" y="708"/>
                  </a:cubicBezTo>
                  <a:close/>
                  <a:moveTo>
                    <a:pt x="27820" y="1130"/>
                  </a:moveTo>
                  <a:cubicBezTo>
                    <a:pt x="27213" y="1279"/>
                    <a:pt x="26599" y="1446"/>
                    <a:pt x="25996" y="1624"/>
                  </a:cubicBezTo>
                  <a:lnTo>
                    <a:pt x="26130" y="2073"/>
                  </a:lnTo>
                  <a:cubicBezTo>
                    <a:pt x="26724" y="1895"/>
                    <a:pt x="27330" y="1731"/>
                    <a:pt x="27931" y="1583"/>
                  </a:cubicBezTo>
                  <a:lnTo>
                    <a:pt x="27820" y="1130"/>
                  </a:lnTo>
                  <a:close/>
                  <a:moveTo>
                    <a:pt x="48367" y="1602"/>
                  </a:moveTo>
                  <a:lnTo>
                    <a:pt x="48233" y="2051"/>
                  </a:lnTo>
                  <a:cubicBezTo>
                    <a:pt x="48828" y="2228"/>
                    <a:pt x="49425" y="2420"/>
                    <a:pt x="50009" y="2625"/>
                  </a:cubicBezTo>
                  <a:lnTo>
                    <a:pt x="50164" y="2185"/>
                  </a:lnTo>
                  <a:cubicBezTo>
                    <a:pt x="49576" y="1975"/>
                    <a:pt x="48970" y="1782"/>
                    <a:pt x="48367" y="1602"/>
                  </a:cubicBezTo>
                  <a:close/>
                  <a:moveTo>
                    <a:pt x="24199" y="2209"/>
                  </a:moveTo>
                  <a:cubicBezTo>
                    <a:pt x="23608" y="2417"/>
                    <a:pt x="23014" y="2644"/>
                    <a:pt x="22432" y="2881"/>
                  </a:cubicBezTo>
                  <a:lnTo>
                    <a:pt x="22610" y="3314"/>
                  </a:lnTo>
                  <a:cubicBezTo>
                    <a:pt x="23184" y="3080"/>
                    <a:pt x="23770" y="2858"/>
                    <a:pt x="24354" y="2650"/>
                  </a:cubicBezTo>
                  <a:lnTo>
                    <a:pt x="24199" y="2209"/>
                  </a:lnTo>
                  <a:close/>
                  <a:moveTo>
                    <a:pt x="51930" y="2852"/>
                  </a:moveTo>
                  <a:lnTo>
                    <a:pt x="51754" y="3285"/>
                  </a:lnTo>
                  <a:cubicBezTo>
                    <a:pt x="52328" y="3519"/>
                    <a:pt x="52904" y="3771"/>
                    <a:pt x="53466" y="4031"/>
                  </a:cubicBezTo>
                  <a:lnTo>
                    <a:pt x="53664" y="3607"/>
                  </a:lnTo>
                  <a:cubicBezTo>
                    <a:pt x="53094" y="3342"/>
                    <a:pt x="52511" y="3087"/>
                    <a:pt x="51930" y="2852"/>
                  </a:cubicBezTo>
                  <a:close/>
                  <a:moveTo>
                    <a:pt x="20701" y="3640"/>
                  </a:moveTo>
                  <a:cubicBezTo>
                    <a:pt x="20133" y="3905"/>
                    <a:pt x="19563" y="4189"/>
                    <a:pt x="19008" y="4483"/>
                  </a:cubicBezTo>
                  <a:lnTo>
                    <a:pt x="19228" y="4897"/>
                  </a:lnTo>
                  <a:cubicBezTo>
                    <a:pt x="19776" y="4606"/>
                    <a:pt x="20338" y="4326"/>
                    <a:pt x="20899" y="4065"/>
                  </a:cubicBezTo>
                  <a:lnTo>
                    <a:pt x="20701" y="3640"/>
                  </a:lnTo>
                  <a:close/>
                  <a:moveTo>
                    <a:pt x="55356" y="4446"/>
                  </a:moveTo>
                  <a:lnTo>
                    <a:pt x="55138" y="4860"/>
                  </a:lnTo>
                  <a:cubicBezTo>
                    <a:pt x="55687" y="5149"/>
                    <a:pt x="56236" y="5456"/>
                    <a:pt x="56773" y="5775"/>
                  </a:cubicBezTo>
                  <a:lnTo>
                    <a:pt x="57010" y="5373"/>
                  </a:lnTo>
                  <a:cubicBezTo>
                    <a:pt x="56467" y="5051"/>
                    <a:pt x="55911" y="4739"/>
                    <a:pt x="55356" y="4446"/>
                  </a:cubicBezTo>
                  <a:close/>
                  <a:moveTo>
                    <a:pt x="17361" y="5411"/>
                  </a:moveTo>
                  <a:cubicBezTo>
                    <a:pt x="16821" y="5731"/>
                    <a:pt x="16284" y="6070"/>
                    <a:pt x="15765" y="6416"/>
                  </a:cubicBezTo>
                  <a:lnTo>
                    <a:pt x="16024" y="6806"/>
                  </a:lnTo>
                  <a:cubicBezTo>
                    <a:pt x="16539" y="6464"/>
                    <a:pt x="17068" y="6129"/>
                    <a:pt x="17601" y="5813"/>
                  </a:cubicBezTo>
                  <a:lnTo>
                    <a:pt x="17361" y="5411"/>
                  </a:lnTo>
                  <a:close/>
                  <a:moveTo>
                    <a:pt x="58612" y="6379"/>
                  </a:moveTo>
                  <a:lnTo>
                    <a:pt x="58354" y="6768"/>
                  </a:lnTo>
                  <a:cubicBezTo>
                    <a:pt x="58873" y="7112"/>
                    <a:pt x="59388" y="7473"/>
                    <a:pt x="59886" y="7842"/>
                  </a:cubicBezTo>
                  <a:lnTo>
                    <a:pt x="60162" y="7466"/>
                  </a:lnTo>
                  <a:cubicBezTo>
                    <a:pt x="59658" y="7093"/>
                    <a:pt x="59137" y="6727"/>
                    <a:pt x="58612" y="6379"/>
                  </a:cubicBezTo>
                  <a:close/>
                  <a:moveTo>
                    <a:pt x="14221" y="7503"/>
                  </a:moveTo>
                  <a:cubicBezTo>
                    <a:pt x="13718" y="7876"/>
                    <a:pt x="13219" y="8266"/>
                    <a:pt x="12735" y="8666"/>
                  </a:cubicBezTo>
                  <a:lnTo>
                    <a:pt x="13032" y="9026"/>
                  </a:lnTo>
                  <a:cubicBezTo>
                    <a:pt x="13510" y="8631"/>
                    <a:pt x="14005" y="8245"/>
                    <a:pt x="14499" y="7879"/>
                  </a:cubicBezTo>
                  <a:lnTo>
                    <a:pt x="14221" y="7503"/>
                  </a:lnTo>
                  <a:close/>
                  <a:moveTo>
                    <a:pt x="61659" y="8631"/>
                  </a:moveTo>
                  <a:lnTo>
                    <a:pt x="61362" y="8991"/>
                  </a:lnTo>
                  <a:cubicBezTo>
                    <a:pt x="61842" y="9384"/>
                    <a:pt x="62317" y="9795"/>
                    <a:pt x="62775" y="10215"/>
                  </a:cubicBezTo>
                  <a:lnTo>
                    <a:pt x="63090" y="9868"/>
                  </a:lnTo>
                  <a:cubicBezTo>
                    <a:pt x="62626" y="9446"/>
                    <a:pt x="62143" y="9029"/>
                    <a:pt x="61659" y="8631"/>
                  </a:cubicBezTo>
                  <a:close/>
                  <a:moveTo>
                    <a:pt x="11310" y="9901"/>
                  </a:moveTo>
                  <a:cubicBezTo>
                    <a:pt x="10844" y="10325"/>
                    <a:pt x="10388" y="10765"/>
                    <a:pt x="9949" y="11210"/>
                  </a:cubicBezTo>
                  <a:lnTo>
                    <a:pt x="10281" y="11539"/>
                  </a:lnTo>
                  <a:cubicBezTo>
                    <a:pt x="10716" y="11100"/>
                    <a:pt x="11166" y="10664"/>
                    <a:pt x="11626" y="10246"/>
                  </a:cubicBezTo>
                  <a:lnTo>
                    <a:pt x="11310" y="9901"/>
                  </a:lnTo>
                  <a:close/>
                  <a:moveTo>
                    <a:pt x="64458" y="11178"/>
                  </a:moveTo>
                  <a:lnTo>
                    <a:pt x="64126" y="11507"/>
                  </a:lnTo>
                  <a:cubicBezTo>
                    <a:pt x="64560" y="11949"/>
                    <a:pt x="64990" y="12407"/>
                    <a:pt x="65405" y="12871"/>
                  </a:cubicBezTo>
                  <a:lnTo>
                    <a:pt x="65753" y="12559"/>
                  </a:lnTo>
                  <a:cubicBezTo>
                    <a:pt x="65336" y="12089"/>
                    <a:pt x="64900" y="11624"/>
                    <a:pt x="64458" y="11178"/>
                  </a:cubicBezTo>
                  <a:close/>
                  <a:moveTo>
                    <a:pt x="8656" y="12588"/>
                  </a:moveTo>
                  <a:cubicBezTo>
                    <a:pt x="8240" y="13056"/>
                    <a:pt x="7831" y="13544"/>
                    <a:pt x="7440" y="14034"/>
                  </a:cubicBezTo>
                  <a:lnTo>
                    <a:pt x="7806" y="14326"/>
                  </a:lnTo>
                  <a:cubicBezTo>
                    <a:pt x="8192" y="13841"/>
                    <a:pt x="8596" y="13362"/>
                    <a:pt x="9005" y="12900"/>
                  </a:cubicBezTo>
                  <a:lnTo>
                    <a:pt x="8656" y="12588"/>
                  </a:lnTo>
                  <a:close/>
                  <a:moveTo>
                    <a:pt x="66973" y="14006"/>
                  </a:moveTo>
                  <a:lnTo>
                    <a:pt x="66607" y="14299"/>
                  </a:lnTo>
                  <a:cubicBezTo>
                    <a:pt x="66995" y="14783"/>
                    <a:pt x="67374" y="15285"/>
                    <a:pt x="67734" y="15787"/>
                  </a:cubicBezTo>
                  <a:lnTo>
                    <a:pt x="68114" y="15514"/>
                  </a:lnTo>
                  <a:cubicBezTo>
                    <a:pt x="67750" y="15004"/>
                    <a:pt x="67366" y="14498"/>
                    <a:pt x="66973" y="14006"/>
                  </a:cubicBezTo>
                  <a:close/>
                  <a:moveTo>
                    <a:pt x="6302" y="15542"/>
                  </a:moveTo>
                  <a:cubicBezTo>
                    <a:pt x="5934" y="16056"/>
                    <a:pt x="5580" y="16582"/>
                    <a:pt x="5245" y="17109"/>
                  </a:cubicBezTo>
                  <a:lnTo>
                    <a:pt x="5640" y="17359"/>
                  </a:lnTo>
                  <a:cubicBezTo>
                    <a:pt x="5970" y="16840"/>
                    <a:pt x="6321" y="16321"/>
                    <a:pt x="6682" y="15814"/>
                  </a:cubicBezTo>
                  <a:lnTo>
                    <a:pt x="6302" y="15542"/>
                  </a:lnTo>
                  <a:close/>
                  <a:moveTo>
                    <a:pt x="69173" y="17084"/>
                  </a:moveTo>
                  <a:lnTo>
                    <a:pt x="68778" y="17334"/>
                  </a:lnTo>
                  <a:cubicBezTo>
                    <a:pt x="69109" y="17855"/>
                    <a:pt x="69432" y="18394"/>
                    <a:pt x="69737" y="18935"/>
                  </a:cubicBezTo>
                  <a:lnTo>
                    <a:pt x="70145" y="18705"/>
                  </a:lnTo>
                  <a:cubicBezTo>
                    <a:pt x="69838" y="18158"/>
                    <a:pt x="69510" y="17612"/>
                    <a:pt x="69173" y="17084"/>
                  </a:cubicBezTo>
                  <a:close/>
                  <a:moveTo>
                    <a:pt x="4275" y="18732"/>
                  </a:moveTo>
                  <a:cubicBezTo>
                    <a:pt x="3968" y="19280"/>
                    <a:pt x="3673" y="19844"/>
                    <a:pt x="3396" y="20407"/>
                  </a:cubicBezTo>
                  <a:lnTo>
                    <a:pt x="3817" y="20613"/>
                  </a:lnTo>
                  <a:cubicBezTo>
                    <a:pt x="4090" y="20059"/>
                    <a:pt x="4381" y="19503"/>
                    <a:pt x="4684" y="18960"/>
                  </a:cubicBezTo>
                  <a:lnTo>
                    <a:pt x="4275" y="18732"/>
                  </a:lnTo>
                  <a:close/>
                  <a:moveTo>
                    <a:pt x="71024" y="20378"/>
                  </a:moveTo>
                  <a:lnTo>
                    <a:pt x="70606" y="20584"/>
                  </a:lnTo>
                  <a:cubicBezTo>
                    <a:pt x="70879" y="21141"/>
                    <a:pt x="71140" y="21710"/>
                    <a:pt x="71381" y="22280"/>
                  </a:cubicBezTo>
                  <a:lnTo>
                    <a:pt x="71808" y="22097"/>
                  </a:lnTo>
                  <a:cubicBezTo>
                    <a:pt x="71565" y="21520"/>
                    <a:pt x="71301" y="20942"/>
                    <a:pt x="71024" y="20378"/>
                  </a:cubicBezTo>
                  <a:close/>
                  <a:moveTo>
                    <a:pt x="2612" y="22129"/>
                  </a:moveTo>
                  <a:cubicBezTo>
                    <a:pt x="2366" y="22711"/>
                    <a:pt x="2135" y="23304"/>
                    <a:pt x="1924" y="23895"/>
                  </a:cubicBezTo>
                  <a:lnTo>
                    <a:pt x="2365" y="24051"/>
                  </a:lnTo>
                  <a:cubicBezTo>
                    <a:pt x="2574" y="23470"/>
                    <a:pt x="2801" y="22885"/>
                    <a:pt x="3042" y="22310"/>
                  </a:cubicBezTo>
                  <a:lnTo>
                    <a:pt x="2612" y="22129"/>
                  </a:lnTo>
                  <a:close/>
                  <a:moveTo>
                    <a:pt x="72497" y="23858"/>
                  </a:moveTo>
                  <a:lnTo>
                    <a:pt x="72057" y="24015"/>
                  </a:lnTo>
                  <a:cubicBezTo>
                    <a:pt x="72266" y="24596"/>
                    <a:pt x="72459" y="25192"/>
                    <a:pt x="72635" y="25784"/>
                  </a:cubicBezTo>
                  <a:lnTo>
                    <a:pt x="73086" y="25652"/>
                  </a:lnTo>
                  <a:cubicBezTo>
                    <a:pt x="72907" y="25052"/>
                    <a:pt x="72710" y="24448"/>
                    <a:pt x="72497" y="23858"/>
                  </a:cubicBezTo>
                  <a:close/>
                  <a:moveTo>
                    <a:pt x="1340" y="25697"/>
                  </a:moveTo>
                  <a:cubicBezTo>
                    <a:pt x="1160" y="26303"/>
                    <a:pt x="1000" y="26919"/>
                    <a:pt x="858" y="27530"/>
                  </a:cubicBezTo>
                  <a:lnTo>
                    <a:pt x="1313" y="27636"/>
                  </a:lnTo>
                  <a:cubicBezTo>
                    <a:pt x="1452" y="27033"/>
                    <a:pt x="1613" y="26423"/>
                    <a:pt x="1788" y="25829"/>
                  </a:cubicBezTo>
                  <a:lnTo>
                    <a:pt x="1340" y="25697"/>
                  </a:lnTo>
                  <a:close/>
                  <a:moveTo>
                    <a:pt x="73567" y="27478"/>
                  </a:moveTo>
                  <a:lnTo>
                    <a:pt x="73112" y="27585"/>
                  </a:lnTo>
                  <a:cubicBezTo>
                    <a:pt x="73254" y="28189"/>
                    <a:pt x="73380" y="28802"/>
                    <a:pt x="73485" y="29412"/>
                  </a:cubicBezTo>
                  <a:lnTo>
                    <a:pt x="73946" y="29331"/>
                  </a:lnTo>
                  <a:cubicBezTo>
                    <a:pt x="73839" y="28714"/>
                    <a:pt x="73710" y="28089"/>
                    <a:pt x="73567" y="27478"/>
                  </a:cubicBezTo>
                  <a:close/>
                  <a:moveTo>
                    <a:pt x="482" y="29383"/>
                  </a:moveTo>
                  <a:cubicBezTo>
                    <a:pt x="373" y="30001"/>
                    <a:pt x="284" y="30634"/>
                    <a:pt x="212" y="31255"/>
                  </a:cubicBezTo>
                  <a:lnTo>
                    <a:pt x="676" y="31308"/>
                  </a:lnTo>
                  <a:cubicBezTo>
                    <a:pt x="748" y="30694"/>
                    <a:pt x="837" y="30073"/>
                    <a:pt x="942" y="29463"/>
                  </a:cubicBezTo>
                  <a:lnTo>
                    <a:pt x="482" y="29383"/>
                  </a:lnTo>
                  <a:close/>
                  <a:moveTo>
                    <a:pt x="74216" y="31204"/>
                  </a:moveTo>
                  <a:lnTo>
                    <a:pt x="73753" y="31257"/>
                  </a:lnTo>
                  <a:cubicBezTo>
                    <a:pt x="73824" y="31873"/>
                    <a:pt x="73879" y="32499"/>
                    <a:pt x="73914" y="33115"/>
                  </a:cubicBezTo>
                  <a:lnTo>
                    <a:pt x="74379" y="33087"/>
                  </a:lnTo>
                  <a:cubicBezTo>
                    <a:pt x="74342" y="32462"/>
                    <a:pt x="74290" y="31827"/>
                    <a:pt x="74216" y="31204"/>
                  </a:cubicBezTo>
                  <a:close/>
                  <a:moveTo>
                    <a:pt x="53" y="33140"/>
                  </a:moveTo>
                  <a:cubicBezTo>
                    <a:pt x="18" y="33764"/>
                    <a:pt x="0" y="34396"/>
                    <a:pt x="0" y="35021"/>
                  </a:cubicBezTo>
                  <a:lnTo>
                    <a:pt x="0" y="35030"/>
                  </a:lnTo>
                  <a:lnTo>
                    <a:pt x="467" y="35021"/>
                  </a:lnTo>
                  <a:cubicBezTo>
                    <a:pt x="467" y="34404"/>
                    <a:pt x="485" y="33781"/>
                    <a:pt x="520" y="33166"/>
                  </a:cubicBezTo>
                  <a:lnTo>
                    <a:pt x="53" y="33140"/>
                  </a:lnTo>
                  <a:close/>
                  <a:moveTo>
                    <a:pt x="74439" y="34980"/>
                  </a:moveTo>
                  <a:lnTo>
                    <a:pt x="73971" y="35021"/>
                  </a:lnTo>
                  <a:cubicBezTo>
                    <a:pt x="73971" y="35628"/>
                    <a:pt x="73953" y="36240"/>
                    <a:pt x="73919" y="36844"/>
                  </a:cubicBezTo>
                  <a:lnTo>
                    <a:pt x="74385" y="36869"/>
                  </a:lnTo>
                  <a:cubicBezTo>
                    <a:pt x="74420" y="36257"/>
                    <a:pt x="74436" y="35636"/>
                    <a:pt x="74439" y="35021"/>
                  </a:cubicBezTo>
                  <a:lnTo>
                    <a:pt x="74439" y="34980"/>
                  </a:lnTo>
                  <a:close/>
                  <a:moveTo>
                    <a:pt x="521" y="36897"/>
                  </a:moveTo>
                  <a:lnTo>
                    <a:pt x="54" y="36923"/>
                  </a:lnTo>
                  <a:cubicBezTo>
                    <a:pt x="90" y="37549"/>
                    <a:pt x="144" y="38183"/>
                    <a:pt x="215" y="38806"/>
                  </a:cubicBezTo>
                  <a:lnTo>
                    <a:pt x="681" y="38755"/>
                  </a:lnTo>
                  <a:cubicBezTo>
                    <a:pt x="610" y="38140"/>
                    <a:pt x="556" y="37516"/>
                    <a:pt x="521" y="36897"/>
                  </a:cubicBezTo>
                  <a:close/>
                  <a:moveTo>
                    <a:pt x="73763" y="38699"/>
                  </a:moveTo>
                  <a:cubicBezTo>
                    <a:pt x="73694" y="39317"/>
                    <a:pt x="73603" y="39936"/>
                    <a:pt x="73500" y="40547"/>
                  </a:cubicBezTo>
                  <a:lnTo>
                    <a:pt x="73960" y="40626"/>
                  </a:lnTo>
                  <a:cubicBezTo>
                    <a:pt x="74067" y="40007"/>
                    <a:pt x="74157" y="39378"/>
                    <a:pt x="74228" y="38753"/>
                  </a:cubicBezTo>
                  <a:lnTo>
                    <a:pt x="73763" y="38699"/>
                  </a:lnTo>
                  <a:close/>
                  <a:moveTo>
                    <a:pt x="945" y="40598"/>
                  </a:moveTo>
                  <a:lnTo>
                    <a:pt x="485" y="40677"/>
                  </a:lnTo>
                  <a:cubicBezTo>
                    <a:pt x="593" y="41298"/>
                    <a:pt x="719" y="41921"/>
                    <a:pt x="862" y="42531"/>
                  </a:cubicBezTo>
                  <a:lnTo>
                    <a:pt x="1317" y="42426"/>
                  </a:lnTo>
                  <a:cubicBezTo>
                    <a:pt x="1177" y="41824"/>
                    <a:pt x="1052" y="41210"/>
                    <a:pt x="945" y="40598"/>
                  </a:cubicBezTo>
                  <a:close/>
                  <a:moveTo>
                    <a:pt x="73131" y="42376"/>
                  </a:moveTo>
                  <a:cubicBezTo>
                    <a:pt x="72992" y="42980"/>
                    <a:pt x="72831" y="43587"/>
                    <a:pt x="72657" y="44183"/>
                  </a:cubicBezTo>
                  <a:lnTo>
                    <a:pt x="73108" y="44314"/>
                  </a:lnTo>
                  <a:cubicBezTo>
                    <a:pt x="73285" y="43709"/>
                    <a:pt x="73445" y="43093"/>
                    <a:pt x="73586" y="42480"/>
                  </a:cubicBezTo>
                  <a:lnTo>
                    <a:pt x="73131" y="42376"/>
                  </a:lnTo>
                  <a:close/>
                  <a:moveTo>
                    <a:pt x="1790" y="44228"/>
                  </a:moveTo>
                  <a:lnTo>
                    <a:pt x="1342" y="44360"/>
                  </a:lnTo>
                  <a:cubicBezTo>
                    <a:pt x="1517" y="44960"/>
                    <a:pt x="1714" y="45564"/>
                    <a:pt x="1926" y="46156"/>
                  </a:cubicBezTo>
                  <a:lnTo>
                    <a:pt x="2366" y="45998"/>
                  </a:lnTo>
                  <a:cubicBezTo>
                    <a:pt x="2158" y="45416"/>
                    <a:pt x="1964" y="44819"/>
                    <a:pt x="1790" y="44228"/>
                  </a:cubicBezTo>
                  <a:close/>
                  <a:moveTo>
                    <a:pt x="72080" y="45959"/>
                  </a:moveTo>
                  <a:cubicBezTo>
                    <a:pt x="71874" y="46540"/>
                    <a:pt x="71647" y="47125"/>
                    <a:pt x="71406" y="47700"/>
                  </a:cubicBezTo>
                  <a:lnTo>
                    <a:pt x="71838" y="47881"/>
                  </a:lnTo>
                  <a:cubicBezTo>
                    <a:pt x="72083" y="47301"/>
                    <a:pt x="72313" y="46707"/>
                    <a:pt x="72522" y="46116"/>
                  </a:cubicBezTo>
                  <a:lnTo>
                    <a:pt x="72080" y="45959"/>
                  </a:lnTo>
                  <a:close/>
                  <a:moveTo>
                    <a:pt x="3042" y="47735"/>
                  </a:moveTo>
                  <a:lnTo>
                    <a:pt x="2612" y="47915"/>
                  </a:lnTo>
                  <a:cubicBezTo>
                    <a:pt x="2853" y="48490"/>
                    <a:pt x="3117" y="49069"/>
                    <a:pt x="3395" y="49634"/>
                  </a:cubicBezTo>
                  <a:lnTo>
                    <a:pt x="3813" y="49432"/>
                  </a:lnTo>
                  <a:cubicBezTo>
                    <a:pt x="3541" y="48872"/>
                    <a:pt x="3280" y="48301"/>
                    <a:pt x="3042" y="47735"/>
                  </a:cubicBezTo>
                  <a:close/>
                  <a:moveTo>
                    <a:pt x="70636" y="49399"/>
                  </a:moveTo>
                  <a:cubicBezTo>
                    <a:pt x="70366" y="49956"/>
                    <a:pt x="70073" y="50512"/>
                    <a:pt x="69772" y="51052"/>
                  </a:cubicBezTo>
                  <a:lnTo>
                    <a:pt x="70178" y="51280"/>
                  </a:lnTo>
                  <a:cubicBezTo>
                    <a:pt x="70484" y="50734"/>
                    <a:pt x="70781" y="50168"/>
                    <a:pt x="71056" y="49603"/>
                  </a:cubicBezTo>
                  <a:lnTo>
                    <a:pt x="70636" y="49399"/>
                  </a:lnTo>
                  <a:close/>
                  <a:moveTo>
                    <a:pt x="4682" y="51080"/>
                  </a:moveTo>
                  <a:lnTo>
                    <a:pt x="4274" y="51308"/>
                  </a:lnTo>
                  <a:cubicBezTo>
                    <a:pt x="4581" y="51855"/>
                    <a:pt x="4907" y="52402"/>
                    <a:pt x="5244" y="52932"/>
                  </a:cubicBezTo>
                  <a:lnTo>
                    <a:pt x="5639" y="52682"/>
                  </a:lnTo>
                  <a:cubicBezTo>
                    <a:pt x="5305" y="52158"/>
                    <a:pt x="4983" y="51619"/>
                    <a:pt x="4682" y="51080"/>
                  </a:cubicBezTo>
                  <a:close/>
                  <a:moveTo>
                    <a:pt x="68816" y="52655"/>
                  </a:moveTo>
                  <a:cubicBezTo>
                    <a:pt x="68486" y="53179"/>
                    <a:pt x="68136" y="53698"/>
                    <a:pt x="67776" y="54203"/>
                  </a:cubicBezTo>
                  <a:lnTo>
                    <a:pt x="68157" y="54474"/>
                  </a:lnTo>
                  <a:cubicBezTo>
                    <a:pt x="68519" y="53963"/>
                    <a:pt x="68875" y="53435"/>
                    <a:pt x="69211" y="52907"/>
                  </a:cubicBezTo>
                  <a:lnTo>
                    <a:pt x="68816" y="52655"/>
                  </a:lnTo>
                  <a:close/>
                  <a:moveTo>
                    <a:pt x="6681" y="54231"/>
                  </a:moveTo>
                  <a:lnTo>
                    <a:pt x="6300" y="54502"/>
                  </a:lnTo>
                  <a:cubicBezTo>
                    <a:pt x="6663" y="55009"/>
                    <a:pt x="7046" y="55519"/>
                    <a:pt x="7440" y="56012"/>
                  </a:cubicBezTo>
                  <a:lnTo>
                    <a:pt x="7806" y="55720"/>
                  </a:lnTo>
                  <a:cubicBezTo>
                    <a:pt x="7418" y="55233"/>
                    <a:pt x="7039" y="54731"/>
                    <a:pt x="6681" y="54231"/>
                  </a:cubicBezTo>
                  <a:close/>
                  <a:moveTo>
                    <a:pt x="66653" y="55691"/>
                  </a:moveTo>
                  <a:cubicBezTo>
                    <a:pt x="66269" y="56174"/>
                    <a:pt x="65867" y="56654"/>
                    <a:pt x="65453" y="57121"/>
                  </a:cubicBezTo>
                  <a:lnTo>
                    <a:pt x="65802" y="57431"/>
                  </a:lnTo>
                  <a:cubicBezTo>
                    <a:pt x="66221" y="56957"/>
                    <a:pt x="66631" y="56471"/>
                    <a:pt x="67018" y="55982"/>
                  </a:cubicBezTo>
                  <a:lnTo>
                    <a:pt x="66653" y="55691"/>
                  </a:lnTo>
                  <a:close/>
                  <a:moveTo>
                    <a:pt x="9007" y="57147"/>
                  </a:moveTo>
                  <a:lnTo>
                    <a:pt x="8657" y="57459"/>
                  </a:lnTo>
                  <a:cubicBezTo>
                    <a:pt x="9071" y="57925"/>
                    <a:pt x="9506" y="58389"/>
                    <a:pt x="9952" y="58841"/>
                  </a:cubicBezTo>
                  <a:lnTo>
                    <a:pt x="10284" y="58512"/>
                  </a:lnTo>
                  <a:cubicBezTo>
                    <a:pt x="9845" y="58066"/>
                    <a:pt x="9415" y="57606"/>
                    <a:pt x="9007" y="57147"/>
                  </a:cubicBezTo>
                  <a:close/>
                  <a:moveTo>
                    <a:pt x="64183" y="58483"/>
                  </a:moveTo>
                  <a:cubicBezTo>
                    <a:pt x="63748" y="58922"/>
                    <a:pt x="63298" y="59356"/>
                    <a:pt x="62840" y="59776"/>
                  </a:cubicBezTo>
                  <a:lnTo>
                    <a:pt x="63154" y="60121"/>
                  </a:lnTo>
                  <a:cubicBezTo>
                    <a:pt x="63617" y="59697"/>
                    <a:pt x="64076" y="59255"/>
                    <a:pt x="64515" y="58810"/>
                  </a:cubicBezTo>
                  <a:lnTo>
                    <a:pt x="64183" y="58483"/>
                  </a:lnTo>
                  <a:close/>
                  <a:moveTo>
                    <a:pt x="11633" y="59808"/>
                  </a:moveTo>
                  <a:lnTo>
                    <a:pt x="11317" y="60153"/>
                  </a:lnTo>
                  <a:cubicBezTo>
                    <a:pt x="11779" y="60576"/>
                    <a:pt x="12261" y="60993"/>
                    <a:pt x="12746" y="61394"/>
                  </a:cubicBezTo>
                  <a:lnTo>
                    <a:pt x="13045" y="61031"/>
                  </a:lnTo>
                  <a:cubicBezTo>
                    <a:pt x="12566" y="60639"/>
                    <a:pt x="12091" y="60225"/>
                    <a:pt x="11633" y="59808"/>
                  </a:cubicBezTo>
                  <a:close/>
                  <a:moveTo>
                    <a:pt x="61432" y="60999"/>
                  </a:moveTo>
                  <a:cubicBezTo>
                    <a:pt x="60952" y="61394"/>
                    <a:pt x="60459" y="61779"/>
                    <a:pt x="59965" y="62148"/>
                  </a:cubicBezTo>
                  <a:lnTo>
                    <a:pt x="60243" y="62522"/>
                  </a:lnTo>
                  <a:cubicBezTo>
                    <a:pt x="60745" y="62151"/>
                    <a:pt x="61244" y="61760"/>
                    <a:pt x="61729" y="61359"/>
                  </a:cubicBezTo>
                  <a:lnTo>
                    <a:pt x="61432" y="60999"/>
                  </a:lnTo>
                  <a:close/>
                  <a:moveTo>
                    <a:pt x="14520" y="62184"/>
                  </a:moveTo>
                  <a:lnTo>
                    <a:pt x="14242" y="62559"/>
                  </a:lnTo>
                  <a:cubicBezTo>
                    <a:pt x="14743" y="62932"/>
                    <a:pt x="15266" y="63298"/>
                    <a:pt x="15790" y="63647"/>
                  </a:cubicBezTo>
                  <a:lnTo>
                    <a:pt x="16050" y="63259"/>
                  </a:lnTo>
                  <a:cubicBezTo>
                    <a:pt x="15532" y="62913"/>
                    <a:pt x="15017" y="62553"/>
                    <a:pt x="14520" y="62184"/>
                  </a:cubicBezTo>
                  <a:close/>
                  <a:moveTo>
                    <a:pt x="58442" y="63221"/>
                  </a:moveTo>
                  <a:cubicBezTo>
                    <a:pt x="57933" y="63561"/>
                    <a:pt x="57403" y="63896"/>
                    <a:pt x="56868" y="64218"/>
                  </a:cubicBezTo>
                  <a:lnTo>
                    <a:pt x="57106" y="64619"/>
                  </a:lnTo>
                  <a:cubicBezTo>
                    <a:pt x="57650" y="64292"/>
                    <a:pt x="58187" y="63954"/>
                    <a:pt x="58701" y="63611"/>
                  </a:cubicBezTo>
                  <a:lnTo>
                    <a:pt x="58442" y="63221"/>
                  </a:lnTo>
                  <a:close/>
                  <a:moveTo>
                    <a:pt x="17633" y="64254"/>
                  </a:moveTo>
                  <a:lnTo>
                    <a:pt x="17395" y="64657"/>
                  </a:lnTo>
                  <a:cubicBezTo>
                    <a:pt x="17933" y="64979"/>
                    <a:pt x="18489" y="65289"/>
                    <a:pt x="19045" y="65583"/>
                  </a:cubicBezTo>
                  <a:lnTo>
                    <a:pt x="19264" y="65170"/>
                  </a:lnTo>
                  <a:cubicBezTo>
                    <a:pt x="18716" y="64879"/>
                    <a:pt x="18167" y="64572"/>
                    <a:pt x="17633" y="64254"/>
                  </a:cubicBezTo>
                  <a:close/>
                  <a:moveTo>
                    <a:pt x="55245" y="65132"/>
                  </a:moveTo>
                  <a:cubicBezTo>
                    <a:pt x="54696" y="65423"/>
                    <a:pt x="54135" y="65704"/>
                    <a:pt x="53576" y="65966"/>
                  </a:cubicBezTo>
                  <a:lnTo>
                    <a:pt x="53773" y="66390"/>
                  </a:lnTo>
                  <a:cubicBezTo>
                    <a:pt x="54339" y="66123"/>
                    <a:pt x="54909" y="65839"/>
                    <a:pt x="55465" y="65545"/>
                  </a:cubicBezTo>
                  <a:lnTo>
                    <a:pt x="55245" y="65132"/>
                  </a:lnTo>
                  <a:close/>
                  <a:moveTo>
                    <a:pt x="20935" y="65998"/>
                  </a:moveTo>
                  <a:lnTo>
                    <a:pt x="20738" y="66423"/>
                  </a:lnTo>
                  <a:cubicBezTo>
                    <a:pt x="21302" y="66689"/>
                    <a:pt x="21886" y="66942"/>
                    <a:pt x="22468" y="67180"/>
                  </a:cubicBezTo>
                  <a:lnTo>
                    <a:pt x="22644" y="66747"/>
                  </a:lnTo>
                  <a:cubicBezTo>
                    <a:pt x="22070" y="66510"/>
                    <a:pt x="21494" y="66260"/>
                    <a:pt x="20935" y="65998"/>
                  </a:cubicBezTo>
                  <a:close/>
                  <a:moveTo>
                    <a:pt x="51865" y="66717"/>
                  </a:moveTo>
                  <a:cubicBezTo>
                    <a:pt x="51295" y="66951"/>
                    <a:pt x="50708" y="67176"/>
                    <a:pt x="50120" y="67382"/>
                  </a:cubicBezTo>
                  <a:lnTo>
                    <a:pt x="50277" y="67824"/>
                  </a:lnTo>
                  <a:cubicBezTo>
                    <a:pt x="50871" y="67614"/>
                    <a:pt x="51465" y="67387"/>
                    <a:pt x="52042" y="67151"/>
                  </a:cubicBezTo>
                  <a:lnTo>
                    <a:pt x="51865" y="66717"/>
                  </a:lnTo>
                  <a:close/>
                  <a:moveTo>
                    <a:pt x="24392" y="67409"/>
                  </a:moveTo>
                  <a:lnTo>
                    <a:pt x="24237" y="67849"/>
                  </a:lnTo>
                  <a:cubicBezTo>
                    <a:pt x="24828" y="68058"/>
                    <a:pt x="25434" y="68253"/>
                    <a:pt x="26035" y="68433"/>
                  </a:cubicBezTo>
                  <a:lnTo>
                    <a:pt x="26168" y="67985"/>
                  </a:lnTo>
                  <a:cubicBezTo>
                    <a:pt x="25574" y="67808"/>
                    <a:pt x="24978" y="67615"/>
                    <a:pt x="24392" y="67409"/>
                  </a:cubicBezTo>
                  <a:close/>
                  <a:moveTo>
                    <a:pt x="48347" y="67963"/>
                  </a:moveTo>
                  <a:cubicBezTo>
                    <a:pt x="47756" y="68140"/>
                    <a:pt x="47150" y="68306"/>
                    <a:pt x="46546" y="68455"/>
                  </a:cubicBezTo>
                  <a:lnTo>
                    <a:pt x="46657" y="68908"/>
                  </a:lnTo>
                  <a:cubicBezTo>
                    <a:pt x="47270" y="68756"/>
                    <a:pt x="47882" y="68591"/>
                    <a:pt x="48480" y="68411"/>
                  </a:cubicBezTo>
                  <a:lnTo>
                    <a:pt x="48347" y="67963"/>
                  </a:lnTo>
                  <a:close/>
                  <a:moveTo>
                    <a:pt x="27971" y="68475"/>
                  </a:moveTo>
                  <a:lnTo>
                    <a:pt x="27860" y="68929"/>
                  </a:lnTo>
                  <a:cubicBezTo>
                    <a:pt x="28471" y="69078"/>
                    <a:pt x="29093" y="69214"/>
                    <a:pt x="29706" y="69333"/>
                  </a:cubicBezTo>
                  <a:lnTo>
                    <a:pt x="29795" y="68873"/>
                  </a:lnTo>
                  <a:cubicBezTo>
                    <a:pt x="29190" y="68756"/>
                    <a:pt x="28577" y="68623"/>
                    <a:pt x="27971" y="68475"/>
                  </a:cubicBezTo>
                  <a:close/>
                  <a:moveTo>
                    <a:pt x="44721" y="68859"/>
                  </a:moveTo>
                  <a:cubicBezTo>
                    <a:pt x="44114" y="68977"/>
                    <a:pt x="43495" y="69082"/>
                    <a:pt x="42882" y="69172"/>
                  </a:cubicBezTo>
                  <a:lnTo>
                    <a:pt x="42950" y="69634"/>
                  </a:lnTo>
                  <a:cubicBezTo>
                    <a:pt x="43570" y="69543"/>
                    <a:pt x="44198" y="69436"/>
                    <a:pt x="44812" y="69318"/>
                  </a:cubicBezTo>
                  <a:lnTo>
                    <a:pt x="44721" y="68859"/>
                  </a:lnTo>
                  <a:close/>
                  <a:moveTo>
                    <a:pt x="31634" y="69183"/>
                  </a:moveTo>
                  <a:lnTo>
                    <a:pt x="31569" y="69646"/>
                  </a:lnTo>
                  <a:cubicBezTo>
                    <a:pt x="32189" y="69735"/>
                    <a:pt x="32819" y="69810"/>
                    <a:pt x="33446" y="69871"/>
                  </a:cubicBezTo>
                  <a:lnTo>
                    <a:pt x="33490" y="69404"/>
                  </a:lnTo>
                  <a:cubicBezTo>
                    <a:pt x="32871" y="69346"/>
                    <a:pt x="32247" y="69271"/>
                    <a:pt x="31634" y="69183"/>
                  </a:cubicBezTo>
                  <a:close/>
                  <a:moveTo>
                    <a:pt x="41027" y="69397"/>
                  </a:moveTo>
                  <a:cubicBezTo>
                    <a:pt x="40416" y="69457"/>
                    <a:pt x="39788" y="69502"/>
                    <a:pt x="39166" y="69533"/>
                  </a:cubicBezTo>
                  <a:lnTo>
                    <a:pt x="39190" y="70000"/>
                  </a:lnTo>
                  <a:cubicBezTo>
                    <a:pt x="39819" y="69969"/>
                    <a:pt x="40454" y="69924"/>
                    <a:pt x="41071" y="69862"/>
                  </a:cubicBezTo>
                  <a:lnTo>
                    <a:pt x="41027" y="69397"/>
                  </a:lnTo>
                  <a:close/>
                  <a:moveTo>
                    <a:pt x="35351" y="69537"/>
                  </a:moveTo>
                  <a:lnTo>
                    <a:pt x="35329" y="70004"/>
                  </a:lnTo>
                  <a:cubicBezTo>
                    <a:pt x="35958" y="70035"/>
                    <a:pt x="36594" y="70050"/>
                    <a:pt x="37219" y="70050"/>
                  </a:cubicBezTo>
                  <a:lnTo>
                    <a:pt x="37298" y="70050"/>
                  </a:lnTo>
                  <a:lnTo>
                    <a:pt x="37298" y="69581"/>
                  </a:lnTo>
                  <a:lnTo>
                    <a:pt x="37217" y="69581"/>
                  </a:lnTo>
                  <a:cubicBezTo>
                    <a:pt x="36601" y="69581"/>
                    <a:pt x="35972" y="69567"/>
                    <a:pt x="35351" y="6953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40"/>
            <p:cNvSpPr/>
            <p:nvPr/>
          </p:nvSpPr>
          <p:spPr>
            <a:xfrm>
              <a:off x="242208" y="1765660"/>
              <a:ext cx="2268575" cy="2269917"/>
            </a:xfrm>
            <a:custGeom>
              <a:avLst/>
              <a:gdLst/>
              <a:ahLst/>
              <a:cxnLst/>
              <a:rect l="l" t="t" r="r" b="b"/>
              <a:pathLst>
                <a:path w="65923" h="65962" extrusionOk="0">
                  <a:moveTo>
                    <a:pt x="32963" y="0"/>
                  </a:moveTo>
                  <a:cubicBezTo>
                    <a:pt x="14786" y="0"/>
                    <a:pt x="0" y="14799"/>
                    <a:pt x="0" y="32977"/>
                  </a:cubicBezTo>
                  <a:cubicBezTo>
                    <a:pt x="0" y="51164"/>
                    <a:pt x="14786" y="65962"/>
                    <a:pt x="32963" y="65962"/>
                  </a:cubicBezTo>
                  <a:cubicBezTo>
                    <a:pt x="51137" y="65962"/>
                    <a:pt x="65922" y="51167"/>
                    <a:pt x="65922" y="32977"/>
                  </a:cubicBezTo>
                  <a:cubicBezTo>
                    <a:pt x="65922" y="14797"/>
                    <a:pt x="51135" y="0"/>
                    <a:pt x="329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40"/>
            <p:cNvSpPr/>
            <p:nvPr/>
          </p:nvSpPr>
          <p:spPr>
            <a:xfrm>
              <a:off x="242208" y="1798318"/>
              <a:ext cx="982855" cy="2002395"/>
            </a:xfrm>
            <a:custGeom>
              <a:avLst/>
              <a:gdLst/>
              <a:ahLst/>
              <a:cxnLst/>
              <a:rect l="l" t="t" r="r" b="b"/>
              <a:pathLst>
                <a:path w="28561" h="58188" extrusionOk="0">
                  <a:moveTo>
                    <a:pt x="8441" y="11761"/>
                  </a:moveTo>
                  <a:cubicBezTo>
                    <a:pt x="8854" y="11761"/>
                    <a:pt x="9309" y="11909"/>
                    <a:pt x="9790" y="12202"/>
                  </a:cubicBezTo>
                  <a:cubicBezTo>
                    <a:pt x="10132" y="12403"/>
                    <a:pt x="10509" y="12590"/>
                    <a:pt x="10915" y="12789"/>
                  </a:cubicBezTo>
                  <a:cubicBezTo>
                    <a:pt x="12125" y="13386"/>
                    <a:pt x="13498" y="14062"/>
                    <a:pt x="13560" y="15209"/>
                  </a:cubicBezTo>
                  <a:cubicBezTo>
                    <a:pt x="13594" y="15806"/>
                    <a:pt x="13329" y="16352"/>
                    <a:pt x="13021" y="16985"/>
                  </a:cubicBezTo>
                  <a:cubicBezTo>
                    <a:pt x="12729" y="17585"/>
                    <a:pt x="12385" y="18295"/>
                    <a:pt x="12307" y="19139"/>
                  </a:cubicBezTo>
                  <a:cubicBezTo>
                    <a:pt x="11735" y="18546"/>
                    <a:pt x="11020" y="18015"/>
                    <a:pt x="10403" y="17556"/>
                  </a:cubicBezTo>
                  <a:cubicBezTo>
                    <a:pt x="10205" y="17408"/>
                    <a:pt x="10019" y="17272"/>
                    <a:pt x="9861" y="17146"/>
                  </a:cubicBezTo>
                  <a:cubicBezTo>
                    <a:pt x="9512" y="16874"/>
                    <a:pt x="9108" y="16618"/>
                    <a:pt x="8678" y="16347"/>
                  </a:cubicBezTo>
                  <a:cubicBezTo>
                    <a:pt x="7433" y="15560"/>
                    <a:pt x="6255" y="14818"/>
                    <a:pt x="6445" y="13806"/>
                  </a:cubicBezTo>
                  <a:lnTo>
                    <a:pt x="6713" y="12368"/>
                  </a:lnTo>
                  <a:lnTo>
                    <a:pt x="7822" y="11886"/>
                  </a:lnTo>
                  <a:cubicBezTo>
                    <a:pt x="8015" y="11803"/>
                    <a:pt x="8222" y="11761"/>
                    <a:pt x="8441" y="11761"/>
                  </a:cubicBezTo>
                  <a:close/>
                  <a:moveTo>
                    <a:pt x="12994" y="22480"/>
                  </a:moveTo>
                  <a:cubicBezTo>
                    <a:pt x="13399" y="23652"/>
                    <a:pt x="13970" y="24924"/>
                    <a:pt x="14656" y="25641"/>
                  </a:cubicBezTo>
                  <a:cubicBezTo>
                    <a:pt x="14382" y="25389"/>
                    <a:pt x="14092" y="25143"/>
                    <a:pt x="13775" y="24922"/>
                  </a:cubicBezTo>
                  <a:cubicBezTo>
                    <a:pt x="13583" y="24788"/>
                    <a:pt x="13343" y="24587"/>
                    <a:pt x="13108" y="24394"/>
                  </a:cubicBezTo>
                  <a:cubicBezTo>
                    <a:pt x="12622" y="23989"/>
                    <a:pt x="12117" y="23572"/>
                    <a:pt x="11621" y="23342"/>
                  </a:cubicBezTo>
                  <a:lnTo>
                    <a:pt x="11545" y="23308"/>
                  </a:lnTo>
                  <a:lnTo>
                    <a:pt x="11545" y="23308"/>
                  </a:lnTo>
                  <a:cubicBezTo>
                    <a:pt x="11586" y="23313"/>
                    <a:pt x="11629" y="23314"/>
                    <a:pt x="11671" y="23314"/>
                  </a:cubicBezTo>
                  <a:cubicBezTo>
                    <a:pt x="12094" y="23314"/>
                    <a:pt x="12619" y="23150"/>
                    <a:pt x="12994" y="22480"/>
                  </a:cubicBezTo>
                  <a:close/>
                  <a:moveTo>
                    <a:pt x="9835" y="22202"/>
                  </a:moveTo>
                  <a:cubicBezTo>
                    <a:pt x="9956" y="22202"/>
                    <a:pt x="10037" y="22208"/>
                    <a:pt x="10088" y="22216"/>
                  </a:cubicBezTo>
                  <a:cubicBezTo>
                    <a:pt x="10113" y="22255"/>
                    <a:pt x="10144" y="22314"/>
                    <a:pt x="10185" y="22385"/>
                  </a:cubicBezTo>
                  <a:cubicBezTo>
                    <a:pt x="10332" y="22654"/>
                    <a:pt x="10485" y="22931"/>
                    <a:pt x="10779" y="23071"/>
                  </a:cubicBezTo>
                  <a:cubicBezTo>
                    <a:pt x="10830" y="23099"/>
                    <a:pt x="10882" y="23123"/>
                    <a:pt x="10932" y="23146"/>
                  </a:cubicBezTo>
                  <a:cubicBezTo>
                    <a:pt x="10863" y="23139"/>
                    <a:pt x="10792" y="23136"/>
                    <a:pt x="10722" y="23136"/>
                  </a:cubicBezTo>
                  <a:cubicBezTo>
                    <a:pt x="9497" y="23136"/>
                    <a:pt x="9073" y="24296"/>
                    <a:pt x="8790" y="25064"/>
                  </a:cubicBezTo>
                  <a:cubicBezTo>
                    <a:pt x="8670" y="25396"/>
                    <a:pt x="8520" y="25809"/>
                    <a:pt x="8369" y="25961"/>
                  </a:cubicBezTo>
                  <a:cubicBezTo>
                    <a:pt x="8027" y="26303"/>
                    <a:pt x="7535" y="26508"/>
                    <a:pt x="7055" y="26508"/>
                  </a:cubicBezTo>
                  <a:cubicBezTo>
                    <a:pt x="6705" y="26508"/>
                    <a:pt x="6420" y="26398"/>
                    <a:pt x="6289" y="26215"/>
                  </a:cubicBezTo>
                  <a:cubicBezTo>
                    <a:pt x="6120" y="25981"/>
                    <a:pt x="6214" y="25597"/>
                    <a:pt x="6284" y="25390"/>
                  </a:cubicBezTo>
                  <a:cubicBezTo>
                    <a:pt x="6801" y="23885"/>
                    <a:pt x="7501" y="22338"/>
                    <a:pt x="8774" y="22270"/>
                  </a:cubicBezTo>
                  <a:cubicBezTo>
                    <a:pt x="8866" y="22267"/>
                    <a:pt x="8983" y="22255"/>
                    <a:pt x="9117" y="22245"/>
                  </a:cubicBezTo>
                  <a:cubicBezTo>
                    <a:pt x="9335" y="22226"/>
                    <a:pt x="9602" y="22202"/>
                    <a:pt x="9835" y="22202"/>
                  </a:cubicBezTo>
                  <a:close/>
                  <a:moveTo>
                    <a:pt x="25087" y="1"/>
                  </a:moveTo>
                  <a:cubicBezTo>
                    <a:pt x="10703" y="3548"/>
                    <a:pt x="0" y="16564"/>
                    <a:pt x="0" y="32031"/>
                  </a:cubicBezTo>
                  <a:cubicBezTo>
                    <a:pt x="0" y="35420"/>
                    <a:pt x="514" y="38689"/>
                    <a:pt x="1466" y="41768"/>
                  </a:cubicBezTo>
                  <a:cubicBezTo>
                    <a:pt x="1512" y="41785"/>
                    <a:pt x="1560" y="41804"/>
                    <a:pt x="1602" y="41819"/>
                  </a:cubicBezTo>
                  <a:cubicBezTo>
                    <a:pt x="2116" y="42011"/>
                    <a:pt x="2631" y="42193"/>
                    <a:pt x="3149" y="42375"/>
                  </a:cubicBezTo>
                  <a:cubicBezTo>
                    <a:pt x="3645" y="42547"/>
                    <a:pt x="3990" y="42729"/>
                    <a:pt x="4356" y="42921"/>
                  </a:cubicBezTo>
                  <a:cubicBezTo>
                    <a:pt x="4654" y="43077"/>
                    <a:pt x="4962" y="43238"/>
                    <a:pt x="5371" y="43411"/>
                  </a:cubicBezTo>
                  <a:cubicBezTo>
                    <a:pt x="6754" y="44002"/>
                    <a:pt x="6757" y="44069"/>
                    <a:pt x="6814" y="45803"/>
                  </a:cubicBezTo>
                  <a:lnTo>
                    <a:pt x="6815" y="45832"/>
                  </a:lnTo>
                  <a:cubicBezTo>
                    <a:pt x="6828" y="46223"/>
                    <a:pt x="7038" y="46493"/>
                    <a:pt x="7203" y="46710"/>
                  </a:cubicBezTo>
                  <a:cubicBezTo>
                    <a:pt x="7338" y="46884"/>
                    <a:pt x="7421" y="46998"/>
                    <a:pt x="7427" y="47124"/>
                  </a:cubicBezTo>
                  <a:cubicBezTo>
                    <a:pt x="7491" y="48362"/>
                    <a:pt x="7558" y="49640"/>
                    <a:pt x="7477" y="50862"/>
                  </a:cubicBezTo>
                  <a:cubicBezTo>
                    <a:pt x="7433" y="51449"/>
                    <a:pt x="7305" y="52028"/>
                    <a:pt x="7172" y="52547"/>
                  </a:cubicBezTo>
                  <a:cubicBezTo>
                    <a:pt x="8847" y="54653"/>
                    <a:pt x="10776" y="56547"/>
                    <a:pt x="12909" y="58187"/>
                  </a:cubicBezTo>
                  <a:lnTo>
                    <a:pt x="12992" y="58053"/>
                  </a:lnTo>
                  <a:cubicBezTo>
                    <a:pt x="13158" y="57775"/>
                    <a:pt x="13318" y="57498"/>
                    <a:pt x="13469" y="57239"/>
                  </a:cubicBezTo>
                  <a:lnTo>
                    <a:pt x="13484" y="57215"/>
                  </a:lnTo>
                  <a:cubicBezTo>
                    <a:pt x="13747" y="56761"/>
                    <a:pt x="13974" y="56370"/>
                    <a:pt x="14144" y="56122"/>
                  </a:cubicBezTo>
                  <a:cubicBezTo>
                    <a:pt x="14385" y="55765"/>
                    <a:pt x="14624" y="55396"/>
                    <a:pt x="14865" y="55026"/>
                  </a:cubicBezTo>
                  <a:cubicBezTo>
                    <a:pt x="15460" y="54106"/>
                    <a:pt x="16309" y="53153"/>
                    <a:pt x="17057" y="52312"/>
                  </a:cubicBezTo>
                  <a:lnTo>
                    <a:pt x="17210" y="52138"/>
                  </a:lnTo>
                  <a:cubicBezTo>
                    <a:pt x="17434" y="51886"/>
                    <a:pt x="17706" y="51608"/>
                    <a:pt x="17997" y="51316"/>
                  </a:cubicBezTo>
                  <a:cubicBezTo>
                    <a:pt x="18202" y="51109"/>
                    <a:pt x="18432" y="50891"/>
                    <a:pt x="18670" y="50667"/>
                  </a:cubicBezTo>
                  <a:cubicBezTo>
                    <a:pt x="19857" y="49551"/>
                    <a:pt x="21335" y="48161"/>
                    <a:pt x="21187" y="46501"/>
                  </a:cubicBezTo>
                  <a:cubicBezTo>
                    <a:pt x="21014" y="44567"/>
                    <a:pt x="17850" y="43592"/>
                    <a:pt x="15539" y="42880"/>
                  </a:cubicBezTo>
                  <a:cubicBezTo>
                    <a:pt x="15282" y="42799"/>
                    <a:pt x="15035" y="42723"/>
                    <a:pt x="14801" y="42648"/>
                  </a:cubicBezTo>
                  <a:cubicBezTo>
                    <a:pt x="14228" y="42466"/>
                    <a:pt x="13734" y="42306"/>
                    <a:pt x="13419" y="42171"/>
                  </a:cubicBezTo>
                  <a:cubicBezTo>
                    <a:pt x="11415" y="41304"/>
                    <a:pt x="9961" y="40430"/>
                    <a:pt x="8277" y="39417"/>
                  </a:cubicBezTo>
                  <a:lnTo>
                    <a:pt x="8152" y="39342"/>
                  </a:lnTo>
                  <a:cubicBezTo>
                    <a:pt x="8049" y="39278"/>
                    <a:pt x="7908" y="39197"/>
                    <a:pt x="7743" y="39106"/>
                  </a:cubicBezTo>
                  <a:cubicBezTo>
                    <a:pt x="6872" y="38619"/>
                    <a:pt x="6527" y="38354"/>
                    <a:pt x="6389" y="38223"/>
                  </a:cubicBezTo>
                  <a:cubicBezTo>
                    <a:pt x="6556" y="38107"/>
                    <a:pt x="7023" y="37869"/>
                    <a:pt x="8303" y="37541"/>
                  </a:cubicBezTo>
                  <a:cubicBezTo>
                    <a:pt x="8502" y="37490"/>
                    <a:pt x="8672" y="37446"/>
                    <a:pt x="8805" y="37405"/>
                  </a:cubicBezTo>
                  <a:cubicBezTo>
                    <a:pt x="8947" y="37361"/>
                    <a:pt x="9081" y="37321"/>
                    <a:pt x="9213" y="37281"/>
                  </a:cubicBezTo>
                  <a:cubicBezTo>
                    <a:pt x="9431" y="37215"/>
                    <a:pt x="9646" y="37171"/>
                    <a:pt x="9857" y="37127"/>
                  </a:cubicBezTo>
                  <a:cubicBezTo>
                    <a:pt x="10449" y="37003"/>
                    <a:pt x="11062" y="36877"/>
                    <a:pt x="11678" y="36311"/>
                  </a:cubicBezTo>
                  <a:cubicBezTo>
                    <a:pt x="12028" y="35993"/>
                    <a:pt x="12130" y="35638"/>
                    <a:pt x="12211" y="35352"/>
                  </a:cubicBezTo>
                  <a:cubicBezTo>
                    <a:pt x="12267" y="35152"/>
                    <a:pt x="12316" y="34981"/>
                    <a:pt x="12439" y="34820"/>
                  </a:cubicBezTo>
                  <a:cubicBezTo>
                    <a:pt x="12842" y="34296"/>
                    <a:pt x="13222" y="33804"/>
                    <a:pt x="13684" y="33418"/>
                  </a:cubicBezTo>
                  <a:cubicBezTo>
                    <a:pt x="13765" y="33351"/>
                    <a:pt x="13991" y="33343"/>
                    <a:pt x="14193" y="33335"/>
                  </a:cubicBezTo>
                  <a:cubicBezTo>
                    <a:pt x="14504" y="33322"/>
                    <a:pt x="14859" y="33308"/>
                    <a:pt x="15165" y="33111"/>
                  </a:cubicBezTo>
                  <a:cubicBezTo>
                    <a:pt x="16346" y="32346"/>
                    <a:pt x="17201" y="30685"/>
                    <a:pt x="17317" y="29585"/>
                  </a:cubicBezTo>
                  <a:cubicBezTo>
                    <a:pt x="17397" y="28820"/>
                    <a:pt x="17051" y="28066"/>
                    <a:pt x="16264" y="27279"/>
                  </a:cubicBezTo>
                  <a:cubicBezTo>
                    <a:pt x="16060" y="27076"/>
                    <a:pt x="15863" y="26867"/>
                    <a:pt x="15656" y="26647"/>
                  </a:cubicBezTo>
                  <a:cubicBezTo>
                    <a:pt x="15403" y="26379"/>
                    <a:pt x="15146" y="26109"/>
                    <a:pt x="14875" y="25844"/>
                  </a:cubicBezTo>
                  <a:lnTo>
                    <a:pt x="14875" y="25844"/>
                  </a:lnTo>
                  <a:cubicBezTo>
                    <a:pt x="14912" y="25873"/>
                    <a:pt x="14947" y="25902"/>
                    <a:pt x="14983" y="25930"/>
                  </a:cubicBezTo>
                  <a:cubicBezTo>
                    <a:pt x="15768" y="26517"/>
                    <a:pt x="17267" y="26725"/>
                    <a:pt x="18312" y="26725"/>
                  </a:cubicBezTo>
                  <a:cubicBezTo>
                    <a:pt x="19294" y="26725"/>
                    <a:pt x="20034" y="26564"/>
                    <a:pt x="20515" y="26246"/>
                  </a:cubicBezTo>
                  <a:cubicBezTo>
                    <a:pt x="21456" y="25619"/>
                    <a:pt x="21744" y="24311"/>
                    <a:pt x="21978" y="23256"/>
                  </a:cubicBezTo>
                  <a:cubicBezTo>
                    <a:pt x="22035" y="23000"/>
                    <a:pt x="22088" y="22760"/>
                    <a:pt x="22144" y="22574"/>
                  </a:cubicBezTo>
                  <a:cubicBezTo>
                    <a:pt x="22417" y="21630"/>
                    <a:pt x="22743" y="20637"/>
                    <a:pt x="23266" y="19759"/>
                  </a:cubicBezTo>
                  <a:cubicBezTo>
                    <a:pt x="23512" y="19329"/>
                    <a:pt x="23870" y="18956"/>
                    <a:pt x="24247" y="18559"/>
                  </a:cubicBezTo>
                  <a:cubicBezTo>
                    <a:pt x="24379" y="18422"/>
                    <a:pt x="24612" y="18264"/>
                    <a:pt x="24859" y="18097"/>
                  </a:cubicBezTo>
                  <a:cubicBezTo>
                    <a:pt x="25289" y="17804"/>
                    <a:pt x="25735" y="17500"/>
                    <a:pt x="25962" y="17109"/>
                  </a:cubicBezTo>
                  <a:cubicBezTo>
                    <a:pt x="26738" y="15787"/>
                    <a:pt x="26603" y="14372"/>
                    <a:pt x="26476" y="13001"/>
                  </a:cubicBezTo>
                  <a:cubicBezTo>
                    <a:pt x="26369" y="11873"/>
                    <a:pt x="26269" y="10810"/>
                    <a:pt x="26748" y="9999"/>
                  </a:cubicBezTo>
                  <a:cubicBezTo>
                    <a:pt x="26931" y="9687"/>
                    <a:pt x="26900" y="9399"/>
                    <a:pt x="26877" y="9187"/>
                  </a:cubicBezTo>
                  <a:cubicBezTo>
                    <a:pt x="26858" y="9026"/>
                    <a:pt x="26858" y="8973"/>
                    <a:pt x="26885" y="8933"/>
                  </a:cubicBezTo>
                  <a:cubicBezTo>
                    <a:pt x="27623" y="7819"/>
                    <a:pt x="28385" y="6666"/>
                    <a:pt x="28468" y="4851"/>
                  </a:cubicBezTo>
                  <a:cubicBezTo>
                    <a:pt x="28561" y="2794"/>
                    <a:pt x="27422" y="1164"/>
                    <a:pt x="25087" y="1"/>
                  </a:cubicBez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40"/>
            <p:cNvSpPr/>
            <p:nvPr/>
          </p:nvSpPr>
          <p:spPr>
            <a:xfrm>
              <a:off x="961223" y="2165843"/>
              <a:ext cx="1542919" cy="1600870"/>
            </a:xfrm>
            <a:custGeom>
              <a:avLst/>
              <a:gdLst/>
              <a:ahLst/>
              <a:cxnLst/>
              <a:rect l="l" t="t" r="r" b="b"/>
              <a:pathLst>
                <a:path w="44836" h="46520" extrusionOk="0">
                  <a:moveTo>
                    <a:pt x="7270" y="23323"/>
                  </a:moveTo>
                  <a:cubicBezTo>
                    <a:pt x="8550" y="24031"/>
                    <a:pt x="9994" y="24529"/>
                    <a:pt x="11367" y="25003"/>
                  </a:cubicBezTo>
                  <a:lnTo>
                    <a:pt x="12247" y="25309"/>
                  </a:lnTo>
                  <a:cubicBezTo>
                    <a:pt x="12304" y="25328"/>
                    <a:pt x="12361" y="25345"/>
                    <a:pt x="12417" y="25364"/>
                  </a:cubicBezTo>
                  <a:cubicBezTo>
                    <a:pt x="12359" y="25363"/>
                    <a:pt x="12300" y="25360"/>
                    <a:pt x="12240" y="25360"/>
                  </a:cubicBezTo>
                  <a:cubicBezTo>
                    <a:pt x="11686" y="25360"/>
                    <a:pt x="11086" y="25452"/>
                    <a:pt x="10500" y="25543"/>
                  </a:cubicBezTo>
                  <a:cubicBezTo>
                    <a:pt x="9945" y="25628"/>
                    <a:pt x="9370" y="25718"/>
                    <a:pt x="8869" y="25718"/>
                  </a:cubicBezTo>
                  <a:cubicBezTo>
                    <a:pt x="7969" y="25718"/>
                    <a:pt x="7552" y="25442"/>
                    <a:pt x="7333" y="24699"/>
                  </a:cubicBezTo>
                  <a:cubicBezTo>
                    <a:pt x="7317" y="24643"/>
                    <a:pt x="7331" y="24462"/>
                    <a:pt x="7343" y="24340"/>
                  </a:cubicBezTo>
                  <a:cubicBezTo>
                    <a:pt x="7365" y="24075"/>
                    <a:pt x="7394" y="23699"/>
                    <a:pt x="7270" y="23323"/>
                  </a:cubicBezTo>
                  <a:close/>
                  <a:moveTo>
                    <a:pt x="22401" y="1"/>
                  </a:moveTo>
                  <a:cubicBezTo>
                    <a:pt x="21605" y="1"/>
                    <a:pt x="20964" y="238"/>
                    <a:pt x="20496" y="709"/>
                  </a:cubicBezTo>
                  <a:cubicBezTo>
                    <a:pt x="19775" y="1429"/>
                    <a:pt x="19450" y="2981"/>
                    <a:pt x="19453" y="4121"/>
                  </a:cubicBezTo>
                  <a:cubicBezTo>
                    <a:pt x="19457" y="4920"/>
                    <a:pt x="19374" y="5727"/>
                    <a:pt x="19292" y="6517"/>
                  </a:cubicBezTo>
                  <a:cubicBezTo>
                    <a:pt x="19209" y="7331"/>
                    <a:pt x="19122" y="8171"/>
                    <a:pt x="19125" y="9042"/>
                  </a:cubicBezTo>
                  <a:cubicBezTo>
                    <a:pt x="19125" y="9236"/>
                    <a:pt x="19135" y="9418"/>
                    <a:pt x="19144" y="9591"/>
                  </a:cubicBezTo>
                  <a:cubicBezTo>
                    <a:pt x="19179" y="10273"/>
                    <a:pt x="19179" y="10273"/>
                    <a:pt x="18942" y="10352"/>
                  </a:cubicBezTo>
                  <a:cubicBezTo>
                    <a:pt x="18833" y="10387"/>
                    <a:pt x="18741" y="10408"/>
                    <a:pt x="18658" y="10408"/>
                  </a:cubicBezTo>
                  <a:cubicBezTo>
                    <a:pt x="18392" y="10408"/>
                    <a:pt x="18208" y="10195"/>
                    <a:pt x="17785" y="9553"/>
                  </a:cubicBezTo>
                  <a:lnTo>
                    <a:pt x="17691" y="9413"/>
                  </a:lnTo>
                  <a:cubicBezTo>
                    <a:pt x="17567" y="9224"/>
                    <a:pt x="17441" y="9006"/>
                    <a:pt x="17331" y="8814"/>
                  </a:cubicBezTo>
                  <a:cubicBezTo>
                    <a:pt x="16803" y="7895"/>
                    <a:pt x="16143" y="6753"/>
                    <a:pt x="14705" y="6753"/>
                  </a:cubicBezTo>
                  <a:cubicBezTo>
                    <a:pt x="14509" y="6753"/>
                    <a:pt x="14304" y="6776"/>
                    <a:pt x="14092" y="6823"/>
                  </a:cubicBezTo>
                  <a:cubicBezTo>
                    <a:pt x="12373" y="7206"/>
                    <a:pt x="11228" y="8011"/>
                    <a:pt x="10483" y="9354"/>
                  </a:cubicBezTo>
                  <a:cubicBezTo>
                    <a:pt x="10315" y="9657"/>
                    <a:pt x="10247" y="10103"/>
                    <a:pt x="10176" y="10573"/>
                  </a:cubicBezTo>
                  <a:cubicBezTo>
                    <a:pt x="10132" y="10855"/>
                    <a:pt x="10060" y="11329"/>
                    <a:pt x="9981" y="11436"/>
                  </a:cubicBezTo>
                  <a:cubicBezTo>
                    <a:pt x="9775" y="11717"/>
                    <a:pt x="9530" y="11998"/>
                    <a:pt x="9286" y="12276"/>
                  </a:cubicBezTo>
                  <a:cubicBezTo>
                    <a:pt x="8780" y="12858"/>
                    <a:pt x="8259" y="13459"/>
                    <a:pt x="7911" y="14204"/>
                  </a:cubicBezTo>
                  <a:cubicBezTo>
                    <a:pt x="7808" y="14419"/>
                    <a:pt x="7756" y="14653"/>
                    <a:pt x="7706" y="14860"/>
                  </a:cubicBezTo>
                  <a:cubicBezTo>
                    <a:pt x="7696" y="14911"/>
                    <a:pt x="7674" y="15004"/>
                    <a:pt x="7648" y="15092"/>
                  </a:cubicBezTo>
                  <a:cubicBezTo>
                    <a:pt x="7617" y="15061"/>
                    <a:pt x="7588" y="15031"/>
                    <a:pt x="7566" y="15006"/>
                  </a:cubicBezTo>
                  <a:cubicBezTo>
                    <a:pt x="7340" y="14767"/>
                    <a:pt x="7002" y="14406"/>
                    <a:pt x="6461" y="14296"/>
                  </a:cubicBezTo>
                  <a:cubicBezTo>
                    <a:pt x="6327" y="14272"/>
                    <a:pt x="6196" y="14260"/>
                    <a:pt x="6067" y="14260"/>
                  </a:cubicBezTo>
                  <a:cubicBezTo>
                    <a:pt x="5505" y="14260"/>
                    <a:pt x="5001" y="14487"/>
                    <a:pt x="4629" y="14917"/>
                  </a:cubicBezTo>
                  <a:cubicBezTo>
                    <a:pt x="3952" y="15698"/>
                    <a:pt x="3288" y="17190"/>
                    <a:pt x="3416" y="18081"/>
                  </a:cubicBezTo>
                  <a:cubicBezTo>
                    <a:pt x="3672" y="19929"/>
                    <a:pt x="4514" y="21237"/>
                    <a:pt x="5655" y="22222"/>
                  </a:cubicBezTo>
                  <a:cubicBezTo>
                    <a:pt x="5595" y="22217"/>
                    <a:pt x="5538" y="22207"/>
                    <a:pt x="5475" y="22207"/>
                  </a:cubicBezTo>
                  <a:cubicBezTo>
                    <a:pt x="4432" y="22207"/>
                    <a:pt x="3250" y="22810"/>
                    <a:pt x="2840" y="23550"/>
                  </a:cubicBezTo>
                  <a:cubicBezTo>
                    <a:pt x="2410" y="24315"/>
                    <a:pt x="2144" y="25243"/>
                    <a:pt x="1886" y="26137"/>
                  </a:cubicBezTo>
                  <a:cubicBezTo>
                    <a:pt x="1708" y="26754"/>
                    <a:pt x="1539" y="27338"/>
                    <a:pt x="1332" y="27832"/>
                  </a:cubicBezTo>
                  <a:cubicBezTo>
                    <a:pt x="0" y="30979"/>
                    <a:pt x="534" y="33162"/>
                    <a:pt x="2966" y="34513"/>
                  </a:cubicBezTo>
                  <a:cubicBezTo>
                    <a:pt x="3775" y="34953"/>
                    <a:pt x="4678" y="35004"/>
                    <a:pt x="5288" y="35004"/>
                  </a:cubicBezTo>
                  <a:cubicBezTo>
                    <a:pt x="5653" y="35004"/>
                    <a:pt x="6005" y="34984"/>
                    <a:pt x="6342" y="34965"/>
                  </a:cubicBezTo>
                  <a:cubicBezTo>
                    <a:pt x="6635" y="34947"/>
                    <a:pt x="6919" y="34933"/>
                    <a:pt x="7156" y="34933"/>
                  </a:cubicBezTo>
                  <a:cubicBezTo>
                    <a:pt x="7286" y="34933"/>
                    <a:pt x="7401" y="34937"/>
                    <a:pt x="7497" y="34947"/>
                  </a:cubicBezTo>
                  <a:cubicBezTo>
                    <a:pt x="8784" y="35099"/>
                    <a:pt x="9374" y="35420"/>
                    <a:pt x="9681" y="36131"/>
                  </a:cubicBezTo>
                  <a:cubicBezTo>
                    <a:pt x="10079" y="37058"/>
                    <a:pt x="9797" y="38315"/>
                    <a:pt x="9525" y="39532"/>
                  </a:cubicBezTo>
                  <a:cubicBezTo>
                    <a:pt x="9340" y="40359"/>
                    <a:pt x="9165" y="41140"/>
                    <a:pt x="9157" y="41907"/>
                  </a:cubicBezTo>
                  <a:cubicBezTo>
                    <a:pt x="9143" y="43401"/>
                    <a:pt x="9447" y="44410"/>
                    <a:pt x="10117" y="45086"/>
                  </a:cubicBezTo>
                  <a:lnTo>
                    <a:pt x="10157" y="45126"/>
                  </a:lnTo>
                  <a:cubicBezTo>
                    <a:pt x="10705" y="45682"/>
                    <a:pt x="11538" y="46520"/>
                    <a:pt x="12723" y="46520"/>
                  </a:cubicBezTo>
                  <a:cubicBezTo>
                    <a:pt x="13124" y="46520"/>
                    <a:pt x="13789" y="46489"/>
                    <a:pt x="14234" y="46431"/>
                  </a:cubicBezTo>
                  <a:cubicBezTo>
                    <a:pt x="17209" y="46047"/>
                    <a:pt x="17523" y="43211"/>
                    <a:pt x="17734" y="41333"/>
                  </a:cubicBezTo>
                  <a:lnTo>
                    <a:pt x="17747" y="41213"/>
                  </a:lnTo>
                  <a:cubicBezTo>
                    <a:pt x="17844" y="40352"/>
                    <a:pt x="17943" y="39461"/>
                    <a:pt x="18269" y="38795"/>
                  </a:cubicBezTo>
                  <a:cubicBezTo>
                    <a:pt x="18457" y="38419"/>
                    <a:pt x="18547" y="38039"/>
                    <a:pt x="18635" y="37668"/>
                  </a:cubicBezTo>
                  <a:cubicBezTo>
                    <a:pt x="18708" y="37364"/>
                    <a:pt x="18778" y="37074"/>
                    <a:pt x="18898" y="36795"/>
                  </a:cubicBezTo>
                  <a:cubicBezTo>
                    <a:pt x="19444" y="35525"/>
                    <a:pt x="20007" y="34214"/>
                    <a:pt x="20737" y="33170"/>
                  </a:cubicBezTo>
                  <a:cubicBezTo>
                    <a:pt x="20920" y="32909"/>
                    <a:pt x="21192" y="32655"/>
                    <a:pt x="21484" y="32385"/>
                  </a:cubicBezTo>
                  <a:cubicBezTo>
                    <a:pt x="22189" y="31729"/>
                    <a:pt x="23059" y="30919"/>
                    <a:pt x="22963" y="29559"/>
                  </a:cubicBezTo>
                  <a:lnTo>
                    <a:pt x="22963" y="29559"/>
                  </a:lnTo>
                  <a:cubicBezTo>
                    <a:pt x="23176" y="29759"/>
                    <a:pt x="23454" y="30030"/>
                    <a:pt x="23507" y="30137"/>
                  </a:cubicBezTo>
                  <a:cubicBezTo>
                    <a:pt x="23614" y="30388"/>
                    <a:pt x="23631" y="30761"/>
                    <a:pt x="23650" y="31158"/>
                  </a:cubicBezTo>
                  <a:cubicBezTo>
                    <a:pt x="23697" y="32129"/>
                    <a:pt x="23784" y="33938"/>
                    <a:pt x="26180" y="33938"/>
                  </a:cubicBezTo>
                  <a:lnTo>
                    <a:pt x="26265" y="33938"/>
                  </a:lnTo>
                  <a:cubicBezTo>
                    <a:pt x="28433" y="33898"/>
                    <a:pt x="28713" y="32039"/>
                    <a:pt x="28898" y="30807"/>
                  </a:cubicBezTo>
                  <a:cubicBezTo>
                    <a:pt x="28996" y="30170"/>
                    <a:pt x="29094" y="29512"/>
                    <a:pt x="29367" y="29252"/>
                  </a:cubicBezTo>
                  <a:cubicBezTo>
                    <a:pt x="29465" y="29159"/>
                    <a:pt x="29526" y="29135"/>
                    <a:pt x="29545" y="29135"/>
                  </a:cubicBezTo>
                  <a:cubicBezTo>
                    <a:pt x="29570" y="29135"/>
                    <a:pt x="29804" y="29156"/>
                    <a:pt x="30367" y="29892"/>
                  </a:cubicBezTo>
                  <a:cubicBezTo>
                    <a:pt x="30749" y="30409"/>
                    <a:pt x="30749" y="30409"/>
                    <a:pt x="30629" y="31215"/>
                  </a:cubicBezTo>
                  <a:lnTo>
                    <a:pt x="30620" y="31285"/>
                  </a:lnTo>
                  <a:cubicBezTo>
                    <a:pt x="30332" y="33278"/>
                    <a:pt x="30862" y="35017"/>
                    <a:pt x="32107" y="36182"/>
                  </a:cubicBezTo>
                  <a:cubicBezTo>
                    <a:pt x="32342" y="36401"/>
                    <a:pt x="32566" y="36703"/>
                    <a:pt x="32781" y="36993"/>
                  </a:cubicBezTo>
                  <a:cubicBezTo>
                    <a:pt x="33185" y="37534"/>
                    <a:pt x="33533" y="38002"/>
                    <a:pt x="34009" y="38002"/>
                  </a:cubicBezTo>
                  <a:cubicBezTo>
                    <a:pt x="34449" y="38002"/>
                    <a:pt x="34661" y="37525"/>
                    <a:pt x="34865" y="37064"/>
                  </a:cubicBezTo>
                  <a:cubicBezTo>
                    <a:pt x="34916" y="36947"/>
                    <a:pt x="34995" y="36772"/>
                    <a:pt x="35027" y="36729"/>
                  </a:cubicBezTo>
                  <a:cubicBezTo>
                    <a:pt x="35804" y="35850"/>
                    <a:pt x="35631" y="33907"/>
                    <a:pt x="35302" y="31263"/>
                  </a:cubicBezTo>
                  <a:cubicBezTo>
                    <a:pt x="35223" y="30624"/>
                    <a:pt x="35102" y="29658"/>
                    <a:pt x="35137" y="29464"/>
                  </a:cubicBezTo>
                  <a:cubicBezTo>
                    <a:pt x="35261" y="28779"/>
                    <a:pt x="35767" y="28227"/>
                    <a:pt x="36356" y="27588"/>
                  </a:cubicBezTo>
                  <a:cubicBezTo>
                    <a:pt x="36616" y="27303"/>
                    <a:pt x="36887" y="27009"/>
                    <a:pt x="37154" y="26674"/>
                  </a:cubicBezTo>
                  <a:cubicBezTo>
                    <a:pt x="37263" y="26539"/>
                    <a:pt x="37527" y="26366"/>
                    <a:pt x="37760" y="26216"/>
                  </a:cubicBezTo>
                  <a:cubicBezTo>
                    <a:pt x="38067" y="26015"/>
                    <a:pt x="38357" y="25828"/>
                    <a:pt x="38521" y="25601"/>
                  </a:cubicBezTo>
                  <a:cubicBezTo>
                    <a:pt x="38969" y="24972"/>
                    <a:pt x="39475" y="24608"/>
                    <a:pt x="40116" y="24148"/>
                  </a:cubicBezTo>
                  <a:cubicBezTo>
                    <a:pt x="40366" y="23970"/>
                    <a:pt x="40623" y="23784"/>
                    <a:pt x="40898" y="23568"/>
                  </a:cubicBezTo>
                  <a:cubicBezTo>
                    <a:pt x="41757" y="22880"/>
                    <a:pt x="42291" y="21980"/>
                    <a:pt x="42805" y="21110"/>
                  </a:cubicBezTo>
                  <a:cubicBezTo>
                    <a:pt x="43118" y="20580"/>
                    <a:pt x="43407" y="20279"/>
                    <a:pt x="43805" y="19860"/>
                  </a:cubicBezTo>
                  <a:lnTo>
                    <a:pt x="43985" y="19672"/>
                  </a:lnTo>
                  <a:cubicBezTo>
                    <a:pt x="44129" y="19518"/>
                    <a:pt x="44206" y="19263"/>
                    <a:pt x="44325" y="18827"/>
                  </a:cubicBezTo>
                  <a:cubicBezTo>
                    <a:pt x="44369" y="18668"/>
                    <a:pt x="44434" y="18429"/>
                    <a:pt x="44473" y="18347"/>
                  </a:cubicBezTo>
                  <a:cubicBezTo>
                    <a:pt x="44645" y="18163"/>
                    <a:pt x="44756" y="17983"/>
                    <a:pt x="44835" y="17815"/>
                  </a:cubicBezTo>
                  <a:cubicBezTo>
                    <a:pt x="44241" y="12223"/>
                    <a:pt x="42238" y="7043"/>
                    <a:pt x="39191" y="2636"/>
                  </a:cubicBezTo>
                  <a:cubicBezTo>
                    <a:pt x="38878" y="2478"/>
                    <a:pt x="38557" y="2349"/>
                    <a:pt x="38224" y="2349"/>
                  </a:cubicBezTo>
                  <a:cubicBezTo>
                    <a:pt x="38193" y="2349"/>
                    <a:pt x="38162" y="2351"/>
                    <a:pt x="38138" y="2353"/>
                  </a:cubicBezTo>
                  <a:cubicBezTo>
                    <a:pt x="37833" y="2371"/>
                    <a:pt x="37526" y="2437"/>
                    <a:pt x="37229" y="2500"/>
                  </a:cubicBezTo>
                  <a:cubicBezTo>
                    <a:pt x="36929" y="2563"/>
                    <a:pt x="36619" y="2624"/>
                    <a:pt x="36382" y="2624"/>
                  </a:cubicBezTo>
                  <a:cubicBezTo>
                    <a:pt x="36293" y="2624"/>
                    <a:pt x="36238" y="2614"/>
                    <a:pt x="36209" y="2607"/>
                  </a:cubicBezTo>
                  <a:cubicBezTo>
                    <a:pt x="36050" y="2567"/>
                    <a:pt x="35854" y="2393"/>
                    <a:pt x="35646" y="2209"/>
                  </a:cubicBezTo>
                  <a:cubicBezTo>
                    <a:pt x="35500" y="2078"/>
                    <a:pt x="35349" y="1945"/>
                    <a:pt x="35175" y="1821"/>
                  </a:cubicBezTo>
                  <a:lnTo>
                    <a:pt x="34734" y="924"/>
                  </a:lnTo>
                  <a:lnTo>
                    <a:pt x="34054" y="1165"/>
                  </a:lnTo>
                  <a:cubicBezTo>
                    <a:pt x="33488" y="1367"/>
                    <a:pt x="32778" y="1375"/>
                    <a:pt x="32026" y="1383"/>
                  </a:cubicBezTo>
                  <a:cubicBezTo>
                    <a:pt x="31274" y="1392"/>
                    <a:pt x="30543" y="1710"/>
                    <a:pt x="29838" y="2015"/>
                  </a:cubicBezTo>
                  <a:cubicBezTo>
                    <a:pt x="29590" y="2124"/>
                    <a:pt x="29356" y="2225"/>
                    <a:pt x="29124" y="2312"/>
                  </a:cubicBezTo>
                  <a:cubicBezTo>
                    <a:pt x="28445" y="2570"/>
                    <a:pt x="27644" y="2899"/>
                    <a:pt x="26847" y="3401"/>
                  </a:cubicBezTo>
                  <a:cubicBezTo>
                    <a:pt x="26243" y="3770"/>
                    <a:pt x="25548" y="4220"/>
                    <a:pt x="24966" y="4769"/>
                  </a:cubicBezTo>
                  <a:cubicBezTo>
                    <a:pt x="24718" y="5010"/>
                    <a:pt x="24528" y="5323"/>
                    <a:pt x="24344" y="5626"/>
                  </a:cubicBezTo>
                  <a:cubicBezTo>
                    <a:pt x="24231" y="5809"/>
                    <a:pt x="24025" y="6147"/>
                    <a:pt x="23928" y="6213"/>
                  </a:cubicBezTo>
                  <a:cubicBezTo>
                    <a:pt x="23710" y="6342"/>
                    <a:pt x="23493" y="6404"/>
                    <a:pt x="23309" y="6404"/>
                  </a:cubicBezTo>
                  <a:cubicBezTo>
                    <a:pt x="23101" y="6404"/>
                    <a:pt x="22936" y="6324"/>
                    <a:pt x="22862" y="6169"/>
                  </a:cubicBezTo>
                  <a:cubicBezTo>
                    <a:pt x="22758" y="5954"/>
                    <a:pt x="22840" y="5635"/>
                    <a:pt x="23075" y="5340"/>
                  </a:cubicBezTo>
                  <a:cubicBezTo>
                    <a:pt x="23273" y="5091"/>
                    <a:pt x="23601" y="4816"/>
                    <a:pt x="23950" y="4528"/>
                  </a:cubicBezTo>
                  <a:cubicBezTo>
                    <a:pt x="24841" y="3784"/>
                    <a:pt x="26060" y="2769"/>
                    <a:pt x="25801" y="1258"/>
                  </a:cubicBezTo>
                  <a:lnTo>
                    <a:pt x="25721" y="787"/>
                  </a:lnTo>
                  <a:lnTo>
                    <a:pt x="25270" y="630"/>
                  </a:lnTo>
                  <a:cubicBezTo>
                    <a:pt x="24432" y="337"/>
                    <a:pt x="23346" y="1"/>
                    <a:pt x="22401" y="1"/>
                  </a:cubicBez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40"/>
            <p:cNvSpPr/>
            <p:nvPr/>
          </p:nvSpPr>
          <p:spPr>
            <a:xfrm>
              <a:off x="2016792" y="3364465"/>
              <a:ext cx="391270" cy="401972"/>
            </a:xfrm>
            <a:custGeom>
              <a:avLst/>
              <a:gdLst/>
              <a:ahLst/>
              <a:cxnLst/>
              <a:rect l="l" t="t" r="r" b="b"/>
              <a:pathLst>
                <a:path w="11370" h="11681" extrusionOk="0">
                  <a:moveTo>
                    <a:pt x="8963" y="1"/>
                  </a:moveTo>
                  <a:cubicBezTo>
                    <a:pt x="8704" y="1"/>
                    <a:pt x="8486" y="30"/>
                    <a:pt x="8290" y="93"/>
                  </a:cubicBezTo>
                  <a:cubicBezTo>
                    <a:pt x="8166" y="132"/>
                    <a:pt x="8058" y="167"/>
                    <a:pt x="7965" y="194"/>
                  </a:cubicBezTo>
                  <a:cubicBezTo>
                    <a:pt x="5364" y="965"/>
                    <a:pt x="4113" y="3055"/>
                    <a:pt x="3145" y="4953"/>
                  </a:cubicBezTo>
                  <a:cubicBezTo>
                    <a:pt x="3038" y="5162"/>
                    <a:pt x="2773" y="5532"/>
                    <a:pt x="2489" y="5926"/>
                  </a:cubicBezTo>
                  <a:cubicBezTo>
                    <a:pt x="1437" y="7392"/>
                    <a:pt x="0" y="9396"/>
                    <a:pt x="916" y="10821"/>
                  </a:cubicBezTo>
                  <a:cubicBezTo>
                    <a:pt x="1228" y="11306"/>
                    <a:pt x="2052" y="11556"/>
                    <a:pt x="2678" y="11680"/>
                  </a:cubicBezTo>
                  <a:cubicBezTo>
                    <a:pt x="6355" y="8564"/>
                    <a:pt x="9339" y="4659"/>
                    <a:pt x="11370" y="229"/>
                  </a:cubicBezTo>
                  <a:lnTo>
                    <a:pt x="11104" y="178"/>
                  </a:lnTo>
                  <a:cubicBezTo>
                    <a:pt x="10957" y="150"/>
                    <a:pt x="10798" y="135"/>
                    <a:pt x="10625" y="135"/>
                  </a:cubicBezTo>
                  <a:cubicBezTo>
                    <a:pt x="10390" y="135"/>
                    <a:pt x="10125" y="105"/>
                    <a:pt x="9845" y="71"/>
                  </a:cubicBezTo>
                  <a:cubicBezTo>
                    <a:pt x="9553" y="36"/>
                    <a:pt x="9250" y="1"/>
                    <a:pt x="8963" y="1"/>
                  </a:cubicBez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40"/>
            <p:cNvSpPr/>
            <p:nvPr/>
          </p:nvSpPr>
          <p:spPr>
            <a:xfrm>
              <a:off x="242208" y="2237765"/>
              <a:ext cx="720632" cy="1554481"/>
            </a:xfrm>
            <a:custGeom>
              <a:avLst/>
              <a:gdLst/>
              <a:ahLst/>
              <a:cxnLst/>
              <a:rect l="l" t="t" r="r" b="b"/>
              <a:pathLst>
                <a:path w="20941" h="45172" extrusionOk="0">
                  <a:moveTo>
                    <a:pt x="6226" y="0"/>
                  </a:moveTo>
                  <a:lnTo>
                    <a:pt x="6226" y="0"/>
                  </a:lnTo>
                  <a:cubicBezTo>
                    <a:pt x="2312" y="5422"/>
                    <a:pt x="0" y="12078"/>
                    <a:pt x="0" y="19261"/>
                  </a:cubicBezTo>
                  <a:cubicBezTo>
                    <a:pt x="0" y="22465"/>
                    <a:pt x="461" y="25561"/>
                    <a:pt x="1314" y="28493"/>
                  </a:cubicBezTo>
                  <a:cubicBezTo>
                    <a:pt x="1458" y="28560"/>
                    <a:pt x="1598" y="28622"/>
                    <a:pt x="1743" y="28670"/>
                  </a:cubicBezTo>
                  <a:cubicBezTo>
                    <a:pt x="2255" y="28860"/>
                    <a:pt x="2768" y="29043"/>
                    <a:pt x="3282" y="29224"/>
                  </a:cubicBezTo>
                  <a:cubicBezTo>
                    <a:pt x="4202" y="29548"/>
                    <a:pt x="4613" y="29884"/>
                    <a:pt x="5531" y="30272"/>
                  </a:cubicBezTo>
                  <a:cubicBezTo>
                    <a:pt x="7159" y="30968"/>
                    <a:pt x="7159" y="31239"/>
                    <a:pt x="7220" y="33053"/>
                  </a:cubicBezTo>
                  <a:cubicBezTo>
                    <a:pt x="7237" y="33570"/>
                    <a:pt x="7803" y="33818"/>
                    <a:pt x="7831" y="34335"/>
                  </a:cubicBezTo>
                  <a:cubicBezTo>
                    <a:pt x="7896" y="35584"/>
                    <a:pt x="7962" y="36876"/>
                    <a:pt x="7880" y="38124"/>
                  </a:cubicBezTo>
                  <a:cubicBezTo>
                    <a:pt x="7829" y="38824"/>
                    <a:pt x="7668" y="39517"/>
                    <a:pt x="7493" y="40172"/>
                  </a:cubicBezTo>
                  <a:cubicBezTo>
                    <a:pt x="9007" y="42016"/>
                    <a:pt x="10714" y="43693"/>
                    <a:pt x="12590" y="45172"/>
                  </a:cubicBezTo>
                  <a:lnTo>
                    <a:pt x="12645" y="45077"/>
                  </a:lnTo>
                  <a:cubicBezTo>
                    <a:pt x="12815" y="44793"/>
                    <a:pt x="12979" y="44510"/>
                    <a:pt x="13133" y="44246"/>
                  </a:cubicBezTo>
                  <a:cubicBezTo>
                    <a:pt x="13400" y="43783"/>
                    <a:pt x="13632" y="43384"/>
                    <a:pt x="13809" y="43126"/>
                  </a:cubicBezTo>
                  <a:cubicBezTo>
                    <a:pt x="14049" y="42772"/>
                    <a:pt x="14287" y="42407"/>
                    <a:pt x="14524" y="42038"/>
                  </a:cubicBezTo>
                  <a:cubicBezTo>
                    <a:pt x="15181" y="41027"/>
                    <a:pt x="16128" y="39981"/>
                    <a:pt x="16907" y="39104"/>
                  </a:cubicBezTo>
                  <a:cubicBezTo>
                    <a:pt x="17136" y="38845"/>
                    <a:pt x="17415" y="38563"/>
                    <a:pt x="17711" y="38266"/>
                  </a:cubicBezTo>
                  <a:cubicBezTo>
                    <a:pt x="18910" y="37053"/>
                    <a:pt x="20941" y="35542"/>
                    <a:pt x="20784" y="33772"/>
                  </a:cubicBezTo>
                  <a:cubicBezTo>
                    <a:pt x="20618" y="31914"/>
                    <a:pt x="16844" y="30965"/>
                    <a:pt x="14682" y="30272"/>
                  </a:cubicBezTo>
                  <a:cubicBezTo>
                    <a:pt x="14097" y="30085"/>
                    <a:pt x="13592" y="29922"/>
                    <a:pt x="13260" y="29777"/>
                  </a:cubicBezTo>
                  <a:cubicBezTo>
                    <a:pt x="11181" y="28881"/>
                    <a:pt x="9708" y="27984"/>
                    <a:pt x="7942" y="26923"/>
                  </a:cubicBezTo>
                  <a:cubicBezTo>
                    <a:pt x="7842" y="26862"/>
                    <a:pt x="7706" y="26784"/>
                    <a:pt x="7550" y="26696"/>
                  </a:cubicBezTo>
                  <a:cubicBezTo>
                    <a:pt x="7155" y="26475"/>
                    <a:pt x="5952" y="25802"/>
                    <a:pt x="5926" y="25466"/>
                  </a:cubicBezTo>
                  <a:cubicBezTo>
                    <a:pt x="5898" y="25143"/>
                    <a:pt x="6666" y="24778"/>
                    <a:pt x="8208" y="24385"/>
                  </a:cubicBezTo>
                  <a:cubicBezTo>
                    <a:pt x="8400" y="24335"/>
                    <a:pt x="8564" y="24294"/>
                    <a:pt x="8688" y="24254"/>
                  </a:cubicBezTo>
                  <a:cubicBezTo>
                    <a:pt x="8831" y="24211"/>
                    <a:pt x="8969" y="24170"/>
                    <a:pt x="9100" y="24129"/>
                  </a:cubicBezTo>
                  <a:cubicBezTo>
                    <a:pt x="9942" y="23874"/>
                    <a:pt x="10667" y="23925"/>
                    <a:pt x="11408" y="23245"/>
                  </a:cubicBezTo>
                  <a:cubicBezTo>
                    <a:pt x="11889" y="22810"/>
                    <a:pt x="11741" y="22300"/>
                    <a:pt x="12122" y="21808"/>
                  </a:cubicBezTo>
                  <a:cubicBezTo>
                    <a:pt x="12539" y="21267"/>
                    <a:pt x="12934" y="20756"/>
                    <a:pt x="13428" y="20344"/>
                  </a:cubicBezTo>
                  <a:cubicBezTo>
                    <a:pt x="13792" y="20039"/>
                    <a:pt x="14511" y="20288"/>
                    <a:pt x="14947" y="20009"/>
                  </a:cubicBezTo>
                  <a:cubicBezTo>
                    <a:pt x="15994" y="19330"/>
                    <a:pt x="16808" y="17816"/>
                    <a:pt x="16916" y="16781"/>
                  </a:cubicBezTo>
                  <a:cubicBezTo>
                    <a:pt x="16982" y="16145"/>
                    <a:pt x="16676" y="15497"/>
                    <a:pt x="15980" y="14803"/>
                  </a:cubicBezTo>
                  <a:cubicBezTo>
                    <a:pt x="15772" y="14595"/>
                    <a:pt x="15569" y="14379"/>
                    <a:pt x="15364" y="14162"/>
                  </a:cubicBezTo>
                  <a:cubicBezTo>
                    <a:pt x="14809" y="13573"/>
                    <a:pt x="14236" y="12964"/>
                    <a:pt x="13542" y="12484"/>
                  </a:cubicBezTo>
                  <a:cubicBezTo>
                    <a:pt x="13340" y="12342"/>
                    <a:pt x="13103" y="12146"/>
                    <a:pt x="12853" y="11939"/>
                  </a:cubicBezTo>
                  <a:cubicBezTo>
                    <a:pt x="12385" y="11551"/>
                    <a:pt x="11899" y="11150"/>
                    <a:pt x="11460" y="10945"/>
                  </a:cubicBezTo>
                  <a:cubicBezTo>
                    <a:pt x="11194" y="10828"/>
                    <a:pt x="10953" y="10771"/>
                    <a:pt x="10724" y="10771"/>
                  </a:cubicBezTo>
                  <a:cubicBezTo>
                    <a:pt x="9782" y="10771"/>
                    <a:pt x="9446" y="11693"/>
                    <a:pt x="9174" y="12433"/>
                  </a:cubicBezTo>
                  <a:cubicBezTo>
                    <a:pt x="9024" y="12840"/>
                    <a:pt x="8871" y="13260"/>
                    <a:pt x="8657" y="13476"/>
                  </a:cubicBezTo>
                  <a:cubicBezTo>
                    <a:pt x="8240" y="13893"/>
                    <a:pt x="7642" y="14142"/>
                    <a:pt x="7060" y="14142"/>
                  </a:cubicBezTo>
                  <a:cubicBezTo>
                    <a:pt x="6572" y="14142"/>
                    <a:pt x="6174" y="13974"/>
                    <a:pt x="5964" y="13681"/>
                  </a:cubicBezTo>
                  <a:cubicBezTo>
                    <a:pt x="5703" y="13318"/>
                    <a:pt x="5788" y="12832"/>
                    <a:pt x="5905" y="12489"/>
                  </a:cubicBezTo>
                  <a:cubicBezTo>
                    <a:pt x="6467" y="10856"/>
                    <a:pt x="7245" y="9176"/>
                    <a:pt x="8758" y="9096"/>
                  </a:cubicBezTo>
                  <a:cubicBezTo>
                    <a:pt x="8846" y="9093"/>
                    <a:pt x="8957" y="9083"/>
                    <a:pt x="9083" y="9072"/>
                  </a:cubicBezTo>
                  <a:cubicBezTo>
                    <a:pt x="9308" y="9052"/>
                    <a:pt x="9588" y="9029"/>
                    <a:pt x="9836" y="9029"/>
                  </a:cubicBezTo>
                  <a:cubicBezTo>
                    <a:pt x="10201" y="9029"/>
                    <a:pt x="10310" y="9080"/>
                    <a:pt x="10327" y="9089"/>
                  </a:cubicBezTo>
                  <a:cubicBezTo>
                    <a:pt x="10382" y="9131"/>
                    <a:pt x="10486" y="9320"/>
                    <a:pt x="10543" y="9422"/>
                  </a:cubicBezTo>
                  <a:cubicBezTo>
                    <a:pt x="10670" y="9653"/>
                    <a:pt x="10780" y="9854"/>
                    <a:pt x="10969" y="9943"/>
                  </a:cubicBezTo>
                  <a:cubicBezTo>
                    <a:pt x="11222" y="10075"/>
                    <a:pt x="11452" y="10140"/>
                    <a:pt x="11673" y="10140"/>
                  </a:cubicBezTo>
                  <a:cubicBezTo>
                    <a:pt x="12275" y="10140"/>
                    <a:pt x="12689" y="9690"/>
                    <a:pt x="12906" y="8808"/>
                  </a:cubicBezTo>
                  <a:cubicBezTo>
                    <a:pt x="13256" y="7407"/>
                    <a:pt x="11474" y="6083"/>
                    <a:pt x="10171" y="5116"/>
                  </a:cubicBezTo>
                  <a:cubicBezTo>
                    <a:pt x="9967" y="4963"/>
                    <a:pt x="9775" y="4822"/>
                    <a:pt x="9610" y="4692"/>
                  </a:cubicBezTo>
                  <a:cubicBezTo>
                    <a:pt x="9278" y="4430"/>
                    <a:pt x="8881" y="4181"/>
                    <a:pt x="8461" y="3917"/>
                  </a:cubicBezTo>
                  <a:cubicBezTo>
                    <a:pt x="7156" y="3092"/>
                    <a:pt x="5806" y="2240"/>
                    <a:pt x="6046" y="960"/>
                  </a:cubicBezTo>
                  <a:lnTo>
                    <a:pt x="62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40"/>
            <p:cNvSpPr/>
            <p:nvPr/>
          </p:nvSpPr>
          <p:spPr>
            <a:xfrm>
              <a:off x="1089341" y="2180021"/>
              <a:ext cx="1411360" cy="1279835"/>
            </a:xfrm>
            <a:custGeom>
              <a:avLst/>
              <a:gdLst/>
              <a:ahLst/>
              <a:cxnLst/>
              <a:rect l="l" t="t" r="r" b="b"/>
              <a:pathLst>
                <a:path w="41013" h="37191" extrusionOk="0">
                  <a:moveTo>
                    <a:pt x="18674" y="0"/>
                  </a:moveTo>
                  <a:cubicBezTo>
                    <a:pt x="18032" y="0"/>
                    <a:pt x="17477" y="167"/>
                    <a:pt x="17055" y="590"/>
                  </a:cubicBezTo>
                  <a:cubicBezTo>
                    <a:pt x="16448" y="1197"/>
                    <a:pt x="16128" y="2631"/>
                    <a:pt x="16131" y="3713"/>
                  </a:cubicBezTo>
                  <a:cubicBezTo>
                    <a:pt x="16134" y="4532"/>
                    <a:pt x="16050" y="5352"/>
                    <a:pt x="15967" y="6143"/>
                  </a:cubicBezTo>
                  <a:cubicBezTo>
                    <a:pt x="15885" y="6948"/>
                    <a:pt x="15797" y="7782"/>
                    <a:pt x="15802" y="8633"/>
                  </a:cubicBezTo>
                  <a:cubicBezTo>
                    <a:pt x="15802" y="8821"/>
                    <a:pt x="15810" y="8996"/>
                    <a:pt x="15819" y="9165"/>
                  </a:cubicBezTo>
                  <a:cubicBezTo>
                    <a:pt x="15860" y="9950"/>
                    <a:pt x="15848" y="10162"/>
                    <a:pt x="15338" y="10331"/>
                  </a:cubicBezTo>
                  <a:cubicBezTo>
                    <a:pt x="15181" y="10382"/>
                    <a:pt x="15036" y="10408"/>
                    <a:pt x="14911" y="10408"/>
                  </a:cubicBezTo>
                  <a:cubicBezTo>
                    <a:pt x="14426" y="10408"/>
                    <a:pt x="14142" y="10013"/>
                    <a:pt x="13720" y="9369"/>
                  </a:cubicBezTo>
                  <a:lnTo>
                    <a:pt x="13626" y="9229"/>
                  </a:lnTo>
                  <a:cubicBezTo>
                    <a:pt x="13499" y="9034"/>
                    <a:pt x="13374" y="8816"/>
                    <a:pt x="13253" y="8609"/>
                  </a:cubicBezTo>
                  <a:cubicBezTo>
                    <a:pt x="12751" y="7738"/>
                    <a:pt x="12182" y="6750"/>
                    <a:pt x="10978" y="6750"/>
                  </a:cubicBezTo>
                  <a:cubicBezTo>
                    <a:pt x="10813" y="6750"/>
                    <a:pt x="10637" y="6771"/>
                    <a:pt x="10454" y="6810"/>
                  </a:cubicBezTo>
                  <a:cubicBezTo>
                    <a:pt x="8935" y="7145"/>
                    <a:pt x="7841" y="7821"/>
                    <a:pt x="7113" y="9137"/>
                  </a:cubicBezTo>
                  <a:cubicBezTo>
                    <a:pt x="6840" y="9630"/>
                    <a:pt x="6854" y="10904"/>
                    <a:pt x="6583" y="11265"/>
                  </a:cubicBezTo>
                  <a:cubicBezTo>
                    <a:pt x="6365" y="11561"/>
                    <a:pt x="6112" y="11849"/>
                    <a:pt x="5869" y="12129"/>
                  </a:cubicBezTo>
                  <a:cubicBezTo>
                    <a:pt x="5383" y="12689"/>
                    <a:pt x="4878" y="13268"/>
                    <a:pt x="4557" y="13963"/>
                  </a:cubicBezTo>
                  <a:cubicBezTo>
                    <a:pt x="4473" y="14139"/>
                    <a:pt x="4426" y="14342"/>
                    <a:pt x="4381" y="14540"/>
                  </a:cubicBezTo>
                  <a:cubicBezTo>
                    <a:pt x="4298" y="14897"/>
                    <a:pt x="4229" y="15153"/>
                    <a:pt x="4078" y="15189"/>
                  </a:cubicBezTo>
                  <a:cubicBezTo>
                    <a:pt x="4049" y="15197"/>
                    <a:pt x="4023" y="15200"/>
                    <a:pt x="3998" y="15200"/>
                  </a:cubicBezTo>
                  <a:cubicBezTo>
                    <a:pt x="3866" y="15200"/>
                    <a:pt x="3742" y="15075"/>
                    <a:pt x="3551" y="14872"/>
                  </a:cubicBezTo>
                  <a:cubicBezTo>
                    <a:pt x="3339" y="14647"/>
                    <a:pt x="3076" y="14366"/>
                    <a:pt x="2671" y="14284"/>
                  </a:cubicBezTo>
                  <a:cubicBezTo>
                    <a:pt x="2560" y="14264"/>
                    <a:pt x="2452" y="14254"/>
                    <a:pt x="2347" y="14254"/>
                  </a:cubicBezTo>
                  <a:cubicBezTo>
                    <a:pt x="1902" y="14254"/>
                    <a:pt x="1511" y="14431"/>
                    <a:pt x="1216" y="14769"/>
                  </a:cubicBezTo>
                  <a:cubicBezTo>
                    <a:pt x="549" y="15542"/>
                    <a:pt x="1" y="16923"/>
                    <a:pt x="99" y="17614"/>
                  </a:cubicBezTo>
                  <a:cubicBezTo>
                    <a:pt x="698" y="21941"/>
                    <a:pt x="4634" y="23119"/>
                    <a:pt x="8230" y="24366"/>
                  </a:cubicBezTo>
                  <a:lnTo>
                    <a:pt x="8663" y="24515"/>
                  </a:lnTo>
                  <a:cubicBezTo>
                    <a:pt x="9745" y="24892"/>
                    <a:pt x="10836" y="25099"/>
                    <a:pt x="11891" y="25296"/>
                  </a:cubicBezTo>
                  <a:cubicBezTo>
                    <a:pt x="13314" y="25564"/>
                    <a:pt x="14656" y="25815"/>
                    <a:pt x="16001" y="26458"/>
                  </a:cubicBezTo>
                  <a:cubicBezTo>
                    <a:pt x="17137" y="26986"/>
                    <a:pt x="18138" y="27485"/>
                    <a:pt x="18883" y="28251"/>
                  </a:cubicBezTo>
                  <a:cubicBezTo>
                    <a:pt x="18991" y="28367"/>
                    <a:pt x="19139" y="28502"/>
                    <a:pt x="19310" y="28660"/>
                  </a:cubicBezTo>
                  <a:cubicBezTo>
                    <a:pt x="19598" y="28923"/>
                    <a:pt x="20077" y="29362"/>
                    <a:pt x="20161" y="29570"/>
                  </a:cubicBezTo>
                  <a:cubicBezTo>
                    <a:pt x="20295" y="29887"/>
                    <a:pt x="20315" y="30297"/>
                    <a:pt x="20334" y="30730"/>
                  </a:cubicBezTo>
                  <a:cubicBezTo>
                    <a:pt x="20384" y="31739"/>
                    <a:pt x="20450" y="33123"/>
                    <a:pt x="22454" y="33123"/>
                  </a:cubicBezTo>
                  <a:lnTo>
                    <a:pt x="22537" y="33123"/>
                  </a:lnTo>
                  <a:cubicBezTo>
                    <a:pt x="24362" y="33091"/>
                    <a:pt x="24593" y="31564"/>
                    <a:pt x="24777" y="30338"/>
                  </a:cubicBezTo>
                  <a:cubicBezTo>
                    <a:pt x="24889" y="29602"/>
                    <a:pt x="24992" y="28907"/>
                    <a:pt x="25368" y="28545"/>
                  </a:cubicBezTo>
                  <a:cubicBezTo>
                    <a:pt x="25529" y="28395"/>
                    <a:pt x="25679" y="28319"/>
                    <a:pt x="25823" y="28319"/>
                  </a:cubicBezTo>
                  <a:cubicBezTo>
                    <a:pt x="26268" y="28319"/>
                    <a:pt x="26799" y="29018"/>
                    <a:pt x="26972" y="29243"/>
                  </a:cubicBezTo>
                  <a:cubicBezTo>
                    <a:pt x="27453" y="29894"/>
                    <a:pt x="27434" y="30022"/>
                    <a:pt x="27308" y="30864"/>
                  </a:cubicBezTo>
                  <a:lnTo>
                    <a:pt x="27300" y="30935"/>
                  </a:lnTo>
                  <a:cubicBezTo>
                    <a:pt x="27032" y="32793"/>
                    <a:pt x="27515" y="34408"/>
                    <a:pt x="28662" y="35479"/>
                  </a:cubicBezTo>
                  <a:cubicBezTo>
                    <a:pt x="29317" y="36093"/>
                    <a:pt x="29835" y="37191"/>
                    <a:pt x="30287" y="37191"/>
                  </a:cubicBezTo>
                  <a:cubicBezTo>
                    <a:pt x="30567" y="37191"/>
                    <a:pt x="30814" y="36269"/>
                    <a:pt x="31003" y="36055"/>
                  </a:cubicBezTo>
                  <a:cubicBezTo>
                    <a:pt x="31667" y="35303"/>
                    <a:pt x="31485" y="33365"/>
                    <a:pt x="31180" y="30907"/>
                  </a:cubicBezTo>
                  <a:cubicBezTo>
                    <a:pt x="31077" y="30088"/>
                    <a:pt x="30973" y="29243"/>
                    <a:pt x="31019" y="28984"/>
                  </a:cubicBezTo>
                  <a:cubicBezTo>
                    <a:pt x="31224" y="27861"/>
                    <a:pt x="32229" y="27135"/>
                    <a:pt x="33117" y="26017"/>
                  </a:cubicBezTo>
                  <a:cubicBezTo>
                    <a:pt x="33412" y="25644"/>
                    <a:pt x="34232" y="25293"/>
                    <a:pt x="34470" y="24960"/>
                  </a:cubicBezTo>
                  <a:cubicBezTo>
                    <a:pt x="34956" y="24276"/>
                    <a:pt x="35513" y="23877"/>
                    <a:pt x="36157" y="23415"/>
                  </a:cubicBezTo>
                  <a:cubicBezTo>
                    <a:pt x="36404" y="23238"/>
                    <a:pt x="36659" y="23055"/>
                    <a:pt x="36924" y="22845"/>
                  </a:cubicBezTo>
                  <a:cubicBezTo>
                    <a:pt x="37727" y="22206"/>
                    <a:pt x="38240" y="21337"/>
                    <a:pt x="38736" y="20497"/>
                  </a:cubicBezTo>
                  <a:cubicBezTo>
                    <a:pt x="39123" y="19846"/>
                    <a:pt x="39485" y="19501"/>
                    <a:pt x="39971" y="18989"/>
                  </a:cubicBezTo>
                  <a:cubicBezTo>
                    <a:pt x="40134" y="18816"/>
                    <a:pt x="40290" y="17843"/>
                    <a:pt x="40441" y="17687"/>
                  </a:cubicBezTo>
                  <a:cubicBezTo>
                    <a:pt x="40830" y="17279"/>
                    <a:pt x="40845" y="16917"/>
                    <a:pt x="41013" y="16556"/>
                  </a:cubicBezTo>
                  <a:cubicBezTo>
                    <a:pt x="40349" y="11589"/>
                    <a:pt x="38577" y="6970"/>
                    <a:pt x="35951" y="2952"/>
                  </a:cubicBezTo>
                  <a:cubicBezTo>
                    <a:pt x="35447" y="2694"/>
                    <a:pt x="34951" y="2350"/>
                    <a:pt x="34498" y="2350"/>
                  </a:cubicBezTo>
                  <a:cubicBezTo>
                    <a:pt x="34477" y="2350"/>
                    <a:pt x="34457" y="2351"/>
                    <a:pt x="34436" y="2353"/>
                  </a:cubicBezTo>
                  <a:cubicBezTo>
                    <a:pt x="34163" y="2369"/>
                    <a:pt x="33872" y="2430"/>
                    <a:pt x="33589" y="2492"/>
                  </a:cubicBezTo>
                  <a:cubicBezTo>
                    <a:pt x="33269" y="2559"/>
                    <a:pt x="32932" y="2624"/>
                    <a:pt x="32656" y="2624"/>
                  </a:cubicBezTo>
                  <a:cubicBezTo>
                    <a:pt x="32557" y="2624"/>
                    <a:pt x="32465" y="2615"/>
                    <a:pt x="32385" y="2595"/>
                  </a:cubicBezTo>
                  <a:cubicBezTo>
                    <a:pt x="32131" y="2531"/>
                    <a:pt x="31898" y="2325"/>
                    <a:pt x="31654" y="2107"/>
                  </a:cubicBezTo>
                  <a:cubicBezTo>
                    <a:pt x="31490" y="1962"/>
                    <a:pt x="31325" y="1816"/>
                    <a:pt x="31134" y="1690"/>
                  </a:cubicBezTo>
                  <a:lnTo>
                    <a:pt x="30807" y="1023"/>
                  </a:lnTo>
                  <a:lnTo>
                    <a:pt x="30466" y="1143"/>
                  </a:lnTo>
                  <a:cubicBezTo>
                    <a:pt x="29835" y="1366"/>
                    <a:pt x="29093" y="1375"/>
                    <a:pt x="28306" y="1384"/>
                  </a:cubicBezTo>
                  <a:cubicBezTo>
                    <a:pt x="27392" y="1396"/>
                    <a:pt x="26448" y="1946"/>
                    <a:pt x="25543" y="2288"/>
                  </a:cubicBezTo>
                  <a:cubicBezTo>
                    <a:pt x="24884" y="2538"/>
                    <a:pt x="24106" y="2859"/>
                    <a:pt x="23333" y="3343"/>
                  </a:cubicBezTo>
                  <a:cubicBezTo>
                    <a:pt x="22748" y="3701"/>
                    <a:pt x="22075" y="4137"/>
                    <a:pt x="21524" y="4654"/>
                  </a:cubicBezTo>
                  <a:cubicBezTo>
                    <a:pt x="21313" y="4862"/>
                    <a:pt x="21136" y="5151"/>
                    <a:pt x="20963" y="5434"/>
                  </a:cubicBezTo>
                  <a:cubicBezTo>
                    <a:pt x="20785" y="5728"/>
                    <a:pt x="20581" y="6061"/>
                    <a:pt x="20410" y="6159"/>
                  </a:cubicBezTo>
                  <a:cubicBezTo>
                    <a:pt x="20128" y="6326"/>
                    <a:pt x="19841" y="6414"/>
                    <a:pt x="19581" y="6414"/>
                  </a:cubicBezTo>
                  <a:cubicBezTo>
                    <a:pt x="19218" y="6414"/>
                    <a:pt x="18913" y="6238"/>
                    <a:pt x="18772" y="5944"/>
                  </a:cubicBezTo>
                  <a:cubicBezTo>
                    <a:pt x="18597" y="5582"/>
                    <a:pt x="18694" y="5112"/>
                    <a:pt x="19032" y="4686"/>
                  </a:cubicBezTo>
                  <a:cubicBezTo>
                    <a:pt x="19256" y="4404"/>
                    <a:pt x="19600" y="4117"/>
                    <a:pt x="19964" y="3813"/>
                  </a:cubicBezTo>
                  <a:cubicBezTo>
                    <a:pt x="20824" y="3096"/>
                    <a:pt x="21895" y="2206"/>
                    <a:pt x="21676" y="922"/>
                  </a:cubicBezTo>
                  <a:lnTo>
                    <a:pt x="21635" y="686"/>
                  </a:lnTo>
                  <a:lnTo>
                    <a:pt x="21409" y="607"/>
                  </a:lnTo>
                  <a:cubicBezTo>
                    <a:pt x="20418" y="261"/>
                    <a:pt x="19477" y="0"/>
                    <a:pt x="18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40"/>
            <p:cNvSpPr/>
            <p:nvPr/>
          </p:nvSpPr>
          <p:spPr>
            <a:xfrm>
              <a:off x="2033654" y="3378368"/>
              <a:ext cx="368317" cy="376232"/>
            </a:xfrm>
            <a:custGeom>
              <a:avLst/>
              <a:gdLst/>
              <a:ahLst/>
              <a:cxnLst/>
              <a:rect l="l" t="t" r="r" b="b"/>
              <a:pathLst>
                <a:path w="10703" h="10933" extrusionOk="0">
                  <a:moveTo>
                    <a:pt x="8471" y="1"/>
                  </a:moveTo>
                  <a:cubicBezTo>
                    <a:pt x="8275" y="1"/>
                    <a:pt x="8091" y="19"/>
                    <a:pt x="7930" y="71"/>
                  </a:cubicBezTo>
                  <a:cubicBezTo>
                    <a:pt x="7799" y="113"/>
                    <a:pt x="7683" y="150"/>
                    <a:pt x="7589" y="177"/>
                  </a:cubicBezTo>
                  <a:cubicBezTo>
                    <a:pt x="5249" y="872"/>
                    <a:pt x="4040" y="2725"/>
                    <a:pt x="3016" y="4732"/>
                  </a:cubicBezTo>
                  <a:cubicBezTo>
                    <a:pt x="2897" y="4967"/>
                    <a:pt x="2634" y="5335"/>
                    <a:pt x="2330" y="5756"/>
                  </a:cubicBezTo>
                  <a:cubicBezTo>
                    <a:pt x="1348" y="7127"/>
                    <a:pt x="1" y="9003"/>
                    <a:pt x="769" y="10198"/>
                  </a:cubicBezTo>
                  <a:cubicBezTo>
                    <a:pt x="1013" y="10580"/>
                    <a:pt x="1876" y="10826"/>
                    <a:pt x="2586" y="10932"/>
                  </a:cubicBezTo>
                  <a:cubicBezTo>
                    <a:pt x="5976" y="7968"/>
                    <a:pt x="8751" y="4318"/>
                    <a:pt x="10703" y="202"/>
                  </a:cubicBezTo>
                  <a:lnTo>
                    <a:pt x="10536" y="170"/>
                  </a:lnTo>
                  <a:cubicBezTo>
                    <a:pt x="10416" y="145"/>
                    <a:pt x="10283" y="135"/>
                    <a:pt x="10137" y="135"/>
                  </a:cubicBezTo>
                  <a:cubicBezTo>
                    <a:pt x="9614" y="135"/>
                    <a:pt x="8997" y="1"/>
                    <a:pt x="84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40"/>
            <p:cNvSpPr/>
            <p:nvPr/>
          </p:nvSpPr>
          <p:spPr>
            <a:xfrm>
              <a:off x="976812" y="2944013"/>
              <a:ext cx="765781" cy="808831"/>
            </a:xfrm>
            <a:custGeom>
              <a:avLst/>
              <a:gdLst/>
              <a:ahLst/>
              <a:cxnLst/>
              <a:rect l="l" t="t" r="r" b="b"/>
              <a:pathLst>
                <a:path w="22253" h="23504" extrusionOk="0">
                  <a:moveTo>
                    <a:pt x="5020" y="1"/>
                  </a:moveTo>
                  <a:cubicBezTo>
                    <a:pt x="4125" y="1"/>
                    <a:pt x="3079" y="523"/>
                    <a:pt x="2738" y="1138"/>
                  </a:cubicBezTo>
                  <a:cubicBezTo>
                    <a:pt x="2333" y="1862"/>
                    <a:pt x="2072" y="2764"/>
                    <a:pt x="1821" y="3636"/>
                  </a:cubicBezTo>
                  <a:cubicBezTo>
                    <a:pt x="1639" y="4268"/>
                    <a:pt x="1467" y="4862"/>
                    <a:pt x="1250" y="5377"/>
                  </a:cubicBezTo>
                  <a:cubicBezTo>
                    <a:pt x="295" y="7635"/>
                    <a:pt x="1" y="10045"/>
                    <a:pt x="2706" y="11544"/>
                  </a:cubicBezTo>
                  <a:cubicBezTo>
                    <a:pt x="3360" y="11901"/>
                    <a:pt x="4109" y="11986"/>
                    <a:pt x="4833" y="11986"/>
                  </a:cubicBezTo>
                  <a:cubicBezTo>
                    <a:pt x="5503" y="11986"/>
                    <a:pt x="6151" y="11913"/>
                    <a:pt x="6683" y="11913"/>
                  </a:cubicBezTo>
                  <a:cubicBezTo>
                    <a:pt x="6827" y="11913"/>
                    <a:pt x="6963" y="11918"/>
                    <a:pt x="7088" y="11932"/>
                  </a:cubicBezTo>
                  <a:cubicBezTo>
                    <a:pt x="8287" y="12072"/>
                    <a:pt x="9173" y="12369"/>
                    <a:pt x="9597" y="13357"/>
                  </a:cubicBezTo>
                  <a:cubicBezTo>
                    <a:pt x="10045" y="14404"/>
                    <a:pt x="9750" y="15727"/>
                    <a:pt x="9462" y="17006"/>
                  </a:cubicBezTo>
                  <a:cubicBezTo>
                    <a:pt x="9282" y="17812"/>
                    <a:pt x="9111" y="18573"/>
                    <a:pt x="9107" y="19297"/>
                  </a:cubicBezTo>
                  <a:cubicBezTo>
                    <a:pt x="9094" y="20675"/>
                    <a:pt x="9360" y="21594"/>
                    <a:pt x="9949" y="22188"/>
                  </a:cubicBezTo>
                  <a:cubicBezTo>
                    <a:pt x="10464" y="22710"/>
                    <a:pt x="11224" y="23503"/>
                    <a:pt x="12267" y="23503"/>
                  </a:cubicBezTo>
                  <a:cubicBezTo>
                    <a:pt x="12628" y="23503"/>
                    <a:pt x="13288" y="23475"/>
                    <a:pt x="13730" y="23417"/>
                  </a:cubicBezTo>
                  <a:cubicBezTo>
                    <a:pt x="16447" y="23066"/>
                    <a:pt x="16682" y="20418"/>
                    <a:pt x="16892" y="18557"/>
                  </a:cubicBezTo>
                  <a:cubicBezTo>
                    <a:pt x="16993" y="17660"/>
                    <a:pt x="17096" y="16735"/>
                    <a:pt x="17455" y="16005"/>
                  </a:cubicBezTo>
                  <a:cubicBezTo>
                    <a:pt x="17768" y="15372"/>
                    <a:pt x="17791" y="14688"/>
                    <a:pt x="18075" y="14025"/>
                  </a:cubicBezTo>
                  <a:cubicBezTo>
                    <a:pt x="18627" y="12738"/>
                    <a:pt x="19199" y="11408"/>
                    <a:pt x="19952" y="10328"/>
                  </a:cubicBezTo>
                  <a:cubicBezTo>
                    <a:pt x="20160" y="10030"/>
                    <a:pt x="20448" y="9762"/>
                    <a:pt x="20756" y="9478"/>
                  </a:cubicBezTo>
                  <a:cubicBezTo>
                    <a:pt x="21456" y="8827"/>
                    <a:pt x="22252" y="8090"/>
                    <a:pt x="22094" y="6839"/>
                  </a:cubicBezTo>
                  <a:cubicBezTo>
                    <a:pt x="21847" y="4861"/>
                    <a:pt x="19006" y="4459"/>
                    <a:pt x="17126" y="4191"/>
                  </a:cubicBezTo>
                  <a:cubicBezTo>
                    <a:pt x="16799" y="4146"/>
                    <a:pt x="16492" y="4102"/>
                    <a:pt x="16248" y="4055"/>
                  </a:cubicBezTo>
                  <a:cubicBezTo>
                    <a:pt x="15860" y="3982"/>
                    <a:pt x="15468" y="3884"/>
                    <a:pt x="15055" y="3777"/>
                  </a:cubicBezTo>
                  <a:cubicBezTo>
                    <a:pt x="14425" y="3619"/>
                    <a:pt x="13774" y="3452"/>
                    <a:pt x="13130" y="3386"/>
                  </a:cubicBezTo>
                  <a:lnTo>
                    <a:pt x="12729" y="3285"/>
                  </a:lnTo>
                  <a:cubicBezTo>
                    <a:pt x="12461" y="3196"/>
                    <a:pt x="12153" y="3152"/>
                    <a:pt x="11786" y="3152"/>
                  </a:cubicBezTo>
                  <a:cubicBezTo>
                    <a:pt x="11260" y="3152"/>
                    <a:pt x="10675" y="3243"/>
                    <a:pt x="10109" y="3331"/>
                  </a:cubicBezTo>
                  <a:cubicBezTo>
                    <a:pt x="9535" y="3421"/>
                    <a:pt x="8946" y="3512"/>
                    <a:pt x="8415" y="3512"/>
                  </a:cubicBezTo>
                  <a:cubicBezTo>
                    <a:pt x="7338" y="3512"/>
                    <a:pt x="6761" y="3121"/>
                    <a:pt x="6491" y="2204"/>
                  </a:cubicBezTo>
                  <a:cubicBezTo>
                    <a:pt x="6453" y="2078"/>
                    <a:pt x="6469" y="1894"/>
                    <a:pt x="6483" y="1698"/>
                  </a:cubicBezTo>
                  <a:cubicBezTo>
                    <a:pt x="6514" y="1303"/>
                    <a:pt x="6558" y="764"/>
                    <a:pt x="6118" y="369"/>
                  </a:cubicBezTo>
                  <a:cubicBezTo>
                    <a:pt x="5844" y="128"/>
                    <a:pt x="5465" y="1"/>
                    <a:pt x="50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40"/>
            <p:cNvSpPr/>
            <p:nvPr/>
          </p:nvSpPr>
          <p:spPr>
            <a:xfrm>
              <a:off x="480652" y="1804099"/>
              <a:ext cx="730474" cy="900265"/>
            </a:xfrm>
            <a:custGeom>
              <a:avLst/>
              <a:gdLst/>
              <a:ahLst/>
              <a:cxnLst/>
              <a:rect l="l" t="t" r="r" b="b"/>
              <a:pathLst>
                <a:path w="21227" h="26161" extrusionOk="0">
                  <a:moveTo>
                    <a:pt x="17547" y="1"/>
                  </a:moveTo>
                  <a:cubicBezTo>
                    <a:pt x="10490" y="1879"/>
                    <a:pt x="4360" y="6049"/>
                    <a:pt x="0" y="11661"/>
                  </a:cubicBezTo>
                  <a:lnTo>
                    <a:pt x="732" y="11344"/>
                  </a:lnTo>
                  <a:cubicBezTo>
                    <a:pt x="978" y="11237"/>
                    <a:pt x="1240" y="11184"/>
                    <a:pt x="1514" y="11184"/>
                  </a:cubicBezTo>
                  <a:cubicBezTo>
                    <a:pt x="2000" y="11184"/>
                    <a:pt x="2526" y="11351"/>
                    <a:pt x="3068" y="11683"/>
                  </a:cubicBezTo>
                  <a:cubicBezTo>
                    <a:pt x="3396" y="11879"/>
                    <a:pt x="3769" y="12064"/>
                    <a:pt x="4164" y="12257"/>
                  </a:cubicBezTo>
                  <a:cubicBezTo>
                    <a:pt x="5475" y="12903"/>
                    <a:pt x="6963" y="13636"/>
                    <a:pt x="7038" y="15018"/>
                  </a:cubicBezTo>
                  <a:cubicBezTo>
                    <a:pt x="7077" y="15718"/>
                    <a:pt x="6776" y="16337"/>
                    <a:pt x="6458" y="16993"/>
                  </a:cubicBezTo>
                  <a:cubicBezTo>
                    <a:pt x="6069" y="17790"/>
                    <a:pt x="5629" y="18693"/>
                    <a:pt x="5810" y="19835"/>
                  </a:cubicBezTo>
                  <a:cubicBezTo>
                    <a:pt x="6006" y="21056"/>
                    <a:pt x="7036" y="24519"/>
                    <a:pt x="8300" y="25445"/>
                  </a:cubicBezTo>
                  <a:cubicBezTo>
                    <a:pt x="8962" y="25939"/>
                    <a:pt x="10328" y="26160"/>
                    <a:pt x="11386" y="26160"/>
                  </a:cubicBezTo>
                  <a:cubicBezTo>
                    <a:pt x="12005" y="26160"/>
                    <a:pt x="12850" y="26088"/>
                    <a:pt x="13365" y="25749"/>
                  </a:cubicBezTo>
                  <a:cubicBezTo>
                    <a:pt x="14170" y="25211"/>
                    <a:pt x="14441" y="23990"/>
                    <a:pt x="14656" y="23013"/>
                  </a:cubicBezTo>
                  <a:cubicBezTo>
                    <a:pt x="14714" y="22750"/>
                    <a:pt x="14770" y="22498"/>
                    <a:pt x="14828" y="22301"/>
                  </a:cubicBezTo>
                  <a:cubicBezTo>
                    <a:pt x="15109" y="21332"/>
                    <a:pt x="15444" y="20309"/>
                    <a:pt x="15989" y="19399"/>
                  </a:cubicBezTo>
                  <a:cubicBezTo>
                    <a:pt x="16259" y="18927"/>
                    <a:pt x="16632" y="18533"/>
                    <a:pt x="17030" y="18121"/>
                  </a:cubicBezTo>
                  <a:cubicBezTo>
                    <a:pt x="17428" y="17704"/>
                    <a:pt x="18381" y="17272"/>
                    <a:pt x="18686" y="16745"/>
                  </a:cubicBezTo>
                  <a:cubicBezTo>
                    <a:pt x="19396" y="15535"/>
                    <a:pt x="19270" y="14187"/>
                    <a:pt x="19146" y="12882"/>
                  </a:cubicBezTo>
                  <a:cubicBezTo>
                    <a:pt x="19032" y="11685"/>
                    <a:pt x="18926" y="10557"/>
                    <a:pt x="19471" y="9635"/>
                  </a:cubicBezTo>
                  <a:cubicBezTo>
                    <a:pt x="19700" y="9247"/>
                    <a:pt x="19395" y="8892"/>
                    <a:pt x="19621" y="8551"/>
                  </a:cubicBezTo>
                  <a:cubicBezTo>
                    <a:pt x="20362" y="7433"/>
                    <a:pt x="21061" y="6378"/>
                    <a:pt x="21138" y="4675"/>
                  </a:cubicBezTo>
                  <a:cubicBezTo>
                    <a:pt x="21226" y="2669"/>
                    <a:pt x="20018" y="1100"/>
                    <a:pt x="175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40"/>
            <p:cNvSpPr/>
            <p:nvPr/>
          </p:nvSpPr>
          <p:spPr>
            <a:xfrm>
              <a:off x="1000315" y="2945114"/>
              <a:ext cx="729579" cy="785018"/>
            </a:xfrm>
            <a:custGeom>
              <a:avLst/>
              <a:gdLst/>
              <a:ahLst/>
              <a:cxnLst/>
              <a:rect l="l" t="t" r="r" b="b"/>
              <a:pathLst>
                <a:path w="21201" h="22812" extrusionOk="0">
                  <a:moveTo>
                    <a:pt x="15492" y="4421"/>
                  </a:moveTo>
                  <a:cubicBezTo>
                    <a:pt x="14473" y="4229"/>
                    <a:pt x="13405" y="3856"/>
                    <a:pt x="12377" y="3754"/>
                  </a:cubicBezTo>
                  <a:lnTo>
                    <a:pt x="11932" y="3641"/>
                  </a:lnTo>
                  <a:cubicBezTo>
                    <a:pt x="10096" y="3009"/>
                    <a:pt x="6313" y="5294"/>
                    <a:pt x="5423" y="2288"/>
                  </a:cubicBezTo>
                  <a:cubicBezTo>
                    <a:pt x="5268" y="1771"/>
                    <a:pt x="5641" y="1062"/>
                    <a:pt x="5171" y="640"/>
                  </a:cubicBezTo>
                  <a:cubicBezTo>
                    <a:pt x="4443" y="1"/>
                    <a:pt x="2788" y="624"/>
                    <a:pt x="2414" y="1303"/>
                  </a:cubicBezTo>
                  <a:cubicBezTo>
                    <a:pt x="1749" y="2484"/>
                    <a:pt x="1483" y="4231"/>
                    <a:pt x="945" y="5503"/>
                  </a:cubicBezTo>
                  <a:cubicBezTo>
                    <a:pt x="1" y="7735"/>
                    <a:pt x="89" y="9015"/>
                    <a:pt x="2490" y="10346"/>
                  </a:cubicBezTo>
                  <a:cubicBezTo>
                    <a:pt x="3700" y="11003"/>
                    <a:pt x="5123" y="11351"/>
                    <a:pt x="6457" y="11496"/>
                  </a:cubicBezTo>
                  <a:cubicBezTo>
                    <a:pt x="7593" y="11629"/>
                    <a:pt x="8751" y="11907"/>
                    <a:pt x="9291" y="13164"/>
                  </a:cubicBezTo>
                  <a:cubicBezTo>
                    <a:pt x="10080" y="15006"/>
                    <a:pt x="8851" y="17404"/>
                    <a:pt x="8832" y="19266"/>
                  </a:cubicBezTo>
                  <a:cubicBezTo>
                    <a:pt x="8807" y="21979"/>
                    <a:pt x="9915" y="22811"/>
                    <a:pt x="12724" y="22441"/>
                  </a:cubicBezTo>
                  <a:cubicBezTo>
                    <a:pt x="16336" y="21976"/>
                    <a:pt x="14972" y="18160"/>
                    <a:pt x="16138" y="15792"/>
                  </a:cubicBezTo>
                  <a:cubicBezTo>
                    <a:pt x="17047" y="13951"/>
                    <a:pt x="17762" y="11743"/>
                    <a:pt x="18937" y="10062"/>
                  </a:cubicBezTo>
                  <a:cubicBezTo>
                    <a:pt x="19666" y="9013"/>
                    <a:pt x="21201" y="8387"/>
                    <a:pt x="21009" y="6855"/>
                  </a:cubicBezTo>
                  <a:cubicBezTo>
                    <a:pt x="20762" y="4868"/>
                    <a:pt x="17089" y="4716"/>
                    <a:pt x="15492" y="442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40"/>
            <p:cNvSpPr/>
            <p:nvPr/>
          </p:nvSpPr>
          <p:spPr>
            <a:xfrm>
              <a:off x="500233" y="1810844"/>
              <a:ext cx="697335" cy="887980"/>
            </a:xfrm>
            <a:custGeom>
              <a:avLst/>
              <a:gdLst/>
              <a:ahLst/>
              <a:cxnLst/>
              <a:rect l="l" t="t" r="r" b="b"/>
              <a:pathLst>
                <a:path w="20264" h="25804" extrusionOk="0">
                  <a:moveTo>
                    <a:pt x="17225" y="16342"/>
                  </a:moveTo>
                  <a:cubicBezTo>
                    <a:pt x="18502" y="14165"/>
                    <a:pt x="16777" y="11318"/>
                    <a:pt x="18012" y="9231"/>
                  </a:cubicBezTo>
                  <a:cubicBezTo>
                    <a:pt x="18998" y="7556"/>
                    <a:pt x="20068" y="6541"/>
                    <a:pt x="20163" y="4457"/>
                  </a:cubicBezTo>
                  <a:cubicBezTo>
                    <a:pt x="20264" y="2195"/>
                    <a:pt x="18531" y="851"/>
                    <a:pt x="16411" y="1"/>
                  </a:cubicBezTo>
                  <a:cubicBezTo>
                    <a:pt x="14669" y="497"/>
                    <a:pt x="12966" y="1135"/>
                    <a:pt x="11322" y="1920"/>
                  </a:cubicBezTo>
                  <a:cubicBezTo>
                    <a:pt x="6915" y="4008"/>
                    <a:pt x="3061" y="7054"/>
                    <a:pt x="0" y="10776"/>
                  </a:cubicBezTo>
                  <a:cubicBezTo>
                    <a:pt x="798" y="10431"/>
                    <a:pt x="1734" y="10545"/>
                    <a:pt x="2707" y="11141"/>
                  </a:cubicBezTo>
                  <a:cubicBezTo>
                    <a:pt x="4157" y="12007"/>
                    <a:pt x="6760" y="12735"/>
                    <a:pt x="6871" y="14798"/>
                  </a:cubicBezTo>
                  <a:cubicBezTo>
                    <a:pt x="6969" y="16526"/>
                    <a:pt x="5338" y="17672"/>
                    <a:pt x="5638" y="19574"/>
                  </a:cubicBezTo>
                  <a:cubicBezTo>
                    <a:pt x="5848" y="20882"/>
                    <a:pt x="6878" y="24121"/>
                    <a:pt x="7971" y="24922"/>
                  </a:cubicBezTo>
                  <a:cubicBezTo>
                    <a:pt x="8856" y="25584"/>
                    <a:pt x="11674" y="25803"/>
                    <a:pt x="12568" y="25212"/>
                  </a:cubicBezTo>
                  <a:cubicBezTo>
                    <a:pt x="13436" y="24633"/>
                    <a:pt x="13597" y="22908"/>
                    <a:pt x="13866" y="21988"/>
                  </a:cubicBezTo>
                  <a:cubicBezTo>
                    <a:pt x="14167" y="20953"/>
                    <a:pt x="14511" y="19923"/>
                    <a:pt x="15064" y="18997"/>
                  </a:cubicBezTo>
                  <a:cubicBezTo>
                    <a:pt x="15648" y="17982"/>
                    <a:pt x="16653" y="17326"/>
                    <a:pt x="17225" y="1634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40"/>
            <p:cNvSpPr/>
            <p:nvPr/>
          </p:nvSpPr>
          <p:spPr>
            <a:xfrm>
              <a:off x="213542" y="2268324"/>
              <a:ext cx="708347" cy="1513599"/>
            </a:xfrm>
            <a:custGeom>
              <a:avLst/>
              <a:gdLst/>
              <a:ahLst/>
              <a:cxnLst/>
              <a:rect l="l" t="t" r="r" b="b"/>
              <a:pathLst>
                <a:path w="20584" h="43984" extrusionOk="0">
                  <a:moveTo>
                    <a:pt x="13935" y="29260"/>
                  </a:moveTo>
                  <a:cubicBezTo>
                    <a:pt x="11950" y="28402"/>
                    <a:pt x="9854" y="27478"/>
                    <a:pt x="8024" y="26377"/>
                  </a:cubicBezTo>
                  <a:cubicBezTo>
                    <a:pt x="7487" y="26047"/>
                    <a:pt x="5871" y="25282"/>
                    <a:pt x="5815" y="24610"/>
                  </a:cubicBezTo>
                  <a:cubicBezTo>
                    <a:pt x="5732" y="23625"/>
                    <a:pt x="8130" y="23204"/>
                    <a:pt x="8861" y="22982"/>
                  </a:cubicBezTo>
                  <a:cubicBezTo>
                    <a:pt x="9885" y="22660"/>
                    <a:pt x="10645" y="22509"/>
                    <a:pt x="11430" y="21789"/>
                  </a:cubicBezTo>
                  <a:cubicBezTo>
                    <a:pt x="12391" y="20919"/>
                    <a:pt x="12999" y="19715"/>
                    <a:pt x="14004" y="18875"/>
                  </a:cubicBezTo>
                  <a:cubicBezTo>
                    <a:pt x="15715" y="17448"/>
                    <a:pt x="18852" y="16518"/>
                    <a:pt x="16527" y="14203"/>
                  </a:cubicBezTo>
                  <a:cubicBezTo>
                    <a:pt x="15758" y="13435"/>
                    <a:pt x="15056" y="12559"/>
                    <a:pt x="14144" y="11930"/>
                  </a:cubicBezTo>
                  <a:cubicBezTo>
                    <a:pt x="13559" y="11516"/>
                    <a:pt x="12738" y="10711"/>
                    <a:pt x="12132" y="10430"/>
                  </a:cubicBezTo>
                  <a:cubicBezTo>
                    <a:pt x="10456" y="9694"/>
                    <a:pt x="10595" y="12048"/>
                    <a:pt x="9780" y="12876"/>
                  </a:cubicBezTo>
                  <a:cubicBezTo>
                    <a:pt x="8353" y="14306"/>
                    <a:pt x="5581" y="13754"/>
                    <a:pt x="6358" y="11470"/>
                  </a:cubicBezTo>
                  <a:cubicBezTo>
                    <a:pt x="6923" y="9826"/>
                    <a:pt x="7790" y="7899"/>
                    <a:pt x="9575" y="7806"/>
                  </a:cubicBezTo>
                  <a:cubicBezTo>
                    <a:pt x="9993" y="7785"/>
                    <a:pt x="10990" y="7637"/>
                    <a:pt x="11364" y="7851"/>
                  </a:cubicBezTo>
                  <a:cubicBezTo>
                    <a:pt x="11631" y="7997"/>
                    <a:pt x="11809" y="8610"/>
                    <a:pt x="11992" y="8698"/>
                  </a:cubicBezTo>
                  <a:cubicBezTo>
                    <a:pt x="12633" y="9033"/>
                    <a:pt x="13098" y="8837"/>
                    <a:pt x="13347" y="7825"/>
                  </a:cubicBezTo>
                  <a:cubicBezTo>
                    <a:pt x="13682" y="6487"/>
                    <a:pt x="11312" y="5004"/>
                    <a:pt x="10197" y="4127"/>
                  </a:cubicBezTo>
                  <a:cubicBezTo>
                    <a:pt x="8836" y="3061"/>
                    <a:pt x="6105" y="2024"/>
                    <a:pt x="6484" y="0"/>
                  </a:cubicBezTo>
                  <a:cubicBezTo>
                    <a:pt x="5508" y="1456"/>
                    <a:pt x="4630" y="2969"/>
                    <a:pt x="3891" y="4574"/>
                  </a:cubicBezTo>
                  <a:cubicBezTo>
                    <a:pt x="3891" y="4574"/>
                    <a:pt x="3891" y="4578"/>
                    <a:pt x="3887" y="4578"/>
                  </a:cubicBezTo>
                  <a:cubicBezTo>
                    <a:pt x="669" y="11566"/>
                    <a:pt x="1" y="19500"/>
                    <a:pt x="2008" y="26925"/>
                  </a:cubicBezTo>
                  <a:cubicBezTo>
                    <a:pt x="2026" y="26985"/>
                    <a:pt x="2045" y="27039"/>
                    <a:pt x="2056" y="27100"/>
                  </a:cubicBezTo>
                  <a:cubicBezTo>
                    <a:pt x="2250" y="27211"/>
                    <a:pt x="2462" y="27315"/>
                    <a:pt x="2722" y="27403"/>
                  </a:cubicBezTo>
                  <a:cubicBezTo>
                    <a:pt x="4166" y="27943"/>
                    <a:pt x="5634" y="28404"/>
                    <a:pt x="7067" y="29011"/>
                  </a:cubicBezTo>
                  <a:cubicBezTo>
                    <a:pt x="8933" y="29808"/>
                    <a:pt x="8936" y="29896"/>
                    <a:pt x="9002" y="31881"/>
                  </a:cubicBezTo>
                  <a:cubicBezTo>
                    <a:pt x="9060" y="33666"/>
                    <a:pt x="9240" y="35476"/>
                    <a:pt x="9121" y="37270"/>
                  </a:cubicBezTo>
                  <a:cubicBezTo>
                    <a:pt x="9060" y="38067"/>
                    <a:pt x="8870" y="38853"/>
                    <a:pt x="8656" y="39628"/>
                  </a:cubicBezTo>
                  <a:cubicBezTo>
                    <a:pt x="10002" y="41220"/>
                    <a:pt x="11503" y="42670"/>
                    <a:pt x="13133" y="43984"/>
                  </a:cubicBezTo>
                  <a:cubicBezTo>
                    <a:pt x="13601" y="43198"/>
                    <a:pt x="14020" y="42437"/>
                    <a:pt x="14309" y="42016"/>
                  </a:cubicBezTo>
                  <a:cubicBezTo>
                    <a:pt x="15221" y="40664"/>
                    <a:pt x="16089" y="39167"/>
                    <a:pt x="17170" y="37952"/>
                  </a:cubicBezTo>
                  <a:cubicBezTo>
                    <a:pt x="18328" y="36635"/>
                    <a:pt x="20583" y="34913"/>
                    <a:pt x="20406" y="32920"/>
                  </a:cubicBezTo>
                  <a:cubicBezTo>
                    <a:pt x="20220" y="30856"/>
                    <a:pt x="15471" y="29925"/>
                    <a:pt x="13935" y="2926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40"/>
            <p:cNvSpPr/>
            <p:nvPr/>
          </p:nvSpPr>
          <p:spPr>
            <a:xfrm>
              <a:off x="1119486" y="2182430"/>
              <a:ext cx="1376397" cy="1323952"/>
            </a:xfrm>
            <a:custGeom>
              <a:avLst/>
              <a:gdLst/>
              <a:ahLst/>
              <a:cxnLst/>
              <a:rect l="l" t="t" r="r" b="b"/>
              <a:pathLst>
                <a:path w="39997" h="38473" extrusionOk="0">
                  <a:moveTo>
                    <a:pt x="39262" y="12285"/>
                  </a:moveTo>
                  <a:lnTo>
                    <a:pt x="39262" y="12275"/>
                  </a:lnTo>
                  <a:cubicBezTo>
                    <a:pt x="38409" y="9128"/>
                    <a:pt x="37107" y="6173"/>
                    <a:pt x="35432" y="3468"/>
                  </a:cubicBezTo>
                  <a:cubicBezTo>
                    <a:pt x="34826" y="3272"/>
                    <a:pt x="34207" y="3174"/>
                    <a:pt x="33585" y="3219"/>
                  </a:cubicBezTo>
                  <a:cubicBezTo>
                    <a:pt x="32917" y="3257"/>
                    <a:pt x="32075" y="3617"/>
                    <a:pt x="31408" y="3449"/>
                  </a:cubicBezTo>
                  <a:cubicBezTo>
                    <a:pt x="30830" y="3302"/>
                    <a:pt x="30454" y="2729"/>
                    <a:pt x="29945" y="2436"/>
                  </a:cubicBezTo>
                  <a:lnTo>
                    <a:pt x="29726" y="1988"/>
                  </a:lnTo>
                  <a:cubicBezTo>
                    <a:pt x="28277" y="2502"/>
                    <a:pt x="26418" y="1981"/>
                    <a:pt x="24810" y="2590"/>
                  </a:cubicBezTo>
                  <a:cubicBezTo>
                    <a:pt x="24054" y="2877"/>
                    <a:pt x="23356" y="3181"/>
                    <a:pt x="22668" y="3612"/>
                  </a:cubicBezTo>
                  <a:cubicBezTo>
                    <a:pt x="22074" y="3975"/>
                    <a:pt x="21443" y="4385"/>
                    <a:pt x="20931" y="4868"/>
                  </a:cubicBezTo>
                  <a:cubicBezTo>
                    <a:pt x="20523" y="5267"/>
                    <a:pt x="20193" y="6173"/>
                    <a:pt x="19739" y="6432"/>
                  </a:cubicBezTo>
                  <a:cubicBezTo>
                    <a:pt x="18043" y="7432"/>
                    <a:pt x="16672" y="5826"/>
                    <a:pt x="17838" y="4359"/>
                  </a:cubicBezTo>
                  <a:cubicBezTo>
                    <a:pt x="18643" y="3342"/>
                    <a:pt x="20662" y="2438"/>
                    <a:pt x="20399" y="916"/>
                  </a:cubicBezTo>
                  <a:cubicBezTo>
                    <a:pt x="17779" y="0"/>
                    <a:pt x="15653" y="923"/>
                    <a:pt x="15659" y="3637"/>
                  </a:cubicBezTo>
                  <a:cubicBezTo>
                    <a:pt x="15667" y="5313"/>
                    <a:pt x="15324" y="6891"/>
                    <a:pt x="15331" y="8559"/>
                  </a:cubicBezTo>
                  <a:cubicBezTo>
                    <a:pt x="15337" y="9577"/>
                    <a:pt x="15593" y="10310"/>
                    <a:pt x="14588" y="10644"/>
                  </a:cubicBezTo>
                  <a:cubicBezTo>
                    <a:pt x="13411" y="11023"/>
                    <a:pt x="12967" y="10214"/>
                    <a:pt x="12412" y="9378"/>
                  </a:cubicBezTo>
                  <a:cubicBezTo>
                    <a:pt x="11685" y="8277"/>
                    <a:pt x="11231" y="6790"/>
                    <a:pt x="9666" y="7133"/>
                  </a:cubicBezTo>
                  <a:cubicBezTo>
                    <a:pt x="7787" y="7551"/>
                    <a:pt x="7032" y="10095"/>
                    <a:pt x="6026" y="11437"/>
                  </a:cubicBezTo>
                  <a:cubicBezTo>
                    <a:pt x="5367" y="12322"/>
                    <a:pt x="4497" y="13081"/>
                    <a:pt x="4040" y="14067"/>
                  </a:cubicBezTo>
                  <a:cubicBezTo>
                    <a:pt x="3830" y="14512"/>
                    <a:pt x="3874" y="15371"/>
                    <a:pt x="3294" y="15511"/>
                  </a:cubicBezTo>
                  <a:cubicBezTo>
                    <a:pt x="2563" y="15693"/>
                    <a:pt x="2349" y="14742"/>
                    <a:pt x="1714" y="14612"/>
                  </a:cubicBezTo>
                  <a:cubicBezTo>
                    <a:pt x="223" y="14344"/>
                    <a:pt x="1" y="16395"/>
                    <a:pt x="158" y="17487"/>
                  </a:cubicBezTo>
                  <a:cubicBezTo>
                    <a:pt x="747" y="21735"/>
                    <a:pt x="4253" y="22786"/>
                    <a:pt x="7912" y="24061"/>
                  </a:cubicBezTo>
                  <a:cubicBezTo>
                    <a:pt x="10368" y="24919"/>
                    <a:pt x="12857" y="24859"/>
                    <a:pt x="15287" y="26019"/>
                  </a:cubicBezTo>
                  <a:cubicBezTo>
                    <a:pt x="16367" y="26519"/>
                    <a:pt x="17474" y="27059"/>
                    <a:pt x="18294" y="27902"/>
                  </a:cubicBezTo>
                  <a:cubicBezTo>
                    <a:pt x="18618" y="28247"/>
                    <a:pt x="19482" y="28928"/>
                    <a:pt x="19651" y="29340"/>
                  </a:cubicBezTo>
                  <a:cubicBezTo>
                    <a:pt x="20179" y="30595"/>
                    <a:pt x="19212" y="32688"/>
                    <a:pt x="21647" y="32644"/>
                  </a:cubicBezTo>
                  <a:cubicBezTo>
                    <a:pt x="24095" y="32598"/>
                    <a:pt x="22996" y="29336"/>
                    <a:pt x="24207" y="28177"/>
                  </a:cubicBezTo>
                  <a:cubicBezTo>
                    <a:pt x="25026" y="27403"/>
                    <a:pt x="25776" y="28091"/>
                    <a:pt x="26416" y="28926"/>
                  </a:cubicBezTo>
                  <a:cubicBezTo>
                    <a:pt x="27012" y="29731"/>
                    <a:pt x="26958" y="29978"/>
                    <a:pt x="26819" y="30916"/>
                  </a:cubicBezTo>
                  <a:cubicBezTo>
                    <a:pt x="26607" y="32388"/>
                    <a:pt x="26858" y="33987"/>
                    <a:pt x="28058" y="35106"/>
                  </a:cubicBezTo>
                  <a:cubicBezTo>
                    <a:pt x="31656" y="38473"/>
                    <a:pt x="29518" y="30083"/>
                    <a:pt x="29739" y="28835"/>
                  </a:cubicBezTo>
                  <a:cubicBezTo>
                    <a:pt x="30033" y="27216"/>
                    <a:pt x="31768" y="25431"/>
                    <a:pt x="32719" y="24107"/>
                  </a:cubicBezTo>
                  <a:cubicBezTo>
                    <a:pt x="33442" y="23093"/>
                    <a:pt x="34311" y="22655"/>
                    <a:pt x="35253" y="21911"/>
                  </a:cubicBezTo>
                  <a:cubicBezTo>
                    <a:pt x="36586" y="20847"/>
                    <a:pt x="37086" y="19059"/>
                    <a:pt x="38258" y="17822"/>
                  </a:cubicBezTo>
                  <a:cubicBezTo>
                    <a:pt x="38949" y="17094"/>
                    <a:pt x="39528" y="16518"/>
                    <a:pt x="39996" y="15939"/>
                  </a:cubicBezTo>
                  <a:cubicBezTo>
                    <a:pt x="39815" y="14710"/>
                    <a:pt x="39585" y="13492"/>
                    <a:pt x="39262" y="1228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40"/>
            <p:cNvSpPr/>
            <p:nvPr/>
          </p:nvSpPr>
          <p:spPr>
            <a:xfrm>
              <a:off x="2061700" y="3392580"/>
              <a:ext cx="331909" cy="349390"/>
            </a:xfrm>
            <a:custGeom>
              <a:avLst/>
              <a:gdLst/>
              <a:ahLst/>
              <a:cxnLst/>
              <a:rect l="l" t="t" r="r" b="b"/>
              <a:pathLst>
                <a:path w="9645" h="10153" extrusionOk="0">
                  <a:moveTo>
                    <a:pt x="6890" y="693"/>
                  </a:moveTo>
                  <a:cubicBezTo>
                    <a:pt x="4710" y="1340"/>
                    <a:pt x="4120" y="2508"/>
                    <a:pt x="3104" y="4505"/>
                  </a:cubicBezTo>
                  <a:cubicBezTo>
                    <a:pt x="2587" y="5522"/>
                    <a:pt x="1" y="8269"/>
                    <a:pt x="836" y="9567"/>
                  </a:cubicBezTo>
                  <a:cubicBezTo>
                    <a:pt x="1061" y="9919"/>
                    <a:pt x="1526" y="10094"/>
                    <a:pt x="2072" y="10152"/>
                  </a:cubicBezTo>
                  <a:cubicBezTo>
                    <a:pt x="5200" y="7353"/>
                    <a:pt x="7780" y="3974"/>
                    <a:pt x="9645" y="155"/>
                  </a:cubicBezTo>
                  <a:cubicBezTo>
                    <a:pt x="8846" y="0"/>
                    <a:pt x="7436" y="538"/>
                    <a:pt x="6890" y="69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40"/>
            <p:cNvSpPr/>
            <p:nvPr/>
          </p:nvSpPr>
          <p:spPr>
            <a:xfrm>
              <a:off x="1676349" y="2717200"/>
              <a:ext cx="791178" cy="1015857"/>
            </a:xfrm>
            <a:custGeom>
              <a:avLst/>
              <a:gdLst/>
              <a:ahLst/>
              <a:cxnLst/>
              <a:rect l="l" t="t" r="r" b="b"/>
              <a:pathLst>
                <a:path w="22991" h="29520" extrusionOk="0">
                  <a:moveTo>
                    <a:pt x="16609" y="1"/>
                  </a:moveTo>
                  <a:cubicBezTo>
                    <a:pt x="15056" y="1"/>
                    <a:pt x="13302" y="508"/>
                    <a:pt x="11449" y="1578"/>
                  </a:cubicBezTo>
                  <a:cubicBezTo>
                    <a:pt x="5106" y="5237"/>
                    <a:pt x="0" y="14088"/>
                    <a:pt x="19" y="21371"/>
                  </a:cubicBezTo>
                  <a:cubicBezTo>
                    <a:pt x="34" y="26532"/>
                    <a:pt x="2621" y="29520"/>
                    <a:pt x="6384" y="29520"/>
                  </a:cubicBezTo>
                  <a:cubicBezTo>
                    <a:pt x="7931" y="29520"/>
                    <a:pt x="9676" y="29015"/>
                    <a:pt x="11523" y="27949"/>
                  </a:cubicBezTo>
                  <a:cubicBezTo>
                    <a:pt x="17861" y="24292"/>
                    <a:pt x="22991" y="15404"/>
                    <a:pt x="22970" y="8119"/>
                  </a:cubicBezTo>
                  <a:cubicBezTo>
                    <a:pt x="22956" y="2968"/>
                    <a:pt x="20367" y="1"/>
                    <a:pt x="16609" y="1"/>
                  </a:cubicBezTo>
                  <a:close/>
                </a:path>
              </a:pathLst>
            </a:custGeom>
            <a:solidFill>
              <a:srgbClr val="FFFFFF">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40"/>
            <p:cNvSpPr/>
            <p:nvPr/>
          </p:nvSpPr>
          <p:spPr>
            <a:xfrm>
              <a:off x="212131" y="1765660"/>
              <a:ext cx="1859066" cy="2175524"/>
            </a:xfrm>
            <a:custGeom>
              <a:avLst/>
              <a:gdLst/>
              <a:ahLst/>
              <a:cxnLst/>
              <a:rect l="l" t="t" r="r" b="b"/>
              <a:pathLst>
                <a:path w="54023" h="63219" extrusionOk="0">
                  <a:moveTo>
                    <a:pt x="33897" y="0"/>
                  </a:moveTo>
                  <a:cubicBezTo>
                    <a:pt x="29021" y="0"/>
                    <a:pt x="24148" y="1062"/>
                    <a:pt x="19704" y="3178"/>
                  </a:cubicBezTo>
                  <a:cubicBezTo>
                    <a:pt x="12740" y="6489"/>
                    <a:pt x="7129" y="12171"/>
                    <a:pt x="3898" y="19157"/>
                  </a:cubicBezTo>
                  <a:cubicBezTo>
                    <a:pt x="3896" y="19157"/>
                    <a:pt x="3896" y="19166"/>
                    <a:pt x="3896" y="19170"/>
                  </a:cubicBezTo>
                  <a:cubicBezTo>
                    <a:pt x="668" y="26173"/>
                    <a:pt x="1" y="34129"/>
                    <a:pt x="2008" y="41565"/>
                  </a:cubicBezTo>
                  <a:cubicBezTo>
                    <a:pt x="4566" y="51053"/>
                    <a:pt x="11158" y="58854"/>
                    <a:pt x="20065" y="62955"/>
                  </a:cubicBezTo>
                  <a:lnTo>
                    <a:pt x="20074" y="62955"/>
                  </a:lnTo>
                  <a:cubicBezTo>
                    <a:pt x="20293" y="63056"/>
                    <a:pt x="20517" y="63126"/>
                    <a:pt x="20737" y="63218"/>
                  </a:cubicBezTo>
                  <a:cubicBezTo>
                    <a:pt x="16906" y="60662"/>
                    <a:pt x="14539" y="55668"/>
                    <a:pt x="14517" y="48679"/>
                  </a:cubicBezTo>
                  <a:cubicBezTo>
                    <a:pt x="14476" y="33924"/>
                    <a:pt x="24827" y="15994"/>
                    <a:pt x="37667" y="8576"/>
                  </a:cubicBezTo>
                  <a:cubicBezTo>
                    <a:pt x="41419" y="6410"/>
                    <a:pt x="44967" y="5385"/>
                    <a:pt x="48111" y="5385"/>
                  </a:cubicBezTo>
                  <a:cubicBezTo>
                    <a:pt x="50300" y="5385"/>
                    <a:pt x="52293" y="5881"/>
                    <a:pt x="54023" y="6835"/>
                  </a:cubicBezTo>
                  <a:cubicBezTo>
                    <a:pt x="52083" y="5340"/>
                    <a:pt x="49967" y="4048"/>
                    <a:pt x="47689" y="2999"/>
                  </a:cubicBezTo>
                  <a:cubicBezTo>
                    <a:pt x="43347" y="997"/>
                    <a:pt x="38620" y="0"/>
                    <a:pt x="33897"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40"/>
            <p:cNvSpPr/>
            <p:nvPr/>
          </p:nvSpPr>
          <p:spPr>
            <a:xfrm>
              <a:off x="1815788" y="1863564"/>
              <a:ext cx="30111" cy="154615"/>
            </a:xfrm>
            <a:custGeom>
              <a:avLst/>
              <a:gdLst/>
              <a:ahLst/>
              <a:cxnLst/>
              <a:rect l="l" t="t" r="r" b="b"/>
              <a:pathLst>
                <a:path w="875" h="4493" extrusionOk="0">
                  <a:moveTo>
                    <a:pt x="794" y="1"/>
                  </a:moveTo>
                  <a:lnTo>
                    <a:pt x="1" y="4492"/>
                  </a:lnTo>
                  <a:lnTo>
                    <a:pt x="81" y="4492"/>
                  </a:lnTo>
                  <a:lnTo>
                    <a:pt x="87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40"/>
            <p:cNvSpPr/>
            <p:nvPr/>
          </p:nvSpPr>
          <p:spPr>
            <a:xfrm>
              <a:off x="1756048" y="1863564"/>
              <a:ext cx="28218" cy="154615"/>
            </a:xfrm>
            <a:custGeom>
              <a:avLst/>
              <a:gdLst/>
              <a:ahLst/>
              <a:cxnLst/>
              <a:rect l="l" t="t" r="r" b="b"/>
              <a:pathLst>
                <a:path w="820" h="4493" extrusionOk="0">
                  <a:moveTo>
                    <a:pt x="0" y="1"/>
                  </a:moveTo>
                  <a:lnTo>
                    <a:pt x="739" y="4492"/>
                  </a:lnTo>
                  <a:lnTo>
                    <a:pt x="820" y="4492"/>
                  </a:lnTo>
                  <a:lnTo>
                    <a:pt x="7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40"/>
            <p:cNvSpPr/>
            <p:nvPr/>
          </p:nvSpPr>
          <p:spPr>
            <a:xfrm>
              <a:off x="1672047" y="1667929"/>
              <a:ext cx="257440" cy="257302"/>
            </a:xfrm>
            <a:custGeom>
              <a:avLst/>
              <a:gdLst/>
              <a:ahLst/>
              <a:cxnLst/>
              <a:rect l="l" t="t" r="r" b="b"/>
              <a:pathLst>
                <a:path w="7481" h="7477" extrusionOk="0">
                  <a:moveTo>
                    <a:pt x="3741" y="0"/>
                  </a:moveTo>
                  <a:cubicBezTo>
                    <a:pt x="1673" y="0"/>
                    <a:pt x="1" y="1674"/>
                    <a:pt x="1" y="3738"/>
                  </a:cubicBezTo>
                  <a:cubicBezTo>
                    <a:pt x="1" y="5803"/>
                    <a:pt x="1673" y="7476"/>
                    <a:pt x="3741" y="7476"/>
                  </a:cubicBezTo>
                  <a:cubicBezTo>
                    <a:pt x="5805" y="7476"/>
                    <a:pt x="7480" y="5803"/>
                    <a:pt x="7480" y="3738"/>
                  </a:cubicBezTo>
                  <a:cubicBezTo>
                    <a:pt x="7480" y="1674"/>
                    <a:pt x="5805" y="0"/>
                    <a:pt x="37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40"/>
            <p:cNvSpPr/>
            <p:nvPr/>
          </p:nvSpPr>
          <p:spPr>
            <a:xfrm>
              <a:off x="1732820" y="1701137"/>
              <a:ext cx="136377" cy="224094"/>
            </a:xfrm>
            <a:custGeom>
              <a:avLst/>
              <a:gdLst/>
              <a:ahLst/>
              <a:cxnLst/>
              <a:rect l="l" t="t" r="r" b="b"/>
              <a:pathLst>
                <a:path w="3963" h="6512" extrusionOk="0">
                  <a:moveTo>
                    <a:pt x="1982" y="1"/>
                  </a:moveTo>
                  <a:cubicBezTo>
                    <a:pt x="1982" y="1"/>
                    <a:pt x="1" y="1458"/>
                    <a:pt x="1" y="3256"/>
                  </a:cubicBezTo>
                  <a:cubicBezTo>
                    <a:pt x="1" y="5054"/>
                    <a:pt x="1982" y="6511"/>
                    <a:pt x="1982" y="6511"/>
                  </a:cubicBezTo>
                  <a:cubicBezTo>
                    <a:pt x="1982" y="6511"/>
                    <a:pt x="3963" y="5054"/>
                    <a:pt x="3963" y="3256"/>
                  </a:cubicBezTo>
                  <a:cubicBezTo>
                    <a:pt x="3963" y="1461"/>
                    <a:pt x="1982" y="1"/>
                    <a:pt x="19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40"/>
            <p:cNvSpPr/>
            <p:nvPr/>
          </p:nvSpPr>
          <p:spPr>
            <a:xfrm>
              <a:off x="1764996" y="1667860"/>
              <a:ext cx="71888" cy="30352"/>
            </a:xfrm>
            <a:custGeom>
              <a:avLst/>
              <a:gdLst/>
              <a:ahLst/>
              <a:cxnLst/>
              <a:rect l="l" t="t" r="r" b="b"/>
              <a:pathLst>
                <a:path w="2089" h="882" extrusionOk="0">
                  <a:moveTo>
                    <a:pt x="1040" y="1"/>
                  </a:moveTo>
                  <a:cubicBezTo>
                    <a:pt x="680" y="2"/>
                    <a:pt x="330" y="54"/>
                    <a:pt x="1" y="149"/>
                  </a:cubicBezTo>
                  <a:cubicBezTo>
                    <a:pt x="514" y="601"/>
                    <a:pt x="1047" y="882"/>
                    <a:pt x="1047" y="882"/>
                  </a:cubicBezTo>
                  <a:cubicBezTo>
                    <a:pt x="1047" y="882"/>
                    <a:pt x="1576" y="601"/>
                    <a:pt x="2089" y="150"/>
                  </a:cubicBezTo>
                  <a:cubicBezTo>
                    <a:pt x="1756" y="54"/>
                    <a:pt x="1404" y="1"/>
                    <a:pt x="104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40"/>
            <p:cNvSpPr/>
            <p:nvPr/>
          </p:nvSpPr>
          <p:spPr>
            <a:xfrm>
              <a:off x="1749854" y="2018145"/>
              <a:ext cx="102274" cy="76017"/>
            </a:xfrm>
            <a:custGeom>
              <a:avLst/>
              <a:gdLst/>
              <a:ahLst/>
              <a:cxnLst/>
              <a:rect l="l" t="t" r="r" b="b"/>
              <a:pathLst>
                <a:path w="2972" h="2209" extrusionOk="0">
                  <a:moveTo>
                    <a:pt x="5" y="0"/>
                  </a:moveTo>
                  <a:lnTo>
                    <a:pt x="2" y="1169"/>
                  </a:lnTo>
                  <a:cubicBezTo>
                    <a:pt x="0" y="1374"/>
                    <a:pt x="147" y="1624"/>
                    <a:pt x="325" y="1730"/>
                  </a:cubicBezTo>
                  <a:lnTo>
                    <a:pt x="1026" y="2133"/>
                  </a:lnTo>
                  <a:cubicBezTo>
                    <a:pt x="1098" y="2174"/>
                    <a:pt x="1225" y="2208"/>
                    <a:pt x="1310" y="2208"/>
                  </a:cubicBezTo>
                  <a:lnTo>
                    <a:pt x="1662" y="2208"/>
                  </a:lnTo>
                  <a:cubicBezTo>
                    <a:pt x="1746" y="2208"/>
                    <a:pt x="1873" y="2173"/>
                    <a:pt x="1946" y="2133"/>
                  </a:cubicBezTo>
                  <a:lnTo>
                    <a:pt x="2646" y="1730"/>
                  </a:lnTo>
                  <a:cubicBezTo>
                    <a:pt x="2826" y="1624"/>
                    <a:pt x="2972" y="1374"/>
                    <a:pt x="2970" y="1169"/>
                  </a:cubicBezTo>
                  <a:lnTo>
                    <a:pt x="2966" y="0"/>
                  </a:lnTo>
                  <a:lnTo>
                    <a:pt x="1487" y="855"/>
                  </a:lnTo>
                  <a:lnTo>
                    <a:pt x="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40"/>
            <p:cNvSpPr/>
            <p:nvPr/>
          </p:nvSpPr>
          <p:spPr>
            <a:xfrm>
              <a:off x="1800991" y="2018145"/>
              <a:ext cx="51206" cy="76017"/>
            </a:xfrm>
            <a:custGeom>
              <a:avLst/>
              <a:gdLst/>
              <a:ahLst/>
              <a:cxnLst/>
              <a:rect l="l" t="t" r="r" b="b"/>
              <a:pathLst>
                <a:path w="1488" h="2209" extrusionOk="0">
                  <a:moveTo>
                    <a:pt x="1481" y="0"/>
                  </a:moveTo>
                  <a:lnTo>
                    <a:pt x="1" y="855"/>
                  </a:lnTo>
                  <a:lnTo>
                    <a:pt x="4" y="2024"/>
                  </a:lnTo>
                  <a:cubicBezTo>
                    <a:pt x="4" y="2107"/>
                    <a:pt x="30" y="2170"/>
                    <a:pt x="73" y="2208"/>
                  </a:cubicBezTo>
                  <a:lnTo>
                    <a:pt x="178" y="2208"/>
                  </a:lnTo>
                  <a:cubicBezTo>
                    <a:pt x="263" y="2208"/>
                    <a:pt x="389" y="2173"/>
                    <a:pt x="462" y="2133"/>
                  </a:cubicBezTo>
                  <a:lnTo>
                    <a:pt x="1163" y="1730"/>
                  </a:lnTo>
                  <a:cubicBezTo>
                    <a:pt x="1341" y="1624"/>
                    <a:pt x="1487" y="1374"/>
                    <a:pt x="1486" y="1169"/>
                  </a:cubicBezTo>
                  <a:lnTo>
                    <a:pt x="14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40"/>
            <p:cNvSpPr/>
            <p:nvPr/>
          </p:nvSpPr>
          <p:spPr>
            <a:xfrm>
              <a:off x="1745656" y="1984214"/>
              <a:ext cx="110017" cy="63250"/>
            </a:xfrm>
            <a:custGeom>
              <a:avLst/>
              <a:gdLst/>
              <a:ahLst/>
              <a:cxnLst/>
              <a:rect l="l" t="t" r="r" b="b"/>
              <a:pathLst>
                <a:path w="3197" h="1838" extrusionOk="0">
                  <a:moveTo>
                    <a:pt x="1592" y="1"/>
                  </a:moveTo>
                  <a:cubicBezTo>
                    <a:pt x="1576" y="1"/>
                    <a:pt x="1561" y="5"/>
                    <a:pt x="1549" y="12"/>
                  </a:cubicBezTo>
                  <a:lnTo>
                    <a:pt x="1" y="906"/>
                  </a:lnTo>
                  <a:lnTo>
                    <a:pt x="1604" y="1838"/>
                  </a:lnTo>
                  <a:lnTo>
                    <a:pt x="3196" y="919"/>
                  </a:lnTo>
                  <a:lnTo>
                    <a:pt x="1637" y="12"/>
                  </a:lnTo>
                  <a:cubicBezTo>
                    <a:pt x="1624" y="5"/>
                    <a:pt x="1608" y="1"/>
                    <a:pt x="15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40"/>
            <p:cNvSpPr/>
            <p:nvPr/>
          </p:nvSpPr>
          <p:spPr>
            <a:xfrm>
              <a:off x="1750095" y="1988825"/>
              <a:ext cx="50793" cy="58708"/>
            </a:xfrm>
            <a:custGeom>
              <a:avLst/>
              <a:gdLst/>
              <a:ahLst/>
              <a:cxnLst/>
              <a:rect l="l" t="t" r="r" b="b"/>
              <a:pathLst>
                <a:path w="1476" h="1706" extrusionOk="0">
                  <a:moveTo>
                    <a:pt x="1465" y="1"/>
                  </a:moveTo>
                  <a:lnTo>
                    <a:pt x="1" y="848"/>
                  </a:lnTo>
                  <a:lnTo>
                    <a:pt x="1475" y="1705"/>
                  </a:lnTo>
                  <a:lnTo>
                    <a:pt x="146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40"/>
            <p:cNvSpPr/>
            <p:nvPr/>
          </p:nvSpPr>
          <p:spPr>
            <a:xfrm>
              <a:off x="1800509" y="1988825"/>
              <a:ext cx="50862" cy="58708"/>
            </a:xfrm>
            <a:custGeom>
              <a:avLst/>
              <a:gdLst/>
              <a:ahLst/>
              <a:cxnLst/>
              <a:rect l="l" t="t" r="r" b="b"/>
              <a:pathLst>
                <a:path w="1478" h="1706" extrusionOk="0">
                  <a:moveTo>
                    <a:pt x="0" y="1"/>
                  </a:moveTo>
                  <a:lnTo>
                    <a:pt x="10" y="1705"/>
                  </a:lnTo>
                  <a:lnTo>
                    <a:pt x="1478" y="858"/>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40"/>
            <p:cNvSpPr/>
            <p:nvPr/>
          </p:nvSpPr>
          <p:spPr>
            <a:xfrm>
              <a:off x="1814102" y="1992955"/>
              <a:ext cx="28253" cy="19512"/>
            </a:xfrm>
            <a:custGeom>
              <a:avLst/>
              <a:gdLst/>
              <a:ahLst/>
              <a:cxnLst/>
              <a:rect l="l" t="t" r="r" b="b"/>
              <a:pathLst>
                <a:path w="821" h="567" extrusionOk="0">
                  <a:moveTo>
                    <a:pt x="136" y="0"/>
                  </a:moveTo>
                  <a:cubicBezTo>
                    <a:pt x="95" y="0"/>
                    <a:pt x="55" y="21"/>
                    <a:pt x="32" y="58"/>
                  </a:cubicBezTo>
                  <a:cubicBezTo>
                    <a:pt x="0" y="113"/>
                    <a:pt x="21" y="184"/>
                    <a:pt x="75" y="217"/>
                  </a:cubicBezTo>
                  <a:lnTo>
                    <a:pt x="645" y="549"/>
                  </a:lnTo>
                  <a:cubicBezTo>
                    <a:pt x="664" y="561"/>
                    <a:pt x="683" y="567"/>
                    <a:pt x="704" y="567"/>
                  </a:cubicBezTo>
                  <a:cubicBezTo>
                    <a:pt x="724" y="567"/>
                    <a:pt x="745" y="561"/>
                    <a:pt x="762" y="549"/>
                  </a:cubicBezTo>
                  <a:cubicBezTo>
                    <a:pt x="799" y="530"/>
                    <a:pt x="821" y="491"/>
                    <a:pt x="821" y="450"/>
                  </a:cubicBezTo>
                  <a:lnTo>
                    <a:pt x="821" y="128"/>
                  </a:lnTo>
                  <a:lnTo>
                    <a:pt x="588" y="128"/>
                  </a:lnTo>
                  <a:lnTo>
                    <a:pt x="588" y="247"/>
                  </a:lnTo>
                  <a:lnTo>
                    <a:pt x="192" y="15"/>
                  </a:lnTo>
                  <a:cubicBezTo>
                    <a:pt x="174" y="5"/>
                    <a:pt x="155" y="0"/>
                    <a:pt x="1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40"/>
            <p:cNvSpPr/>
            <p:nvPr/>
          </p:nvSpPr>
          <p:spPr>
            <a:xfrm>
              <a:off x="1798341" y="1994916"/>
              <a:ext cx="29388" cy="49520"/>
            </a:xfrm>
            <a:custGeom>
              <a:avLst/>
              <a:gdLst/>
              <a:ahLst/>
              <a:cxnLst/>
              <a:rect l="l" t="t" r="r" b="b"/>
              <a:pathLst>
                <a:path w="854" h="1439" extrusionOk="0">
                  <a:moveTo>
                    <a:pt x="668" y="1"/>
                  </a:moveTo>
                  <a:cubicBezTo>
                    <a:pt x="630" y="1"/>
                    <a:pt x="589" y="11"/>
                    <a:pt x="546" y="36"/>
                  </a:cubicBezTo>
                  <a:lnTo>
                    <a:pt x="246" y="211"/>
                  </a:lnTo>
                  <a:cubicBezTo>
                    <a:pt x="0" y="356"/>
                    <a:pt x="18" y="658"/>
                    <a:pt x="18" y="674"/>
                  </a:cubicBezTo>
                  <a:lnTo>
                    <a:pt x="19" y="1375"/>
                  </a:lnTo>
                  <a:cubicBezTo>
                    <a:pt x="19" y="1392"/>
                    <a:pt x="30" y="1410"/>
                    <a:pt x="52" y="1421"/>
                  </a:cubicBezTo>
                  <a:cubicBezTo>
                    <a:pt x="73" y="1433"/>
                    <a:pt x="98" y="1439"/>
                    <a:pt x="124" y="1439"/>
                  </a:cubicBezTo>
                  <a:cubicBezTo>
                    <a:pt x="146" y="1439"/>
                    <a:pt x="169" y="1435"/>
                    <a:pt x="189" y="1427"/>
                  </a:cubicBezTo>
                  <a:lnTo>
                    <a:pt x="248" y="1394"/>
                  </a:lnTo>
                  <a:lnTo>
                    <a:pt x="853" y="1045"/>
                  </a:lnTo>
                  <a:lnTo>
                    <a:pt x="853" y="716"/>
                  </a:lnTo>
                  <a:lnTo>
                    <a:pt x="852" y="279"/>
                  </a:lnTo>
                  <a:cubicBezTo>
                    <a:pt x="852" y="279"/>
                    <a:pt x="852" y="216"/>
                    <a:pt x="849" y="140"/>
                  </a:cubicBezTo>
                  <a:cubicBezTo>
                    <a:pt x="848" y="83"/>
                    <a:pt x="774" y="1"/>
                    <a:pt x="6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40"/>
            <p:cNvSpPr/>
            <p:nvPr/>
          </p:nvSpPr>
          <p:spPr>
            <a:xfrm>
              <a:off x="1798341" y="1992955"/>
              <a:ext cx="24330" cy="51550"/>
            </a:xfrm>
            <a:custGeom>
              <a:avLst/>
              <a:gdLst/>
              <a:ahLst/>
              <a:cxnLst/>
              <a:rect l="l" t="t" r="r" b="b"/>
              <a:pathLst>
                <a:path w="707" h="1498" extrusionOk="0">
                  <a:moveTo>
                    <a:pt x="707" y="1"/>
                  </a:moveTo>
                  <a:lnTo>
                    <a:pt x="665" y="26"/>
                  </a:lnTo>
                  <a:lnTo>
                    <a:pt x="245" y="270"/>
                  </a:lnTo>
                  <a:lnTo>
                    <a:pt x="242" y="271"/>
                  </a:lnTo>
                  <a:cubicBezTo>
                    <a:pt x="0" y="415"/>
                    <a:pt x="15" y="716"/>
                    <a:pt x="15" y="732"/>
                  </a:cubicBezTo>
                  <a:lnTo>
                    <a:pt x="18" y="1433"/>
                  </a:lnTo>
                  <a:lnTo>
                    <a:pt x="18" y="1435"/>
                  </a:lnTo>
                  <a:lnTo>
                    <a:pt x="18" y="1436"/>
                  </a:lnTo>
                  <a:cubicBezTo>
                    <a:pt x="18" y="1454"/>
                    <a:pt x="28" y="1470"/>
                    <a:pt x="50" y="1483"/>
                  </a:cubicBezTo>
                  <a:cubicBezTo>
                    <a:pt x="62" y="1490"/>
                    <a:pt x="73" y="1493"/>
                    <a:pt x="88" y="1497"/>
                  </a:cubicBezTo>
                  <a:cubicBezTo>
                    <a:pt x="88" y="1493"/>
                    <a:pt x="87" y="1492"/>
                    <a:pt x="87" y="1490"/>
                  </a:cubicBezTo>
                  <a:lnTo>
                    <a:pt x="87" y="1487"/>
                  </a:lnTo>
                  <a:lnTo>
                    <a:pt x="87" y="1486"/>
                  </a:lnTo>
                  <a:lnTo>
                    <a:pt x="85" y="785"/>
                  </a:lnTo>
                  <a:cubicBezTo>
                    <a:pt x="85" y="772"/>
                    <a:pt x="69" y="469"/>
                    <a:pt x="312" y="324"/>
                  </a:cubicBezTo>
                  <a:lnTo>
                    <a:pt x="313" y="323"/>
                  </a:lnTo>
                  <a:lnTo>
                    <a:pt x="707" y="1"/>
                  </a:ln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40"/>
            <p:cNvSpPr/>
            <p:nvPr/>
          </p:nvSpPr>
          <p:spPr>
            <a:xfrm>
              <a:off x="1801266" y="1977469"/>
              <a:ext cx="23228" cy="23228"/>
            </a:xfrm>
            <a:custGeom>
              <a:avLst/>
              <a:gdLst/>
              <a:ahLst/>
              <a:cxnLst/>
              <a:rect l="l" t="t" r="r" b="b"/>
              <a:pathLst>
                <a:path w="675" h="675" extrusionOk="0">
                  <a:moveTo>
                    <a:pt x="337" y="0"/>
                  </a:moveTo>
                  <a:cubicBezTo>
                    <a:pt x="152" y="0"/>
                    <a:pt x="0" y="151"/>
                    <a:pt x="0" y="338"/>
                  </a:cubicBezTo>
                  <a:cubicBezTo>
                    <a:pt x="0" y="522"/>
                    <a:pt x="149" y="675"/>
                    <a:pt x="337" y="675"/>
                  </a:cubicBezTo>
                  <a:cubicBezTo>
                    <a:pt x="525" y="675"/>
                    <a:pt x="675" y="524"/>
                    <a:pt x="675" y="338"/>
                  </a:cubicBezTo>
                  <a:cubicBezTo>
                    <a:pt x="675" y="151"/>
                    <a:pt x="525" y="0"/>
                    <a:pt x="337" y="0"/>
                  </a:cubicBezTo>
                  <a:close/>
                </a:path>
              </a:pathLst>
            </a:custGeom>
            <a:solidFill>
              <a:srgbClr val="FFD3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40"/>
            <p:cNvSpPr/>
            <p:nvPr/>
          </p:nvSpPr>
          <p:spPr>
            <a:xfrm>
              <a:off x="1833993" y="1994951"/>
              <a:ext cx="8775" cy="4646"/>
            </a:xfrm>
            <a:custGeom>
              <a:avLst/>
              <a:gdLst/>
              <a:ahLst/>
              <a:cxnLst/>
              <a:rect l="l" t="t" r="r" b="b"/>
              <a:pathLst>
                <a:path w="255" h="135" extrusionOk="0">
                  <a:moveTo>
                    <a:pt x="127" y="1"/>
                  </a:moveTo>
                  <a:cubicBezTo>
                    <a:pt x="98" y="1"/>
                    <a:pt x="68" y="7"/>
                    <a:pt x="45" y="20"/>
                  </a:cubicBezTo>
                  <a:cubicBezTo>
                    <a:pt x="0" y="48"/>
                    <a:pt x="0" y="89"/>
                    <a:pt x="45" y="115"/>
                  </a:cubicBezTo>
                  <a:cubicBezTo>
                    <a:pt x="68" y="128"/>
                    <a:pt x="97" y="134"/>
                    <a:pt x="127" y="134"/>
                  </a:cubicBezTo>
                  <a:cubicBezTo>
                    <a:pt x="156" y="134"/>
                    <a:pt x="185" y="128"/>
                    <a:pt x="208" y="115"/>
                  </a:cubicBezTo>
                  <a:cubicBezTo>
                    <a:pt x="255" y="89"/>
                    <a:pt x="255" y="45"/>
                    <a:pt x="208" y="20"/>
                  </a:cubicBezTo>
                  <a:cubicBezTo>
                    <a:pt x="186" y="7"/>
                    <a:pt x="157" y="1"/>
                    <a:pt x="1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40"/>
            <p:cNvSpPr/>
            <p:nvPr/>
          </p:nvSpPr>
          <p:spPr>
            <a:xfrm>
              <a:off x="1833167" y="1989101"/>
              <a:ext cx="8259" cy="10496"/>
            </a:xfrm>
            <a:custGeom>
              <a:avLst/>
              <a:gdLst/>
              <a:ahLst/>
              <a:cxnLst/>
              <a:rect l="l" t="t" r="r" b="b"/>
              <a:pathLst>
                <a:path w="240" h="305" extrusionOk="0">
                  <a:moveTo>
                    <a:pt x="119" y="0"/>
                  </a:moveTo>
                  <a:cubicBezTo>
                    <a:pt x="53" y="0"/>
                    <a:pt x="1" y="53"/>
                    <a:pt x="1" y="119"/>
                  </a:cubicBezTo>
                  <a:cubicBezTo>
                    <a:pt x="1" y="157"/>
                    <a:pt x="18" y="190"/>
                    <a:pt x="46" y="212"/>
                  </a:cubicBezTo>
                  <a:cubicBezTo>
                    <a:pt x="55" y="220"/>
                    <a:pt x="68" y="227"/>
                    <a:pt x="78" y="230"/>
                  </a:cubicBezTo>
                  <a:lnTo>
                    <a:pt x="78" y="288"/>
                  </a:lnTo>
                  <a:cubicBezTo>
                    <a:pt x="101" y="299"/>
                    <a:pt x="128" y="304"/>
                    <a:pt x="155" y="304"/>
                  </a:cubicBezTo>
                  <a:cubicBezTo>
                    <a:pt x="184" y="304"/>
                    <a:pt x="212" y="298"/>
                    <a:pt x="235" y="285"/>
                  </a:cubicBezTo>
                  <a:lnTo>
                    <a:pt x="239" y="280"/>
                  </a:lnTo>
                  <a:lnTo>
                    <a:pt x="239" y="196"/>
                  </a:lnTo>
                  <a:lnTo>
                    <a:pt x="239" y="119"/>
                  </a:lnTo>
                  <a:cubicBezTo>
                    <a:pt x="238" y="53"/>
                    <a:pt x="185" y="0"/>
                    <a:pt x="119" y="0"/>
                  </a:cubicBezTo>
                  <a:close/>
                </a:path>
              </a:pathLst>
            </a:custGeom>
            <a:solidFill>
              <a:srgbClr val="FFD3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40"/>
            <p:cNvSpPr/>
            <p:nvPr/>
          </p:nvSpPr>
          <p:spPr>
            <a:xfrm>
              <a:off x="1832582" y="1992817"/>
              <a:ext cx="12698" cy="5300"/>
            </a:xfrm>
            <a:custGeom>
              <a:avLst/>
              <a:gdLst/>
              <a:ahLst/>
              <a:cxnLst/>
              <a:rect l="l" t="t" r="r" b="b"/>
              <a:pathLst>
                <a:path w="369" h="154" extrusionOk="0">
                  <a:moveTo>
                    <a:pt x="32" y="1"/>
                  </a:moveTo>
                  <a:cubicBezTo>
                    <a:pt x="23" y="1"/>
                    <a:pt x="12" y="5"/>
                    <a:pt x="0" y="12"/>
                  </a:cubicBezTo>
                  <a:lnTo>
                    <a:pt x="326" y="154"/>
                  </a:lnTo>
                  <a:cubicBezTo>
                    <a:pt x="338" y="146"/>
                    <a:pt x="349" y="142"/>
                    <a:pt x="358" y="142"/>
                  </a:cubicBezTo>
                  <a:cubicBezTo>
                    <a:pt x="362" y="142"/>
                    <a:pt x="365" y="142"/>
                    <a:pt x="369" y="144"/>
                  </a:cubicBezTo>
                  <a:lnTo>
                    <a:pt x="43" y="3"/>
                  </a:lnTo>
                  <a:cubicBezTo>
                    <a:pt x="39" y="1"/>
                    <a:pt x="36" y="1"/>
                    <a:pt x="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40"/>
            <p:cNvSpPr/>
            <p:nvPr/>
          </p:nvSpPr>
          <p:spPr>
            <a:xfrm>
              <a:off x="1830895" y="1993230"/>
              <a:ext cx="12974" cy="9773"/>
            </a:xfrm>
            <a:custGeom>
              <a:avLst/>
              <a:gdLst/>
              <a:ahLst/>
              <a:cxnLst/>
              <a:rect l="l" t="t" r="r" b="b"/>
              <a:pathLst>
                <a:path w="377" h="284" extrusionOk="0">
                  <a:moveTo>
                    <a:pt x="52" y="0"/>
                  </a:moveTo>
                  <a:cubicBezTo>
                    <a:pt x="20" y="22"/>
                    <a:pt x="1" y="72"/>
                    <a:pt x="4" y="108"/>
                  </a:cubicBezTo>
                  <a:cubicBezTo>
                    <a:pt x="5" y="127"/>
                    <a:pt x="16" y="138"/>
                    <a:pt x="26" y="143"/>
                  </a:cubicBezTo>
                  <a:lnTo>
                    <a:pt x="346" y="281"/>
                  </a:lnTo>
                  <a:lnTo>
                    <a:pt x="346" y="281"/>
                  </a:lnTo>
                  <a:cubicBezTo>
                    <a:pt x="337" y="276"/>
                    <a:pt x="332" y="264"/>
                    <a:pt x="332" y="249"/>
                  </a:cubicBezTo>
                  <a:cubicBezTo>
                    <a:pt x="326" y="212"/>
                    <a:pt x="348" y="164"/>
                    <a:pt x="377" y="142"/>
                  </a:cubicBezTo>
                  <a:lnTo>
                    <a:pt x="52" y="0"/>
                  </a:lnTo>
                  <a:close/>
                  <a:moveTo>
                    <a:pt x="346" y="281"/>
                  </a:moveTo>
                  <a:cubicBezTo>
                    <a:pt x="348" y="282"/>
                    <a:pt x="350" y="283"/>
                    <a:pt x="352" y="284"/>
                  </a:cubicBezTo>
                  <a:lnTo>
                    <a:pt x="346" y="28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40"/>
            <p:cNvSpPr/>
            <p:nvPr/>
          </p:nvSpPr>
          <p:spPr>
            <a:xfrm>
              <a:off x="1842080" y="1997704"/>
              <a:ext cx="4026" cy="5403"/>
            </a:xfrm>
            <a:custGeom>
              <a:avLst/>
              <a:gdLst/>
              <a:ahLst/>
              <a:cxnLst/>
              <a:rect l="l" t="t" r="r" b="b"/>
              <a:pathLst>
                <a:path w="117" h="157" extrusionOk="0">
                  <a:moveTo>
                    <a:pt x="80" y="1"/>
                  </a:moveTo>
                  <a:cubicBezTo>
                    <a:pt x="71" y="1"/>
                    <a:pt x="61" y="4"/>
                    <a:pt x="50" y="12"/>
                  </a:cubicBezTo>
                  <a:cubicBezTo>
                    <a:pt x="21" y="34"/>
                    <a:pt x="1" y="81"/>
                    <a:pt x="5" y="119"/>
                  </a:cubicBezTo>
                  <a:cubicBezTo>
                    <a:pt x="7" y="143"/>
                    <a:pt x="20" y="156"/>
                    <a:pt x="37" y="156"/>
                  </a:cubicBezTo>
                  <a:cubicBezTo>
                    <a:pt x="46" y="156"/>
                    <a:pt x="56" y="153"/>
                    <a:pt x="67" y="145"/>
                  </a:cubicBezTo>
                  <a:cubicBezTo>
                    <a:pt x="96" y="123"/>
                    <a:pt x="116" y="73"/>
                    <a:pt x="112" y="37"/>
                  </a:cubicBezTo>
                  <a:cubicBezTo>
                    <a:pt x="110" y="13"/>
                    <a:pt x="97" y="1"/>
                    <a:pt x="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40"/>
            <p:cNvSpPr/>
            <p:nvPr/>
          </p:nvSpPr>
          <p:spPr>
            <a:xfrm>
              <a:off x="1842596" y="1998426"/>
              <a:ext cx="3063" cy="4061"/>
            </a:xfrm>
            <a:custGeom>
              <a:avLst/>
              <a:gdLst/>
              <a:ahLst/>
              <a:cxnLst/>
              <a:rect l="l" t="t" r="r" b="b"/>
              <a:pathLst>
                <a:path w="89" h="118" extrusionOk="0">
                  <a:moveTo>
                    <a:pt x="60" y="0"/>
                  </a:moveTo>
                  <a:cubicBezTo>
                    <a:pt x="54" y="0"/>
                    <a:pt x="46" y="3"/>
                    <a:pt x="38" y="9"/>
                  </a:cubicBezTo>
                  <a:cubicBezTo>
                    <a:pt x="15" y="25"/>
                    <a:pt x="0" y="60"/>
                    <a:pt x="5" y="89"/>
                  </a:cubicBezTo>
                  <a:cubicBezTo>
                    <a:pt x="7" y="107"/>
                    <a:pt x="16" y="118"/>
                    <a:pt x="29" y="118"/>
                  </a:cubicBezTo>
                  <a:cubicBezTo>
                    <a:pt x="36" y="118"/>
                    <a:pt x="44" y="115"/>
                    <a:pt x="52" y="109"/>
                  </a:cubicBezTo>
                  <a:cubicBezTo>
                    <a:pt x="73" y="93"/>
                    <a:pt x="88" y="57"/>
                    <a:pt x="85" y="29"/>
                  </a:cubicBezTo>
                  <a:cubicBezTo>
                    <a:pt x="83" y="10"/>
                    <a:pt x="73" y="0"/>
                    <a:pt x="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40"/>
            <p:cNvSpPr/>
            <p:nvPr/>
          </p:nvSpPr>
          <p:spPr>
            <a:xfrm>
              <a:off x="1825734" y="1990339"/>
              <a:ext cx="9635" cy="4061"/>
            </a:xfrm>
            <a:custGeom>
              <a:avLst/>
              <a:gdLst/>
              <a:ahLst/>
              <a:cxnLst/>
              <a:rect l="l" t="t" r="r" b="b"/>
              <a:pathLst>
                <a:path w="280" h="118" extrusionOk="0">
                  <a:moveTo>
                    <a:pt x="278" y="110"/>
                  </a:moveTo>
                  <a:lnTo>
                    <a:pt x="280" y="110"/>
                  </a:lnTo>
                  <a:cubicBezTo>
                    <a:pt x="279" y="110"/>
                    <a:pt x="278" y="110"/>
                    <a:pt x="278" y="110"/>
                  </a:cubicBezTo>
                  <a:close/>
                  <a:moveTo>
                    <a:pt x="23" y="1"/>
                  </a:moveTo>
                  <a:cubicBezTo>
                    <a:pt x="16" y="1"/>
                    <a:pt x="8" y="3"/>
                    <a:pt x="0" y="9"/>
                  </a:cubicBezTo>
                  <a:lnTo>
                    <a:pt x="249" y="118"/>
                  </a:lnTo>
                  <a:cubicBezTo>
                    <a:pt x="257" y="112"/>
                    <a:pt x="264" y="108"/>
                    <a:pt x="271" y="108"/>
                  </a:cubicBezTo>
                  <a:cubicBezTo>
                    <a:pt x="273" y="108"/>
                    <a:pt x="276" y="109"/>
                    <a:pt x="278" y="110"/>
                  </a:cubicBezTo>
                  <a:lnTo>
                    <a:pt x="278" y="110"/>
                  </a:lnTo>
                  <a:lnTo>
                    <a:pt x="31" y="2"/>
                  </a:lnTo>
                  <a:cubicBezTo>
                    <a:pt x="28" y="1"/>
                    <a:pt x="25" y="1"/>
                    <a:pt x="2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40"/>
            <p:cNvSpPr/>
            <p:nvPr/>
          </p:nvSpPr>
          <p:spPr>
            <a:xfrm>
              <a:off x="1824357" y="1990649"/>
              <a:ext cx="9911" cy="7536"/>
            </a:xfrm>
            <a:custGeom>
              <a:avLst/>
              <a:gdLst/>
              <a:ahLst/>
              <a:cxnLst/>
              <a:rect l="l" t="t" r="r" b="b"/>
              <a:pathLst>
                <a:path w="288" h="219" extrusionOk="0">
                  <a:moveTo>
                    <a:pt x="39" y="0"/>
                  </a:moveTo>
                  <a:cubicBezTo>
                    <a:pt x="15" y="19"/>
                    <a:pt x="1" y="53"/>
                    <a:pt x="4" y="82"/>
                  </a:cubicBezTo>
                  <a:cubicBezTo>
                    <a:pt x="5" y="97"/>
                    <a:pt x="11" y="107"/>
                    <a:pt x="20" y="110"/>
                  </a:cubicBezTo>
                  <a:lnTo>
                    <a:pt x="268" y="218"/>
                  </a:lnTo>
                  <a:cubicBezTo>
                    <a:pt x="261" y="214"/>
                    <a:pt x="254" y="204"/>
                    <a:pt x="252" y="191"/>
                  </a:cubicBezTo>
                  <a:cubicBezTo>
                    <a:pt x="249" y="161"/>
                    <a:pt x="266" y="125"/>
                    <a:pt x="287" y="109"/>
                  </a:cubicBezTo>
                  <a:lnTo>
                    <a:pt x="3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40"/>
            <p:cNvSpPr/>
            <p:nvPr/>
          </p:nvSpPr>
          <p:spPr>
            <a:xfrm>
              <a:off x="1832960" y="1994090"/>
              <a:ext cx="3132" cy="4129"/>
            </a:xfrm>
            <a:custGeom>
              <a:avLst/>
              <a:gdLst/>
              <a:ahLst/>
              <a:cxnLst/>
              <a:rect l="l" t="t" r="r" b="b"/>
              <a:pathLst>
                <a:path w="91" h="120" extrusionOk="0">
                  <a:moveTo>
                    <a:pt x="61" y="0"/>
                  </a:moveTo>
                  <a:cubicBezTo>
                    <a:pt x="54" y="0"/>
                    <a:pt x="47" y="3"/>
                    <a:pt x="39" y="9"/>
                  </a:cubicBezTo>
                  <a:cubicBezTo>
                    <a:pt x="16" y="25"/>
                    <a:pt x="1" y="61"/>
                    <a:pt x="4" y="91"/>
                  </a:cubicBezTo>
                  <a:cubicBezTo>
                    <a:pt x="5" y="109"/>
                    <a:pt x="15" y="120"/>
                    <a:pt x="29" y="120"/>
                  </a:cubicBezTo>
                  <a:cubicBezTo>
                    <a:pt x="36" y="120"/>
                    <a:pt x="44" y="117"/>
                    <a:pt x="52" y="111"/>
                  </a:cubicBezTo>
                  <a:cubicBezTo>
                    <a:pt x="74" y="94"/>
                    <a:pt x="90" y="56"/>
                    <a:pt x="87" y="29"/>
                  </a:cubicBezTo>
                  <a:cubicBezTo>
                    <a:pt x="85" y="10"/>
                    <a:pt x="75" y="0"/>
                    <a:pt x="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40"/>
            <p:cNvSpPr/>
            <p:nvPr/>
          </p:nvSpPr>
          <p:spPr>
            <a:xfrm>
              <a:off x="1819849" y="1988275"/>
              <a:ext cx="6607" cy="2856"/>
            </a:xfrm>
            <a:custGeom>
              <a:avLst/>
              <a:gdLst/>
              <a:ahLst/>
              <a:cxnLst/>
              <a:rect l="l" t="t" r="r" b="b"/>
              <a:pathLst>
                <a:path w="192" h="83" extrusionOk="0">
                  <a:moveTo>
                    <a:pt x="190" y="76"/>
                  </a:moveTo>
                  <a:lnTo>
                    <a:pt x="192" y="77"/>
                  </a:lnTo>
                  <a:cubicBezTo>
                    <a:pt x="191" y="77"/>
                    <a:pt x="191" y="76"/>
                    <a:pt x="190" y="76"/>
                  </a:cubicBezTo>
                  <a:close/>
                  <a:moveTo>
                    <a:pt x="13" y="0"/>
                  </a:moveTo>
                  <a:cubicBezTo>
                    <a:pt x="9" y="0"/>
                    <a:pt x="3" y="3"/>
                    <a:pt x="0" y="8"/>
                  </a:cubicBezTo>
                  <a:lnTo>
                    <a:pt x="170" y="83"/>
                  </a:lnTo>
                  <a:cubicBezTo>
                    <a:pt x="176" y="78"/>
                    <a:pt x="181" y="75"/>
                    <a:pt x="186" y="75"/>
                  </a:cubicBezTo>
                  <a:cubicBezTo>
                    <a:pt x="187" y="75"/>
                    <a:pt x="189" y="76"/>
                    <a:pt x="190" y="76"/>
                  </a:cubicBezTo>
                  <a:lnTo>
                    <a:pt x="190" y="76"/>
                  </a:lnTo>
                  <a:lnTo>
                    <a:pt x="19" y="2"/>
                  </a:lnTo>
                  <a:cubicBezTo>
                    <a:pt x="18" y="1"/>
                    <a:pt x="16" y="0"/>
                    <a:pt x="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40"/>
            <p:cNvSpPr/>
            <p:nvPr/>
          </p:nvSpPr>
          <p:spPr>
            <a:xfrm>
              <a:off x="1818886" y="1988447"/>
              <a:ext cx="6779" cy="5196"/>
            </a:xfrm>
            <a:custGeom>
              <a:avLst/>
              <a:gdLst/>
              <a:ahLst/>
              <a:cxnLst/>
              <a:rect l="l" t="t" r="r" b="b"/>
              <a:pathLst>
                <a:path w="197" h="151" extrusionOk="0">
                  <a:moveTo>
                    <a:pt x="25" y="0"/>
                  </a:moveTo>
                  <a:cubicBezTo>
                    <a:pt x="10" y="13"/>
                    <a:pt x="0" y="37"/>
                    <a:pt x="2" y="57"/>
                  </a:cubicBezTo>
                  <a:cubicBezTo>
                    <a:pt x="2" y="66"/>
                    <a:pt x="8" y="73"/>
                    <a:pt x="13" y="76"/>
                  </a:cubicBezTo>
                  <a:lnTo>
                    <a:pt x="180" y="149"/>
                  </a:lnTo>
                  <a:lnTo>
                    <a:pt x="180" y="149"/>
                  </a:lnTo>
                  <a:cubicBezTo>
                    <a:pt x="176" y="146"/>
                    <a:pt x="174" y="140"/>
                    <a:pt x="171" y="132"/>
                  </a:cubicBezTo>
                  <a:cubicBezTo>
                    <a:pt x="170" y="113"/>
                    <a:pt x="179" y="86"/>
                    <a:pt x="196" y="76"/>
                  </a:cubicBezTo>
                  <a:lnTo>
                    <a:pt x="25" y="0"/>
                  </a:lnTo>
                  <a:close/>
                  <a:moveTo>
                    <a:pt x="180" y="149"/>
                  </a:moveTo>
                  <a:cubicBezTo>
                    <a:pt x="181" y="150"/>
                    <a:pt x="183" y="150"/>
                    <a:pt x="185" y="151"/>
                  </a:cubicBezTo>
                  <a:lnTo>
                    <a:pt x="180" y="149"/>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40"/>
            <p:cNvSpPr/>
            <p:nvPr/>
          </p:nvSpPr>
          <p:spPr>
            <a:xfrm>
              <a:off x="1824701" y="1990856"/>
              <a:ext cx="2271" cy="2856"/>
            </a:xfrm>
            <a:custGeom>
              <a:avLst/>
              <a:gdLst/>
              <a:ahLst/>
              <a:cxnLst/>
              <a:rect l="l" t="t" r="r" b="b"/>
              <a:pathLst>
                <a:path w="66" h="83" extrusionOk="0">
                  <a:moveTo>
                    <a:pt x="44" y="0"/>
                  </a:moveTo>
                  <a:cubicBezTo>
                    <a:pt x="39" y="0"/>
                    <a:pt x="34" y="2"/>
                    <a:pt x="29" y="6"/>
                  </a:cubicBezTo>
                  <a:cubicBezTo>
                    <a:pt x="13" y="16"/>
                    <a:pt x="1" y="43"/>
                    <a:pt x="5" y="62"/>
                  </a:cubicBezTo>
                  <a:cubicBezTo>
                    <a:pt x="6" y="75"/>
                    <a:pt x="13" y="82"/>
                    <a:pt x="22" y="82"/>
                  </a:cubicBezTo>
                  <a:cubicBezTo>
                    <a:pt x="27" y="82"/>
                    <a:pt x="32" y="80"/>
                    <a:pt x="38" y="76"/>
                  </a:cubicBezTo>
                  <a:cubicBezTo>
                    <a:pt x="52" y="66"/>
                    <a:pt x="65" y="38"/>
                    <a:pt x="61" y="21"/>
                  </a:cubicBezTo>
                  <a:cubicBezTo>
                    <a:pt x="59" y="7"/>
                    <a:pt x="53" y="0"/>
                    <a:pt x="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40"/>
            <p:cNvSpPr/>
            <p:nvPr/>
          </p:nvSpPr>
          <p:spPr>
            <a:xfrm>
              <a:off x="1806807" y="2017216"/>
              <a:ext cx="2237" cy="25775"/>
            </a:xfrm>
            <a:custGeom>
              <a:avLst/>
              <a:gdLst/>
              <a:ahLst/>
              <a:cxnLst/>
              <a:rect l="l" t="t" r="r" b="b"/>
              <a:pathLst>
                <a:path w="65" h="749" extrusionOk="0">
                  <a:moveTo>
                    <a:pt x="0" y="1"/>
                  </a:moveTo>
                  <a:lnTo>
                    <a:pt x="0" y="749"/>
                  </a:lnTo>
                  <a:lnTo>
                    <a:pt x="64" y="712"/>
                  </a:lnTo>
                  <a:lnTo>
                    <a:pt x="64" y="35"/>
                  </a:lnTo>
                  <a:lnTo>
                    <a:pt x="0" y="1"/>
                  </a:ln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40"/>
            <p:cNvSpPr/>
            <p:nvPr/>
          </p:nvSpPr>
          <p:spPr>
            <a:xfrm>
              <a:off x="1744830" y="2014187"/>
              <a:ext cx="111841" cy="37062"/>
            </a:xfrm>
            <a:custGeom>
              <a:avLst/>
              <a:gdLst/>
              <a:ahLst/>
              <a:cxnLst/>
              <a:rect l="l" t="t" r="r" b="b"/>
              <a:pathLst>
                <a:path w="3250" h="1077" extrusionOk="0">
                  <a:moveTo>
                    <a:pt x="108" y="1"/>
                  </a:moveTo>
                  <a:cubicBezTo>
                    <a:pt x="76" y="1"/>
                    <a:pt x="44" y="17"/>
                    <a:pt x="25" y="48"/>
                  </a:cubicBezTo>
                  <a:cubicBezTo>
                    <a:pt x="0" y="93"/>
                    <a:pt x="15" y="152"/>
                    <a:pt x="60" y="178"/>
                  </a:cubicBezTo>
                  <a:lnTo>
                    <a:pt x="1582" y="1063"/>
                  </a:lnTo>
                  <a:cubicBezTo>
                    <a:pt x="1596" y="1072"/>
                    <a:pt x="1612" y="1076"/>
                    <a:pt x="1628" y="1076"/>
                  </a:cubicBezTo>
                  <a:cubicBezTo>
                    <a:pt x="1646" y="1076"/>
                    <a:pt x="1662" y="1072"/>
                    <a:pt x="1677" y="1063"/>
                  </a:cubicBezTo>
                  <a:lnTo>
                    <a:pt x="3188" y="191"/>
                  </a:lnTo>
                  <a:cubicBezTo>
                    <a:pt x="3235" y="165"/>
                    <a:pt x="3250" y="106"/>
                    <a:pt x="3223" y="61"/>
                  </a:cubicBezTo>
                  <a:cubicBezTo>
                    <a:pt x="3206" y="31"/>
                    <a:pt x="3174" y="13"/>
                    <a:pt x="3141" y="13"/>
                  </a:cubicBezTo>
                  <a:cubicBezTo>
                    <a:pt x="3125" y="13"/>
                    <a:pt x="3109" y="17"/>
                    <a:pt x="3094" y="26"/>
                  </a:cubicBezTo>
                  <a:lnTo>
                    <a:pt x="1631" y="872"/>
                  </a:lnTo>
                  <a:lnTo>
                    <a:pt x="155" y="13"/>
                  </a:lnTo>
                  <a:cubicBezTo>
                    <a:pt x="140" y="5"/>
                    <a:pt x="124" y="1"/>
                    <a:pt x="1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40"/>
            <p:cNvSpPr/>
            <p:nvPr/>
          </p:nvSpPr>
          <p:spPr>
            <a:xfrm>
              <a:off x="1825011" y="1811429"/>
              <a:ext cx="103238" cy="232869"/>
            </a:xfrm>
            <a:custGeom>
              <a:avLst/>
              <a:gdLst/>
              <a:ahLst/>
              <a:cxnLst/>
              <a:rect l="l" t="t" r="r" b="b"/>
              <a:pathLst>
                <a:path w="3000" h="6767" extrusionOk="0">
                  <a:moveTo>
                    <a:pt x="2917" y="0"/>
                  </a:moveTo>
                  <a:lnTo>
                    <a:pt x="1" y="6767"/>
                  </a:lnTo>
                  <a:lnTo>
                    <a:pt x="86" y="6767"/>
                  </a:lnTo>
                  <a:lnTo>
                    <a:pt x="30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40"/>
            <p:cNvSpPr/>
            <p:nvPr/>
          </p:nvSpPr>
          <p:spPr>
            <a:xfrm>
              <a:off x="1673734" y="1811429"/>
              <a:ext cx="102171" cy="232869"/>
            </a:xfrm>
            <a:custGeom>
              <a:avLst/>
              <a:gdLst/>
              <a:ahLst/>
              <a:cxnLst/>
              <a:rect l="l" t="t" r="r" b="b"/>
              <a:pathLst>
                <a:path w="2969" h="6767" extrusionOk="0">
                  <a:moveTo>
                    <a:pt x="0" y="0"/>
                  </a:moveTo>
                  <a:lnTo>
                    <a:pt x="2887" y="6767"/>
                  </a:lnTo>
                  <a:lnTo>
                    <a:pt x="2969" y="6767"/>
                  </a:lnTo>
                  <a:lnTo>
                    <a:pt x="8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40"/>
            <p:cNvSpPr/>
            <p:nvPr/>
          </p:nvSpPr>
          <p:spPr>
            <a:xfrm>
              <a:off x="1667643" y="1792227"/>
              <a:ext cx="266250" cy="83209"/>
            </a:xfrm>
            <a:custGeom>
              <a:avLst/>
              <a:gdLst/>
              <a:ahLst/>
              <a:cxnLst/>
              <a:rect l="l" t="t" r="r" b="b"/>
              <a:pathLst>
                <a:path w="7737" h="2418" extrusionOk="0">
                  <a:moveTo>
                    <a:pt x="126" y="1"/>
                  </a:moveTo>
                  <a:cubicBezTo>
                    <a:pt x="57" y="1"/>
                    <a:pt x="0" y="58"/>
                    <a:pt x="0" y="128"/>
                  </a:cubicBezTo>
                  <a:cubicBezTo>
                    <a:pt x="3" y="754"/>
                    <a:pt x="419" y="1338"/>
                    <a:pt x="1168" y="1769"/>
                  </a:cubicBezTo>
                  <a:cubicBezTo>
                    <a:pt x="1917" y="2201"/>
                    <a:pt x="2899" y="2418"/>
                    <a:pt x="3879" y="2418"/>
                  </a:cubicBezTo>
                  <a:cubicBezTo>
                    <a:pt x="4859" y="2418"/>
                    <a:pt x="5839" y="2202"/>
                    <a:pt x="6584" y="1769"/>
                  </a:cubicBezTo>
                  <a:cubicBezTo>
                    <a:pt x="7329" y="1335"/>
                    <a:pt x="7737" y="754"/>
                    <a:pt x="7732" y="126"/>
                  </a:cubicBezTo>
                  <a:cubicBezTo>
                    <a:pt x="7734" y="58"/>
                    <a:pt x="7678" y="1"/>
                    <a:pt x="7608" y="1"/>
                  </a:cubicBezTo>
                  <a:cubicBezTo>
                    <a:pt x="7610" y="533"/>
                    <a:pt x="7122" y="1164"/>
                    <a:pt x="6458" y="1550"/>
                  </a:cubicBezTo>
                  <a:cubicBezTo>
                    <a:pt x="5749" y="1962"/>
                    <a:pt x="4815" y="2168"/>
                    <a:pt x="3880" y="2168"/>
                  </a:cubicBezTo>
                  <a:cubicBezTo>
                    <a:pt x="2945" y="2168"/>
                    <a:pt x="2009" y="1962"/>
                    <a:pt x="1295" y="1550"/>
                  </a:cubicBezTo>
                  <a:cubicBezTo>
                    <a:pt x="628" y="1164"/>
                    <a:pt x="130" y="533"/>
                    <a:pt x="1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40"/>
            <p:cNvSpPr/>
            <p:nvPr/>
          </p:nvSpPr>
          <p:spPr>
            <a:xfrm>
              <a:off x="716825" y="1295895"/>
              <a:ext cx="152379" cy="172235"/>
            </a:xfrm>
            <a:custGeom>
              <a:avLst/>
              <a:gdLst/>
              <a:ahLst/>
              <a:cxnLst/>
              <a:rect l="l" t="t" r="r" b="b"/>
              <a:pathLst>
                <a:path w="4428" h="5005" extrusionOk="0">
                  <a:moveTo>
                    <a:pt x="1246" y="0"/>
                  </a:moveTo>
                  <a:cubicBezTo>
                    <a:pt x="1195" y="0"/>
                    <a:pt x="1153" y="7"/>
                    <a:pt x="1120" y="27"/>
                  </a:cubicBezTo>
                  <a:lnTo>
                    <a:pt x="104" y="620"/>
                  </a:lnTo>
                  <a:cubicBezTo>
                    <a:pt x="36" y="659"/>
                    <a:pt x="0" y="754"/>
                    <a:pt x="30" y="830"/>
                  </a:cubicBezTo>
                  <a:lnTo>
                    <a:pt x="1550" y="4921"/>
                  </a:lnTo>
                  <a:cubicBezTo>
                    <a:pt x="1568" y="4974"/>
                    <a:pt x="1612" y="5004"/>
                    <a:pt x="1660" y="5004"/>
                  </a:cubicBezTo>
                  <a:cubicBezTo>
                    <a:pt x="1681" y="5004"/>
                    <a:pt x="1704" y="4998"/>
                    <a:pt x="1725" y="4985"/>
                  </a:cubicBezTo>
                  <a:lnTo>
                    <a:pt x="4428" y="3408"/>
                  </a:lnTo>
                  <a:lnTo>
                    <a:pt x="1420" y="11"/>
                  </a:lnTo>
                  <a:cubicBezTo>
                    <a:pt x="1354" y="7"/>
                    <a:pt x="1296" y="0"/>
                    <a:pt x="12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40"/>
            <p:cNvSpPr/>
            <p:nvPr/>
          </p:nvSpPr>
          <p:spPr>
            <a:xfrm>
              <a:off x="977121" y="1306081"/>
              <a:ext cx="48350" cy="47180"/>
            </a:xfrm>
            <a:custGeom>
              <a:avLst/>
              <a:gdLst/>
              <a:ahLst/>
              <a:cxnLst/>
              <a:rect l="l" t="t" r="r" b="b"/>
              <a:pathLst>
                <a:path w="1405" h="1371" extrusionOk="0">
                  <a:moveTo>
                    <a:pt x="525" y="1"/>
                  </a:moveTo>
                  <a:cubicBezTo>
                    <a:pt x="489" y="1"/>
                    <a:pt x="454" y="9"/>
                    <a:pt x="426" y="27"/>
                  </a:cubicBezTo>
                  <a:lnTo>
                    <a:pt x="113" y="208"/>
                  </a:lnTo>
                  <a:cubicBezTo>
                    <a:pt x="44" y="249"/>
                    <a:pt x="0" y="346"/>
                    <a:pt x="15" y="425"/>
                  </a:cubicBezTo>
                  <a:lnTo>
                    <a:pt x="176" y="1283"/>
                  </a:lnTo>
                  <a:cubicBezTo>
                    <a:pt x="186" y="1339"/>
                    <a:pt x="223" y="1371"/>
                    <a:pt x="268" y="1371"/>
                  </a:cubicBezTo>
                  <a:cubicBezTo>
                    <a:pt x="287" y="1371"/>
                    <a:pt x="307" y="1365"/>
                    <a:pt x="328" y="1354"/>
                  </a:cubicBezTo>
                  <a:lnTo>
                    <a:pt x="1339" y="764"/>
                  </a:lnTo>
                  <a:lnTo>
                    <a:pt x="1382" y="741"/>
                  </a:lnTo>
                  <a:cubicBezTo>
                    <a:pt x="1405" y="726"/>
                    <a:pt x="1374" y="672"/>
                    <a:pt x="1314" y="619"/>
                  </a:cubicBezTo>
                  <a:lnTo>
                    <a:pt x="659" y="47"/>
                  </a:lnTo>
                  <a:cubicBezTo>
                    <a:pt x="624" y="17"/>
                    <a:pt x="574" y="1"/>
                    <a:pt x="525" y="1"/>
                  </a:cubicBezTo>
                  <a:close/>
                </a:path>
              </a:pathLst>
            </a:custGeom>
            <a:solidFill>
              <a:srgbClr val="D1E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40"/>
            <p:cNvSpPr/>
            <p:nvPr/>
          </p:nvSpPr>
          <p:spPr>
            <a:xfrm>
              <a:off x="626699" y="1317954"/>
              <a:ext cx="441271" cy="280737"/>
            </a:xfrm>
            <a:custGeom>
              <a:avLst/>
              <a:gdLst/>
              <a:ahLst/>
              <a:cxnLst/>
              <a:rect l="l" t="t" r="r" b="b"/>
              <a:pathLst>
                <a:path w="12823" h="8158" extrusionOk="0">
                  <a:moveTo>
                    <a:pt x="12249" y="1"/>
                  </a:moveTo>
                  <a:cubicBezTo>
                    <a:pt x="11769" y="1"/>
                    <a:pt x="11122" y="252"/>
                    <a:pt x="10660" y="529"/>
                  </a:cubicBezTo>
                  <a:lnTo>
                    <a:pt x="2845" y="5238"/>
                  </a:lnTo>
                  <a:cubicBezTo>
                    <a:pt x="2134" y="5663"/>
                    <a:pt x="1" y="7499"/>
                    <a:pt x="308" y="8011"/>
                  </a:cubicBezTo>
                  <a:cubicBezTo>
                    <a:pt x="369" y="8114"/>
                    <a:pt x="521" y="8157"/>
                    <a:pt x="730" y="8157"/>
                  </a:cubicBezTo>
                  <a:cubicBezTo>
                    <a:pt x="1581" y="8157"/>
                    <a:pt x="3387" y="7443"/>
                    <a:pt x="3955" y="7102"/>
                  </a:cubicBezTo>
                  <a:lnTo>
                    <a:pt x="9424" y="3841"/>
                  </a:lnTo>
                  <a:lnTo>
                    <a:pt x="12823" y="252"/>
                  </a:lnTo>
                  <a:cubicBezTo>
                    <a:pt x="12716" y="73"/>
                    <a:pt x="12507" y="1"/>
                    <a:pt x="122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40"/>
            <p:cNvSpPr/>
            <p:nvPr/>
          </p:nvSpPr>
          <p:spPr>
            <a:xfrm>
              <a:off x="1005374" y="1333198"/>
              <a:ext cx="96596" cy="25431"/>
            </a:xfrm>
            <a:custGeom>
              <a:avLst/>
              <a:gdLst/>
              <a:ahLst/>
              <a:cxnLst/>
              <a:rect l="l" t="t" r="r" b="b"/>
              <a:pathLst>
                <a:path w="2807" h="739" extrusionOk="0">
                  <a:moveTo>
                    <a:pt x="1165" y="1"/>
                  </a:moveTo>
                  <a:lnTo>
                    <a:pt x="1080" y="51"/>
                  </a:lnTo>
                  <a:lnTo>
                    <a:pt x="70" y="639"/>
                  </a:lnTo>
                  <a:cubicBezTo>
                    <a:pt x="0" y="678"/>
                    <a:pt x="10" y="713"/>
                    <a:pt x="91" y="715"/>
                  </a:cubicBezTo>
                  <a:lnTo>
                    <a:pt x="877" y="738"/>
                  </a:lnTo>
                  <a:lnTo>
                    <a:pt x="2151" y="724"/>
                  </a:lnTo>
                  <a:cubicBezTo>
                    <a:pt x="2230" y="722"/>
                    <a:pt x="2353" y="690"/>
                    <a:pt x="2422" y="649"/>
                  </a:cubicBezTo>
                  <a:lnTo>
                    <a:pt x="2736" y="471"/>
                  </a:lnTo>
                  <a:cubicBezTo>
                    <a:pt x="2806" y="428"/>
                    <a:pt x="2799" y="383"/>
                    <a:pt x="2720" y="364"/>
                  </a:cubicBezTo>
                  <a:lnTo>
                    <a:pt x="11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40"/>
            <p:cNvSpPr/>
            <p:nvPr/>
          </p:nvSpPr>
          <p:spPr>
            <a:xfrm>
              <a:off x="985174" y="1264408"/>
              <a:ext cx="62665" cy="85756"/>
            </a:xfrm>
            <a:custGeom>
              <a:avLst/>
              <a:gdLst/>
              <a:ahLst/>
              <a:cxnLst/>
              <a:rect l="l" t="t" r="r" b="b"/>
              <a:pathLst>
                <a:path w="1821" h="2492" extrusionOk="0">
                  <a:moveTo>
                    <a:pt x="1511" y="1"/>
                  </a:moveTo>
                  <a:cubicBezTo>
                    <a:pt x="1492" y="1"/>
                    <a:pt x="1472" y="7"/>
                    <a:pt x="1450" y="19"/>
                  </a:cubicBezTo>
                  <a:lnTo>
                    <a:pt x="1139" y="197"/>
                  </a:lnTo>
                  <a:cubicBezTo>
                    <a:pt x="1067" y="238"/>
                    <a:pt x="985" y="329"/>
                    <a:pt x="952" y="402"/>
                  </a:cubicBezTo>
                  <a:lnTo>
                    <a:pt x="1" y="2492"/>
                  </a:lnTo>
                  <a:cubicBezTo>
                    <a:pt x="1" y="2492"/>
                    <a:pt x="461" y="2145"/>
                    <a:pt x="1069" y="1865"/>
                  </a:cubicBezTo>
                  <a:cubicBezTo>
                    <a:pt x="1559" y="1640"/>
                    <a:pt x="1821" y="1617"/>
                    <a:pt x="1821" y="1617"/>
                  </a:cubicBezTo>
                  <a:lnTo>
                    <a:pt x="1600" y="88"/>
                  </a:lnTo>
                  <a:cubicBezTo>
                    <a:pt x="1590" y="33"/>
                    <a:pt x="1555" y="1"/>
                    <a:pt x="15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40"/>
            <p:cNvSpPr/>
            <p:nvPr/>
          </p:nvSpPr>
          <p:spPr>
            <a:xfrm>
              <a:off x="842981" y="1445555"/>
              <a:ext cx="299526" cy="86238"/>
            </a:xfrm>
            <a:custGeom>
              <a:avLst/>
              <a:gdLst/>
              <a:ahLst/>
              <a:cxnLst/>
              <a:rect l="l" t="t" r="r" b="b"/>
              <a:pathLst>
                <a:path w="8704" h="2506" extrusionOk="0">
                  <a:moveTo>
                    <a:pt x="2693" y="0"/>
                  </a:moveTo>
                  <a:lnTo>
                    <a:pt x="2327" y="214"/>
                  </a:lnTo>
                  <a:lnTo>
                    <a:pt x="71" y="1525"/>
                  </a:lnTo>
                  <a:cubicBezTo>
                    <a:pt x="1" y="1565"/>
                    <a:pt x="10" y="1606"/>
                    <a:pt x="89" y="1617"/>
                  </a:cubicBezTo>
                  <a:lnTo>
                    <a:pt x="7342" y="2503"/>
                  </a:lnTo>
                  <a:cubicBezTo>
                    <a:pt x="7354" y="2505"/>
                    <a:pt x="7366" y="2505"/>
                    <a:pt x="7379" y="2505"/>
                  </a:cubicBezTo>
                  <a:cubicBezTo>
                    <a:pt x="7456" y="2505"/>
                    <a:pt x="7553" y="2483"/>
                    <a:pt x="7613" y="2448"/>
                  </a:cubicBezTo>
                  <a:lnTo>
                    <a:pt x="8633" y="1860"/>
                  </a:lnTo>
                  <a:cubicBezTo>
                    <a:pt x="8703" y="1819"/>
                    <a:pt x="8697" y="1767"/>
                    <a:pt x="8620" y="1744"/>
                  </a:cubicBezTo>
                  <a:lnTo>
                    <a:pt x="26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40"/>
            <p:cNvSpPr/>
            <p:nvPr/>
          </p:nvSpPr>
          <p:spPr>
            <a:xfrm>
              <a:off x="662660" y="1538916"/>
              <a:ext cx="37991" cy="18720"/>
            </a:xfrm>
            <a:custGeom>
              <a:avLst/>
              <a:gdLst/>
              <a:ahLst/>
              <a:cxnLst/>
              <a:rect l="l" t="t" r="r" b="b"/>
              <a:pathLst>
                <a:path w="1104" h="544" extrusionOk="0">
                  <a:moveTo>
                    <a:pt x="325" y="1"/>
                  </a:moveTo>
                  <a:cubicBezTo>
                    <a:pt x="212" y="106"/>
                    <a:pt x="104" y="215"/>
                    <a:pt x="0" y="323"/>
                  </a:cubicBezTo>
                  <a:cubicBezTo>
                    <a:pt x="160" y="403"/>
                    <a:pt x="504" y="544"/>
                    <a:pt x="965" y="544"/>
                  </a:cubicBezTo>
                  <a:cubicBezTo>
                    <a:pt x="1010" y="544"/>
                    <a:pt x="1056" y="542"/>
                    <a:pt x="1103" y="539"/>
                  </a:cubicBezTo>
                  <a:lnTo>
                    <a:pt x="1103" y="213"/>
                  </a:lnTo>
                  <a:cubicBezTo>
                    <a:pt x="1103" y="213"/>
                    <a:pt x="716" y="191"/>
                    <a:pt x="3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40"/>
            <p:cNvSpPr/>
            <p:nvPr/>
          </p:nvSpPr>
          <p:spPr>
            <a:xfrm>
              <a:off x="859878" y="1467442"/>
              <a:ext cx="6814" cy="13283"/>
            </a:xfrm>
            <a:custGeom>
              <a:avLst/>
              <a:gdLst/>
              <a:ahLst/>
              <a:cxnLst/>
              <a:rect l="l" t="t" r="r" b="b"/>
              <a:pathLst>
                <a:path w="198" h="386" extrusionOk="0">
                  <a:moveTo>
                    <a:pt x="97" y="0"/>
                  </a:moveTo>
                  <a:cubicBezTo>
                    <a:pt x="93" y="0"/>
                    <a:pt x="89" y="1"/>
                    <a:pt x="85" y="2"/>
                  </a:cubicBezTo>
                  <a:cubicBezTo>
                    <a:pt x="35" y="17"/>
                    <a:pt x="0" y="113"/>
                    <a:pt x="9" y="220"/>
                  </a:cubicBezTo>
                  <a:cubicBezTo>
                    <a:pt x="18" y="315"/>
                    <a:pt x="58" y="386"/>
                    <a:pt x="103" y="386"/>
                  </a:cubicBezTo>
                  <a:cubicBezTo>
                    <a:pt x="107" y="386"/>
                    <a:pt x="111" y="385"/>
                    <a:pt x="116" y="384"/>
                  </a:cubicBezTo>
                  <a:cubicBezTo>
                    <a:pt x="162" y="369"/>
                    <a:pt x="198" y="273"/>
                    <a:pt x="189" y="166"/>
                  </a:cubicBezTo>
                  <a:cubicBezTo>
                    <a:pt x="181" y="69"/>
                    <a:pt x="141" y="0"/>
                    <a:pt x="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40"/>
            <p:cNvSpPr/>
            <p:nvPr/>
          </p:nvSpPr>
          <p:spPr>
            <a:xfrm>
              <a:off x="882108" y="1453883"/>
              <a:ext cx="6848" cy="13386"/>
            </a:xfrm>
            <a:custGeom>
              <a:avLst/>
              <a:gdLst/>
              <a:ahLst/>
              <a:cxnLst/>
              <a:rect l="l" t="t" r="r" b="b"/>
              <a:pathLst>
                <a:path w="199" h="389" extrusionOk="0">
                  <a:moveTo>
                    <a:pt x="96" y="1"/>
                  </a:moveTo>
                  <a:cubicBezTo>
                    <a:pt x="92" y="1"/>
                    <a:pt x="88" y="1"/>
                    <a:pt x="84" y="2"/>
                  </a:cubicBezTo>
                  <a:cubicBezTo>
                    <a:pt x="34" y="17"/>
                    <a:pt x="1" y="114"/>
                    <a:pt x="9" y="220"/>
                  </a:cubicBezTo>
                  <a:cubicBezTo>
                    <a:pt x="16" y="318"/>
                    <a:pt x="57" y="389"/>
                    <a:pt x="102" y="389"/>
                  </a:cubicBezTo>
                  <a:cubicBezTo>
                    <a:pt x="106" y="389"/>
                    <a:pt x="110" y="388"/>
                    <a:pt x="113" y="387"/>
                  </a:cubicBezTo>
                  <a:cubicBezTo>
                    <a:pt x="163" y="373"/>
                    <a:pt x="198" y="274"/>
                    <a:pt x="188" y="169"/>
                  </a:cubicBezTo>
                  <a:cubicBezTo>
                    <a:pt x="181" y="71"/>
                    <a:pt x="141" y="1"/>
                    <a:pt x="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40"/>
            <p:cNvSpPr/>
            <p:nvPr/>
          </p:nvSpPr>
          <p:spPr>
            <a:xfrm>
              <a:off x="904373" y="1440462"/>
              <a:ext cx="6814" cy="13318"/>
            </a:xfrm>
            <a:custGeom>
              <a:avLst/>
              <a:gdLst/>
              <a:ahLst/>
              <a:cxnLst/>
              <a:rect l="l" t="t" r="r" b="b"/>
              <a:pathLst>
                <a:path w="198" h="387" extrusionOk="0">
                  <a:moveTo>
                    <a:pt x="96" y="0"/>
                  </a:moveTo>
                  <a:cubicBezTo>
                    <a:pt x="93" y="0"/>
                    <a:pt x="89" y="1"/>
                    <a:pt x="85" y="2"/>
                  </a:cubicBezTo>
                  <a:cubicBezTo>
                    <a:pt x="34" y="16"/>
                    <a:pt x="0" y="113"/>
                    <a:pt x="9" y="218"/>
                  </a:cubicBezTo>
                  <a:cubicBezTo>
                    <a:pt x="16" y="316"/>
                    <a:pt x="57" y="387"/>
                    <a:pt x="102" y="387"/>
                  </a:cubicBezTo>
                  <a:cubicBezTo>
                    <a:pt x="106" y="387"/>
                    <a:pt x="110" y="386"/>
                    <a:pt x="114" y="385"/>
                  </a:cubicBezTo>
                  <a:cubicBezTo>
                    <a:pt x="163" y="370"/>
                    <a:pt x="198" y="274"/>
                    <a:pt x="189" y="167"/>
                  </a:cubicBezTo>
                  <a:cubicBezTo>
                    <a:pt x="181" y="71"/>
                    <a:pt x="140" y="0"/>
                    <a:pt x="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40"/>
            <p:cNvSpPr/>
            <p:nvPr/>
          </p:nvSpPr>
          <p:spPr>
            <a:xfrm>
              <a:off x="926673" y="1427007"/>
              <a:ext cx="6814" cy="13386"/>
            </a:xfrm>
            <a:custGeom>
              <a:avLst/>
              <a:gdLst/>
              <a:ahLst/>
              <a:cxnLst/>
              <a:rect l="l" t="t" r="r" b="b"/>
              <a:pathLst>
                <a:path w="198" h="389" extrusionOk="0">
                  <a:moveTo>
                    <a:pt x="93" y="1"/>
                  </a:moveTo>
                  <a:cubicBezTo>
                    <a:pt x="89" y="1"/>
                    <a:pt x="86" y="1"/>
                    <a:pt x="82" y="2"/>
                  </a:cubicBezTo>
                  <a:cubicBezTo>
                    <a:pt x="33" y="17"/>
                    <a:pt x="0" y="115"/>
                    <a:pt x="8" y="220"/>
                  </a:cubicBezTo>
                  <a:cubicBezTo>
                    <a:pt x="16" y="319"/>
                    <a:pt x="56" y="388"/>
                    <a:pt x="102" y="388"/>
                  </a:cubicBezTo>
                  <a:cubicBezTo>
                    <a:pt x="105" y="388"/>
                    <a:pt x="109" y="388"/>
                    <a:pt x="113" y="387"/>
                  </a:cubicBezTo>
                  <a:cubicBezTo>
                    <a:pt x="163" y="372"/>
                    <a:pt x="198" y="276"/>
                    <a:pt x="188" y="169"/>
                  </a:cubicBezTo>
                  <a:cubicBezTo>
                    <a:pt x="180" y="71"/>
                    <a:pt x="137"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40"/>
            <p:cNvSpPr/>
            <p:nvPr/>
          </p:nvSpPr>
          <p:spPr>
            <a:xfrm>
              <a:off x="948938" y="1413620"/>
              <a:ext cx="6779" cy="13283"/>
            </a:xfrm>
            <a:custGeom>
              <a:avLst/>
              <a:gdLst/>
              <a:ahLst/>
              <a:cxnLst/>
              <a:rect l="l" t="t" r="r" b="b"/>
              <a:pathLst>
                <a:path w="197" h="386" extrusionOk="0">
                  <a:moveTo>
                    <a:pt x="97" y="0"/>
                  </a:moveTo>
                  <a:cubicBezTo>
                    <a:pt x="93" y="0"/>
                    <a:pt x="89" y="1"/>
                    <a:pt x="85" y="2"/>
                  </a:cubicBezTo>
                  <a:cubicBezTo>
                    <a:pt x="35" y="17"/>
                    <a:pt x="0" y="113"/>
                    <a:pt x="9" y="220"/>
                  </a:cubicBezTo>
                  <a:cubicBezTo>
                    <a:pt x="16" y="315"/>
                    <a:pt x="57" y="386"/>
                    <a:pt x="102" y="386"/>
                  </a:cubicBezTo>
                  <a:cubicBezTo>
                    <a:pt x="106" y="386"/>
                    <a:pt x="110" y="385"/>
                    <a:pt x="114" y="384"/>
                  </a:cubicBezTo>
                  <a:cubicBezTo>
                    <a:pt x="163" y="369"/>
                    <a:pt x="196" y="273"/>
                    <a:pt x="189" y="167"/>
                  </a:cubicBezTo>
                  <a:cubicBezTo>
                    <a:pt x="180" y="70"/>
                    <a:pt x="140" y="0"/>
                    <a:pt x="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0"/>
            <p:cNvSpPr/>
            <p:nvPr/>
          </p:nvSpPr>
          <p:spPr>
            <a:xfrm>
              <a:off x="748554" y="1534649"/>
              <a:ext cx="6814" cy="13283"/>
            </a:xfrm>
            <a:custGeom>
              <a:avLst/>
              <a:gdLst/>
              <a:ahLst/>
              <a:cxnLst/>
              <a:rect l="l" t="t" r="r" b="b"/>
              <a:pathLst>
                <a:path w="198" h="386" extrusionOk="0">
                  <a:moveTo>
                    <a:pt x="95" y="0"/>
                  </a:moveTo>
                  <a:cubicBezTo>
                    <a:pt x="91" y="0"/>
                    <a:pt x="86" y="1"/>
                    <a:pt x="82" y="2"/>
                  </a:cubicBezTo>
                  <a:cubicBezTo>
                    <a:pt x="34" y="17"/>
                    <a:pt x="0" y="113"/>
                    <a:pt x="8" y="220"/>
                  </a:cubicBezTo>
                  <a:cubicBezTo>
                    <a:pt x="16" y="315"/>
                    <a:pt x="57" y="386"/>
                    <a:pt x="102" y="386"/>
                  </a:cubicBezTo>
                  <a:cubicBezTo>
                    <a:pt x="106" y="386"/>
                    <a:pt x="110" y="385"/>
                    <a:pt x="114" y="384"/>
                  </a:cubicBezTo>
                  <a:cubicBezTo>
                    <a:pt x="166" y="369"/>
                    <a:pt x="198" y="273"/>
                    <a:pt x="189" y="166"/>
                  </a:cubicBezTo>
                  <a:cubicBezTo>
                    <a:pt x="182" y="71"/>
                    <a:pt x="141" y="0"/>
                    <a:pt x="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0"/>
            <p:cNvSpPr/>
            <p:nvPr/>
          </p:nvSpPr>
          <p:spPr>
            <a:xfrm>
              <a:off x="770853" y="1521228"/>
              <a:ext cx="6779" cy="13318"/>
            </a:xfrm>
            <a:custGeom>
              <a:avLst/>
              <a:gdLst/>
              <a:ahLst/>
              <a:cxnLst/>
              <a:rect l="l" t="t" r="r" b="b"/>
              <a:pathLst>
                <a:path w="197" h="387" extrusionOk="0">
                  <a:moveTo>
                    <a:pt x="98" y="0"/>
                  </a:moveTo>
                  <a:cubicBezTo>
                    <a:pt x="93" y="0"/>
                    <a:pt x="89" y="1"/>
                    <a:pt x="84" y="3"/>
                  </a:cubicBezTo>
                  <a:cubicBezTo>
                    <a:pt x="34" y="16"/>
                    <a:pt x="0" y="114"/>
                    <a:pt x="9" y="219"/>
                  </a:cubicBezTo>
                  <a:cubicBezTo>
                    <a:pt x="16" y="316"/>
                    <a:pt x="56" y="387"/>
                    <a:pt x="101" y="387"/>
                  </a:cubicBezTo>
                  <a:cubicBezTo>
                    <a:pt x="105" y="387"/>
                    <a:pt x="109" y="386"/>
                    <a:pt x="113" y="385"/>
                  </a:cubicBezTo>
                  <a:cubicBezTo>
                    <a:pt x="163" y="370"/>
                    <a:pt x="196" y="272"/>
                    <a:pt x="188" y="167"/>
                  </a:cubicBezTo>
                  <a:cubicBezTo>
                    <a:pt x="180" y="72"/>
                    <a:pt x="142" y="0"/>
                    <a:pt x="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0"/>
            <p:cNvSpPr/>
            <p:nvPr/>
          </p:nvSpPr>
          <p:spPr>
            <a:xfrm>
              <a:off x="793152" y="1507704"/>
              <a:ext cx="6745" cy="13352"/>
            </a:xfrm>
            <a:custGeom>
              <a:avLst/>
              <a:gdLst/>
              <a:ahLst/>
              <a:cxnLst/>
              <a:rect l="l" t="t" r="r" b="b"/>
              <a:pathLst>
                <a:path w="196" h="388" extrusionOk="0">
                  <a:moveTo>
                    <a:pt x="96" y="1"/>
                  </a:moveTo>
                  <a:cubicBezTo>
                    <a:pt x="92" y="1"/>
                    <a:pt x="88" y="1"/>
                    <a:pt x="84" y="2"/>
                  </a:cubicBezTo>
                  <a:cubicBezTo>
                    <a:pt x="34" y="17"/>
                    <a:pt x="0" y="114"/>
                    <a:pt x="8" y="220"/>
                  </a:cubicBezTo>
                  <a:cubicBezTo>
                    <a:pt x="14" y="317"/>
                    <a:pt x="56" y="388"/>
                    <a:pt x="101" y="388"/>
                  </a:cubicBezTo>
                  <a:cubicBezTo>
                    <a:pt x="105" y="388"/>
                    <a:pt x="109" y="387"/>
                    <a:pt x="113" y="386"/>
                  </a:cubicBezTo>
                  <a:cubicBezTo>
                    <a:pt x="161" y="371"/>
                    <a:pt x="195" y="274"/>
                    <a:pt x="188" y="169"/>
                  </a:cubicBezTo>
                  <a:cubicBezTo>
                    <a:pt x="180" y="71"/>
                    <a:pt x="139" y="1"/>
                    <a:pt x="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40"/>
            <p:cNvSpPr/>
            <p:nvPr/>
          </p:nvSpPr>
          <p:spPr>
            <a:xfrm>
              <a:off x="815348" y="1494249"/>
              <a:ext cx="6883" cy="13352"/>
            </a:xfrm>
            <a:custGeom>
              <a:avLst/>
              <a:gdLst/>
              <a:ahLst/>
              <a:cxnLst/>
              <a:rect l="l" t="t" r="r" b="b"/>
              <a:pathLst>
                <a:path w="200" h="388" extrusionOk="0">
                  <a:moveTo>
                    <a:pt x="94" y="0"/>
                  </a:moveTo>
                  <a:cubicBezTo>
                    <a:pt x="91" y="0"/>
                    <a:pt x="88" y="0"/>
                    <a:pt x="84" y="1"/>
                  </a:cubicBezTo>
                  <a:cubicBezTo>
                    <a:pt x="34" y="16"/>
                    <a:pt x="1" y="114"/>
                    <a:pt x="9" y="219"/>
                  </a:cubicBezTo>
                  <a:cubicBezTo>
                    <a:pt x="18" y="317"/>
                    <a:pt x="57" y="388"/>
                    <a:pt x="102" y="388"/>
                  </a:cubicBezTo>
                  <a:cubicBezTo>
                    <a:pt x="106" y="388"/>
                    <a:pt x="111" y="387"/>
                    <a:pt x="115" y="386"/>
                  </a:cubicBezTo>
                  <a:cubicBezTo>
                    <a:pt x="165" y="371"/>
                    <a:pt x="200" y="275"/>
                    <a:pt x="189" y="168"/>
                  </a:cubicBezTo>
                  <a:cubicBezTo>
                    <a:pt x="181" y="71"/>
                    <a:pt x="140" y="0"/>
                    <a:pt x="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40"/>
            <p:cNvSpPr/>
            <p:nvPr/>
          </p:nvSpPr>
          <p:spPr>
            <a:xfrm>
              <a:off x="837544" y="1480862"/>
              <a:ext cx="6848" cy="13352"/>
            </a:xfrm>
            <a:custGeom>
              <a:avLst/>
              <a:gdLst/>
              <a:ahLst/>
              <a:cxnLst/>
              <a:rect l="l" t="t" r="r" b="b"/>
              <a:pathLst>
                <a:path w="199" h="388" extrusionOk="0">
                  <a:moveTo>
                    <a:pt x="98" y="0"/>
                  </a:moveTo>
                  <a:cubicBezTo>
                    <a:pt x="94" y="0"/>
                    <a:pt x="89" y="1"/>
                    <a:pt x="84" y="3"/>
                  </a:cubicBezTo>
                  <a:cubicBezTo>
                    <a:pt x="35" y="16"/>
                    <a:pt x="1" y="112"/>
                    <a:pt x="10" y="219"/>
                  </a:cubicBezTo>
                  <a:cubicBezTo>
                    <a:pt x="18" y="316"/>
                    <a:pt x="59" y="388"/>
                    <a:pt x="103" y="388"/>
                  </a:cubicBezTo>
                  <a:cubicBezTo>
                    <a:pt x="107" y="388"/>
                    <a:pt x="111" y="387"/>
                    <a:pt x="115" y="386"/>
                  </a:cubicBezTo>
                  <a:cubicBezTo>
                    <a:pt x="165" y="371"/>
                    <a:pt x="198" y="272"/>
                    <a:pt x="191" y="168"/>
                  </a:cubicBezTo>
                  <a:cubicBezTo>
                    <a:pt x="184" y="71"/>
                    <a:pt x="144" y="0"/>
                    <a:pt x="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40"/>
            <p:cNvSpPr/>
            <p:nvPr/>
          </p:nvSpPr>
          <p:spPr>
            <a:xfrm>
              <a:off x="2691449" y="3031008"/>
              <a:ext cx="109535" cy="124849"/>
            </a:xfrm>
            <a:custGeom>
              <a:avLst/>
              <a:gdLst/>
              <a:ahLst/>
              <a:cxnLst/>
              <a:rect l="l" t="t" r="r" b="b"/>
              <a:pathLst>
                <a:path w="3183" h="3628" extrusionOk="0">
                  <a:moveTo>
                    <a:pt x="843" y="1"/>
                  </a:moveTo>
                  <a:cubicBezTo>
                    <a:pt x="817" y="1"/>
                    <a:pt x="792" y="8"/>
                    <a:pt x="771" y="23"/>
                  </a:cubicBezTo>
                  <a:lnTo>
                    <a:pt x="95" y="509"/>
                  </a:lnTo>
                  <a:cubicBezTo>
                    <a:pt x="52" y="542"/>
                    <a:pt x="34" y="611"/>
                    <a:pt x="0" y="699"/>
                  </a:cubicBezTo>
                  <a:lnTo>
                    <a:pt x="1332" y="3628"/>
                  </a:lnTo>
                  <a:lnTo>
                    <a:pt x="3131" y="2333"/>
                  </a:lnTo>
                  <a:cubicBezTo>
                    <a:pt x="3180" y="2299"/>
                    <a:pt x="3183" y="2239"/>
                    <a:pt x="3140" y="2198"/>
                  </a:cubicBezTo>
                  <a:lnTo>
                    <a:pt x="929" y="35"/>
                  </a:lnTo>
                  <a:cubicBezTo>
                    <a:pt x="907" y="12"/>
                    <a:pt x="875" y="1"/>
                    <a:pt x="8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40"/>
            <p:cNvSpPr/>
            <p:nvPr/>
          </p:nvSpPr>
          <p:spPr>
            <a:xfrm>
              <a:off x="2630711" y="3198493"/>
              <a:ext cx="34585" cy="34585"/>
            </a:xfrm>
            <a:custGeom>
              <a:avLst/>
              <a:gdLst/>
              <a:ahLst/>
              <a:cxnLst/>
              <a:rect l="l" t="t" r="r" b="b"/>
              <a:pathLst>
                <a:path w="1005" h="1005" extrusionOk="0">
                  <a:moveTo>
                    <a:pt x="366" y="0"/>
                  </a:moveTo>
                  <a:cubicBezTo>
                    <a:pt x="334" y="0"/>
                    <a:pt x="302" y="9"/>
                    <a:pt x="279" y="26"/>
                  </a:cubicBezTo>
                  <a:lnTo>
                    <a:pt x="73" y="177"/>
                  </a:lnTo>
                  <a:cubicBezTo>
                    <a:pt x="26" y="209"/>
                    <a:pt x="1" y="279"/>
                    <a:pt x="17" y="335"/>
                  </a:cubicBezTo>
                  <a:lnTo>
                    <a:pt x="198" y="923"/>
                  </a:lnTo>
                  <a:cubicBezTo>
                    <a:pt x="212" y="972"/>
                    <a:pt x="235" y="1004"/>
                    <a:pt x="251" y="1004"/>
                  </a:cubicBezTo>
                  <a:cubicBezTo>
                    <a:pt x="253" y="1004"/>
                    <a:pt x="255" y="1004"/>
                    <a:pt x="257" y="1002"/>
                  </a:cubicBezTo>
                  <a:lnTo>
                    <a:pt x="285" y="982"/>
                  </a:lnTo>
                  <a:lnTo>
                    <a:pt x="958" y="496"/>
                  </a:lnTo>
                  <a:cubicBezTo>
                    <a:pt x="1005" y="462"/>
                    <a:pt x="1003" y="410"/>
                    <a:pt x="958" y="377"/>
                  </a:cubicBezTo>
                  <a:lnTo>
                    <a:pt x="447" y="23"/>
                  </a:lnTo>
                  <a:cubicBezTo>
                    <a:pt x="425" y="8"/>
                    <a:pt x="396" y="0"/>
                    <a:pt x="366" y="0"/>
                  </a:cubicBezTo>
                  <a:close/>
                </a:path>
              </a:pathLst>
            </a:custGeom>
            <a:solidFill>
              <a:srgbClr val="D1E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40"/>
            <p:cNvSpPr/>
            <p:nvPr/>
          </p:nvSpPr>
          <p:spPr>
            <a:xfrm>
              <a:off x="2615569" y="3054890"/>
              <a:ext cx="314014" cy="204754"/>
            </a:xfrm>
            <a:custGeom>
              <a:avLst/>
              <a:gdLst/>
              <a:ahLst/>
              <a:cxnLst/>
              <a:rect l="l" t="t" r="r" b="b"/>
              <a:pathLst>
                <a:path w="9125" h="5950" extrusionOk="0">
                  <a:moveTo>
                    <a:pt x="8644" y="0"/>
                  </a:moveTo>
                  <a:cubicBezTo>
                    <a:pt x="8077" y="0"/>
                    <a:pt x="6750" y="643"/>
                    <a:pt x="6350" y="925"/>
                  </a:cubicBezTo>
                  <a:lnTo>
                    <a:pt x="1047" y="4628"/>
                  </a:lnTo>
                  <a:cubicBezTo>
                    <a:pt x="565" y="4964"/>
                    <a:pt x="1" y="5601"/>
                    <a:pt x="243" y="5949"/>
                  </a:cubicBezTo>
                  <a:lnTo>
                    <a:pt x="3548" y="4786"/>
                  </a:lnTo>
                  <a:lnTo>
                    <a:pt x="7237" y="2183"/>
                  </a:lnTo>
                  <a:cubicBezTo>
                    <a:pt x="7715" y="1847"/>
                    <a:pt x="9124" y="433"/>
                    <a:pt x="8877" y="82"/>
                  </a:cubicBezTo>
                  <a:cubicBezTo>
                    <a:pt x="8837" y="25"/>
                    <a:pt x="8755" y="0"/>
                    <a:pt x="86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40"/>
            <p:cNvSpPr/>
            <p:nvPr/>
          </p:nvSpPr>
          <p:spPr>
            <a:xfrm>
              <a:off x="2627063" y="3228260"/>
              <a:ext cx="34619" cy="58914"/>
            </a:xfrm>
            <a:custGeom>
              <a:avLst/>
              <a:gdLst/>
              <a:ahLst/>
              <a:cxnLst/>
              <a:rect l="l" t="t" r="r" b="b"/>
              <a:pathLst>
                <a:path w="1006" h="1712" extrusionOk="0">
                  <a:moveTo>
                    <a:pt x="986" y="0"/>
                  </a:moveTo>
                  <a:cubicBezTo>
                    <a:pt x="977" y="0"/>
                    <a:pt x="964" y="6"/>
                    <a:pt x="948" y="19"/>
                  </a:cubicBezTo>
                  <a:lnTo>
                    <a:pt x="275" y="503"/>
                  </a:lnTo>
                  <a:lnTo>
                    <a:pt x="220" y="544"/>
                  </a:lnTo>
                  <a:lnTo>
                    <a:pt x="6" y="1653"/>
                  </a:lnTo>
                  <a:cubicBezTo>
                    <a:pt x="0" y="1691"/>
                    <a:pt x="10" y="1712"/>
                    <a:pt x="31" y="1712"/>
                  </a:cubicBezTo>
                  <a:cubicBezTo>
                    <a:pt x="42" y="1712"/>
                    <a:pt x="55" y="1707"/>
                    <a:pt x="70" y="1695"/>
                  </a:cubicBezTo>
                  <a:lnTo>
                    <a:pt x="277" y="1543"/>
                  </a:lnTo>
                  <a:cubicBezTo>
                    <a:pt x="322" y="1511"/>
                    <a:pt x="379" y="1441"/>
                    <a:pt x="402" y="1390"/>
                  </a:cubicBezTo>
                  <a:lnTo>
                    <a:pt x="780" y="569"/>
                  </a:lnTo>
                  <a:lnTo>
                    <a:pt x="992" y="54"/>
                  </a:lnTo>
                  <a:cubicBezTo>
                    <a:pt x="1005" y="19"/>
                    <a:pt x="1002" y="0"/>
                    <a:pt x="9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40"/>
            <p:cNvSpPr/>
            <p:nvPr/>
          </p:nvSpPr>
          <p:spPr>
            <a:xfrm>
              <a:off x="2591893" y="3212775"/>
              <a:ext cx="71131" cy="31866"/>
            </a:xfrm>
            <a:custGeom>
              <a:avLst/>
              <a:gdLst/>
              <a:ahLst/>
              <a:cxnLst/>
              <a:rect l="l" t="t" r="r" b="b"/>
              <a:pathLst>
                <a:path w="2067" h="926" extrusionOk="0">
                  <a:moveTo>
                    <a:pt x="2067" y="0"/>
                  </a:moveTo>
                  <a:lnTo>
                    <a:pt x="441" y="14"/>
                  </a:lnTo>
                  <a:cubicBezTo>
                    <a:pt x="384" y="14"/>
                    <a:pt x="299" y="40"/>
                    <a:pt x="254" y="75"/>
                  </a:cubicBezTo>
                  <a:lnTo>
                    <a:pt x="46" y="226"/>
                  </a:lnTo>
                  <a:cubicBezTo>
                    <a:pt x="1" y="258"/>
                    <a:pt x="2" y="311"/>
                    <a:pt x="49" y="340"/>
                  </a:cubicBezTo>
                  <a:lnTo>
                    <a:pt x="977" y="925"/>
                  </a:lnTo>
                  <a:cubicBezTo>
                    <a:pt x="977" y="925"/>
                    <a:pt x="1067" y="763"/>
                    <a:pt x="1356" y="511"/>
                  </a:cubicBezTo>
                  <a:cubicBezTo>
                    <a:pt x="1710" y="199"/>
                    <a:pt x="2067" y="0"/>
                    <a:pt x="20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40"/>
            <p:cNvSpPr/>
            <p:nvPr/>
          </p:nvSpPr>
          <p:spPr>
            <a:xfrm>
              <a:off x="2718910" y="3164356"/>
              <a:ext cx="82384" cy="195257"/>
            </a:xfrm>
            <a:custGeom>
              <a:avLst/>
              <a:gdLst/>
              <a:ahLst/>
              <a:cxnLst/>
              <a:rect l="l" t="t" r="r" b="b"/>
              <a:pathLst>
                <a:path w="2394" h="5674" extrusionOk="0">
                  <a:moveTo>
                    <a:pt x="2368" y="0"/>
                  </a:moveTo>
                  <a:cubicBezTo>
                    <a:pt x="2358" y="0"/>
                    <a:pt x="2344" y="6"/>
                    <a:pt x="2327" y="18"/>
                  </a:cubicBezTo>
                  <a:lnTo>
                    <a:pt x="828" y="1100"/>
                  </a:lnTo>
                  <a:lnTo>
                    <a:pt x="585" y="1276"/>
                  </a:lnTo>
                  <a:lnTo>
                    <a:pt x="6" y="5617"/>
                  </a:lnTo>
                  <a:cubicBezTo>
                    <a:pt x="1" y="5653"/>
                    <a:pt x="12" y="5673"/>
                    <a:pt x="35" y="5673"/>
                  </a:cubicBezTo>
                  <a:cubicBezTo>
                    <a:pt x="46" y="5673"/>
                    <a:pt x="61" y="5668"/>
                    <a:pt x="77" y="5656"/>
                  </a:cubicBezTo>
                  <a:lnTo>
                    <a:pt x="752" y="5166"/>
                  </a:lnTo>
                  <a:cubicBezTo>
                    <a:pt x="797" y="5131"/>
                    <a:pt x="848" y="5061"/>
                    <a:pt x="864" y="5007"/>
                  </a:cubicBezTo>
                  <a:lnTo>
                    <a:pt x="2383" y="56"/>
                  </a:lnTo>
                  <a:cubicBezTo>
                    <a:pt x="2394" y="20"/>
                    <a:pt x="2387" y="0"/>
                    <a:pt x="23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40"/>
            <p:cNvSpPr/>
            <p:nvPr/>
          </p:nvSpPr>
          <p:spPr>
            <a:xfrm>
              <a:off x="2872080" y="3061566"/>
              <a:ext cx="13627" cy="26739"/>
            </a:xfrm>
            <a:custGeom>
              <a:avLst/>
              <a:gdLst/>
              <a:ahLst/>
              <a:cxnLst/>
              <a:rect l="l" t="t" r="r" b="b"/>
              <a:pathLst>
                <a:path w="396" h="777" extrusionOk="0">
                  <a:moveTo>
                    <a:pt x="389" y="1"/>
                  </a:moveTo>
                  <a:lnTo>
                    <a:pt x="389" y="1"/>
                  </a:lnTo>
                  <a:cubicBezTo>
                    <a:pt x="289" y="38"/>
                    <a:pt x="188" y="78"/>
                    <a:pt x="86" y="121"/>
                  </a:cubicBezTo>
                  <a:cubicBezTo>
                    <a:pt x="97" y="425"/>
                    <a:pt x="1" y="684"/>
                    <a:pt x="1" y="684"/>
                  </a:cubicBezTo>
                  <a:lnTo>
                    <a:pt x="213" y="776"/>
                  </a:lnTo>
                  <a:cubicBezTo>
                    <a:pt x="384" y="443"/>
                    <a:pt x="396" y="138"/>
                    <a:pt x="3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40"/>
            <p:cNvSpPr/>
            <p:nvPr/>
          </p:nvSpPr>
          <p:spPr>
            <a:xfrm>
              <a:off x="2773454" y="3166731"/>
              <a:ext cx="9911" cy="5678"/>
            </a:xfrm>
            <a:custGeom>
              <a:avLst/>
              <a:gdLst/>
              <a:ahLst/>
              <a:cxnLst/>
              <a:rect l="l" t="t" r="r" b="b"/>
              <a:pathLst>
                <a:path w="288" h="165" extrusionOk="0">
                  <a:moveTo>
                    <a:pt x="76" y="1"/>
                  </a:moveTo>
                  <a:cubicBezTo>
                    <a:pt x="53" y="1"/>
                    <a:pt x="34" y="6"/>
                    <a:pt x="24" y="17"/>
                  </a:cubicBezTo>
                  <a:cubicBezTo>
                    <a:pt x="1" y="45"/>
                    <a:pt x="36" y="96"/>
                    <a:pt x="102" y="133"/>
                  </a:cubicBezTo>
                  <a:cubicBezTo>
                    <a:pt x="140" y="154"/>
                    <a:pt x="180" y="165"/>
                    <a:pt x="212" y="165"/>
                  </a:cubicBezTo>
                  <a:cubicBezTo>
                    <a:pt x="236" y="165"/>
                    <a:pt x="254" y="159"/>
                    <a:pt x="264" y="148"/>
                  </a:cubicBezTo>
                  <a:cubicBezTo>
                    <a:pt x="287" y="120"/>
                    <a:pt x="252" y="67"/>
                    <a:pt x="186" y="32"/>
                  </a:cubicBezTo>
                  <a:cubicBezTo>
                    <a:pt x="149" y="11"/>
                    <a:pt x="108" y="1"/>
                    <a:pt x="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40"/>
            <p:cNvSpPr/>
            <p:nvPr/>
          </p:nvSpPr>
          <p:spPr>
            <a:xfrm>
              <a:off x="2758347" y="3177227"/>
              <a:ext cx="9876" cy="5712"/>
            </a:xfrm>
            <a:custGeom>
              <a:avLst/>
              <a:gdLst/>
              <a:ahLst/>
              <a:cxnLst/>
              <a:rect l="l" t="t" r="r" b="b"/>
              <a:pathLst>
                <a:path w="287" h="166" extrusionOk="0">
                  <a:moveTo>
                    <a:pt x="74" y="1"/>
                  </a:moveTo>
                  <a:cubicBezTo>
                    <a:pt x="51" y="1"/>
                    <a:pt x="33" y="6"/>
                    <a:pt x="23" y="18"/>
                  </a:cubicBezTo>
                  <a:cubicBezTo>
                    <a:pt x="1" y="46"/>
                    <a:pt x="36" y="97"/>
                    <a:pt x="102" y="134"/>
                  </a:cubicBezTo>
                  <a:cubicBezTo>
                    <a:pt x="140" y="155"/>
                    <a:pt x="179" y="166"/>
                    <a:pt x="211" y="166"/>
                  </a:cubicBezTo>
                  <a:cubicBezTo>
                    <a:pt x="234" y="166"/>
                    <a:pt x="252" y="160"/>
                    <a:pt x="263" y="148"/>
                  </a:cubicBezTo>
                  <a:cubicBezTo>
                    <a:pt x="286" y="121"/>
                    <a:pt x="251" y="69"/>
                    <a:pt x="185" y="33"/>
                  </a:cubicBezTo>
                  <a:cubicBezTo>
                    <a:pt x="147" y="12"/>
                    <a:pt x="106" y="1"/>
                    <a:pt x="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40"/>
            <p:cNvSpPr/>
            <p:nvPr/>
          </p:nvSpPr>
          <p:spPr>
            <a:xfrm>
              <a:off x="2743240" y="3187791"/>
              <a:ext cx="9876" cy="5712"/>
            </a:xfrm>
            <a:custGeom>
              <a:avLst/>
              <a:gdLst/>
              <a:ahLst/>
              <a:cxnLst/>
              <a:rect l="l" t="t" r="r" b="b"/>
              <a:pathLst>
                <a:path w="287" h="166" extrusionOk="0">
                  <a:moveTo>
                    <a:pt x="74" y="0"/>
                  </a:moveTo>
                  <a:cubicBezTo>
                    <a:pt x="51" y="0"/>
                    <a:pt x="33" y="6"/>
                    <a:pt x="23" y="18"/>
                  </a:cubicBezTo>
                  <a:cubicBezTo>
                    <a:pt x="1" y="46"/>
                    <a:pt x="36" y="97"/>
                    <a:pt x="99" y="134"/>
                  </a:cubicBezTo>
                  <a:cubicBezTo>
                    <a:pt x="137" y="155"/>
                    <a:pt x="178" y="166"/>
                    <a:pt x="210" y="166"/>
                  </a:cubicBezTo>
                  <a:cubicBezTo>
                    <a:pt x="233" y="166"/>
                    <a:pt x="251" y="160"/>
                    <a:pt x="261" y="149"/>
                  </a:cubicBezTo>
                  <a:cubicBezTo>
                    <a:pt x="286" y="121"/>
                    <a:pt x="251" y="68"/>
                    <a:pt x="185" y="33"/>
                  </a:cubicBezTo>
                  <a:cubicBezTo>
                    <a:pt x="147" y="12"/>
                    <a:pt x="106" y="0"/>
                    <a:pt x="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40"/>
            <p:cNvSpPr/>
            <p:nvPr/>
          </p:nvSpPr>
          <p:spPr>
            <a:xfrm>
              <a:off x="2728064" y="3198287"/>
              <a:ext cx="9876" cy="5712"/>
            </a:xfrm>
            <a:custGeom>
              <a:avLst/>
              <a:gdLst/>
              <a:ahLst/>
              <a:cxnLst/>
              <a:rect l="l" t="t" r="r" b="b"/>
              <a:pathLst>
                <a:path w="287" h="166" extrusionOk="0">
                  <a:moveTo>
                    <a:pt x="75" y="1"/>
                  </a:moveTo>
                  <a:cubicBezTo>
                    <a:pt x="53" y="1"/>
                    <a:pt x="35" y="6"/>
                    <a:pt x="25" y="18"/>
                  </a:cubicBezTo>
                  <a:cubicBezTo>
                    <a:pt x="0" y="47"/>
                    <a:pt x="35" y="98"/>
                    <a:pt x="101" y="135"/>
                  </a:cubicBezTo>
                  <a:cubicBezTo>
                    <a:pt x="140" y="155"/>
                    <a:pt x="181" y="165"/>
                    <a:pt x="213" y="165"/>
                  </a:cubicBezTo>
                  <a:cubicBezTo>
                    <a:pt x="235" y="165"/>
                    <a:pt x="252" y="160"/>
                    <a:pt x="262" y="149"/>
                  </a:cubicBezTo>
                  <a:cubicBezTo>
                    <a:pt x="287" y="120"/>
                    <a:pt x="252" y="69"/>
                    <a:pt x="186" y="32"/>
                  </a:cubicBezTo>
                  <a:cubicBezTo>
                    <a:pt x="147" y="12"/>
                    <a:pt x="107" y="1"/>
                    <a:pt x="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40"/>
            <p:cNvSpPr/>
            <p:nvPr/>
          </p:nvSpPr>
          <p:spPr>
            <a:xfrm>
              <a:off x="2712957" y="3208714"/>
              <a:ext cx="9945" cy="5781"/>
            </a:xfrm>
            <a:custGeom>
              <a:avLst/>
              <a:gdLst/>
              <a:ahLst/>
              <a:cxnLst/>
              <a:rect l="l" t="t" r="r" b="b"/>
              <a:pathLst>
                <a:path w="289" h="168" extrusionOk="0">
                  <a:moveTo>
                    <a:pt x="76" y="1"/>
                  </a:moveTo>
                  <a:cubicBezTo>
                    <a:pt x="53" y="1"/>
                    <a:pt x="35" y="7"/>
                    <a:pt x="25" y="19"/>
                  </a:cubicBezTo>
                  <a:cubicBezTo>
                    <a:pt x="0" y="48"/>
                    <a:pt x="35" y="102"/>
                    <a:pt x="101" y="136"/>
                  </a:cubicBezTo>
                  <a:cubicBezTo>
                    <a:pt x="139" y="156"/>
                    <a:pt x="180" y="167"/>
                    <a:pt x="212" y="167"/>
                  </a:cubicBezTo>
                  <a:cubicBezTo>
                    <a:pt x="235" y="167"/>
                    <a:pt x="254" y="162"/>
                    <a:pt x="263" y="149"/>
                  </a:cubicBezTo>
                  <a:cubicBezTo>
                    <a:pt x="288" y="121"/>
                    <a:pt x="253" y="70"/>
                    <a:pt x="187" y="34"/>
                  </a:cubicBezTo>
                  <a:cubicBezTo>
                    <a:pt x="149" y="12"/>
                    <a:pt x="108" y="1"/>
                    <a:pt x="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40"/>
            <p:cNvSpPr/>
            <p:nvPr/>
          </p:nvSpPr>
          <p:spPr>
            <a:xfrm>
              <a:off x="2849093" y="3114045"/>
              <a:ext cx="9842" cy="5712"/>
            </a:xfrm>
            <a:custGeom>
              <a:avLst/>
              <a:gdLst/>
              <a:ahLst/>
              <a:cxnLst/>
              <a:rect l="l" t="t" r="r" b="b"/>
              <a:pathLst>
                <a:path w="286" h="166" extrusionOk="0">
                  <a:moveTo>
                    <a:pt x="75" y="1"/>
                  </a:moveTo>
                  <a:cubicBezTo>
                    <a:pt x="52" y="1"/>
                    <a:pt x="33" y="6"/>
                    <a:pt x="22" y="18"/>
                  </a:cubicBezTo>
                  <a:cubicBezTo>
                    <a:pt x="0" y="46"/>
                    <a:pt x="35" y="98"/>
                    <a:pt x="101" y="134"/>
                  </a:cubicBezTo>
                  <a:cubicBezTo>
                    <a:pt x="140" y="154"/>
                    <a:pt x="181" y="165"/>
                    <a:pt x="213" y="165"/>
                  </a:cubicBezTo>
                  <a:cubicBezTo>
                    <a:pt x="235" y="165"/>
                    <a:pt x="253" y="160"/>
                    <a:pt x="262" y="148"/>
                  </a:cubicBezTo>
                  <a:cubicBezTo>
                    <a:pt x="285" y="120"/>
                    <a:pt x="252" y="68"/>
                    <a:pt x="186" y="33"/>
                  </a:cubicBezTo>
                  <a:cubicBezTo>
                    <a:pt x="148" y="11"/>
                    <a:pt x="107" y="1"/>
                    <a:pt x="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40"/>
            <p:cNvSpPr/>
            <p:nvPr/>
          </p:nvSpPr>
          <p:spPr>
            <a:xfrm>
              <a:off x="2833985" y="3124575"/>
              <a:ext cx="9842" cy="5678"/>
            </a:xfrm>
            <a:custGeom>
              <a:avLst/>
              <a:gdLst/>
              <a:ahLst/>
              <a:cxnLst/>
              <a:rect l="l" t="t" r="r" b="b"/>
              <a:pathLst>
                <a:path w="286" h="165" extrusionOk="0">
                  <a:moveTo>
                    <a:pt x="75" y="0"/>
                  </a:moveTo>
                  <a:cubicBezTo>
                    <a:pt x="52" y="0"/>
                    <a:pt x="33" y="6"/>
                    <a:pt x="22" y="18"/>
                  </a:cubicBezTo>
                  <a:cubicBezTo>
                    <a:pt x="0" y="46"/>
                    <a:pt x="34" y="98"/>
                    <a:pt x="101" y="133"/>
                  </a:cubicBezTo>
                  <a:cubicBezTo>
                    <a:pt x="139" y="154"/>
                    <a:pt x="179" y="165"/>
                    <a:pt x="210" y="165"/>
                  </a:cubicBezTo>
                  <a:cubicBezTo>
                    <a:pt x="234" y="165"/>
                    <a:pt x="252" y="159"/>
                    <a:pt x="262" y="148"/>
                  </a:cubicBezTo>
                  <a:cubicBezTo>
                    <a:pt x="286" y="120"/>
                    <a:pt x="252" y="68"/>
                    <a:pt x="186" y="32"/>
                  </a:cubicBezTo>
                  <a:cubicBezTo>
                    <a:pt x="148" y="11"/>
                    <a:pt x="107" y="0"/>
                    <a:pt x="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40"/>
            <p:cNvSpPr/>
            <p:nvPr/>
          </p:nvSpPr>
          <p:spPr>
            <a:xfrm>
              <a:off x="2818810" y="3135106"/>
              <a:ext cx="9911" cy="5678"/>
            </a:xfrm>
            <a:custGeom>
              <a:avLst/>
              <a:gdLst/>
              <a:ahLst/>
              <a:cxnLst/>
              <a:rect l="l" t="t" r="r" b="b"/>
              <a:pathLst>
                <a:path w="288" h="165" extrusionOk="0">
                  <a:moveTo>
                    <a:pt x="75" y="0"/>
                  </a:moveTo>
                  <a:cubicBezTo>
                    <a:pt x="52" y="0"/>
                    <a:pt x="34" y="5"/>
                    <a:pt x="24" y="16"/>
                  </a:cubicBezTo>
                  <a:cubicBezTo>
                    <a:pt x="1" y="47"/>
                    <a:pt x="36" y="98"/>
                    <a:pt x="102" y="135"/>
                  </a:cubicBezTo>
                  <a:cubicBezTo>
                    <a:pt x="140" y="154"/>
                    <a:pt x="180" y="165"/>
                    <a:pt x="212" y="165"/>
                  </a:cubicBezTo>
                  <a:cubicBezTo>
                    <a:pt x="235" y="165"/>
                    <a:pt x="254" y="159"/>
                    <a:pt x="264" y="146"/>
                  </a:cubicBezTo>
                  <a:cubicBezTo>
                    <a:pt x="288" y="120"/>
                    <a:pt x="254" y="69"/>
                    <a:pt x="188" y="32"/>
                  </a:cubicBezTo>
                  <a:cubicBezTo>
                    <a:pt x="149" y="11"/>
                    <a:pt x="107" y="0"/>
                    <a:pt x="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0"/>
            <p:cNvSpPr/>
            <p:nvPr/>
          </p:nvSpPr>
          <p:spPr>
            <a:xfrm>
              <a:off x="2803702" y="3145670"/>
              <a:ext cx="9911" cy="5644"/>
            </a:xfrm>
            <a:custGeom>
              <a:avLst/>
              <a:gdLst/>
              <a:ahLst/>
              <a:cxnLst/>
              <a:rect l="l" t="t" r="r" b="b"/>
              <a:pathLst>
                <a:path w="288" h="164" extrusionOk="0">
                  <a:moveTo>
                    <a:pt x="76" y="1"/>
                  </a:moveTo>
                  <a:cubicBezTo>
                    <a:pt x="53" y="1"/>
                    <a:pt x="35" y="6"/>
                    <a:pt x="24" y="18"/>
                  </a:cubicBezTo>
                  <a:cubicBezTo>
                    <a:pt x="1" y="44"/>
                    <a:pt x="36" y="95"/>
                    <a:pt x="102" y="132"/>
                  </a:cubicBezTo>
                  <a:cubicBezTo>
                    <a:pt x="141" y="152"/>
                    <a:pt x="182" y="164"/>
                    <a:pt x="214" y="164"/>
                  </a:cubicBezTo>
                  <a:cubicBezTo>
                    <a:pt x="236" y="164"/>
                    <a:pt x="255" y="158"/>
                    <a:pt x="264" y="147"/>
                  </a:cubicBezTo>
                  <a:cubicBezTo>
                    <a:pt x="288" y="120"/>
                    <a:pt x="254" y="66"/>
                    <a:pt x="188" y="32"/>
                  </a:cubicBezTo>
                  <a:cubicBezTo>
                    <a:pt x="150" y="12"/>
                    <a:pt x="109" y="1"/>
                    <a:pt x="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0"/>
            <p:cNvSpPr/>
            <p:nvPr/>
          </p:nvSpPr>
          <p:spPr>
            <a:xfrm>
              <a:off x="2788630" y="3156166"/>
              <a:ext cx="9876" cy="5712"/>
            </a:xfrm>
            <a:custGeom>
              <a:avLst/>
              <a:gdLst/>
              <a:ahLst/>
              <a:cxnLst/>
              <a:rect l="l" t="t" r="r" b="b"/>
              <a:pathLst>
                <a:path w="287" h="166" extrusionOk="0">
                  <a:moveTo>
                    <a:pt x="78" y="0"/>
                  </a:moveTo>
                  <a:cubicBezTo>
                    <a:pt x="54" y="0"/>
                    <a:pt x="36" y="6"/>
                    <a:pt x="26" y="17"/>
                  </a:cubicBezTo>
                  <a:cubicBezTo>
                    <a:pt x="0" y="45"/>
                    <a:pt x="35" y="98"/>
                    <a:pt x="101" y="134"/>
                  </a:cubicBezTo>
                  <a:cubicBezTo>
                    <a:pt x="140" y="155"/>
                    <a:pt x="181" y="166"/>
                    <a:pt x="213" y="166"/>
                  </a:cubicBezTo>
                  <a:cubicBezTo>
                    <a:pt x="236" y="166"/>
                    <a:pt x="254" y="160"/>
                    <a:pt x="263" y="149"/>
                  </a:cubicBezTo>
                  <a:cubicBezTo>
                    <a:pt x="287" y="122"/>
                    <a:pt x="253" y="68"/>
                    <a:pt x="187" y="32"/>
                  </a:cubicBezTo>
                  <a:cubicBezTo>
                    <a:pt x="149" y="11"/>
                    <a:pt x="109" y="0"/>
                    <a:pt x="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0"/>
            <p:cNvSpPr/>
            <p:nvPr/>
          </p:nvSpPr>
          <p:spPr>
            <a:xfrm>
              <a:off x="745078" y="2073480"/>
              <a:ext cx="36064" cy="27874"/>
            </a:xfrm>
            <a:custGeom>
              <a:avLst/>
              <a:gdLst/>
              <a:ahLst/>
              <a:cxnLst/>
              <a:rect l="l" t="t" r="r" b="b"/>
              <a:pathLst>
                <a:path w="1048" h="810" extrusionOk="0">
                  <a:moveTo>
                    <a:pt x="871" y="0"/>
                  </a:moveTo>
                  <a:cubicBezTo>
                    <a:pt x="319" y="228"/>
                    <a:pt x="13" y="386"/>
                    <a:pt x="0" y="394"/>
                  </a:cubicBezTo>
                  <a:lnTo>
                    <a:pt x="217" y="809"/>
                  </a:lnTo>
                  <a:cubicBezTo>
                    <a:pt x="220" y="809"/>
                    <a:pt x="520" y="653"/>
                    <a:pt x="1048" y="432"/>
                  </a:cubicBezTo>
                  <a:lnTo>
                    <a:pt x="8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0"/>
            <p:cNvSpPr/>
            <p:nvPr/>
          </p:nvSpPr>
          <p:spPr>
            <a:xfrm>
              <a:off x="838714" y="2018799"/>
              <a:ext cx="897168" cy="551116"/>
            </a:xfrm>
            <a:custGeom>
              <a:avLst/>
              <a:gdLst/>
              <a:ahLst/>
              <a:cxnLst/>
              <a:rect l="l" t="t" r="r" b="b"/>
              <a:pathLst>
                <a:path w="26071" h="16015" extrusionOk="0">
                  <a:moveTo>
                    <a:pt x="5794" y="0"/>
                  </a:moveTo>
                  <a:cubicBezTo>
                    <a:pt x="5149" y="12"/>
                    <a:pt x="4491" y="59"/>
                    <a:pt x="3837" y="135"/>
                  </a:cubicBezTo>
                  <a:lnTo>
                    <a:pt x="3891" y="600"/>
                  </a:lnTo>
                  <a:cubicBezTo>
                    <a:pt x="4532" y="526"/>
                    <a:pt x="5174" y="482"/>
                    <a:pt x="5804" y="468"/>
                  </a:cubicBezTo>
                  <a:lnTo>
                    <a:pt x="5794" y="0"/>
                  </a:lnTo>
                  <a:close/>
                  <a:moveTo>
                    <a:pt x="7759" y="59"/>
                  </a:moveTo>
                  <a:lnTo>
                    <a:pt x="7723" y="526"/>
                  </a:lnTo>
                  <a:cubicBezTo>
                    <a:pt x="8362" y="577"/>
                    <a:pt x="9001" y="662"/>
                    <a:pt x="9620" y="779"/>
                  </a:cubicBezTo>
                  <a:lnTo>
                    <a:pt x="9706" y="321"/>
                  </a:lnTo>
                  <a:cubicBezTo>
                    <a:pt x="9070" y="199"/>
                    <a:pt x="8416" y="111"/>
                    <a:pt x="7759" y="59"/>
                  </a:cubicBezTo>
                  <a:close/>
                  <a:moveTo>
                    <a:pt x="1901" y="448"/>
                  </a:moveTo>
                  <a:cubicBezTo>
                    <a:pt x="1263" y="581"/>
                    <a:pt x="622" y="746"/>
                    <a:pt x="1" y="935"/>
                  </a:cubicBezTo>
                  <a:lnTo>
                    <a:pt x="137" y="1383"/>
                  </a:lnTo>
                  <a:cubicBezTo>
                    <a:pt x="745" y="1199"/>
                    <a:pt x="1370" y="1039"/>
                    <a:pt x="1996" y="906"/>
                  </a:cubicBezTo>
                  <a:lnTo>
                    <a:pt x="1901" y="448"/>
                  </a:lnTo>
                  <a:close/>
                  <a:moveTo>
                    <a:pt x="11616" y="789"/>
                  </a:moveTo>
                  <a:lnTo>
                    <a:pt x="11478" y="1237"/>
                  </a:lnTo>
                  <a:cubicBezTo>
                    <a:pt x="12084" y="1422"/>
                    <a:pt x="12690" y="1646"/>
                    <a:pt x="13275" y="1898"/>
                  </a:cubicBezTo>
                  <a:lnTo>
                    <a:pt x="13461" y="1466"/>
                  </a:lnTo>
                  <a:cubicBezTo>
                    <a:pt x="12859" y="1207"/>
                    <a:pt x="12239" y="979"/>
                    <a:pt x="11616" y="789"/>
                  </a:cubicBezTo>
                  <a:close/>
                  <a:moveTo>
                    <a:pt x="15219" y="2347"/>
                  </a:moveTo>
                  <a:lnTo>
                    <a:pt x="14988" y="2752"/>
                  </a:lnTo>
                  <a:cubicBezTo>
                    <a:pt x="15535" y="3064"/>
                    <a:pt x="16078" y="3411"/>
                    <a:pt x="16602" y="3785"/>
                  </a:cubicBezTo>
                  <a:lnTo>
                    <a:pt x="16874" y="3405"/>
                  </a:lnTo>
                  <a:cubicBezTo>
                    <a:pt x="16336" y="3021"/>
                    <a:pt x="15780" y="2665"/>
                    <a:pt x="15219" y="2347"/>
                  </a:cubicBezTo>
                  <a:close/>
                  <a:moveTo>
                    <a:pt x="18412" y="4624"/>
                  </a:moveTo>
                  <a:lnTo>
                    <a:pt x="18104" y="4976"/>
                  </a:lnTo>
                  <a:cubicBezTo>
                    <a:pt x="18577" y="5387"/>
                    <a:pt x="19042" y="5833"/>
                    <a:pt x="19493" y="6300"/>
                  </a:cubicBezTo>
                  <a:lnTo>
                    <a:pt x="19831" y="5977"/>
                  </a:lnTo>
                  <a:cubicBezTo>
                    <a:pt x="19371" y="5500"/>
                    <a:pt x="18894" y="5043"/>
                    <a:pt x="18412" y="4624"/>
                  </a:cubicBezTo>
                  <a:close/>
                  <a:moveTo>
                    <a:pt x="21131" y="7441"/>
                  </a:moveTo>
                  <a:lnTo>
                    <a:pt x="20769" y="7738"/>
                  </a:lnTo>
                  <a:cubicBezTo>
                    <a:pt x="21164" y="8223"/>
                    <a:pt x="21557" y="8736"/>
                    <a:pt x="21935" y="9269"/>
                  </a:cubicBezTo>
                  <a:lnTo>
                    <a:pt x="22316" y="8998"/>
                  </a:lnTo>
                  <a:cubicBezTo>
                    <a:pt x="21932" y="8457"/>
                    <a:pt x="21534" y="7933"/>
                    <a:pt x="21131" y="7441"/>
                  </a:cubicBezTo>
                  <a:close/>
                  <a:moveTo>
                    <a:pt x="23393" y="10625"/>
                  </a:moveTo>
                  <a:lnTo>
                    <a:pt x="22997" y="10872"/>
                  </a:lnTo>
                  <a:cubicBezTo>
                    <a:pt x="23326" y="11406"/>
                    <a:pt x="23651" y="11967"/>
                    <a:pt x="23962" y="12540"/>
                  </a:cubicBezTo>
                  <a:lnTo>
                    <a:pt x="24374" y="12315"/>
                  </a:lnTo>
                  <a:cubicBezTo>
                    <a:pt x="24057" y="11734"/>
                    <a:pt x="23728" y="11165"/>
                    <a:pt x="23393" y="10625"/>
                  </a:cubicBezTo>
                  <a:close/>
                  <a:moveTo>
                    <a:pt x="25265" y="14054"/>
                  </a:moveTo>
                  <a:lnTo>
                    <a:pt x="24842" y="14258"/>
                  </a:lnTo>
                  <a:cubicBezTo>
                    <a:pt x="25112" y="14822"/>
                    <a:pt x="25382" y="15414"/>
                    <a:pt x="25639" y="16015"/>
                  </a:cubicBezTo>
                  <a:lnTo>
                    <a:pt x="26071" y="15830"/>
                  </a:lnTo>
                  <a:cubicBezTo>
                    <a:pt x="25812" y="15223"/>
                    <a:pt x="25541" y="14625"/>
                    <a:pt x="25265" y="1405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40"/>
            <p:cNvSpPr/>
            <p:nvPr/>
          </p:nvSpPr>
          <p:spPr>
            <a:xfrm>
              <a:off x="1746172" y="2626523"/>
              <a:ext cx="26360" cy="35789"/>
            </a:xfrm>
            <a:custGeom>
              <a:avLst/>
              <a:gdLst/>
              <a:ahLst/>
              <a:cxnLst/>
              <a:rect l="l" t="t" r="r" b="b"/>
              <a:pathLst>
                <a:path w="766" h="1040" extrusionOk="0">
                  <a:moveTo>
                    <a:pt x="438" y="1"/>
                  </a:moveTo>
                  <a:lnTo>
                    <a:pt x="1" y="168"/>
                  </a:lnTo>
                  <a:cubicBezTo>
                    <a:pt x="110" y="453"/>
                    <a:pt x="219" y="744"/>
                    <a:pt x="327" y="1040"/>
                  </a:cubicBezTo>
                  <a:lnTo>
                    <a:pt x="766" y="880"/>
                  </a:lnTo>
                  <a:cubicBezTo>
                    <a:pt x="657" y="583"/>
                    <a:pt x="548" y="290"/>
                    <a:pt x="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40"/>
            <p:cNvSpPr/>
            <p:nvPr/>
          </p:nvSpPr>
          <p:spPr>
            <a:xfrm>
              <a:off x="1177058" y="3182905"/>
              <a:ext cx="22334" cy="34929"/>
            </a:xfrm>
            <a:custGeom>
              <a:avLst/>
              <a:gdLst/>
              <a:ahLst/>
              <a:cxnLst/>
              <a:rect l="l" t="t" r="r" b="b"/>
              <a:pathLst>
                <a:path w="649" h="1015" extrusionOk="0">
                  <a:moveTo>
                    <a:pt x="461" y="1"/>
                  </a:moveTo>
                  <a:lnTo>
                    <a:pt x="0" y="84"/>
                  </a:lnTo>
                  <a:cubicBezTo>
                    <a:pt x="106" y="659"/>
                    <a:pt x="190" y="1000"/>
                    <a:pt x="195" y="1015"/>
                  </a:cubicBezTo>
                  <a:lnTo>
                    <a:pt x="648" y="899"/>
                  </a:lnTo>
                  <a:cubicBezTo>
                    <a:pt x="647" y="896"/>
                    <a:pt x="562" y="560"/>
                    <a:pt x="4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40"/>
            <p:cNvSpPr/>
            <p:nvPr/>
          </p:nvSpPr>
          <p:spPr>
            <a:xfrm>
              <a:off x="1165358" y="2737228"/>
              <a:ext cx="220171" cy="380740"/>
            </a:xfrm>
            <a:custGeom>
              <a:avLst/>
              <a:gdLst/>
              <a:ahLst/>
              <a:cxnLst/>
              <a:rect l="l" t="t" r="r" b="b"/>
              <a:pathLst>
                <a:path w="6398" h="11064" extrusionOk="0">
                  <a:moveTo>
                    <a:pt x="6312" y="1"/>
                  </a:moveTo>
                  <a:cubicBezTo>
                    <a:pt x="5617" y="133"/>
                    <a:pt x="4969" y="336"/>
                    <a:pt x="4386" y="604"/>
                  </a:cubicBezTo>
                  <a:lnTo>
                    <a:pt x="4582" y="1028"/>
                  </a:lnTo>
                  <a:cubicBezTo>
                    <a:pt x="5130" y="776"/>
                    <a:pt x="5742" y="585"/>
                    <a:pt x="6397" y="460"/>
                  </a:cubicBezTo>
                  <a:lnTo>
                    <a:pt x="6312" y="1"/>
                  </a:lnTo>
                  <a:close/>
                  <a:moveTo>
                    <a:pt x="2688" y="1714"/>
                  </a:moveTo>
                  <a:cubicBezTo>
                    <a:pt x="2195" y="2159"/>
                    <a:pt x="1764" y="2687"/>
                    <a:pt x="1404" y="3284"/>
                  </a:cubicBezTo>
                  <a:lnTo>
                    <a:pt x="1803" y="3525"/>
                  </a:lnTo>
                  <a:cubicBezTo>
                    <a:pt x="2140" y="2970"/>
                    <a:pt x="2545" y="2475"/>
                    <a:pt x="3002" y="2062"/>
                  </a:cubicBezTo>
                  <a:lnTo>
                    <a:pt x="2688" y="1714"/>
                  </a:lnTo>
                  <a:close/>
                  <a:moveTo>
                    <a:pt x="582" y="5125"/>
                  </a:moveTo>
                  <a:cubicBezTo>
                    <a:pt x="390" y="5729"/>
                    <a:pt x="244" y="6387"/>
                    <a:pt x="147" y="7084"/>
                  </a:cubicBezTo>
                  <a:lnTo>
                    <a:pt x="609" y="7148"/>
                  </a:lnTo>
                  <a:cubicBezTo>
                    <a:pt x="703" y="6478"/>
                    <a:pt x="844" y="5846"/>
                    <a:pt x="1026" y="5268"/>
                  </a:cubicBezTo>
                  <a:lnTo>
                    <a:pt x="582" y="5125"/>
                  </a:lnTo>
                  <a:close/>
                  <a:moveTo>
                    <a:pt x="2" y="9073"/>
                  </a:moveTo>
                  <a:lnTo>
                    <a:pt x="1" y="9294"/>
                  </a:lnTo>
                  <a:cubicBezTo>
                    <a:pt x="1" y="9868"/>
                    <a:pt x="26" y="10462"/>
                    <a:pt x="80" y="11063"/>
                  </a:cubicBezTo>
                  <a:lnTo>
                    <a:pt x="545" y="11021"/>
                  </a:lnTo>
                  <a:cubicBezTo>
                    <a:pt x="494" y="10434"/>
                    <a:pt x="469" y="9853"/>
                    <a:pt x="469" y="9294"/>
                  </a:cubicBezTo>
                  <a:lnTo>
                    <a:pt x="470" y="9079"/>
                  </a:lnTo>
                  <a:lnTo>
                    <a:pt x="2" y="907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40"/>
            <p:cNvSpPr/>
            <p:nvPr/>
          </p:nvSpPr>
          <p:spPr>
            <a:xfrm>
              <a:off x="1451704" y="2730896"/>
              <a:ext cx="32761" cy="16897"/>
            </a:xfrm>
            <a:custGeom>
              <a:avLst/>
              <a:gdLst/>
              <a:ahLst/>
              <a:cxnLst/>
              <a:rect l="l" t="t" r="r" b="b"/>
              <a:pathLst>
                <a:path w="952" h="491" extrusionOk="0">
                  <a:moveTo>
                    <a:pt x="131" y="0"/>
                  </a:moveTo>
                  <a:cubicBezTo>
                    <a:pt x="87" y="0"/>
                    <a:pt x="43" y="0"/>
                    <a:pt x="0" y="1"/>
                  </a:cubicBezTo>
                  <a:lnTo>
                    <a:pt x="5" y="469"/>
                  </a:lnTo>
                  <a:cubicBezTo>
                    <a:pt x="60" y="468"/>
                    <a:pt x="116" y="468"/>
                    <a:pt x="172" y="468"/>
                  </a:cubicBezTo>
                  <a:cubicBezTo>
                    <a:pt x="415" y="468"/>
                    <a:pt x="666" y="475"/>
                    <a:pt x="925" y="491"/>
                  </a:cubicBezTo>
                  <a:lnTo>
                    <a:pt x="951" y="24"/>
                  </a:lnTo>
                  <a:cubicBezTo>
                    <a:pt x="669" y="8"/>
                    <a:pt x="396" y="0"/>
                    <a:pt x="1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40"/>
            <p:cNvSpPr/>
            <p:nvPr/>
          </p:nvSpPr>
          <p:spPr>
            <a:xfrm>
              <a:off x="414890" y="2820369"/>
              <a:ext cx="20785" cy="34034"/>
            </a:xfrm>
            <a:custGeom>
              <a:avLst/>
              <a:gdLst/>
              <a:ahLst/>
              <a:cxnLst/>
              <a:rect l="l" t="t" r="r" b="b"/>
              <a:pathLst>
                <a:path w="604" h="989" extrusionOk="0">
                  <a:moveTo>
                    <a:pt x="142" y="0"/>
                  </a:moveTo>
                  <a:cubicBezTo>
                    <a:pt x="40" y="573"/>
                    <a:pt x="2" y="924"/>
                    <a:pt x="1" y="938"/>
                  </a:cubicBezTo>
                  <a:lnTo>
                    <a:pt x="464" y="988"/>
                  </a:lnTo>
                  <a:cubicBezTo>
                    <a:pt x="464" y="985"/>
                    <a:pt x="502" y="637"/>
                    <a:pt x="603" y="82"/>
                  </a:cubicBezTo>
                  <a:lnTo>
                    <a:pt x="14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40"/>
            <p:cNvSpPr/>
            <p:nvPr/>
          </p:nvSpPr>
          <p:spPr>
            <a:xfrm>
              <a:off x="434574" y="2499713"/>
              <a:ext cx="340236" cy="259057"/>
            </a:xfrm>
            <a:custGeom>
              <a:avLst/>
              <a:gdLst/>
              <a:ahLst/>
              <a:cxnLst/>
              <a:rect l="l" t="t" r="r" b="b"/>
              <a:pathLst>
                <a:path w="9887" h="7528" extrusionOk="0">
                  <a:moveTo>
                    <a:pt x="7961" y="0"/>
                  </a:moveTo>
                  <a:lnTo>
                    <a:pt x="7900" y="466"/>
                  </a:lnTo>
                  <a:cubicBezTo>
                    <a:pt x="8478" y="542"/>
                    <a:pt x="9091" y="703"/>
                    <a:pt x="9721" y="941"/>
                  </a:cubicBezTo>
                  <a:lnTo>
                    <a:pt x="9886" y="502"/>
                  </a:lnTo>
                  <a:cubicBezTo>
                    <a:pt x="9224" y="251"/>
                    <a:pt x="8576" y="84"/>
                    <a:pt x="7961" y="0"/>
                  </a:cubicBezTo>
                  <a:close/>
                  <a:moveTo>
                    <a:pt x="5955" y="50"/>
                  </a:moveTo>
                  <a:cubicBezTo>
                    <a:pt x="5295" y="180"/>
                    <a:pt x="4666" y="432"/>
                    <a:pt x="4085" y="798"/>
                  </a:cubicBezTo>
                  <a:lnTo>
                    <a:pt x="4334" y="1193"/>
                  </a:lnTo>
                  <a:cubicBezTo>
                    <a:pt x="4867" y="859"/>
                    <a:pt x="5442" y="628"/>
                    <a:pt x="6046" y="509"/>
                  </a:cubicBezTo>
                  <a:lnTo>
                    <a:pt x="5955" y="50"/>
                  </a:lnTo>
                  <a:close/>
                  <a:moveTo>
                    <a:pt x="2579" y="2114"/>
                  </a:moveTo>
                  <a:cubicBezTo>
                    <a:pt x="2173" y="2586"/>
                    <a:pt x="1793" y="3134"/>
                    <a:pt x="1449" y="3749"/>
                  </a:cubicBezTo>
                  <a:lnTo>
                    <a:pt x="1857" y="3977"/>
                  </a:lnTo>
                  <a:cubicBezTo>
                    <a:pt x="2186" y="3390"/>
                    <a:pt x="2548" y="2866"/>
                    <a:pt x="2933" y="2420"/>
                  </a:cubicBezTo>
                  <a:lnTo>
                    <a:pt x="2579" y="2114"/>
                  </a:lnTo>
                  <a:close/>
                  <a:moveTo>
                    <a:pt x="614" y="5538"/>
                  </a:moveTo>
                  <a:cubicBezTo>
                    <a:pt x="385" y="6122"/>
                    <a:pt x="179" y="6751"/>
                    <a:pt x="1" y="7406"/>
                  </a:cubicBezTo>
                  <a:lnTo>
                    <a:pt x="453" y="7528"/>
                  </a:lnTo>
                  <a:cubicBezTo>
                    <a:pt x="628" y="6890"/>
                    <a:pt x="829" y="6275"/>
                    <a:pt x="1048" y="5709"/>
                  </a:cubicBezTo>
                  <a:lnTo>
                    <a:pt x="614" y="553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40"/>
            <p:cNvSpPr/>
            <p:nvPr/>
          </p:nvSpPr>
          <p:spPr>
            <a:xfrm>
              <a:off x="828563" y="2546239"/>
              <a:ext cx="35927" cy="30421"/>
            </a:xfrm>
            <a:custGeom>
              <a:avLst/>
              <a:gdLst/>
              <a:ahLst/>
              <a:cxnLst/>
              <a:rect l="l" t="t" r="r" b="b"/>
              <a:pathLst>
                <a:path w="1044" h="884" extrusionOk="0">
                  <a:moveTo>
                    <a:pt x="230" y="0"/>
                  </a:moveTo>
                  <a:lnTo>
                    <a:pt x="0" y="408"/>
                  </a:lnTo>
                  <a:cubicBezTo>
                    <a:pt x="258" y="553"/>
                    <a:pt x="522" y="711"/>
                    <a:pt x="792" y="884"/>
                  </a:cubicBezTo>
                  <a:lnTo>
                    <a:pt x="1043" y="490"/>
                  </a:lnTo>
                  <a:cubicBezTo>
                    <a:pt x="767" y="313"/>
                    <a:pt x="495" y="149"/>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0"/>
            <p:cNvSpPr/>
            <p:nvPr/>
          </p:nvSpPr>
          <p:spPr>
            <a:xfrm>
              <a:off x="-146722" y="2480339"/>
              <a:ext cx="3140588" cy="980722"/>
            </a:xfrm>
            <a:custGeom>
              <a:avLst/>
              <a:gdLst/>
              <a:ahLst/>
              <a:cxnLst/>
              <a:rect l="l" t="t" r="r" b="b"/>
              <a:pathLst>
                <a:path w="91263" h="28499" extrusionOk="0">
                  <a:moveTo>
                    <a:pt x="75835" y="0"/>
                  </a:moveTo>
                  <a:lnTo>
                    <a:pt x="75696" y="446"/>
                  </a:lnTo>
                  <a:cubicBezTo>
                    <a:pt x="76303" y="636"/>
                    <a:pt x="76894" y="834"/>
                    <a:pt x="77472" y="1036"/>
                  </a:cubicBezTo>
                  <a:lnTo>
                    <a:pt x="77625" y="596"/>
                  </a:lnTo>
                  <a:cubicBezTo>
                    <a:pt x="77045" y="391"/>
                    <a:pt x="76448" y="193"/>
                    <a:pt x="75835" y="0"/>
                  </a:cubicBezTo>
                  <a:close/>
                  <a:moveTo>
                    <a:pt x="13204" y="737"/>
                  </a:moveTo>
                  <a:cubicBezTo>
                    <a:pt x="12601" y="954"/>
                    <a:pt x="12007" y="1178"/>
                    <a:pt x="11438" y="1408"/>
                  </a:cubicBezTo>
                  <a:lnTo>
                    <a:pt x="11612" y="1841"/>
                  </a:lnTo>
                  <a:cubicBezTo>
                    <a:pt x="12176" y="1614"/>
                    <a:pt x="12762" y="1390"/>
                    <a:pt x="13361" y="1178"/>
                  </a:cubicBezTo>
                  <a:lnTo>
                    <a:pt x="13204" y="737"/>
                  </a:lnTo>
                  <a:close/>
                  <a:moveTo>
                    <a:pt x="79397" y="1248"/>
                  </a:moveTo>
                  <a:lnTo>
                    <a:pt x="79227" y="1683"/>
                  </a:lnTo>
                  <a:cubicBezTo>
                    <a:pt x="79820" y="1915"/>
                    <a:pt x="80399" y="2157"/>
                    <a:pt x="80954" y="2399"/>
                  </a:cubicBezTo>
                  <a:lnTo>
                    <a:pt x="81143" y="1972"/>
                  </a:lnTo>
                  <a:cubicBezTo>
                    <a:pt x="80582" y="1725"/>
                    <a:pt x="79995" y="1482"/>
                    <a:pt x="79397" y="1248"/>
                  </a:cubicBezTo>
                  <a:close/>
                  <a:moveTo>
                    <a:pt x="9702" y="2148"/>
                  </a:moveTo>
                  <a:cubicBezTo>
                    <a:pt x="9115" y="2413"/>
                    <a:pt x="8540" y="2691"/>
                    <a:pt x="7999" y="2970"/>
                  </a:cubicBezTo>
                  <a:lnTo>
                    <a:pt x="8212" y="3386"/>
                  </a:lnTo>
                  <a:cubicBezTo>
                    <a:pt x="8746" y="3109"/>
                    <a:pt x="9311" y="2837"/>
                    <a:pt x="9895" y="2574"/>
                  </a:cubicBezTo>
                  <a:lnTo>
                    <a:pt x="9702" y="2148"/>
                  </a:lnTo>
                  <a:close/>
                  <a:moveTo>
                    <a:pt x="82854" y="2774"/>
                  </a:moveTo>
                  <a:lnTo>
                    <a:pt x="82644" y="3194"/>
                  </a:lnTo>
                  <a:cubicBezTo>
                    <a:pt x="83216" y="3481"/>
                    <a:pt x="83769" y="3778"/>
                    <a:pt x="84287" y="4078"/>
                  </a:cubicBezTo>
                  <a:lnTo>
                    <a:pt x="84521" y="3671"/>
                  </a:lnTo>
                  <a:cubicBezTo>
                    <a:pt x="83995" y="3368"/>
                    <a:pt x="83435" y="3065"/>
                    <a:pt x="82854" y="2774"/>
                  </a:cubicBezTo>
                  <a:close/>
                  <a:moveTo>
                    <a:pt x="6343" y="3890"/>
                  </a:moveTo>
                  <a:cubicBezTo>
                    <a:pt x="5779" y="4227"/>
                    <a:pt x="5245" y="4576"/>
                    <a:pt x="4752" y="4928"/>
                  </a:cubicBezTo>
                  <a:lnTo>
                    <a:pt x="5026" y="5308"/>
                  </a:lnTo>
                  <a:cubicBezTo>
                    <a:pt x="5506" y="4966"/>
                    <a:pt x="6031" y="4623"/>
                    <a:pt x="6584" y="4291"/>
                  </a:cubicBezTo>
                  <a:lnTo>
                    <a:pt x="6343" y="3890"/>
                  </a:lnTo>
                  <a:close/>
                  <a:moveTo>
                    <a:pt x="86126" y="4682"/>
                  </a:moveTo>
                  <a:lnTo>
                    <a:pt x="85862" y="5068"/>
                  </a:lnTo>
                  <a:cubicBezTo>
                    <a:pt x="86395" y="5432"/>
                    <a:pt x="86892" y="5808"/>
                    <a:pt x="87341" y="6186"/>
                  </a:cubicBezTo>
                  <a:lnTo>
                    <a:pt x="87641" y="5827"/>
                  </a:lnTo>
                  <a:cubicBezTo>
                    <a:pt x="87183" y="5441"/>
                    <a:pt x="86673" y="5055"/>
                    <a:pt x="86126" y="4682"/>
                  </a:cubicBezTo>
                  <a:close/>
                  <a:moveTo>
                    <a:pt x="3263" y="6108"/>
                  </a:moveTo>
                  <a:cubicBezTo>
                    <a:pt x="2761" y="6553"/>
                    <a:pt x="2309" y="7011"/>
                    <a:pt x="1921" y="7469"/>
                  </a:cubicBezTo>
                  <a:lnTo>
                    <a:pt x="2278" y="7772"/>
                  </a:lnTo>
                  <a:cubicBezTo>
                    <a:pt x="2653" y="7330"/>
                    <a:pt x="3089" y="6888"/>
                    <a:pt x="3572" y="6458"/>
                  </a:cubicBezTo>
                  <a:lnTo>
                    <a:pt x="3263" y="6108"/>
                  </a:lnTo>
                  <a:close/>
                  <a:moveTo>
                    <a:pt x="89024" y="7144"/>
                  </a:moveTo>
                  <a:lnTo>
                    <a:pt x="88679" y="7459"/>
                  </a:lnTo>
                  <a:cubicBezTo>
                    <a:pt x="89116" y="7936"/>
                    <a:pt x="89489" y="8426"/>
                    <a:pt x="89791" y="8914"/>
                  </a:cubicBezTo>
                  <a:lnTo>
                    <a:pt x="90187" y="8669"/>
                  </a:lnTo>
                  <a:cubicBezTo>
                    <a:pt x="89871" y="8157"/>
                    <a:pt x="89479" y="7643"/>
                    <a:pt x="89024" y="7144"/>
                  </a:cubicBezTo>
                  <a:close/>
                  <a:moveTo>
                    <a:pt x="827" y="9048"/>
                  </a:moveTo>
                  <a:cubicBezTo>
                    <a:pt x="501" y="9640"/>
                    <a:pt x="267" y="10247"/>
                    <a:pt x="128" y="10853"/>
                  </a:cubicBezTo>
                  <a:lnTo>
                    <a:pt x="583" y="10957"/>
                  </a:lnTo>
                  <a:cubicBezTo>
                    <a:pt x="713" y="10394"/>
                    <a:pt x="931" y="9827"/>
                    <a:pt x="1237" y="9273"/>
                  </a:cubicBezTo>
                  <a:lnTo>
                    <a:pt x="827" y="9048"/>
                  </a:lnTo>
                  <a:close/>
                  <a:moveTo>
                    <a:pt x="90995" y="10424"/>
                  </a:moveTo>
                  <a:lnTo>
                    <a:pt x="90546" y="10560"/>
                  </a:lnTo>
                  <a:cubicBezTo>
                    <a:pt x="90711" y="11108"/>
                    <a:pt x="90794" y="11663"/>
                    <a:pt x="90794" y="12214"/>
                  </a:cubicBezTo>
                  <a:lnTo>
                    <a:pt x="90793" y="12338"/>
                  </a:lnTo>
                  <a:lnTo>
                    <a:pt x="91261" y="12347"/>
                  </a:lnTo>
                  <a:lnTo>
                    <a:pt x="91262" y="12214"/>
                  </a:lnTo>
                  <a:cubicBezTo>
                    <a:pt x="91262" y="11615"/>
                    <a:pt x="91173" y="11014"/>
                    <a:pt x="90995" y="10424"/>
                  </a:cubicBezTo>
                  <a:close/>
                  <a:moveTo>
                    <a:pt x="464" y="12743"/>
                  </a:moveTo>
                  <a:lnTo>
                    <a:pt x="0" y="12790"/>
                  </a:lnTo>
                  <a:cubicBezTo>
                    <a:pt x="60" y="13416"/>
                    <a:pt x="221" y="14045"/>
                    <a:pt x="479" y="14663"/>
                  </a:cubicBezTo>
                  <a:lnTo>
                    <a:pt x="910" y="14481"/>
                  </a:lnTo>
                  <a:cubicBezTo>
                    <a:pt x="670" y="13909"/>
                    <a:pt x="521" y="13324"/>
                    <a:pt x="464" y="12743"/>
                  </a:cubicBezTo>
                  <a:close/>
                  <a:moveTo>
                    <a:pt x="90471" y="14099"/>
                  </a:moveTo>
                  <a:cubicBezTo>
                    <a:pt x="90282" y="14641"/>
                    <a:pt x="90010" y="15185"/>
                    <a:pt x="89660" y="15718"/>
                  </a:cubicBezTo>
                  <a:lnTo>
                    <a:pt x="90053" y="15974"/>
                  </a:lnTo>
                  <a:cubicBezTo>
                    <a:pt x="90424" y="15409"/>
                    <a:pt x="90712" y="14828"/>
                    <a:pt x="90914" y="14250"/>
                  </a:cubicBezTo>
                  <a:lnTo>
                    <a:pt x="90471" y="14099"/>
                  </a:lnTo>
                  <a:close/>
                  <a:moveTo>
                    <a:pt x="1809" y="16060"/>
                  </a:moveTo>
                  <a:lnTo>
                    <a:pt x="1430" y="16334"/>
                  </a:lnTo>
                  <a:cubicBezTo>
                    <a:pt x="1782" y="16821"/>
                    <a:pt x="2204" y="17305"/>
                    <a:pt x="2682" y="17779"/>
                  </a:cubicBezTo>
                  <a:lnTo>
                    <a:pt x="3011" y="17445"/>
                  </a:lnTo>
                  <a:cubicBezTo>
                    <a:pt x="2549" y="16990"/>
                    <a:pt x="2145" y="16524"/>
                    <a:pt x="1809" y="16060"/>
                  </a:cubicBezTo>
                  <a:close/>
                  <a:moveTo>
                    <a:pt x="88515" y="17146"/>
                  </a:moveTo>
                  <a:cubicBezTo>
                    <a:pt x="88115" y="17567"/>
                    <a:pt x="87660" y="17987"/>
                    <a:pt x="87157" y="18396"/>
                  </a:cubicBezTo>
                  <a:lnTo>
                    <a:pt x="87454" y="18759"/>
                  </a:lnTo>
                  <a:cubicBezTo>
                    <a:pt x="87971" y="18336"/>
                    <a:pt x="88443" y="17903"/>
                    <a:pt x="88854" y="17467"/>
                  </a:cubicBezTo>
                  <a:lnTo>
                    <a:pt x="88515" y="17146"/>
                  </a:lnTo>
                  <a:close/>
                  <a:moveTo>
                    <a:pt x="4407" y="18660"/>
                  </a:moveTo>
                  <a:lnTo>
                    <a:pt x="4120" y="19030"/>
                  </a:lnTo>
                  <a:cubicBezTo>
                    <a:pt x="4597" y="19400"/>
                    <a:pt x="5121" y="19769"/>
                    <a:pt x="5672" y="20123"/>
                  </a:cubicBezTo>
                  <a:lnTo>
                    <a:pt x="5926" y="19728"/>
                  </a:lnTo>
                  <a:cubicBezTo>
                    <a:pt x="5384" y="19381"/>
                    <a:pt x="4874" y="19023"/>
                    <a:pt x="4407" y="18660"/>
                  </a:cubicBezTo>
                  <a:close/>
                  <a:moveTo>
                    <a:pt x="85665" y="19498"/>
                  </a:moveTo>
                  <a:cubicBezTo>
                    <a:pt x="85172" y="19829"/>
                    <a:pt x="84638" y="20156"/>
                    <a:pt x="84079" y="20472"/>
                  </a:cubicBezTo>
                  <a:lnTo>
                    <a:pt x="84310" y="20878"/>
                  </a:lnTo>
                  <a:cubicBezTo>
                    <a:pt x="84876" y="20556"/>
                    <a:pt x="85422" y="20222"/>
                    <a:pt x="85924" y="19887"/>
                  </a:cubicBezTo>
                  <a:lnTo>
                    <a:pt x="85665" y="19498"/>
                  </a:lnTo>
                  <a:close/>
                  <a:moveTo>
                    <a:pt x="7528" y="20677"/>
                  </a:moveTo>
                  <a:lnTo>
                    <a:pt x="7302" y="21087"/>
                  </a:lnTo>
                  <a:cubicBezTo>
                    <a:pt x="7832" y="21380"/>
                    <a:pt x="8400" y="21668"/>
                    <a:pt x="8986" y="21950"/>
                  </a:cubicBezTo>
                  <a:lnTo>
                    <a:pt x="9190" y="21527"/>
                  </a:lnTo>
                  <a:cubicBezTo>
                    <a:pt x="8610" y="21249"/>
                    <a:pt x="8050" y="20964"/>
                    <a:pt x="7528" y="20677"/>
                  </a:cubicBezTo>
                  <a:close/>
                  <a:moveTo>
                    <a:pt x="82430" y="21342"/>
                  </a:moveTo>
                  <a:cubicBezTo>
                    <a:pt x="81889" y="21608"/>
                    <a:pt x="81318" y="21871"/>
                    <a:pt x="80734" y="22124"/>
                  </a:cubicBezTo>
                  <a:lnTo>
                    <a:pt x="80919" y="22553"/>
                  </a:lnTo>
                  <a:cubicBezTo>
                    <a:pt x="81510" y="22297"/>
                    <a:pt x="82088" y="22031"/>
                    <a:pt x="82636" y="21760"/>
                  </a:cubicBezTo>
                  <a:lnTo>
                    <a:pt x="82430" y="21342"/>
                  </a:lnTo>
                  <a:close/>
                  <a:moveTo>
                    <a:pt x="10893" y="22293"/>
                  </a:moveTo>
                  <a:lnTo>
                    <a:pt x="10711" y="22724"/>
                  </a:lnTo>
                  <a:cubicBezTo>
                    <a:pt x="11279" y="22963"/>
                    <a:pt x="11870" y="23197"/>
                    <a:pt x="12467" y="23422"/>
                  </a:cubicBezTo>
                  <a:lnTo>
                    <a:pt x="12629" y="22983"/>
                  </a:lnTo>
                  <a:cubicBezTo>
                    <a:pt x="12038" y="22761"/>
                    <a:pt x="11453" y="22530"/>
                    <a:pt x="10893" y="22293"/>
                  </a:cubicBezTo>
                  <a:close/>
                  <a:moveTo>
                    <a:pt x="79002" y="22831"/>
                  </a:moveTo>
                  <a:cubicBezTo>
                    <a:pt x="78437" y="23050"/>
                    <a:pt x="77846" y="23267"/>
                    <a:pt x="77245" y="23473"/>
                  </a:cubicBezTo>
                  <a:lnTo>
                    <a:pt x="77397" y="23916"/>
                  </a:lnTo>
                  <a:cubicBezTo>
                    <a:pt x="78004" y="23707"/>
                    <a:pt x="78600" y="23489"/>
                    <a:pt x="79170" y="23268"/>
                  </a:cubicBezTo>
                  <a:lnTo>
                    <a:pt x="79002" y="22831"/>
                  </a:lnTo>
                  <a:close/>
                  <a:moveTo>
                    <a:pt x="14392" y="23612"/>
                  </a:moveTo>
                  <a:lnTo>
                    <a:pt x="14245" y="24055"/>
                  </a:lnTo>
                  <a:cubicBezTo>
                    <a:pt x="14830" y="24253"/>
                    <a:pt x="15430" y="24445"/>
                    <a:pt x="16043" y="24629"/>
                  </a:cubicBezTo>
                  <a:lnTo>
                    <a:pt x="16176" y="24181"/>
                  </a:lnTo>
                  <a:cubicBezTo>
                    <a:pt x="15569" y="23997"/>
                    <a:pt x="14972" y="23807"/>
                    <a:pt x="14392" y="23612"/>
                  </a:cubicBezTo>
                  <a:close/>
                  <a:moveTo>
                    <a:pt x="75467" y="24057"/>
                  </a:moveTo>
                  <a:cubicBezTo>
                    <a:pt x="74881" y="24238"/>
                    <a:pt x="74282" y="24415"/>
                    <a:pt x="73669" y="24585"/>
                  </a:cubicBezTo>
                  <a:lnTo>
                    <a:pt x="73797" y="25036"/>
                  </a:lnTo>
                  <a:cubicBezTo>
                    <a:pt x="74411" y="24863"/>
                    <a:pt x="75014" y="24686"/>
                    <a:pt x="75605" y="24503"/>
                  </a:cubicBezTo>
                  <a:lnTo>
                    <a:pt x="75467" y="24057"/>
                  </a:lnTo>
                  <a:close/>
                  <a:moveTo>
                    <a:pt x="17977" y="24699"/>
                  </a:moveTo>
                  <a:lnTo>
                    <a:pt x="17854" y="25150"/>
                  </a:lnTo>
                  <a:cubicBezTo>
                    <a:pt x="18451" y="25314"/>
                    <a:pt x="19059" y="25470"/>
                    <a:pt x="19680" y="25624"/>
                  </a:cubicBezTo>
                  <a:lnTo>
                    <a:pt x="19791" y="25169"/>
                  </a:lnTo>
                  <a:cubicBezTo>
                    <a:pt x="19175" y="25017"/>
                    <a:pt x="18569" y="24862"/>
                    <a:pt x="17977" y="24699"/>
                  </a:cubicBezTo>
                  <a:close/>
                  <a:moveTo>
                    <a:pt x="71858" y="25068"/>
                  </a:moveTo>
                  <a:cubicBezTo>
                    <a:pt x="71260" y="25219"/>
                    <a:pt x="70652" y="25365"/>
                    <a:pt x="70034" y="25504"/>
                  </a:cubicBezTo>
                  <a:lnTo>
                    <a:pt x="70139" y="25959"/>
                  </a:lnTo>
                  <a:cubicBezTo>
                    <a:pt x="70761" y="25818"/>
                    <a:pt x="71371" y="25672"/>
                    <a:pt x="71972" y="25521"/>
                  </a:cubicBezTo>
                  <a:lnTo>
                    <a:pt x="71858" y="25068"/>
                  </a:lnTo>
                  <a:close/>
                  <a:moveTo>
                    <a:pt x="21617" y="25595"/>
                  </a:moveTo>
                  <a:lnTo>
                    <a:pt x="21516" y="26053"/>
                  </a:lnTo>
                  <a:cubicBezTo>
                    <a:pt x="22122" y="26186"/>
                    <a:pt x="22738" y="26316"/>
                    <a:pt x="23361" y="26440"/>
                  </a:cubicBezTo>
                  <a:lnTo>
                    <a:pt x="23450" y="25981"/>
                  </a:lnTo>
                  <a:cubicBezTo>
                    <a:pt x="22831" y="25856"/>
                    <a:pt x="22218" y="25728"/>
                    <a:pt x="21617" y="25595"/>
                  </a:cubicBezTo>
                  <a:close/>
                  <a:moveTo>
                    <a:pt x="68202" y="25895"/>
                  </a:moveTo>
                  <a:cubicBezTo>
                    <a:pt x="67598" y="26019"/>
                    <a:pt x="66983" y="26137"/>
                    <a:pt x="66361" y="26252"/>
                  </a:cubicBezTo>
                  <a:lnTo>
                    <a:pt x="66446" y="26712"/>
                  </a:lnTo>
                  <a:cubicBezTo>
                    <a:pt x="67071" y="26598"/>
                    <a:pt x="67688" y="26478"/>
                    <a:pt x="68295" y="26354"/>
                  </a:cubicBezTo>
                  <a:lnTo>
                    <a:pt x="68202" y="25895"/>
                  </a:lnTo>
                  <a:close/>
                  <a:moveTo>
                    <a:pt x="25293" y="26328"/>
                  </a:moveTo>
                  <a:lnTo>
                    <a:pt x="25212" y="26788"/>
                  </a:lnTo>
                  <a:cubicBezTo>
                    <a:pt x="25825" y="26898"/>
                    <a:pt x="26442" y="27001"/>
                    <a:pt x="27070" y="27102"/>
                  </a:cubicBezTo>
                  <a:lnTo>
                    <a:pt x="27143" y="26639"/>
                  </a:lnTo>
                  <a:cubicBezTo>
                    <a:pt x="26520" y="26540"/>
                    <a:pt x="25904" y="26436"/>
                    <a:pt x="25293" y="26328"/>
                  </a:cubicBezTo>
                  <a:close/>
                  <a:moveTo>
                    <a:pt x="64515" y="26573"/>
                  </a:moveTo>
                  <a:cubicBezTo>
                    <a:pt x="63903" y="26671"/>
                    <a:pt x="63286" y="26767"/>
                    <a:pt x="62660" y="26857"/>
                  </a:cubicBezTo>
                  <a:lnTo>
                    <a:pt x="62726" y="27320"/>
                  </a:lnTo>
                  <a:cubicBezTo>
                    <a:pt x="63355" y="27227"/>
                    <a:pt x="63975" y="27132"/>
                    <a:pt x="64590" y="27034"/>
                  </a:cubicBezTo>
                  <a:lnTo>
                    <a:pt x="64515" y="26573"/>
                  </a:lnTo>
                  <a:close/>
                  <a:moveTo>
                    <a:pt x="28998" y="26917"/>
                  </a:moveTo>
                  <a:lnTo>
                    <a:pt x="28934" y="27380"/>
                  </a:lnTo>
                  <a:cubicBezTo>
                    <a:pt x="29549" y="27466"/>
                    <a:pt x="30171" y="27548"/>
                    <a:pt x="30800" y="27625"/>
                  </a:cubicBezTo>
                  <a:lnTo>
                    <a:pt x="30857" y="27160"/>
                  </a:lnTo>
                  <a:cubicBezTo>
                    <a:pt x="30231" y="27083"/>
                    <a:pt x="29609" y="27002"/>
                    <a:pt x="28998" y="26917"/>
                  </a:cubicBezTo>
                  <a:close/>
                  <a:moveTo>
                    <a:pt x="60802" y="27106"/>
                  </a:moveTo>
                  <a:cubicBezTo>
                    <a:pt x="60187" y="27183"/>
                    <a:pt x="59565" y="27257"/>
                    <a:pt x="58939" y="27325"/>
                  </a:cubicBezTo>
                  <a:lnTo>
                    <a:pt x="58990" y="27789"/>
                  </a:lnTo>
                  <a:cubicBezTo>
                    <a:pt x="59620" y="27722"/>
                    <a:pt x="60243" y="27649"/>
                    <a:pt x="60860" y="27570"/>
                  </a:cubicBezTo>
                  <a:lnTo>
                    <a:pt x="60802" y="27106"/>
                  </a:lnTo>
                  <a:close/>
                  <a:moveTo>
                    <a:pt x="32723" y="27371"/>
                  </a:moveTo>
                  <a:lnTo>
                    <a:pt x="32673" y="27835"/>
                  </a:lnTo>
                  <a:cubicBezTo>
                    <a:pt x="33293" y="27900"/>
                    <a:pt x="33917" y="27962"/>
                    <a:pt x="34547" y="28017"/>
                  </a:cubicBezTo>
                  <a:lnTo>
                    <a:pt x="34590" y="27552"/>
                  </a:lnTo>
                  <a:cubicBezTo>
                    <a:pt x="33962" y="27495"/>
                    <a:pt x="33339" y="27437"/>
                    <a:pt x="32723" y="27371"/>
                  </a:cubicBezTo>
                  <a:close/>
                  <a:moveTo>
                    <a:pt x="57071" y="27513"/>
                  </a:moveTo>
                  <a:cubicBezTo>
                    <a:pt x="56454" y="27570"/>
                    <a:pt x="55830" y="27622"/>
                    <a:pt x="55203" y="27671"/>
                  </a:cubicBezTo>
                  <a:lnTo>
                    <a:pt x="55239" y="28137"/>
                  </a:lnTo>
                  <a:cubicBezTo>
                    <a:pt x="55868" y="28089"/>
                    <a:pt x="56496" y="28036"/>
                    <a:pt x="57115" y="27979"/>
                  </a:cubicBezTo>
                  <a:lnTo>
                    <a:pt x="57071" y="27513"/>
                  </a:lnTo>
                  <a:close/>
                  <a:moveTo>
                    <a:pt x="36459" y="27701"/>
                  </a:moveTo>
                  <a:lnTo>
                    <a:pt x="36426" y="28168"/>
                  </a:lnTo>
                  <a:cubicBezTo>
                    <a:pt x="37048" y="28213"/>
                    <a:pt x="37674" y="28254"/>
                    <a:pt x="38304" y="28291"/>
                  </a:cubicBezTo>
                  <a:lnTo>
                    <a:pt x="38332" y="27824"/>
                  </a:lnTo>
                  <a:cubicBezTo>
                    <a:pt x="37703" y="27788"/>
                    <a:pt x="37078" y="27747"/>
                    <a:pt x="36459" y="27701"/>
                  </a:cubicBezTo>
                  <a:close/>
                  <a:moveTo>
                    <a:pt x="53330" y="27798"/>
                  </a:moveTo>
                  <a:cubicBezTo>
                    <a:pt x="52710" y="27837"/>
                    <a:pt x="52086" y="27870"/>
                    <a:pt x="51457" y="27899"/>
                  </a:cubicBezTo>
                  <a:lnTo>
                    <a:pt x="51479" y="28366"/>
                  </a:lnTo>
                  <a:cubicBezTo>
                    <a:pt x="52110" y="28338"/>
                    <a:pt x="52737" y="28303"/>
                    <a:pt x="53359" y="28265"/>
                  </a:cubicBezTo>
                  <a:lnTo>
                    <a:pt x="53330" y="27798"/>
                  </a:lnTo>
                  <a:close/>
                  <a:moveTo>
                    <a:pt x="40206" y="27918"/>
                  </a:moveTo>
                  <a:lnTo>
                    <a:pt x="40186" y="28386"/>
                  </a:lnTo>
                  <a:cubicBezTo>
                    <a:pt x="40809" y="28412"/>
                    <a:pt x="41437" y="28433"/>
                    <a:pt x="42067" y="28452"/>
                  </a:cubicBezTo>
                  <a:lnTo>
                    <a:pt x="42081" y="27984"/>
                  </a:lnTo>
                  <a:cubicBezTo>
                    <a:pt x="41451" y="27965"/>
                    <a:pt x="40828" y="27943"/>
                    <a:pt x="40206" y="27918"/>
                  </a:cubicBezTo>
                  <a:close/>
                  <a:moveTo>
                    <a:pt x="49585" y="27971"/>
                  </a:moveTo>
                  <a:cubicBezTo>
                    <a:pt x="48963" y="27991"/>
                    <a:pt x="48337" y="28006"/>
                    <a:pt x="47707" y="28014"/>
                  </a:cubicBezTo>
                  <a:lnTo>
                    <a:pt x="47715" y="28483"/>
                  </a:lnTo>
                  <a:cubicBezTo>
                    <a:pt x="48347" y="28471"/>
                    <a:pt x="48973" y="28456"/>
                    <a:pt x="49599" y="28439"/>
                  </a:cubicBezTo>
                  <a:lnTo>
                    <a:pt x="49585" y="27971"/>
                  </a:lnTo>
                  <a:close/>
                  <a:moveTo>
                    <a:pt x="43958" y="28020"/>
                  </a:moveTo>
                  <a:lnTo>
                    <a:pt x="43950" y="28489"/>
                  </a:lnTo>
                  <a:cubicBezTo>
                    <a:pt x="44503" y="28496"/>
                    <a:pt x="45059" y="28499"/>
                    <a:pt x="45618" y="28499"/>
                  </a:cubicBezTo>
                  <a:lnTo>
                    <a:pt x="45833" y="28499"/>
                  </a:lnTo>
                  <a:lnTo>
                    <a:pt x="45833" y="28031"/>
                  </a:lnTo>
                  <a:lnTo>
                    <a:pt x="45620" y="28031"/>
                  </a:lnTo>
                  <a:cubicBezTo>
                    <a:pt x="45064" y="28031"/>
                    <a:pt x="44509" y="28028"/>
                    <a:pt x="43958" y="2802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40"/>
            <p:cNvSpPr/>
            <p:nvPr/>
          </p:nvSpPr>
          <p:spPr>
            <a:xfrm>
              <a:off x="2139851" y="2491248"/>
              <a:ext cx="12148" cy="5850"/>
            </a:xfrm>
            <a:custGeom>
              <a:avLst/>
              <a:gdLst/>
              <a:ahLst/>
              <a:cxnLst/>
              <a:rect l="l" t="t" r="r" b="b"/>
              <a:pathLst>
                <a:path w="353" h="170" extrusionOk="0">
                  <a:moveTo>
                    <a:pt x="89" y="1"/>
                  </a:moveTo>
                  <a:cubicBezTo>
                    <a:pt x="71" y="12"/>
                    <a:pt x="51" y="17"/>
                    <a:pt x="34" y="17"/>
                  </a:cubicBezTo>
                  <a:cubicBezTo>
                    <a:pt x="21" y="17"/>
                    <a:pt x="10" y="14"/>
                    <a:pt x="0" y="9"/>
                  </a:cubicBezTo>
                  <a:lnTo>
                    <a:pt x="0" y="9"/>
                  </a:lnTo>
                  <a:cubicBezTo>
                    <a:pt x="88" y="61"/>
                    <a:pt x="176" y="110"/>
                    <a:pt x="262" y="161"/>
                  </a:cubicBezTo>
                  <a:cubicBezTo>
                    <a:pt x="272" y="166"/>
                    <a:pt x="283" y="169"/>
                    <a:pt x="296" y="169"/>
                  </a:cubicBezTo>
                  <a:cubicBezTo>
                    <a:pt x="313" y="169"/>
                    <a:pt x="332" y="164"/>
                    <a:pt x="353" y="151"/>
                  </a:cubicBezTo>
                  <a:lnTo>
                    <a:pt x="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40"/>
            <p:cNvSpPr/>
            <p:nvPr/>
          </p:nvSpPr>
          <p:spPr>
            <a:xfrm>
              <a:off x="2142948" y="2480786"/>
              <a:ext cx="13524" cy="15692"/>
            </a:xfrm>
            <a:custGeom>
              <a:avLst/>
              <a:gdLst/>
              <a:ahLst/>
              <a:cxnLst/>
              <a:rect l="l" t="t" r="r" b="b"/>
              <a:pathLst>
                <a:path w="393" h="456" extrusionOk="0">
                  <a:moveTo>
                    <a:pt x="93" y="0"/>
                  </a:moveTo>
                  <a:cubicBezTo>
                    <a:pt x="94" y="1"/>
                    <a:pt x="95" y="1"/>
                    <a:pt x="96" y="2"/>
                  </a:cubicBezTo>
                  <a:lnTo>
                    <a:pt x="96" y="2"/>
                  </a:lnTo>
                  <a:cubicBezTo>
                    <a:pt x="95" y="1"/>
                    <a:pt x="94" y="1"/>
                    <a:pt x="93" y="0"/>
                  </a:cubicBezTo>
                  <a:close/>
                  <a:moveTo>
                    <a:pt x="96" y="2"/>
                  </a:moveTo>
                  <a:cubicBezTo>
                    <a:pt x="118" y="16"/>
                    <a:pt x="130" y="44"/>
                    <a:pt x="130" y="82"/>
                  </a:cubicBezTo>
                  <a:cubicBezTo>
                    <a:pt x="130" y="163"/>
                    <a:pt x="73" y="264"/>
                    <a:pt x="1" y="303"/>
                  </a:cubicBezTo>
                  <a:lnTo>
                    <a:pt x="264" y="455"/>
                  </a:lnTo>
                  <a:cubicBezTo>
                    <a:pt x="336" y="416"/>
                    <a:pt x="393" y="315"/>
                    <a:pt x="393" y="234"/>
                  </a:cubicBezTo>
                  <a:cubicBezTo>
                    <a:pt x="392" y="195"/>
                    <a:pt x="377" y="167"/>
                    <a:pt x="355" y="152"/>
                  </a:cubicBezTo>
                  <a:cubicBezTo>
                    <a:pt x="268" y="102"/>
                    <a:pt x="180" y="53"/>
                    <a:pt x="96" y="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0"/>
            <p:cNvSpPr/>
            <p:nvPr/>
          </p:nvSpPr>
          <p:spPr>
            <a:xfrm>
              <a:off x="2142914" y="2471013"/>
              <a:ext cx="17413" cy="6917"/>
            </a:xfrm>
            <a:custGeom>
              <a:avLst/>
              <a:gdLst/>
              <a:ahLst/>
              <a:cxnLst/>
              <a:rect l="l" t="t" r="r" b="b"/>
              <a:pathLst>
                <a:path w="506" h="201" extrusionOk="0">
                  <a:moveTo>
                    <a:pt x="505" y="179"/>
                  </a:moveTo>
                  <a:lnTo>
                    <a:pt x="505" y="179"/>
                  </a:lnTo>
                  <a:cubicBezTo>
                    <a:pt x="505" y="179"/>
                    <a:pt x="505" y="179"/>
                    <a:pt x="505" y="179"/>
                  </a:cubicBezTo>
                  <a:close/>
                  <a:moveTo>
                    <a:pt x="155" y="1"/>
                  </a:moveTo>
                  <a:cubicBezTo>
                    <a:pt x="108" y="1"/>
                    <a:pt x="56" y="16"/>
                    <a:pt x="0" y="49"/>
                  </a:cubicBezTo>
                  <a:lnTo>
                    <a:pt x="262" y="201"/>
                  </a:lnTo>
                  <a:cubicBezTo>
                    <a:pt x="317" y="170"/>
                    <a:pt x="368" y="155"/>
                    <a:pt x="414" y="155"/>
                  </a:cubicBezTo>
                  <a:cubicBezTo>
                    <a:pt x="448" y="155"/>
                    <a:pt x="478" y="163"/>
                    <a:pt x="505" y="179"/>
                  </a:cubicBezTo>
                  <a:lnTo>
                    <a:pt x="505" y="179"/>
                  </a:lnTo>
                  <a:lnTo>
                    <a:pt x="243" y="24"/>
                  </a:lnTo>
                  <a:cubicBezTo>
                    <a:pt x="218" y="9"/>
                    <a:pt x="188" y="1"/>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40"/>
            <p:cNvSpPr/>
            <p:nvPr/>
          </p:nvSpPr>
          <p:spPr>
            <a:xfrm>
              <a:off x="2131213" y="2472665"/>
              <a:ext cx="20751" cy="33002"/>
            </a:xfrm>
            <a:custGeom>
              <a:avLst/>
              <a:gdLst/>
              <a:ahLst/>
              <a:cxnLst/>
              <a:rect l="l" t="t" r="r" b="b"/>
              <a:pathLst>
                <a:path w="603" h="959" extrusionOk="0">
                  <a:moveTo>
                    <a:pt x="340" y="1"/>
                  </a:moveTo>
                  <a:cubicBezTo>
                    <a:pt x="152" y="109"/>
                    <a:pt x="1" y="372"/>
                    <a:pt x="2" y="587"/>
                  </a:cubicBezTo>
                  <a:cubicBezTo>
                    <a:pt x="2" y="697"/>
                    <a:pt x="40" y="772"/>
                    <a:pt x="100" y="807"/>
                  </a:cubicBezTo>
                  <a:cubicBezTo>
                    <a:pt x="188" y="856"/>
                    <a:pt x="275" y="907"/>
                    <a:pt x="361" y="958"/>
                  </a:cubicBezTo>
                  <a:lnTo>
                    <a:pt x="361" y="958"/>
                  </a:lnTo>
                  <a:cubicBezTo>
                    <a:pt x="302" y="923"/>
                    <a:pt x="264" y="847"/>
                    <a:pt x="264" y="740"/>
                  </a:cubicBezTo>
                  <a:cubicBezTo>
                    <a:pt x="264" y="523"/>
                    <a:pt x="414" y="260"/>
                    <a:pt x="602" y="153"/>
                  </a:cubicBezTo>
                  <a:lnTo>
                    <a:pt x="340" y="1"/>
                  </a:lnTo>
                  <a:close/>
                  <a:moveTo>
                    <a:pt x="361" y="958"/>
                  </a:moveTo>
                  <a:cubicBezTo>
                    <a:pt x="361" y="958"/>
                    <a:pt x="362" y="959"/>
                    <a:pt x="362" y="959"/>
                  </a:cubicBezTo>
                  <a:cubicBezTo>
                    <a:pt x="362" y="959"/>
                    <a:pt x="361" y="958"/>
                    <a:pt x="361" y="9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40"/>
            <p:cNvSpPr/>
            <p:nvPr/>
          </p:nvSpPr>
          <p:spPr>
            <a:xfrm>
              <a:off x="2140229" y="2476347"/>
              <a:ext cx="23504" cy="30111"/>
            </a:xfrm>
            <a:custGeom>
              <a:avLst/>
              <a:gdLst/>
              <a:ahLst/>
              <a:cxnLst/>
              <a:rect l="l" t="t" r="r" b="b"/>
              <a:pathLst>
                <a:path w="683" h="875" extrusionOk="0">
                  <a:moveTo>
                    <a:pt x="400" y="275"/>
                  </a:moveTo>
                  <a:cubicBezTo>
                    <a:pt x="442" y="275"/>
                    <a:pt x="471" y="307"/>
                    <a:pt x="471" y="365"/>
                  </a:cubicBezTo>
                  <a:cubicBezTo>
                    <a:pt x="471" y="445"/>
                    <a:pt x="413" y="546"/>
                    <a:pt x="342" y="587"/>
                  </a:cubicBezTo>
                  <a:cubicBezTo>
                    <a:pt x="322" y="599"/>
                    <a:pt x="303" y="604"/>
                    <a:pt x="286" y="604"/>
                  </a:cubicBezTo>
                  <a:cubicBezTo>
                    <a:pt x="244" y="604"/>
                    <a:pt x="214" y="571"/>
                    <a:pt x="214" y="514"/>
                  </a:cubicBezTo>
                  <a:cubicBezTo>
                    <a:pt x="214" y="431"/>
                    <a:pt x="270" y="333"/>
                    <a:pt x="342" y="292"/>
                  </a:cubicBezTo>
                  <a:cubicBezTo>
                    <a:pt x="363" y="280"/>
                    <a:pt x="383" y="275"/>
                    <a:pt x="400" y="275"/>
                  </a:cubicBezTo>
                  <a:close/>
                  <a:moveTo>
                    <a:pt x="493" y="0"/>
                  </a:moveTo>
                  <a:cubicBezTo>
                    <a:pt x="447" y="0"/>
                    <a:pt x="395" y="15"/>
                    <a:pt x="340" y="46"/>
                  </a:cubicBezTo>
                  <a:cubicBezTo>
                    <a:pt x="152" y="153"/>
                    <a:pt x="1" y="416"/>
                    <a:pt x="1" y="633"/>
                  </a:cubicBezTo>
                  <a:cubicBezTo>
                    <a:pt x="1" y="785"/>
                    <a:pt x="78" y="874"/>
                    <a:pt x="190" y="874"/>
                  </a:cubicBezTo>
                  <a:cubicBezTo>
                    <a:pt x="236" y="874"/>
                    <a:pt x="287" y="859"/>
                    <a:pt x="342" y="829"/>
                  </a:cubicBezTo>
                  <a:cubicBezTo>
                    <a:pt x="531" y="720"/>
                    <a:pt x="683" y="457"/>
                    <a:pt x="683" y="240"/>
                  </a:cubicBezTo>
                  <a:cubicBezTo>
                    <a:pt x="683" y="88"/>
                    <a:pt x="605" y="0"/>
                    <a:pt x="4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40"/>
            <p:cNvSpPr/>
            <p:nvPr/>
          </p:nvSpPr>
          <p:spPr>
            <a:xfrm>
              <a:off x="2211429" y="2441246"/>
              <a:ext cx="13524" cy="15692"/>
            </a:xfrm>
            <a:custGeom>
              <a:avLst/>
              <a:gdLst/>
              <a:ahLst/>
              <a:cxnLst/>
              <a:rect l="l" t="t" r="r" b="b"/>
              <a:pathLst>
                <a:path w="393" h="456" extrusionOk="0">
                  <a:moveTo>
                    <a:pt x="90" y="1"/>
                  </a:moveTo>
                  <a:cubicBezTo>
                    <a:pt x="91" y="1"/>
                    <a:pt x="92" y="2"/>
                    <a:pt x="94" y="3"/>
                  </a:cubicBezTo>
                  <a:lnTo>
                    <a:pt x="94" y="3"/>
                  </a:lnTo>
                  <a:cubicBezTo>
                    <a:pt x="92" y="2"/>
                    <a:pt x="91" y="1"/>
                    <a:pt x="90" y="1"/>
                  </a:cubicBezTo>
                  <a:close/>
                  <a:moveTo>
                    <a:pt x="94" y="3"/>
                  </a:moveTo>
                  <a:cubicBezTo>
                    <a:pt x="116" y="17"/>
                    <a:pt x="129" y="45"/>
                    <a:pt x="129" y="83"/>
                  </a:cubicBezTo>
                  <a:cubicBezTo>
                    <a:pt x="129" y="163"/>
                    <a:pt x="72" y="264"/>
                    <a:pt x="1" y="304"/>
                  </a:cubicBezTo>
                  <a:lnTo>
                    <a:pt x="264" y="456"/>
                  </a:lnTo>
                  <a:cubicBezTo>
                    <a:pt x="336" y="416"/>
                    <a:pt x="393" y="315"/>
                    <a:pt x="393" y="235"/>
                  </a:cubicBezTo>
                  <a:cubicBezTo>
                    <a:pt x="391" y="194"/>
                    <a:pt x="377" y="168"/>
                    <a:pt x="352" y="154"/>
                  </a:cubicBezTo>
                  <a:cubicBezTo>
                    <a:pt x="265" y="104"/>
                    <a:pt x="181" y="53"/>
                    <a:pt x="94" y="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0"/>
            <p:cNvSpPr/>
            <p:nvPr/>
          </p:nvSpPr>
          <p:spPr>
            <a:xfrm>
              <a:off x="2208297" y="2451673"/>
              <a:ext cx="12216" cy="5885"/>
            </a:xfrm>
            <a:custGeom>
              <a:avLst/>
              <a:gdLst/>
              <a:ahLst/>
              <a:cxnLst/>
              <a:rect l="l" t="t" r="r" b="b"/>
              <a:pathLst>
                <a:path w="355" h="171" extrusionOk="0">
                  <a:moveTo>
                    <a:pt x="92" y="1"/>
                  </a:moveTo>
                  <a:cubicBezTo>
                    <a:pt x="70" y="13"/>
                    <a:pt x="50" y="19"/>
                    <a:pt x="33" y="19"/>
                  </a:cubicBezTo>
                  <a:cubicBezTo>
                    <a:pt x="21" y="19"/>
                    <a:pt x="10" y="16"/>
                    <a:pt x="1" y="11"/>
                  </a:cubicBezTo>
                  <a:lnTo>
                    <a:pt x="1" y="11"/>
                  </a:lnTo>
                  <a:lnTo>
                    <a:pt x="264" y="163"/>
                  </a:lnTo>
                  <a:cubicBezTo>
                    <a:pt x="274" y="168"/>
                    <a:pt x="285" y="170"/>
                    <a:pt x="296" y="170"/>
                  </a:cubicBezTo>
                  <a:cubicBezTo>
                    <a:pt x="314" y="170"/>
                    <a:pt x="333" y="165"/>
                    <a:pt x="355" y="153"/>
                  </a:cubicBezTo>
                  <a:lnTo>
                    <a:pt x="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0"/>
            <p:cNvSpPr/>
            <p:nvPr/>
          </p:nvSpPr>
          <p:spPr>
            <a:xfrm>
              <a:off x="2222062" y="2426311"/>
              <a:ext cx="12526" cy="15692"/>
            </a:xfrm>
            <a:custGeom>
              <a:avLst/>
              <a:gdLst/>
              <a:ahLst/>
              <a:cxnLst/>
              <a:rect l="l" t="t" r="r" b="b"/>
              <a:pathLst>
                <a:path w="364" h="456" extrusionOk="0">
                  <a:moveTo>
                    <a:pt x="0" y="0"/>
                  </a:moveTo>
                  <a:lnTo>
                    <a:pt x="101" y="302"/>
                  </a:lnTo>
                  <a:lnTo>
                    <a:pt x="363" y="455"/>
                  </a:lnTo>
                  <a:lnTo>
                    <a:pt x="262" y="152"/>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40"/>
            <p:cNvSpPr/>
            <p:nvPr/>
          </p:nvSpPr>
          <p:spPr>
            <a:xfrm>
              <a:off x="2211429" y="2431611"/>
              <a:ext cx="17344" cy="6848"/>
            </a:xfrm>
            <a:custGeom>
              <a:avLst/>
              <a:gdLst/>
              <a:ahLst/>
              <a:cxnLst/>
              <a:rect l="l" t="t" r="r" b="b"/>
              <a:pathLst>
                <a:path w="504" h="199" extrusionOk="0">
                  <a:moveTo>
                    <a:pt x="501" y="174"/>
                  </a:moveTo>
                  <a:lnTo>
                    <a:pt x="504" y="175"/>
                  </a:lnTo>
                  <a:cubicBezTo>
                    <a:pt x="503" y="175"/>
                    <a:pt x="502" y="174"/>
                    <a:pt x="501" y="174"/>
                  </a:cubicBezTo>
                  <a:close/>
                  <a:moveTo>
                    <a:pt x="153" y="0"/>
                  </a:moveTo>
                  <a:cubicBezTo>
                    <a:pt x="107" y="0"/>
                    <a:pt x="55" y="15"/>
                    <a:pt x="1" y="47"/>
                  </a:cubicBezTo>
                  <a:lnTo>
                    <a:pt x="263" y="199"/>
                  </a:lnTo>
                  <a:cubicBezTo>
                    <a:pt x="316" y="167"/>
                    <a:pt x="368" y="152"/>
                    <a:pt x="414" y="152"/>
                  </a:cubicBezTo>
                  <a:cubicBezTo>
                    <a:pt x="446" y="152"/>
                    <a:pt x="476" y="159"/>
                    <a:pt x="501" y="174"/>
                  </a:cubicBezTo>
                  <a:lnTo>
                    <a:pt x="501" y="174"/>
                  </a:lnTo>
                  <a:lnTo>
                    <a:pt x="242" y="23"/>
                  </a:lnTo>
                  <a:cubicBezTo>
                    <a:pt x="216" y="8"/>
                    <a:pt x="186" y="0"/>
                    <a:pt x="153" y="0"/>
                  </a:cubicBezTo>
                  <a:close/>
                </a:path>
              </a:pathLst>
            </a:custGeom>
            <a:solidFill>
              <a:srgbClr val="1931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40"/>
            <p:cNvSpPr/>
            <p:nvPr/>
          </p:nvSpPr>
          <p:spPr>
            <a:xfrm>
              <a:off x="2199694" y="2433263"/>
              <a:ext cx="20751" cy="32933"/>
            </a:xfrm>
            <a:custGeom>
              <a:avLst/>
              <a:gdLst/>
              <a:ahLst/>
              <a:cxnLst/>
              <a:rect l="l" t="t" r="r" b="b"/>
              <a:pathLst>
                <a:path w="603" h="957" extrusionOk="0">
                  <a:moveTo>
                    <a:pt x="340" y="0"/>
                  </a:moveTo>
                  <a:cubicBezTo>
                    <a:pt x="151" y="108"/>
                    <a:pt x="1" y="372"/>
                    <a:pt x="2" y="588"/>
                  </a:cubicBezTo>
                  <a:cubicBezTo>
                    <a:pt x="2" y="694"/>
                    <a:pt x="39" y="768"/>
                    <a:pt x="100" y="803"/>
                  </a:cubicBezTo>
                  <a:lnTo>
                    <a:pt x="362" y="957"/>
                  </a:lnTo>
                  <a:cubicBezTo>
                    <a:pt x="301" y="920"/>
                    <a:pt x="264" y="846"/>
                    <a:pt x="261" y="739"/>
                  </a:cubicBezTo>
                  <a:cubicBezTo>
                    <a:pt x="261" y="524"/>
                    <a:pt x="413" y="261"/>
                    <a:pt x="602" y="152"/>
                  </a:cubicBezTo>
                  <a:lnTo>
                    <a:pt x="3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40"/>
            <p:cNvSpPr/>
            <p:nvPr/>
          </p:nvSpPr>
          <p:spPr>
            <a:xfrm>
              <a:off x="2208779" y="2436807"/>
              <a:ext cx="23366" cy="30111"/>
            </a:xfrm>
            <a:custGeom>
              <a:avLst/>
              <a:gdLst/>
              <a:ahLst/>
              <a:cxnLst/>
              <a:rect l="l" t="t" r="r" b="b"/>
              <a:pathLst>
                <a:path w="679" h="875" extrusionOk="0">
                  <a:moveTo>
                    <a:pt x="396" y="274"/>
                  </a:moveTo>
                  <a:cubicBezTo>
                    <a:pt x="439" y="274"/>
                    <a:pt x="468" y="307"/>
                    <a:pt x="468" y="364"/>
                  </a:cubicBezTo>
                  <a:cubicBezTo>
                    <a:pt x="468" y="444"/>
                    <a:pt x="411" y="545"/>
                    <a:pt x="340" y="585"/>
                  </a:cubicBezTo>
                  <a:cubicBezTo>
                    <a:pt x="318" y="597"/>
                    <a:pt x="298" y="603"/>
                    <a:pt x="281" y="603"/>
                  </a:cubicBezTo>
                  <a:cubicBezTo>
                    <a:pt x="240" y="603"/>
                    <a:pt x="212" y="570"/>
                    <a:pt x="212" y="512"/>
                  </a:cubicBezTo>
                  <a:cubicBezTo>
                    <a:pt x="212" y="430"/>
                    <a:pt x="268" y="332"/>
                    <a:pt x="340" y="291"/>
                  </a:cubicBezTo>
                  <a:cubicBezTo>
                    <a:pt x="360" y="279"/>
                    <a:pt x="379" y="274"/>
                    <a:pt x="396" y="274"/>
                  </a:cubicBezTo>
                  <a:close/>
                  <a:moveTo>
                    <a:pt x="492" y="0"/>
                  </a:moveTo>
                  <a:cubicBezTo>
                    <a:pt x="446" y="0"/>
                    <a:pt x="394" y="16"/>
                    <a:pt x="340" y="48"/>
                  </a:cubicBezTo>
                  <a:cubicBezTo>
                    <a:pt x="151" y="156"/>
                    <a:pt x="0" y="418"/>
                    <a:pt x="0" y="634"/>
                  </a:cubicBezTo>
                  <a:cubicBezTo>
                    <a:pt x="1" y="787"/>
                    <a:pt x="77" y="874"/>
                    <a:pt x="188" y="874"/>
                  </a:cubicBezTo>
                  <a:cubicBezTo>
                    <a:pt x="234" y="874"/>
                    <a:pt x="286" y="859"/>
                    <a:pt x="341" y="828"/>
                  </a:cubicBezTo>
                  <a:cubicBezTo>
                    <a:pt x="528" y="721"/>
                    <a:pt x="679" y="457"/>
                    <a:pt x="679" y="241"/>
                  </a:cubicBezTo>
                  <a:cubicBezTo>
                    <a:pt x="679" y="89"/>
                    <a:pt x="603"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0"/>
            <p:cNvSpPr/>
            <p:nvPr/>
          </p:nvSpPr>
          <p:spPr>
            <a:xfrm>
              <a:off x="2206336" y="2429374"/>
              <a:ext cx="28631" cy="24811"/>
            </a:xfrm>
            <a:custGeom>
              <a:avLst/>
              <a:gdLst/>
              <a:ahLst/>
              <a:cxnLst/>
              <a:rect l="l" t="t" r="r" b="b"/>
              <a:pathLst>
                <a:path w="832" h="721" extrusionOk="0">
                  <a:moveTo>
                    <a:pt x="750" y="0"/>
                  </a:moveTo>
                  <a:lnTo>
                    <a:pt x="108" y="372"/>
                  </a:lnTo>
                  <a:lnTo>
                    <a:pt x="1" y="720"/>
                  </a:lnTo>
                  <a:lnTo>
                    <a:pt x="37" y="719"/>
                  </a:lnTo>
                  <a:lnTo>
                    <a:pt x="133" y="403"/>
                  </a:lnTo>
                  <a:lnTo>
                    <a:pt x="719" y="63"/>
                  </a:lnTo>
                  <a:lnTo>
                    <a:pt x="820" y="366"/>
                  </a:lnTo>
                  <a:lnTo>
                    <a:pt x="832" y="359"/>
                  </a:lnTo>
                  <a:lnTo>
                    <a:pt x="75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40"/>
            <p:cNvSpPr/>
            <p:nvPr/>
          </p:nvSpPr>
          <p:spPr>
            <a:xfrm>
              <a:off x="2201002" y="2424143"/>
              <a:ext cx="31143" cy="18067"/>
            </a:xfrm>
            <a:custGeom>
              <a:avLst/>
              <a:gdLst/>
              <a:ahLst/>
              <a:cxnLst/>
              <a:rect l="l" t="t" r="r" b="b"/>
              <a:pathLst>
                <a:path w="905" h="525" extrusionOk="0">
                  <a:moveTo>
                    <a:pt x="643" y="0"/>
                  </a:moveTo>
                  <a:lnTo>
                    <a:pt x="1" y="372"/>
                  </a:lnTo>
                  <a:lnTo>
                    <a:pt x="263" y="524"/>
                  </a:lnTo>
                  <a:lnTo>
                    <a:pt x="905" y="152"/>
                  </a:lnTo>
                  <a:lnTo>
                    <a:pt x="64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40"/>
            <p:cNvSpPr/>
            <p:nvPr/>
          </p:nvSpPr>
          <p:spPr>
            <a:xfrm>
              <a:off x="2197320" y="2436910"/>
              <a:ext cx="12733" cy="17275"/>
            </a:xfrm>
            <a:custGeom>
              <a:avLst/>
              <a:gdLst/>
              <a:ahLst/>
              <a:cxnLst/>
              <a:rect l="l" t="t" r="r" b="b"/>
              <a:pathLst>
                <a:path w="370" h="502" extrusionOk="0">
                  <a:moveTo>
                    <a:pt x="108" y="1"/>
                  </a:moveTo>
                  <a:lnTo>
                    <a:pt x="1" y="351"/>
                  </a:lnTo>
                  <a:lnTo>
                    <a:pt x="263" y="501"/>
                  </a:lnTo>
                  <a:lnTo>
                    <a:pt x="370" y="153"/>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40"/>
            <p:cNvSpPr/>
            <p:nvPr/>
          </p:nvSpPr>
          <p:spPr>
            <a:xfrm>
              <a:off x="2114867" y="2392209"/>
              <a:ext cx="126053" cy="72989"/>
            </a:xfrm>
            <a:custGeom>
              <a:avLst/>
              <a:gdLst/>
              <a:ahLst/>
              <a:cxnLst/>
              <a:rect l="l" t="t" r="r" b="b"/>
              <a:pathLst>
                <a:path w="3663" h="2121" extrusionOk="0">
                  <a:moveTo>
                    <a:pt x="2090" y="1"/>
                  </a:moveTo>
                  <a:lnTo>
                    <a:pt x="1" y="1206"/>
                  </a:lnTo>
                  <a:lnTo>
                    <a:pt x="1573" y="2121"/>
                  </a:lnTo>
                  <a:lnTo>
                    <a:pt x="3663" y="915"/>
                  </a:lnTo>
                  <a:lnTo>
                    <a:pt x="20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40"/>
            <p:cNvSpPr/>
            <p:nvPr/>
          </p:nvSpPr>
          <p:spPr>
            <a:xfrm>
              <a:off x="2106368" y="2442829"/>
              <a:ext cx="56368" cy="33587"/>
            </a:xfrm>
            <a:custGeom>
              <a:avLst/>
              <a:gdLst/>
              <a:ahLst/>
              <a:cxnLst/>
              <a:rect l="l" t="t" r="r" b="b"/>
              <a:pathLst>
                <a:path w="1638" h="976" extrusionOk="0">
                  <a:moveTo>
                    <a:pt x="0" y="0"/>
                  </a:moveTo>
                  <a:cubicBezTo>
                    <a:pt x="25" y="15"/>
                    <a:pt x="47" y="35"/>
                    <a:pt x="65" y="62"/>
                  </a:cubicBezTo>
                  <a:lnTo>
                    <a:pt x="1637" y="976"/>
                  </a:lnTo>
                  <a:cubicBezTo>
                    <a:pt x="1620" y="950"/>
                    <a:pt x="1598" y="929"/>
                    <a:pt x="1573" y="914"/>
                  </a:cubicBezTo>
                  <a:cubicBezTo>
                    <a:pt x="1048" y="610"/>
                    <a:pt x="525" y="306"/>
                    <a:pt x="0" y="0"/>
                  </a:cubicBezTo>
                  <a:close/>
                </a:path>
              </a:pathLst>
            </a:custGeom>
            <a:solidFill>
              <a:srgbClr val="1931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40"/>
            <p:cNvSpPr/>
            <p:nvPr/>
          </p:nvSpPr>
          <p:spPr>
            <a:xfrm>
              <a:off x="2074742" y="2456870"/>
              <a:ext cx="54165" cy="39093"/>
            </a:xfrm>
            <a:custGeom>
              <a:avLst/>
              <a:gdLst/>
              <a:ahLst/>
              <a:cxnLst/>
              <a:rect l="l" t="t" r="r" b="b"/>
              <a:pathLst>
                <a:path w="1574" h="1136" extrusionOk="0">
                  <a:moveTo>
                    <a:pt x="0" y="0"/>
                  </a:moveTo>
                  <a:lnTo>
                    <a:pt x="0" y="220"/>
                  </a:lnTo>
                  <a:lnTo>
                    <a:pt x="1573" y="1136"/>
                  </a:lnTo>
                  <a:lnTo>
                    <a:pt x="1573" y="915"/>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40"/>
            <p:cNvSpPr/>
            <p:nvPr/>
          </p:nvSpPr>
          <p:spPr>
            <a:xfrm>
              <a:off x="2118687" y="2373282"/>
              <a:ext cx="54303" cy="89094"/>
            </a:xfrm>
            <a:custGeom>
              <a:avLst/>
              <a:gdLst/>
              <a:ahLst/>
              <a:cxnLst/>
              <a:rect l="l" t="t" r="r" b="b"/>
              <a:pathLst>
                <a:path w="1578" h="2589" extrusionOk="0">
                  <a:moveTo>
                    <a:pt x="1" y="1"/>
                  </a:moveTo>
                  <a:lnTo>
                    <a:pt x="5" y="1674"/>
                  </a:lnTo>
                  <a:lnTo>
                    <a:pt x="1578" y="2589"/>
                  </a:lnTo>
                  <a:lnTo>
                    <a:pt x="1575" y="915"/>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40"/>
            <p:cNvSpPr/>
            <p:nvPr/>
          </p:nvSpPr>
          <p:spPr>
            <a:xfrm>
              <a:off x="2118687" y="2330197"/>
              <a:ext cx="128875" cy="74606"/>
            </a:xfrm>
            <a:custGeom>
              <a:avLst/>
              <a:gdLst/>
              <a:ahLst/>
              <a:cxnLst/>
              <a:rect l="l" t="t" r="r" b="b"/>
              <a:pathLst>
                <a:path w="3745" h="2168" extrusionOk="0">
                  <a:moveTo>
                    <a:pt x="2172" y="0"/>
                  </a:moveTo>
                  <a:lnTo>
                    <a:pt x="1" y="1253"/>
                  </a:lnTo>
                  <a:lnTo>
                    <a:pt x="1575" y="2167"/>
                  </a:lnTo>
                  <a:lnTo>
                    <a:pt x="3745" y="915"/>
                  </a:lnTo>
                  <a:lnTo>
                    <a:pt x="21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40"/>
            <p:cNvSpPr/>
            <p:nvPr/>
          </p:nvSpPr>
          <p:spPr>
            <a:xfrm>
              <a:off x="2172852" y="2361650"/>
              <a:ext cx="74882" cy="100725"/>
            </a:xfrm>
            <a:custGeom>
              <a:avLst/>
              <a:gdLst/>
              <a:ahLst/>
              <a:cxnLst/>
              <a:rect l="l" t="t" r="r" b="b"/>
              <a:pathLst>
                <a:path w="2176" h="2927" extrusionOk="0">
                  <a:moveTo>
                    <a:pt x="2171" y="1"/>
                  </a:moveTo>
                  <a:lnTo>
                    <a:pt x="1" y="1253"/>
                  </a:lnTo>
                  <a:lnTo>
                    <a:pt x="4" y="2927"/>
                  </a:lnTo>
                  <a:lnTo>
                    <a:pt x="2175" y="1674"/>
                  </a:lnTo>
                  <a:lnTo>
                    <a:pt x="21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40"/>
            <p:cNvSpPr/>
            <p:nvPr/>
          </p:nvSpPr>
          <p:spPr>
            <a:xfrm>
              <a:off x="2128804" y="2419842"/>
              <a:ext cx="40056" cy="76120"/>
            </a:xfrm>
            <a:custGeom>
              <a:avLst/>
              <a:gdLst/>
              <a:ahLst/>
              <a:cxnLst/>
              <a:rect l="l" t="t" r="r" b="b"/>
              <a:pathLst>
                <a:path w="1164" h="2212" extrusionOk="0">
                  <a:moveTo>
                    <a:pt x="1164" y="1"/>
                  </a:moveTo>
                  <a:lnTo>
                    <a:pt x="184" y="569"/>
                  </a:lnTo>
                  <a:lnTo>
                    <a:pt x="1" y="1347"/>
                  </a:lnTo>
                  <a:lnTo>
                    <a:pt x="2" y="1992"/>
                  </a:lnTo>
                  <a:lnTo>
                    <a:pt x="2" y="2212"/>
                  </a:lnTo>
                  <a:lnTo>
                    <a:pt x="279" y="2051"/>
                  </a:lnTo>
                  <a:cubicBezTo>
                    <a:pt x="349" y="1869"/>
                    <a:pt x="481" y="1698"/>
                    <a:pt x="631" y="1610"/>
                  </a:cubicBezTo>
                  <a:cubicBezTo>
                    <a:pt x="697" y="1573"/>
                    <a:pt x="758" y="1555"/>
                    <a:pt x="813" y="1555"/>
                  </a:cubicBezTo>
                  <a:cubicBezTo>
                    <a:pt x="885" y="1555"/>
                    <a:pt x="946" y="1586"/>
                    <a:pt x="987" y="1644"/>
                  </a:cubicBezTo>
                  <a:lnTo>
                    <a:pt x="1164" y="1542"/>
                  </a:lnTo>
                  <a:lnTo>
                    <a:pt x="116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40"/>
            <p:cNvSpPr/>
            <p:nvPr/>
          </p:nvSpPr>
          <p:spPr>
            <a:xfrm>
              <a:off x="2132074" y="2426380"/>
              <a:ext cx="29664" cy="35755"/>
            </a:xfrm>
            <a:custGeom>
              <a:avLst/>
              <a:gdLst/>
              <a:ahLst/>
              <a:cxnLst/>
              <a:rect l="l" t="t" r="r" b="b"/>
              <a:pathLst>
                <a:path w="862" h="1039" extrusionOk="0">
                  <a:moveTo>
                    <a:pt x="834" y="0"/>
                  </a:moveTo>
                  <a:cubicBezTo>
                    <a:pt x="830" y="0"/>
                    <a:pt x="825" y="1"/>
                    <a:pt x="822" y="3"/>
                  </a:cubicBezTo>
                  <a:lnTo>
                    <a:pt x="153" y="389"/>
                  </a:lnTo>
                  <a:cubicBezTo>
                    <a:pt x="147" y="393"/>
                    <a:pt x="144" y="398"/>
                    <a:pt x="141" y="403"/>
                  </a:cubicBezTo>
                  <a:lnTo>
                    <a:pt x="5" y="1002"/>
                  </a:lnTo>
                  <a:cubicBezTo>
                    <a:pt x="2" y="1005"/>
                    <a:pt x="1" y="1011"/>
                    <a:pt x="1" y="1014"/>
                  </a:cubicBezTo>
                  <a:cubicBezTo>
                    <a:pt x="1" y="1027"/>
                    <a:pt x="13" y="1038"/>
                    <a:pt x="24" y="1038"/>
                  </a:cubicBezTo>
                  <a:lnTo>
                    <a:pt x="27" y="1038"/>
                  </a:lnTo>
                  <a:cubicBezTo>
                    <a:pt x="30" y="1038"/>
                    <a:pt x="35" y="1036"/>
                    <a:pt x="37" y="1034"/>
                  </a:cubicBezTo>
                  <a:lnTo>
                    <a:pt x="849" y="564"/>
                  </a:lnTo>
                  <a:cubicBezTo>
                    <a:pt x="855" y="561"/>
                    <a:pt x="861" y="551"/>
                    <a:pt x="861" y="544"/>
                  </a:cubicBezTo>
                  <a:lnTo>
                    <a:pt x="858" y="23"/>
                  </a:lnTo>
                  <a:cubicBezTo>
                    <a:pt x="858" y="16"/>
                    <a:pt x="854" y="7"/>
                    <a:pt x="847" y="3"/>
                  </a:cubicBezTo>
                  <a:cubicBezTo>
                    <a:pt x="843" y="1"/>
                    <a:pt x="838" y="0"/>
                    <a:pt x="834" y="0"/>
                  </a:cubicBezTo>
                  <a:close/>
                </a:path>
              </a:pathLst>
            </a:custGeom>
            <a:solidFill>
              <a:srgbClr val="0527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40"/>
            <p:cNvSpPr/>
            <p:nvPr/>
          </p:nvSpPr>
          <p:spPr>
            <a:xfrm>
              <a:off x="2132831" y="2427103"/>
              <a:ext cx="27977" cy="34137"/>
            </a:xfrm>
            <a:custGeom>
              <a:avLst/>
              <a:gdLst/>
              <a:ahLst/>
              <a:cxnLst/>
              <a:rect l="l" t="t" r="r" b="b"/>
              <a:pathLst>
                <a:path w="813" h="992" extrusionOk="0">
                  <a:moveTo>
                    <a:pt x="811" y="1"/>
                  </a:moveTo>
                  <a:lnTo>
                    <a:pt x="141" y="388"/>
                  </a:lnTo>
                  <a:lnTo>
                    <a:pt x="1" y="991"/>
                  </a:lnTo>
                  <a:lnTo>
                    <a:pt x="1" y="991"/>
                  </a:lnTo>
                  <a:lnTo>
                    <a:pt x="813" y="523"/>
                  </a:lnTo>
                  <a:lnTo>
                    <a:pt x="811" y="1"/>
                  </a:lnTo>
                  <a:close/>
                </a:path>
              </a:pathLst>
            </a:custGeom>
            <a:solidFill>
              <a:srgbClr val="BCD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40"/>
            <p:cNvSpPr/>
            <p:nvPr/>
          </p:nvSpPr>
          <p:spPr>
            <a:xfrm>
              <a:off x="2077599" y="2411789"/>
              <a:ext cx="54578" cy="50449"/>
            </a:xfrm>
            <a:custGeom>
              <a:avLst/>
              <a:gdLst/>
              <a:ahLst/>
              <a:cxnLst/>
              <a:rect l="l" t="t" r="r" b="b"/>
              <a:pathLst>
                <a:path w="1586" h="1466" extrusionOk="0">
                  <a:moveTo>
                    <a:pt x="149" y="1"/>
                  </a:moveTo>
                  <a:lnTo>
                    <a:pt x="1" y="630"/>
                  </a:lnTo>
                  <a:lnTo>
                    <a:pt x="1439" y="1465"/>
                  </a:lnTo>
                  <a:lnTo>
                    <a:pt x="1585" y="839"/>
                  </a:lnTo>
                  <a:lnTo>
                    <a:pt x="149" y="1"/>
                  </a:lnTo>
                  <a:close/>
                </a:path>
              </a:pathLst>
            </a:custGeom>
            <a:solidFill>
              <a:srgbClr val="BCD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40"/>
            <p:cNvSpPr/>
            <p:nvPr/>
          </p:nvSpPr>
          <p:spPr>
            <a:xfrm>
              <a:off x="2132831" y="2427103"/>
              <a:ext cx="27977" cy="34137"/>
            </a:xfrm>
            <a:custGeom>
              <a:avLst/>
              <a:gdLst/>
              <a:ahLst/>
              <a:cxnLst/>
              <a:rect l="l" t="t" r="r" b="b"/>
              <a:pathLst>
                <a:path w="813" h="992" extrusionOk="0">
                  <a:moveTo>
                    <a:pt x="811" y="1"/>
                  </a:moveTo>
                  <a:lnTo>
                    <a:pt x="141" y="388"/>
                  </a:lnTo>
                  <a:lnTo>
                    <a:pt x="1" y="991"/>
                  </a:lnTo>
                  <a:lnTo>
                    <a:pt x="1" y="991"/>
                  </a:lnTo>
                  <a:lnTo>
                    <a:pt x="813" y="523"/>
                  </a:lnTo>
                  <a:lnTo>
                    <a:pt x="81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40"/>
            <p:cNvSpPr/>
            <p:nvPr/>
          </p:nvSpPr>
          <p:spPr>
            <a:xfrm>
              <a:off x="2074674" y="2434674"/>
              <a:ext cx="54234" cy="53683"/>
            </a:xfrm>
            <a:custGeom>
              <a:avLst/>
              <a:gdLst/>
              <a:ahLst/>
              <a:cxnLst/>
              <a:rect l="l" t="t" r="r" b="b"/>
              <a:pathLst>
                <a:path w="1576" h="1560" extrusionOk="0">
                  <a:moveTo>
                    <a:pt x="1" y="0"/>
                  </a:moveTo>
                  <a:lnTo>
                    <a:pt x="2" y="645"/>
                  </a:lnTo>
                  <a:lnTo>
                    <a:pt x="1575" y="1560"/>
                  </a:lnTo>
                  <a:lnTo>
                    <a:pt x="1575" y="1560"/>
                  </a:lnTo>
                  <a:lnTo>
                    <a:pt x="1574" y="916"/>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40"/>
            <p:cNvSpPr/>
            <p:nvPr/>
          </p:nvSpPr>
          <p:spPr>
            <a:xfrm>
              <a:off x="2080937" y="2388354"/>
              <a:ext cx="87924" cy="50965"/>
            </a:xfrm>
            <a:custGeom>
              <a:avLst/>
              <a:gdLst/>
              <a:ahLst/>
              <a:cxnLst/>
              <a:rect l="l" t="t" r="r" b="b"/>
              <a:pathLst>
                <a:path w="2555" h="1481" extrusionOk="0">
                  <a:moveTo>
                    <a:pt x="982" y="0"/>
                  </a:moveTo>
                  <a:lnTo>
                    <a:pt x="0" y="566"/>
                  </a:lnTo>
                  <a:lnTo>
                    <a:pt x="1575" y="1481"/>
                  </a:lnTo>
                  <a:lnTo>
                    <a:pt x="2555" y="914"/>
                  </a:lnTo>
                  <a:lnTo>
                    <a:pt x="98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40"/>
            <p:cNvSpPr/>
            <p:nvPr/>
          </p:nvSpPr>
          <p:spPr>
            <a:xfrm>
              <a:off x="2074674" y="2407832"/>
              <a:ext cx="60463" cy="58364"/>
            </a:xfrm>
            <a:custGeom>
              <a:avLst/>
              <a:gdLst/>
              <a:ahLst/>
              <a:cxnLst/>
              <a:rect l="l" t="t" r="r" b="b"/>
              <a:pathLst>
                <a:path w="1757" h="1696" extrusionOk="0">
                  <a:moveTo>
                    <a:pt x="182" y="0"/>
                  </a:moveTo>
                  <a:lnTo>
                    <a:pt x="1" y="780"/>
                  </a:lnTo>
                  <a:lnTo>
                    <a:pt x="1574" y="1696"/>
                  </a:lnTo>
                  <a:lnTo>
                    <a:pt x="1757" y="915"/>
                  </a:lnTo>
                  <a:lnTo>
                    <a:pt x="18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40"/>
            <p:cNvSpPr/>
            <p:nvPr/>
          </p:nvSpPr>
          <p:spPr>
            <a:xfrm>
              <a:off x="2076738" y="2410998"/>
              <a:ext cx="56402" cy="51997"/>
            </a:xfrm>
            <a:custGeom>
              <a:avLst/>
              <a:gdLst/>
              <a:ahLst/>
              <a:cxnLst/>
              <a:rect l="l" t="t" r="r" b="b"/>
              <a:pathLst>
                <a:path w="1639" h="1511" extrusionOk="0">
                  <a:moveTo>
                    <a:pt x="172" y="0"/>
                  </a:moveTo>
                  <a:cubicBezTo>
                    <a:pt x="169" y="0"/>
                    <a:pt x="167" y="1"/>
                    <a:pt x="165" y="2"/>
                  </a:cubicBezTo>
                  <a:cubicBezTo>
                    <a:pt x="158" y="6"/>
                    <a:pt x="152" y="11"/>
                    <a:pt x="150" y="18"/>
                  </a:cubicBezTo>
                  <a:lnTo>
                    <a:pt x="4" y="646"/>
                  </a:lnTo>
                  <a:cubicBezTo>
                    <a:pt x="1" y="657"/>
                    <a:pt x="5" y="666"/>
                    <a:pt x="14" y="672"/>
                  </a:cubicBezTo>
                  <a:lnTo>
                    <a:pt x="1454" y="1507"/>
                  </a:lnTo>
                  <a:cubicBezTo>
                    <a:pt x="1457" y="1509"/>
                    <a:pt x="1461" y="1510"/>
                    <a:pt x="1464" y="1510"/>
                  </a:cubicBezTo>
                  <a:cubicBezTo>
                    <a:pt x="1468" y="1510"/>
                    <a:pt x="1471" y="1510"/>
                    <a:pt x="1474" y="1509"/>
                  </a:cubicBezTo>
                  <a:cubicBezTo>
                    <a:pt x="1482" y="1504"/>
                    <a:pt x="1485" y="1500"/>
                    <a:pt x="1486" y="1493"/>
                  </a:cubicBezTo>
                  <a:lnTo>
                    <a:pt x="1635" y="865"/>
                  </a:lnTo>
                  <a:cubicBezTo>
                    <a:pt x="1638" y="856"/>
                    <a:pt x="1632" y="845"/>
                    <a:pt x="1623" y="839"/>
                  </a:cubicBezTo>
                  <a:lnTo>
                    <a:pt x="184" y="3"/>
                  </a:lnTo>
                  <a:cubicBezTo>
                    <a:pt x="181" y="2"/>
                    <a:pt x="176" y="0"/>
                    <a:pt x="172" y="0"/>
                  </a:cubicBezTo>
                  <a:close/>
                </a:path>
              </a:pathLst>
            </a:custGeom>
            <a:solidFill>
              <a:srgbClr val="0527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40"/>
            <p:cNvSpPr/>
            <p:nvPr/>
          </p:nvSpPr>
          <p:spPr>
            <a:xfrm>
              <a:off x="2077599" y="2411789"/>
              <a:ext cx="54578" cy="50449"/>
            </a:xfrm>
            <a:custGeom>
              <a:avLst/>
              <a:gdLst/>
              <a:ahLst/>
              <a:cxnLst/>
              <a:rect l="l" t="t" r="r" b="b"/>
              <a:pathLst>
                <a:path w="1586" h="1466" extrusionOk="0">
                  <a:moveTo>
                    <a:pt x="149" y="1"/>
                  </a:moveTo>
                  <a:lnTo>
                    <a:pt x="1" y="630"/>
                  </a:lnTo>
                  <a:lnTo>
                    <a:pt x="1439" y="1465"/>
                  </a:lnTo>
                  <a:lnTo>
                    <a:pt x="1585" y="839"/>
                  </a:lnTo>
                  <a:lnTo>
                    <a:pt x="1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40"/>
            <p:cNvSpPr/>
            <p:nvPr/>
          </p:nvSpPr>
          <p:spPr>
            <a:xfrm>
              <a:off x="2075844" y="2453876"/>
              <a:ext cx="11356" cy="9808"/>
            </a:xfrm>
            <a:custGeom>
              <a:avLst/>
              <a:gdLst/>
              <a:ahLst/>
              <a:cxnLst/>
              <a:rect l="l" t="t" r="r" b="b"/>
              <a:pathLst>
                <a:path w="330" h="285" extrusionOk="0">
                  <a:moveTo>
                    <a:pt x="82" y="1"/>
                  </a:moveTo>
                  <a:cubicBezTo>
                    <a:pt x="33" y="1"/>
                    <a:pt x="1" y="35"/>
                    <a:pt x="1" y="95"/>
                  </a:cubicBezTo>
                  <a:lnTo>
                    <a:pt x="330" y="285"/>
                  </a:lnTo>
                  <a:cubicBezTo>
                    <a:pt x="330" y="196"/>
                    <a:pt x="257" y="78"/>
                    <a:pt x="164" y="27"/>
                  </a:cubicBezTo>
                  <a:cubicBezTo>
                    <a:pt x="134" y="9"/>
                    <a:pt x="106" y="1"/>
                    <a:pt x="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40"/>
            <p:cNvSpPr/>
            <p:nvPr/>
          </p:nvSpPr>
          <p:spPr>
            <a:xfrm>
              <a:off x="2113629" y="2475865"/>
              <a:ext cx="11356" cy="9842"/>
            </a:xfrm>
            <a:custGeom>
              <a:avLst/>
              <a:gdLst/>
              <a:ahLst/>
              <a:cxnLst/>
              <a:rect l="l" t="t" r="r" b="b"/>
              <a:pathLst>
                <a:path w="330" h="286" extrusionOk="0">
                  <a:moveTo>
                    <a:pt x="82" y="0"/>
                  </a:moveTo>
                  <a:cubicBezTo>
                    <a:pt x="33" y="0"/>
                    <a:pt x="0" y="34"/>
                    <a:pt x="1" y="95"/>
                  </a:cubicBezTo>
                  <a:lnTo>
                    <a:pt x="329" y="285"/>
                  </a:lnTo>
                  <a:cubicBezTo>
                    <a:pt x="329" y="194"/>
                    <a:pt x="256" y="79"/>
                    <a:pt x="164" y="26"/>
                  </a:cubicBezTo>
                  <a:cubicBezTo>
                    <a:pt x="134" y="9"/>
                    <a:pt x="106" y="0"/>
                    <a:pt x="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40"/>
            <p:cNvSpPr/>
            <p:nvPr/>
          </p:nvSpPr>
          <p:spPr>
            <a:xfrm>
              <a:off x="1462957" y="3307822"/>
              <a:ext cx="33415" cy="42981"/>
            </a:xfrm>
            <a:custGeom>
              <a:avLst/>
              <a:gdLst/>
              <a:ahLst/>
              <a:cxnLst/>
              <a:rect l="l" t="t" r="r" b="b"/>
              <a:pathLst>
                <a:path w="971" h="1249" extrusionOk="0">
                  <a:moveTo>
                    <a:pt x="270" y="1"/>
                  </a:moveTo>
                  <a:cubicBezTo>
                    <a:pt x="110" y="1"/>
                    <a:pt x="1" y="128"/>
                    <a:pt x="1" y="343"/>
                  </a:cubicBezTo>
                  <a:cubicBezTo>
                    <a:pt x="1" y="653"/>
                    <a:pt x="217" y="1026"/>
                    <a:pt x="485" y="1181"/>
                  </a:cubicBezTo>
                  <a:cubicBezTo>
                    <a:pt x="563" y="1227"/>
                    <a:pt x="637" y="1248"/>
                    <a:pt x="703" y="1248"/>
                  </a:cubicBezTo>
                  <a:cubicBezTo>
                    <a:pt x="862" y="1248"/>
                    <a:pt x="971" y="1122"/>
                    <a:pt x="971" y="905"/>
                  </a:cubicBezTo>
                  <a:cubicBezTo>
                    <a:pt x="971" y="596"/>
                    <a:pt x="754" y="222"/>
                    <a:pt x="488" y="68"/>
                  </a:cubicBezTo>
                  <a:cubicBezTo>
                    <a:pt x="410" y="22"/>
                    <a:pt x="335"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40"/>
            <p:cNvSpPr/>
            <p:nvPr/>
          </p:nvSpPr>
          <p:spPr>
            <a:xfrm>
              <a:off x="1466742" y="3301112"/>
              <a:ext cx="40607" cy="48487"/>
            </a:xfrm>
            <a:custGeom>
              <a:avLst/>
              <a:gdLst/>
              <a:ahLst/>
              <a:cxnLst/>
              <a:rect l="l" t="t" r="r" b="b"/>
              <a:pathLst>
                <a:path w="1180" h="1409" extrusionOk="0">
                  <a:moveTo>
                    <a:pt x="480" y="0"/>
                  </a:moveTo>
                  <a:cubicBezTo>
                    <a:pt x="432" y="0"/>
                    <a:pt x="388" y="12"/>
                    <a:pt x="350" y="33"/>
                  </a:cubicBezTo>
                  <a:lnTo>
                    <a:pt x="1" y="251"/>
                  </a:lnTo>
                  <a:cubicBezTo>
                    <a:pt x="35" y="231"/>
                    <a:pt x="77" y="221"/>
                    <a:pt x="124" y="221"/>
                  </a:cubicBezTo>
                  <a:cubicBezTo>
                    <a:pt x="197" y="221"/>
                    <a:pt x="281" y="245"/>
                    <a:pt x="363" y="292"/>
                  </a:cubicBezTo>
                  <a:cubicBezTo>
                    <a:pt x="630" y="446"/>
                    <a:pt x="848" y="820"/>
                    <a:pt x="846" y="1128"/>
                  </a:cubicBezTo>
                  <a:cubicBezTo>
                    <a:pt x="844" y="1271"/>
                    <a:pt x="811" y="1349"/>
                    <a:pt x="735" y="1399"/>
                  </a:cubicBezTo>
                  <a:lnTo>
                    <a:pt x="735" y="1399"/>
                  </a:lnTo>
                  <a:lnTo>
                    <a:pt x="1038" y="1214"/>
                  </a:lnTo>
                  <a:cubicBezTo>
                    <a:pt x="1126" y="1161"/>
                    <a:pt x="1178" y="1056"/>
                    <a:pt x="1178" y="902"/>
                  </a:cubicBezTo>
                  <a:cubicBezTo>
                    <a:pt x="1180" y="595"/>
                    <a:pt x="963" y="221"/>
                    <a:pt x="696" y="67"/>
                  </a:cubicBezTo>
                  <a:cubicBezTo>
                    <a:pt x="618" y="21"/>
                    <a:pt x="545" y="0"/>
                    <a:pt x="480" y="0"/>
                  </a:cubicBezTo>
                  <a:close/>
                  <a:moveTo>
                    <a:pt x="735" y="1399"/>
                  </a:moveTo>
                  <a:lnTo>
                    <a:pt x="719" y="1409"/>
                  </a:lnTo>
                  <a:cubicBezTo>
                    <a:pt x="725" y="1405"/>
                    <a:pt x="730" y="1402"/>
                    <a:pt x="735" y="139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40"/>
            <p:cNvSpPr/>
            <p:nvPr/>
          </p:nvSpPr>
          <p:spPr>
            <a:xfrm>
              <a:off x="1337042" y="3235453"/>
              <a:ext cx="33518" cy="42878"/>
            </a:xfrm>
            <a:custGeom>
              <a:avLst/>
              <a:gdLst/>
              <a:ahLst/>
              <a:cxnLst/>
              <a:rect l="l" t="t" r="r" b="b"/>
              <a:pathLst>
                <a:path w="974" h="1246" extrusionOk="0">
                  <a:moveTo>
                    <a:pt x="270" y="0"/>
                  </a:moveTo>
                  <a:cubicBezTo>
                    <a:pt x="111" y="0"/>
                    <a:pt x="2" y="126"/>
                    <a:pt x="2" y="341"/>
                  </a:cubicBezTo>
                  <a:cubicBezTo>
                    <a:pt x="1" y="648"/>
                    <a:pt x="219" y="1025"/>
                    <a:pt x="485" y="1179"/>
                  </a:cubicBezTo>
                  <a:cubicBezTo>
                    <a:pt x="563" y="1224"/>
                    <a:pt x="637" y="1246"/>
                    <a:pt x="703" y="1246"/>
                  </a:cubicBezTo>
                  <a:cubicBezTo>
                    <a:pt x="862" y="1246"/>
                    <a:pt x="972" y="1120"/>
                    <a:pt x="972" y="903"/>
                  </a:cubicBezTo>
                  <a:cubicBezTo>
                    <a:pt x="974" y="595"/>
                    <a:pt x="756" y="221"/>
                    <a:pt x="489" y="67"/>
                  </a:cubicBezTo>
                  <a:cubicBezTo>
                    <a:pt x="411" y="22"/>
                    <a:pt x="336" y="0"/>
                    <a:pt x="2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40"/>
            <p:cNvSpPr/>
            <p:nvPr/>
          </p:nvSpPr>
          <p:spPr>
            <a:xfrm>
              <a:off x="1345370" y="3246086"/>
              <a:ext cx="16897" cy="21680"/>
            </a:xfrm>
            <a:custGeom>
              <a:avLst/>
              <a:gdLst/>
              <a:ahLst/>
              <a:cxnLst/>
              <a:rect l="l" t="t" r="r" b="b"/>
              <a:pathLst>
                <a:path w="491" h="630" extrusionOk="0">
                  <a:moveTo>
                    <a:pt x="137" y="1"/>
                  </a:moveTo>
                  <a:cubicBezTo>
                    <a:pt x="57" y="1"/>
                    <a:pt x="2" y="64"/>
                    <a:pt x="2" y="175"/>
                  </a:cubicBezTo>
                  <a:cubicBezTo>
                    <a:pt x="0" y="329"/>
                    <a:pt x="108" y="517"/>
                    <a:pt x="245" y="596"/>
                  </a:cubicBezTo>
                  <a:cubicBezTo>
                    <a:pt x="284" y="619"/>
                    <a:pt x="321" y="629"/>
                    <a:pt x="354" y="629"/>
                  </a:cubicBezTo>
                  <a:cubicBezTo>
                    <a:pt x="434" y="629"/>
                    <a:pt x="489" y="567"/>
                    <a:pt x="490" y="457"/>
                  </a:cubicBezTo>
                  <a:cubicBezTo>
                    <a:pt x="490" y="301"/>
                    <a:pt x="382" y="114"/>
                    <a:pt x="247" y="35"/>
                  </a:cubicBezTo>
                  <a:cubicBezTo>
                    <a:pt x="208" y="12"/>
                    <a:pt x="170" y="1"/>
                    <a:pt x="1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40"/>
            <p:cNvSpPr/>
            <p:nvPr/>
          </p:nvSpPr>
          <p:spPr>
            <a:xfrm>
              <a:off x="1340896" y="3228708"/>
              <a:ext cx="40607" cy="48556"/>
            </a:xfrm>
            <a:custGeom>
              <a:avLst/>
              <a:gdLst/>
              <a:ahLst/>
              <a:cxnLst/>
              <a:rect l="l" t="t" r="r" b="b"/>
              <a:pathLst>
                <a:path w="1180" h="1411" extrusionOk="0">
                  <a:moveTo>
                    <a:pt x="478" y="1"/>
                  </a:moveTo>
                  <a:cubicBezTo>
                    <a:pt x="431" y="1"/>
                    <a:pt x="388" y="12"/>
                    <a:pt x="351" y="33"/>
                  </a:cubicBezTo>
                  <a:lnTo>
                    <a:pt x="0" y="250"/>
                  </a:lnTo>
                  <a:cubicBezTo>
                    <a:pt x="35" y="230"/>
                    <a:pt x="78" y="220"/>
                    <a:pt x="125" y="220"/>
                  </a:cubicBezTo>
                  <a:cubicBezTo>
                    <a:pt x="197" y="220"/>
                    <a:pt x="281" y="243"/>
                    <a:pt x="363" y="291"/>
                  </a:cubicBezTo>
                  <a:cubicBezTo>
                    <a:pt x="629" y="445"/>
                    <a:pt x="846" y="819"/>
                    <a:pt x="846" y="1126"/>
                  </a:cubicBezTo>
                  <a:cubicBezTo>
                    <a:pt x="846" y="1274"/>
                    <a:pt x="808" y="1353"/>
                    <a:pt x="727" y="1405"/>
                  </a:cubicBezTo>
                  <a:lnTo>
                    <a:pt x="727" y="1405"/>
                  </a:lnTo>
                  <a:lnTo>
                    <a:pt x="1039" y="1213"/>
                  </a:lnTo>
                  <a:cubicBezTo>
                    <a:pt x="1125" y="1161"/>
                    <a:pt x="1179" y="1053"/>
                    <a:pt x="1179" y="901"/>
                  </a:cubicBezTo>
                  <a:cubicBezTo>
                    <a:pt x="1178" y="597"/>
                    <a:pt x="963" y="221"/>
                    <a:pt x="695" y="67"/>
                  </a:cubicBezTo>
                  <a:cubicBezTo>
                    <a:pt x="617" y="22"/>
                    <a:pt x="543" y="1"/>
                    <a:pt x="478" y="1"/>
                  </a:cubicBezTo>
                  <a:close/>
                  <a:moveTo>
                    <a:pt x="727" y="1405"/>
                  </a:moveTo>
                  <a:lnTo>
                    <a:pt x="718" y="1410"/>
                  </a:lnTo>
                  <a:cubicBezTo>
                    <a:pt x="721" y="1408"/>
                    <a:pt x="724" y="1406"/>
                    <a:pt x="727" y="14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40"/>
            <p:cNvSpPr/>
            <p:nvPr/>
          </p:nvSpPr>
          <p:spPr>
            <a:xfrm>
              <a:off x="1324275" y="3150970"/>
              <a:ext cx="258266" cy="183969"/>
            </a:xfrm>
            <a:custGeom>
              <a:avLst/>
              <a:gdLst/>
              <a:ahLst/>
              <a:cxnLst/>
              <a:rect l="l" t="t" r="r" b="b"/>
              <a:pathLst>
                <a:path w="7505" h="5346" extrusionOk="0">
                  <a:moveTo>
                    <a:pt x="3" y="1511"/>
                  </a:moveTo>
                  <a:lnTo>
                    <a:pt x="3" y="1511"/>
                  </a:lnTo>
                  <a:cubicBezTo>
                    <a:pt x="2" y="1511"/>
                    <a:pt x="2" y="1511"/>
                    <a:pt x="2" y="1512"/>
                  </a:cubicBezTo>
                  <a:lnTo>
                    <a:pt x="2" y="1512"/>
                  </a:lnTo>
                  <a:lnTo>
                    <a:pt x="3" y="1511"/>
                  </a:lnTo>
                  <a:close/>
                  <a:moveTo>
                    <a:pt x="2" y="1512"/>
                  </a:moveTo>
                  <a:lnTo>
                    <a:pt x="0" y="1513"/>
                  </a:lnTo>
                  <a:cubicBezTo>
                    <a:pt x="1" y="1513"/>
                    <a:pt x="1" y="1512"/>
                    <a:pt x="2" y="1512"/>
                  </a:cubicBezTo>
                  <a:close/>
                  <a:moveTo>
                    <a:pt x="3191" y="1"/>
                  </a:moveTo>
                  <a:cubicBezTo>
                    <a:pt x="3145" y="1"/>
                    <a:pt x="3102" y="12"/>
                    <a:pt x="3065" y="33"/>
                  </a:cubicBezTo>
                  <a:lnTo>
                    <a:pt x="2335" y="458"/>
                  </a:lnTo>
                  <a:lnTo>
                    <a:pt x="2157" y="380"/>
                  </a:lnTo>
                  <a:cubicBezTo>
                    <a:pt x="2118" y="364"/>
                    <a:pt x="2081" y="356"/>
                    <a:pt x="2046" y="356"/>
                  </a:cubicBezTo>
                  <a:cubicBezTo>
                    <a:pt x="2008" y="356"/>
                    <a:pt x="1974" y="366"/>
                    <a:pt x="1945" y="383"/>
                  </a:cubicBezTo>
                  <a:lnTo>
                    <a:pt x="3" y="1511"/>
                  </a:lnTo>
                  <a:lnTo>
                    <a:pt x="3" y="1511"/>
                  </a:lnTo>
                  <a:cubicBezTo>
                    <a:pt x="3" y="1511"/>
                    <a:pt x="3" y="1511"/>
                    <a:pt x="3" y="1511"/>
                  </a:cubicBezTo>
                  <a:lnTo>
                    <a:pt x="659" y="1753"/>
                  </a:lnTo>
                  <a:cubicBezTo>
                    <a:pt x="682" y="1756"/>
                    <a:pt x="705" y="1758"/>
                    <a:pt x="726" y="1758"/>
                  </a:cubicBezTo>
                  <a:cubicBezTo>
                    <a:pt x="945" y="1758"/>
                    <a:pt x="1064" y="1580"/>
                    <a:pt x="1064" y="1580"/>
                  </a:cubicBezTo>
                  <a:lnTo>
                    <a:pt x="1103" y="1438"/>
                  </a:lnTo>
                  <a:cubicBezTo>
                    <a:pt x="1135" y="1325"/>
                    <a:pt x="1226" y="1262"/>
                    <a:pt x="1336" y="1262"/>
                  </a:cubicBezTo>
                  <a:cubicBezTo>
                    <a:pt x="1393" y="1262"/>
                    <a:pt x="1456" y="1279"/>
                    <a:pt x="1517" y="1315"/>
                  </a:cubicBezTo>
                  <a:lnTo>
                    <a:pt x="3434" y="2421"/>
                  </a:lnTo>
                  <a:cubicBezTo>
                    <a:pt x="3615" y="2525"/>
                    <a:pt x="3753" y="2799"/>
                    <a:pt x="3836" y="3028"/>
                  </a:cubicBezTo>
                  <a:lnTo>
                    <a:pt x="3956" y="3359"/>
                  </a:lnTo>
                  <a:cubicBezTo>
                    <a:pt x="4038" y="3590"/>
                    <a:pt x="4325" y="3884"/>
                    <a:pt x="4505" y="4014"/>
                  </a:cubicBezTo>
                  <a:lnTo>
                    <a:pt x="5326" y="4689"/>
                  </a:lnTo>
                  <a:cubicBezTo>
                    <a:pt x="5503" y="4819"/>
                    <a:pt x="5481" y="4964"/>
                    <a:pt x="5481" y="5170"/>
                  </a:cubicBezTo>
                  <a:lnTo>
                    <a:pt x="5481" y="5346"/>
                  </a:lnTo>
                  <a:lnTo>
                    <a:pt x="7498" y="4143"/>
                  </a:lnTo>
                  <a:lnTo>
                    <a:pt x="7498" y="3965"/>
                  </a:lnTo>
                  <a:cubicBezTo>
                    <a:pt x="7504" y="3758"/>
                    <a:pt x="7359" y="3486"/>
                    <a:pt x="7182" y="3355"/>
                  </a:cubicBezTo>
                  <a:lnTo>
                    <a:pt x="6362" y="2755"/>
                  </a:lnTo>
                  <a:cubicBezTo>
                    <a:pt x="6183" y="2625"/>
                    <a:pt x="5969" y="2330"/>
                    <a:pt x="5888" y="2098"/>
                  </a:cubicBezTo>
                  <a:lnTo>
                    <a:pt x="5769" y="1767"/>
                  </a:lnTo>
                  <a:cubicBezTo>
                    <a:pt x="5686" y="1535"/>
                    <a:pt x="5472" y="1264"/>
                    <a:pt x="5291" y="1160"/>
                  </a:cubicBezTo>
                  <a:lnTo>
                    <a:pt x="3373" y="54"/>
                  </a:lnTo>
                  <a:cubicBezTo>
                    <a:pt x="3311" y="18"/>
                    <a:pt x="3248" y="1"/>
                    <a:pt x="3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40"/>
            <p:cNvSpPr/>
            <p:nvPr/>
          </p:nvSpPr>
          <p:spPr>
            <a:xfrm>
              <a:off x="1320386" y="3189856"/>
              <a:ext cx="195188" cy="154650"/>
            </a:xfrm>
            <a:custGeom>
              <a:avLst/>
              <a:gdLst/>
              <a:ahLst/>
              <a:cxnLst/>
              <a:rect l="l" t="t" r="r" b="b"/>
              <a:pathLst>
                <a:path w="5672" h="4494" extrusionOk="0">
                  <a:moveTo>
                    <a:pt x="1358" y="1"/>
                  </a:moveTo>
                  <a:cubicBezTo>
                    <a:pt x="1248" y="1"/>
                    <a:pt x="1157" y="63"/>
                    <a:pt x="1126" y="176"/>
                  </a:cubicBezTo>
                  <a:lnTo>
                    <a:pt x="1077" y="352"/>
                  </a:lnTo>
                  <a:cubicBezTo>
                    <a:pt x="1042" y="479"/>
                    <a:pt x="931" y="555"/>
                    <a:pt x="803" y="555"/>
                  </a:cubicBezTo>
                  <a:cubicBezTo>
                    <a:pt x="758" y="555"/>
                    <a:pt x="711" y="546"/>
                    <a:pt x="665" y="526"/>
                  </a:cubicBezTo>
                  <a:lnTo>
                    <a:pt x="325" y="381"/>
                  </a:lnTo>
                  <a:cubicBezTo>
                    <a:pt x="287" y="365"/>
                    <a:pt x="250" y="357"/>
                    <a:pt x="215" y="357"/>
                  </a:cubicBezTo>
                  <a:cubicBezTo>
                    <a:pt x="92" y="357"/>
                    <a:pt x="2" y="457"/>
                    <a:pt x="2" y="618"/>
                  </a:cubicBezTo>
                  <a:lnTo>
                    <a:pt x="1" y="873"/>
                  </a:lnTo>
                  <a:cubicBezTo>
                    <a:pt x="9" y="874"/>
                    <a:pt x="18" y="879"/>
                    <a:pt x="25" y="883"/>
                  </a:cubicBezTo>
                  <a:lnTo>
                    <a:pt x="135" y="947"/>
                  </a:lnTo>
                  <a:cubicBezTo>
                    <a:pt x="207" y="990"/>
                    <a:pt x="265" y="1091"/>
                    <a:pt x="265" y="1173"/>
                  </a:cubicBezTo>
                  <a:lnTo>
                    <a:pt x="265" y="1301"/>
                  </a:lnTo>
                  <a:cubicBezTo>
                    <a:pt x="265" y="1359"/>
                    <a:pt x="236" y="1393"/>
                    <a:pt x="191" y="1393"/>
                  </a:cubicBezTo>
                  <a:cubicBezTo>
                    <a:pt x="183" y="1393"/>
                    <a:pt x="174" y="1392"/>
                    <a:pt x="164" y="1389"/>
                  </a:cubicBezTo>
                  <a:lnTo>
                    <a:pt x="164" y="1389"/>
                  </a:lnTo>
                  <a:lnTo>
                    <a:pt x="483" y="1572"/>
                  </a:lnTo>
                  <a:cubicBezTo>
                    <a:pt x="485" y="1320"/>
                    <a:pt x="613" y="1174"/>
                    <a:pt x="798" y="1174"/>
                  </a:cubicBezTo>
                  <a:cubicBezTo>
                    <a:pt x="874" y="1174"/>
                    <a:pt x="960" y="1199"/>
                    <a:pt x="1051" y="1252"/>
                  </a:cubicBezTo>
                  <a:cubicBezTo>
                    <a:pt x="1363" y="1430"/>
                    <a:pt x="1614" y="1866"/>
                    <a:pt x="1614" y="2225"/>
                  </a:cubicBezTo>
                  <a:lnTo>
                    <a:pt x="4047" y="3629"/>
                  </a:lnTo>
                  <a:cubicBezTo>
                    <a:pt x="4049" y="3377"/>
                    <a:pt x="4178" y="3232"/>
                    <a:pt x="4363" y="3232"/>
                  </a:cubicBezTo>
                  <a:cubicBezTo>
                    <a:pt x="4439" y="3232"/>
                    <a:pt x="4526" y="3257"/>
                    <a:pt x="4616" y="3309"/>
                  </a:cubicBezTo>
                  <a:cubicBezTo>
                    <a:pt x="4927" y="3489"/>
                    <a:pt x="5180" y="3923"/>
                    <a:pt x="5180" y="4282"/>
                  </a:cubicBezTo>
                  <a:lnTo>
                    <a:pt x="5546" y="4494"/>
                  </a:lnTo>
                  <a:cubicBezTo>
                    <a:pt x="5488" y="4444"/>
                    <a:pt x="5446" y="4359"/>
                    <a:pt x="5446" y="4289"/>
                  </a:cubicBezTo>
                  <a:lnTo>
                    <a:pt x="5446" y="4162"/>
                  </a:lnTo>
                  <a:cubicBezTo>
                    <a:pt x="5446" y="4102"/>
                    <a:pt x="5475" y="4069"/>
                    <a:pt x="5518" y="4069"/>
                  </a:cubicBezTo>
                  <a:cubicBezTo>
                    <a:pt x="5536" y="4069"/>
                    <a:pt x="5555" y="4074"/>
                    <a:pt x="5576" y="4086"/>
                  </a:cubicBezTo>
                  <a:lnTo>
                    <a:pt x="5671" y="4141"/>
                  </a:lnTo>
                  <a:lnTo>
                    <a:pt x="5671" y="3966"/>
                  </a:lnTo>
                  <a:cubicBezTo>
                    <a:pt x="5671" y="3759"/>
                    <a:pt x="5526" y="3484"/>
                    <a:pt x="5349" y="3354"/>
                  </a:cubicBezTo>
                  <a:lnTo>
                    <a:pt x="4527" y="2753"/>
                  </a:lnTo>
                  <a:cubicBezTo>
                    <a:pt x="4349" y="2623"/>
                    <a:pt x="4137" y="2330"/>
                    <a:pt x="4055" y="2099"/>
                  </a:cubicBezTo>
                  <a:lnTo>
                    <a:pt x="3935" y="1767"/>
                  </a:lnTo>
                  <a:cubicBezTo>
                    <a:pt x="3851" y="1537"/>
                    <a:pt x="3639" y="1265"/>
                    <a:pt x="3458" y="1160"/>
                  </a:cubicBezTo>
                  <a:lnTo>
                    <a:pt x="1540" y="53"/>
                  </a:lnTo>
                  <a:cubicBezTo>
                    <a:pt x="1478" y="18"/>
                    <a:pt x="1415" y="1"/>
                    <a:pt x="13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40"/>
            <p:cNvSpPr/>
            <p:nvPr/>
          </p:nvSpPr>
          <p:spPr>
            <a:xfrm>
              <a:off x="1411304" y="3219623"/>
              <a:ext cx="48315" cy="57090"/>
            </a:xfrm>
            <a:custGeom>
              <a:avLst/>
              <a:gdLst/>
              <a:ahLst/>
              <a:cxnLst/>
              <a:rect l="l" t="t" r="r" b="b"/>
              <a:pathLst>
                <a:path w="1404" h="1659" extrusionOk="0">
                  <a:moveTo>
                    <a:pt x="41" y="0"/>
                  </a:moveTo>
                  <a:cubicBezTo>
                    <a:pt x="35" y="0"/>
                    <a:pt x="29" y="2"/>
                    <a:pt x="23" y="5"/>
                  </a:cubicBezTo>
                  <a:cubicBezTo>
                    <a:pt x="11" y="9"/>
                    <a:pt x="4" y="22"/>
                    <a:pt x="4" y="36"/>
                  </a:cubicBezTo>
                  <a:lnTo>
                    <a:pt x="1" y="855"/>
                  </a:lnTo>
                  <a:cubicBezTo>
                    <a:pt x="1" y="868"/>
                    <a:pt x="8" y="880"/>
                    <a:pt x="18" y="886"/>
                  </a:cubicBezTo>
                  <a:lnTo>
                    <a:pt x="1345" y="1652"/>
                  </a:lnTo>
                  <a:cubicBezTo>
                    <a:pt x="1350" y="1655"/>
                    <a:pt x="1357" y="1658"/>
                    <a:pt x="1363" y="1658"/>
                  </a:cubicBezTo>
                  <a:cubicBezTo>
                    <a:pt x="1370" y="1658"/>
                    <a:pt x="1379" y="1655"/>
                    <a:pt x="1386" y="1651"/>
                  </a:cubicBezTo>
                  <a:cubicBezTo>
                    <a:pt x="1398" y="1641"/>
                    <a:pt x="1404" y="1624"/>
                    <a:pt x="1398" y="1610"/>
                  </a:cubicBezTo>
                  <a:lnTo>
                    <a:pt x="1180" y="893"/>
                  </a:lnTo>
                  <a:cubicBezTo>
                    <a:pt x="1126" y="732"/>
                    <a:pt x="962" y="526"/>
                    <a:pt x="835" y="451"/>
                  </a:cubicBezTo>
                  <a:lnTo>
                    <a:pt x="59" y="5"/>
                  </a:lnTo>
                  <a:cubicBezTo>
                    <a:pt x="53" y="2"/>
                    <a:pt x="47" y="0"/>
                    <a:pt x="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40"/>
            <p:cNvSpPr/>
            <p:nvPr/>
          </p:nvSpPr>
          <p:spPr>
            <a:xfrm>
              <a:off x="1377648" y="3200180"/>
              <a:ext cx="26739" cy="44599"/>
            </a:xfrm>
            <a:custGeom>
              <a:avLst/>
              <a:gdLst/>
              <a:ahLst/>
              <a:cxnLst/>
              <a:rect l="l" t="t" r="r" b="b"/>
              <a:pathLst>
                <a:path w="777" h="1296" extrusionOk="0">
                  <a:moveTo>
                    <a:pt x="40" y="0"/>
                  </a:moveTo>
                  <a:cubicBezTo>
                    <a:pt x="34" y="0"/>
                    <a:pt x="27" y="1"/>
                    <a:pt x="22" y="4"/>
                  </a:cubicBezTo>
                  <a:cubicBezTo>
                    <a:pt x="12" y="11"/>
                    <a:pt x="2" y="24"/>
                    <a:pt x="2" y="37"/>
                  </a:cubicBezTo>
                  <a:lnTo>
                    <a:pt x="0" y="857"/>
                  </a:lnTo>
                  <a:cubicBezTo>
                    <a:pt x="0" y="870"/>
                    <a:pt x="7" y="881"/>
                    <a:pt x="19" y="887"/>
                  </a:cubicBezTo>
                  <a:lnTo>
                    <a:pt x="717" y="1290"/>
                  </a:lnTo>
                  <a:cubicBezTo>
                    <a:pt x="723" y="1294"/>
                    <a:pt x="727" y="1296"/>
                    <a:pt x="736" y="1296"/>
                  </a:cubicBezTo>
                  <a:cubicBezTo>
                    <a:pt x="740" y="1296"/>
                    <a:pt x="748" y="1294"/>
                    <a:pt x="754" y="1290"/>
                  </a:cubicBezTo>
                  <a:cubicBezTo>
                    <a:pt x="764" y="1284"/>
                    <a:pt x="773" y="1272"/>
                    <a:pt x="773" y="1259"/>
                  </a:cubicBezTo>
                  <a:lnTo>
                    <a:pt x="774" y="440"/>
                  </a:lnTo>
                  <a:cubicBezTo>
                    <a:pt x="777" y="426"/>
                    <a:pt x="773" y="416"/>
                    <a:pt x="759" y="409"/>
                  </a:cubicBezTo>
                  <a:lnTo>
                    <a:pt x="59" y="4"/>
                  </a:lnTo>
                  <a:cubicBezTo>
                    <a:pt x="53" y="1"/>
                    <a:pt x="47" y="0"/>
                    <a:pt x="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40"/>
            <p:cNvSpPr/>
            <p:nvPr/>
          </p:nvSpPr>
          <p:spPr>
            <a:xfrm>
              <a:off x="1361062" y="3197117"/>
              <a:ext cx="15382" cy="31591"/>
            </a:xfrm>
            <a:custGeom>
              <a:avLst/>
              <a:gdLst/>
              <a:ahLst/>
              <a:cxnLst/>
              <a:rect l="l" t="t" r="r" b="b"/>
              <a:pathLst>
                <a:path w="447" h="918" extrusionOk="0">
                  <a:moveTo>
                    <a:pt x="315" y="0"/>
                  </a:moveTo>
                  <a:cubicBezTo>
                    <a:pt x="227" y="0"/>
                    <a:pt x="154" y="53"/>
                    <a:pt x="132" y="135"/>
                  </a:cubicBezTo>
                  <a:lnTo>
                    <a:pt x="5" y="659"/>
                  </a:lnTo>
                  <a:cubicBezTo>
                    <a:pt x="1" y="675"/>
                    <a:pt x="8" y="691"/>
                    <a:pt x="21" y="698"/>
                  </a:cubicBezTo>
                  <a:lnTo>
                    <a:pt x="391" y="912"/>
                  </a:lnTo>
                  <a:cubicBezTo>
                    <a:pt x="394" y="916"/>
                    <a:pt x="402" y="918"/>
                    <a:pt x="409" y="918"/>
                  </a:cubicBezTo>
                  <a:cubicBezTo>
                    <a:pt x="415" y="918"/>
                    <a:pt x="421" y="916"/>
                    <a:pt x="428" y="912"/>
                  </a:cubicBezTo>
                  <a:cubicBezTo>
                    <a:pt x="438" y="906"/>
                    <a:pt x="445" y="894"/>
                    <a:pt x="445" y="881"/>
                  </a:cubicBezTo>
                  <a:lnTo>
                    <a:pt x="447" y="62"/>
                  </a:lnTo>
                  <a:cubicBezTo>
                    <a:pt x="447" y="46"/>
                    <a:pt x="440" y="33"/>
                    <a:pt x="428" y="27"/>
                  </a:cubicBezTo>
                  <a:cubicBezTo>
                    <a:pt x="393" y="9"/>
                    <a:pt x="352" y="0"/>
                    <a:pt x="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40"/>
            <p:cNvSpPr/>
            <p:nvPr/>
          </p:nvSpPr>
          <p:spPr>
            <a:xfrm>
              <a:off x="1460135" y="3209230"/>
              <a:ext cx="72989" cy="64283"/>
            </a:xfrm>
            <a:custGeom>
              <a:avLst/>
              <a:gdLst/>
              <a:ahLst/>
              <a:cxnLst/>
              <a:rect l="l" t="t" r="r" b="b"/>
              <a:pathLst>
                <a:path w="2121" h="1868" extrusionOk="0">
                  <a:moveTo>
                    <a:pt x="1681" y="0"/>
                  </a:moveTo>
                  <a:cubicBezTo>
                    <a:pt x="1675" y="0"/>
                    <a:pt x="1669" y="1"/>
                    <a:pt x="1663" y="4"/>
                  </a:cubicBezTo>
                  <a:lnTo>
                    <a:pt x="24" y="958"/>
                  </a:lnTo>
                  <a:cubicBezTo>
                    <a:pt x="8" y="967"/>
                    <a:pt x="1" y="987"/>
                    <a:pt x="10" y="1005"/>
                  </a:cubicBezTo>
                  <a:cubicBezTo>
                    <a:pt x="23" y="1033"/>
                    <a:pt x="33" y="1060"/>
                    <a:pt x="43" y="1087"/>
                  </a:cubicBezTo>
                  <a:lnTo>
                    <a:pt x="102" y="1246"/>
                  </a:lnTo>
                  <a:cubicBezTo>
                    <a:pt x="125" y="1296"/>
                    <a:pt x="147" y="1354"/>
                    <a:pt x="163" y="1422"/>
                  </a:cubicBezTo>
                  <a:cubicBezTo>
                    <a:pt x="213" y="1555"/>
                    <a:pt x="310" y="1717"/>
                    <a:pt x="425" y="1855"/>
                  </a:cubicBezTo>
                  <a:cubicBezTo>
                    <a:pt x="431" y="1864"/>
                    <a:pt x="443" y="1868"/>
                    <a:pt x="453" y="1868"/>
                  </a:cubicBezTo>
                  <a:cubicBezTo>
                    <a:pt x="457" y="1868"/>
                    <a:pt x="465" y="1866"/>
                    <a:pt x="471" y="1864"/>
                  </a:cubicBezTo>
                  <a:lnTo>
                    <a:pt x="2102" y="917"/>
                  </a:lnTo>
                  <a:cubicBezTo>
                    <a:pt x="2111" y="911"/>
                    <a:pt x="2117" y="902"/>
                    <a:pt x="2118" y="891"/>
                  </a:cubicBezTo>
                  <a:cubicBezTo>
                    <a:pt x="2121" y="882"/>
                    <a:pt x="2117" y="872"/>
                    <a:pt x="2111" y="864"/>
                  </a:cubicBezTo>
                  <a:cubicBezTo>
                    <a:pt x="2004" y="724"/>
                    <a:pt x="1913" y="566"/>
                    <a:pt x="1866" y="433"/>
                  </a:cubicBezTo>
                  <a:lnTo>
                    <a:pt x="1748" y="102"/>
                  </a:lnTo>
                  <a:cubicBezTo>
                    <a:pt x="1738" y="76"/>
                    <a:pt x="1726" y="48"/>
                    <a:pt x="1714" y="22"/>
                  </a:cubicBezTo>
                  <a:cubicBezTo>
                    <a:pt x="1711" y="11"/>
                    <a:pt x="1701" y="4"/>
                    <a:pt x="1692" y="1"/>
                  </a:cubicBezTo>
                  <a:cubicBezTo>
                    <a:pt x="1689" y="1"/>
                    <a:pt x="1685" y="0"/>
                    <a:pt x="16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40"/>
            <p:cNvSpPr/>
            <p:nvPr/>
          </p:nvSpPr>
          <p:spPr>
            <a:xfrm>
              <a:off x="1412680" y="3220896"/>
              <a:ext cx="45700" cy="54578"/>
            </a:xfrm>
            <a:custGeom>
              <a:avLst/>
              <a:gdLst/>
              <a:ahLst/>
              <a:cxnLst/>
              <a:rect l="l" t="t" r="r" b="b"/>
              <a:pathLst>
                <a:path w="1328" h="1586" extrusionOk="0">
                  <a:moveTo>
                    <a:pt x="6" y="0"/>
                  </a:moveTo>
                  <a:lnTo>
                    <a:pt x="0" y="819"/>
                  </a:lnTo>
                  <a:lnTo>
                    <a:pt x="1327" y="1586"/>
                  </a:lnTo>
                  <a:lnTo>
                    <a:pt x="1111" y="871"/>
                  </a:lnTo>
                  <a:cubicBezTo>
                    <a:pt x="1057" y="717"/>
                    <a:pt x="897" y="516"/>
                    <a:pt x="779" y="446"/>
                  </a:cubicBezTo>
                  <a:lnTo>
                    <a:pt x="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40"/>
            <p:cNvSpPr/>
            <p:nvPr/>
          </p:nvSpPr>
          <p:spPr>
            <a:xfrm>
              <a:off x="1379059" y="3201453"/>
              <a:ext cx="24089" cy="42052"/>
            </a:xfrm>
            <a:custGeom>
              <a:avLst/>
              <a:gdLst/>
              <a:ahLst/>
              <a:cxnLst/>
              <a:rect l="l" t="t" r="r" b="b"/>
              <a:pathLst>
                <a:path w="700" h="1222" extrusionOk="0">
                  <a:moveTo>
                    <a:pt x="1" y="0"/>
                  </a:moveTo>
                  <a:lnTo>
                    <a:pt x="0" y="820"/>
                  </a:lnTo>
                  <a:lnTo>
                    <a:pt x="698" y="1222"/>
                  </a:lnTo>
                  <a:lnTo>
                    <a:pt x="699" y="404"/>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40"/>
            <p:cNvSpPr/>
            <p:nvPr/>
          </p:nvSpPr>
          <p:spPr>
            <a:xfrm>
              <a:off x="1362369" y="3198356"/>
              <a:ext cx="12836" cy="29044"/>
            </a:xfrm>
            <a:custGeom>
              <a:avLst/>
              <a:gdLst/>
              <a:ahLst/>
              <a:cxnLst/>
              <a:rect l="l" t="t" r="r" b="b"/>
              <a:pathLst>
                <a:path w="373" h="844" extrusionOk="0">
                  <a:moveTo>
                    <a:pt x="277" y="1"/>
                  </a:moveTo>
                  <a:cubicBezTo>
                    <a:pt x="209" y="1"/>
                    <a:pt x="150" y="38"/>
                    <a:pt x="129" y="108"/>
                  </a:cubicBezTo>
                  <a:lnTo>
                    <a:pt x="1" y="629"/>
                  </a:lnTo>
                  <a:lnTo>
                    <a:pt x="371" y="844"/>
                  </a:lnTo>
                  <a:lnTo>
                    <a:pt x="372" y="24"/>
                  </a:lnTo>
                  <a:cubicBezTo>
                    <a:pt x="340" y="8"/>
                    <a:pt x="308" y="1"/>
                    <a:pt x="2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40"/>
            <p:cNvSpPr/>
            <p:nvPr/>
          </p:nvSpPr>
          <p:spPr>
            <a:xfrm>
              <a:off x="1381468" y="3238378"/>
              <a:ext cx="9601" cy="8156"/>
            </a:xfrm>
            <a:custGeom>
              <a:avLst/>
              <a:gdLst/>
              <a:ahLst/>
              <a:cxnLst/>
              <a:rect l="l" t="t" r="r" b="b"/>
              <a:pathLst>
                <a:path w="279" h="237" extrusionOk="0">
                  <a:moveTo>
                    <a:pt x="30" y="1"/>
                  </a:moveTo>
                  <a:cubicBezTo>
                    <a:pt x="12" y="1"/>
                    <a:pt x="0" y="15"/>
                    <a:pt x="0" y="39"/>
                  </a:cubicBezTo>
                  <a:cubicBezTo>
                    <a:pt x="0" y="71"/>
                    <a:pt x="25" y="114"/>
                    <a:pt x="54" y="130"/>
                  </a:cubicBezTo>
                  <a:lnTo>
                    <a:pt x="224" y="229"/>
                  </a:lnTo>
                  <a:cubicBezTo>
                    <a:pt x="233" y="234"/>
                    <a:pt x="241" y="236"/>
                    <a:pt x="248" y="236"/>
                  </a:cubicBezTo>
                  <a:cubicBezTo>
                    <a:pt x="266" y="236"/>
                    <a:pt x="278" y="223"/>
                    <a:pt x="278" y="200"/>
                  </a:cubicBezTo>
                  <a:cubicBezTo>
                    <a:pt x="278" y="166"/>
                    <a:pt x="253" y="126"/>
                    <a:pt x="226" y="108"/>
                  </a:cubicBezTo>
                  <a:lnTo>
                    <a:pt x="54" y="8"/>
                  </a:lnTo>
                  <a:cubicBezTo>
                    <a:pt x="46" y="3"/>
                    <a:pt x="37" y="1"/>
                    <a:pt x="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40"/>
            <p:cNvSpPr/>
            <p:nvPr/>
          </p:nvSpPr>
          <p:spPr>
            <a:xfrm>
              <a:off x="1419425" y="3260298"/>
              <a:ext cx="9601" cy="8190"/>
            </a:xfrm>
            <a:custGeom>
              <a:avLst/>
              <a:gdLst/>
              <a:ahLst/>
              <a:cxnLst/>
              <a:rect l="l" t="t" r="r" b="b"/>
              <a:pathLst>
                <a:path w="279" h="238" extrusionOk="0">
                  <a:moveTo>
                    <a:pt x="29" y="0"/>
                  </a:moveTo>
                  <a:cubicBezTo>
                    <a:pt x="12" y="0"/>
                    <a:pt x="0" y="14"/>
                    <a:pt x="0" y="39"/>
                  </a:cubicBezTo>
                  <a:cubicBezTo>
                    <a:pt x="0" y="71"/>
                    <a:pt x="24" y="113"/>
                    <a:pt x="53" y="129"/>
                  </a:cubicBezTo>
                  <a:lnTo>
                    <a:pt x="226" y="230"/>
                  </a:lnTo>
                  <a:cubicBezTo>
                    <a:pt x="234" y="235"/>
                    <a:pt x="242" y="237"/>
                    <a:pt x="249" y="237"/>
                  </a:cubicBezTo>
                  <a:cubicBezTo>
                    <a:pt x="266" y="237"/>
                    <a:pt x="278" y="224"/>
                    <a:pt x="278" y="200"/>
                  </a:cubicBezTo>
                  <a:cubicBezTo>
                    <a:pt x="278" y="164"/>
                    <a:pt x="255" y="125"/>
                    <a:pt x="226" y="107"/>
                  </a:cubicBezTo>
                  <a:lnTo>
                    <a:pt x="53" y="8"/>
                  </a:lnTo>
                  <a:cubicBezTo>
                    <a:pt x="44" y="3"/>
                    <a:pt x="36"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40"/>
            <p:cNvSpPr/>
            <p:nvPr/>
          </p:nvSpPr>
          <p:spPr>
            <a:xfrm>
              <a:off x="1461512" y="3210503"/>
              <a:ext cx="70270" cy="61805"/>
            </a:xfrm>
            <a:custGeom>
              <a:avLst/>
              <a:gdLst/>
              <a:ahLst/>
              <a:cxnLst/>
              <a:rect l="l" t="t" r="r" b="b"/>
              <a:pathLst>
                <a:path w="2042" h="1796" extrusionOk="0">
                  <a:moveTo>
                    <a:pt x="1639" y="1"/>
                  </a:moveTo>
                  <a:lnTo>
                    <a:pt x="0" y="953"/>
                  </a:lnTo>
                  <a:cubicBezTo>
                    <a:pt x="14" y="981"/>
                    <a:pt x="27" y="1010"/>
                    <a:pt x="36" y="1038"/>
                  </a:cubicBezTo>
                  <a:lnTo>
                    <a:pt x="91" y="1193"/>
                  </a:lnTo>
                  <a:cubicBezTo>
                    <a:pt x="118" y="1247"/>
                    <a:pt x="138" y="1309"/>
                    <a:pt x="154" y="1372"/>
                  </a:cubicBezTo>
                  <a:cubicBezTo>
                    <a:pt x="204" y="1508"/>
                    <a:pt x="305" y="1669"/>
                    <a:pt x="410" y="1796"/>
                  </a:cubicBezTo>
                  <a:lnTo>
                    <a:pt x="2041" y="849"/>
                  </a:lnTo>
                  <a:cubicBezTo>
                    <a:pt x="1935" y="710"/>
                    <a:pt x="1841" y="549"/>
                    <a:pt x="1791" y="409"/>
                  </a:cubicBezTo>
                  <a:lnTo>
                    <a:pt x="1673" y="77"/>
                  </a:lnTo>
                  <a:cubicBezTo>
                    <a:pt x="1664" y="52"/>
                    <a:pt x="1652" y="26"/>
                    <a:pt x="16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40"/>
            <p:cNvSpPr/>
            <p:nvPr/>
          </p:nvSpPr>
          <p:spPr>
            <a:xfrm>
              <a:off x="1518671" y="3313534"/>
              <a:ext cx="14212" cy="12182"/>
            </a:xfrm>
            <a:custGeom>
              <a:avLst/>
              <a:gdLst/>
              <a:ahLst/>
              <a:cxnLst/>
              <a:rect l="l" t="t" r="r" b="b"/>
              <a:pathLst>
                <a:path w="413" h="354" extrusionOk="0">
                  <a:moveTo>
                    <a:pt x="367" y="0"/>
                  </a:moveTo>
                  <a:cubicBezTo>
                    <a:pt x="356" y="0"/>
                    <a:pt x="343" y="4"/>
                    <a:pt x="329" y="12"/>
                  </a:cubicBezTo>
                  <a:lnTo>
                    <a:pt x="83" y="155"/>
                  </a:lnTo>
                  <a:cubicBezTo>
                    <a:pt x="37" y="181"/>
                    <a:pt x="0" y="246"/>
                    <a:pt x="0" y="297"/>
                  </a:cubicBezTo>
                  <a:cubicBezTo>
                    <a:pt x="0" y="333"/>
                    <a:pt x="18" y="353"/>
                    <a:pt x="45" y="353"/>
                  </a:cubicBezTo>
                  <a:cubicBezTo>
                    <a:pt x="57" y="353"/>
                    <a:pt x="70" y="350"/>
                    <a:pt x="83" y="342"/>
                  </a:cubicBezTo>
                  <a:lnTo>
                    <a:pt x="329" y="199"/>
                  </a:lnTo>
                  <a:cubicBezTo>
                    <a:pt x="376" y="174"/>
                    <a:pt x="413" y="110"/>
                    <a:pt x="413" y="59"/>
                  </a:cubicBezTo>
                  <a:cubicBezTo>
                    <a:pt x="413" y="21"/>
                    <a:pt x="394" y="0"/>
                    <a:pt x="3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40"/>
            <p:cNvSpPr/>
            <p:nvPr/>
          </p:nvSpPr>
          <p:spPr>
            <a:xfrm>
              <a:off x="1566470" y="3285626"/>
              <a:ext cx="14281" cy="12216"/>
            </a:xfrm>
            <a:custGeom>
              <a:avLst/>
              <a:gdLst/>
              <a:ahLst/>
              <a:cxnLst/>
              <a:rect l="l" t="t" r="r" b="b"/>
              <a:pathLst>
                <a:path w="415" h="355" extrusionOk="0">
                  <a:moveTo>
                    <a:pt x="368" y="1"/>
                  </a:moveTo>
                  <a:cubicBezTo>
                    <a:pt x="357" y="1"/>
                    <a:pt x="344" y="4"/>
                    <a:pt x="330" y="12"/>
                  </a:cubicBezTo>
                  <a:lnTo>
                    <a:pt x="84" y="154"/>
                  </a:lnTo>
                  <a:cubicBezTo>
                    <a:pt x="38" y="182"/>
                    <a:pt x="1" y="245"/>
                    <a:pt x="1" y="297"/>
                  </a:cubicBezTo>
                  <a:cubicBezTo>
                    <a:pt x="1" y="334"/>
                    <a:pt x="19" y="354"/>
                    <a:pt x="46" y="354"/>
                  </a:cubicBezTo>
                  <a:cubicBezTo>
                    <a:pt x="57" y="354"/>
                    <a:pt x="70" y="351"/>
                    <a:pt x="84" y="343"/>
                  </a:cubicBezTo>
                  <a:lnTo>
                    <a:pt x="333" y="201"/>
                  </a:lnTo>
                  <a:cubicBezTo>
                    <a:pt x="378" y="175"/>
                    <a:pt x="415" y="110"/>
                    <a:pt x="414" y="59"/>
                  </a:cubicBezTo>
                  <a:cubicBezTo>
                    <a:pt x="414" y="22"/>
                    <a:pt x="395" y="1"/>
                    <a:pt x="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40"/>
            <p:cNvSpPr/>
            <p:nvPr/>
          </p:nvSpPr>
          <p:spPr>
            <a:xfrm>
              <a:off x="1471216" y="3318387"/>
              <a:ext cx="16862" cy="21749"/>
            </a:xfrm>
            <a:custGeom>
              <a:avLst/>
              <a:gdLst/>
              <a:ahLst/>
              <a:cxnLst/>
              <a:rect l="l" t="t" r="r" b="b"/>
              <a:pathLst>
                <a:path w="490" h="632" extrusionOk="0">
                  <a:moveTo>
                    <a:pt x="136" y="1"/>
                  </a:moveTo>
                  <a:cubicBezTo>
                    <a:pt x="56" y="1"/>
                    <a:pt x="1" y="65"/>
                    <a:pt x="1" y="174"/>
                  </a:cubicBezTo>
                  <a:cubicBezTo>
                    <a:pt x="1" y="332"/>
                    <a:pt x="109" y="522"/>
                    <a:pt x="244" y="598"/>
                  </a:cubicBezTo>
                  <a:cubicBezTo>
                    <a:pt x="283" y="621"/>
                    <a:pt x="321" y="632"/>
                    <a:pt x="354" y="632"/>
                  </a:cubicBezTo>
                  <a:cubicBezTo>
                    <a:pt x="434" y="632"/>
                    <a:pt x="490" y="567"/>
                    <a:pt x="490" y="457"/>
                  </a:cubicBezTo>
                  <a:cubicBezTo>
                    <a:pt x="490" y="302"/>
                    <a:pt x="381" y="114"/>
                    <a:pt x="245" y="35"/>
                  </a:cubicBezTo>
                  <a:cubicBezTo>
                    <a:pt x="206" y="12"/>
                    <a:pt x="16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40"/>
            <p:cNvSpPr/>
            <p:nvPr/>
          </p:nvSpPr>
          <p:spPr>
            <a:xfrm>
              <a:off x="1316876" y="3219554"/>
              <a:ext cx="12870" cy="18135"/>
            </a:xfrm>
            <a:custGeom>
              <a:avLst/>
              <a:gdLst/>
              <a:ahLst/>
              <a:cxnLst/>
              <a:rect l="l" t="t" r="r" b="b"/>
              <a:pathLst>
                <a:path w="374" h="527" extrusionOk="0">
                  <a:moveTo>
                    <a:pt x="71" y="0"/>
                  </a:moveTo>
                  <a:cubicBezTo>
                    <a:pt x="29" y="0"/>
                    <a:pt x="0" y="33"/>
                    <a:pt x="0" y="92"/>
                  </a:cubicBezTo>
                  <a:lnTo>
                    <a:pt x="0" y="220"/>
                  </a:lnTo>
                  <a:cubicBezTo>
                    <a:pt x="0" y="302"/>
                    <a:pt x="56" y="403"/>
                    <a:pt x="129" y="446"/>
                  </a:cubicBezTo>
                  <a:lnTo>
                    <a:pt x="239" y="509"/>
                  </a:lnTo>
                  <a:cubicBezTo>
                    <a:pt x="250" y="515"/>
                    <a:pt x="261" y="519"/>
                    <a:pt x="271" y="522"/>
                  </a:cubicBezTo>
                  <a:cubicBezTo>
                    <a:pt x="281" y="525"/>
                    <a:pt x="291" y="527"/>
                    <a:pt x="300" y="527"/>
                  </a:cubicBezTo>
                  <a:cubicBezTo>
                    <a:pt x="341" y="527"/>
                    <a:pt x="370" y="493"/>
                    <a:pt x="370" y="434"/>
                  </a:cubicBezTo>
                  <a:lnTo>
                    <a:pt x="373" y="308"/>
                  </a:lnTo>
                  <a:cubicBezTo>
                    <a:pt x="373" y="226"/>
                    <a:pt x="315" y="125"/>
                    <a:pt x="243" y="83"/>
                  </a:cubicBezTo>
                  <a:lnTo>
                    <a:pt x="132" y="19"/>
                  </a:lnTo>
                  <a:cubicBezTo>
                    <a:pt x="122" y="11"/>
                    <a:pt x="114" y="8"/>
                    <a:pt x="105" y="7"/>
                  </a:cubicBezTo>
                  <a:cubicBezTo>
                    <a:pt x="93" y="2"/>
                    <a:pt x="82" y="0"/>
                    <a:pt x="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40"/>
            <p:cNvSpPr/>
            <p:nvPr/>
          </p:nvSpPr>
          <p:spPr>
            <a:xfrm>
              <a:off x="1506833" y="3328848"/>
              <a:ext cx="12767" cy="18239"/>
            </a:xfrm>
            <a:custGeom>
              <a:avLst/>
              <a:gdLst/>
              <a:ahLst/>
              <a:cxnLst/>
              <a:rect l="l" t="t" r="r" b="b"/>
              <a:pathLst>
                <a:path w="371" h="530" extrusionOk="0">
                  <a:moveTo>
                    <a:pt x="74" y="1"/>
                  </a:moveTo>
                  <a:cubicBezTo>
                    <a:pt x="30" y="1"/>
                    <a:pt x="0" y="34"/>
                    <a:pt x="0" y="93"/>
                  </a:cubicBezTo>
                  <a:lnTo>
                    <a:pt x="0" y="221"/>
                  </a:lnTo>
                  <a:cubicBezTo>
                    <a:pt x="0" y="292"/>
                    <a:pt x="43" y="376"/>
                    <a:pt x="100" y="426"/>
                  </a:cubicBezTo>
                  <a:cubicBezTo>
                    <a:pt x="108" y="434"/>
                    <a:pt x="120" y="442"/>
                    <a:pt x="130" y="447"/>
                  </a:cubicBezTo>
                  <a:lnTo>
                    <a:pt x="240" y="512"/>
                  </a:lnTo>
                  <a:cubicBezTo>
                    <a:pt x="261" y="524"/>
                    <a:pt x="281" y="530"/>
                    <a:pt x="298" y="530"/>
                  </a:cubicBezTo>
                  <a:cubicBezTo>
                    <a:pt x="341" y="530"/>
                    <a:pt x="370" y="495"/>
                    <a:pt x="370" y="437"/>
                  </a:cubicBezTo>
                  <a:lnTo>
                    <a:pt x="370" y="308"/>
                  </a:lnTo>
                  <a:cubicBezTo>
                    <a:pt x="370" y="227"/>
                    <a:pt x="312" y="126"/>
                    <a:pt x="240" y="83"/>
                  </a:cubicBezTo>
                  <a:lnTo>
                    <a:pt x="227" y="73"/>
                  </a:lnTo>
                  <a:lnTo>
                    <a:pt x="132" y="17"/>
                  </a:lnTo>
                  <a:cubicBezTo>
                    <a:pt x="111" y="6"/>
                    <a:pt x="91" y="1"/>
                    <a:pt x="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40"/>
            <p:cNvSpPr/>
            <p:nvPr/>
          </p:nvSpPr>
          <p:spPr>
            <a:xfrm>
              <a:off x="1515092" y="3292818"/>
              <a:ext cx="71475" cy="53959"/>
            </a:xfrm>
            <a:custGeom>
              <a:avLst/>
              <a:gdLst/>
              <a:ahLst/>
              <a:cxnLst/>
              <a:rect l="l" t="t" r="r" b="b"/>
              <a:pathLst>
                <a:path w="2077" h="1568" extrusionOk="0">
                  <a:moveTo>
                    <a:pt x="1945" y="1"/>
                  </a:moveTo>
                  <a:lnTo>
                    <a:pt x="0" y="1130"/>
                  </a:lnTo>
                  <a:cubicBezTo>
                    <a:pt x="72" y="1173"/>
                    <a:pt x="130" y="1274"/>
                    <a:pt x="130" y="1355"/>
                  </a:cubicBezTo>
                  <a:lnTo>
                    <a:pt x="130" y="1484"/>
                  </a:lnTo>
                  <a:cubicBezTo>
                    <a:pt x="130" y="1524"/>
                    <a:pt x="116" y="1553"/>
                    <a:pt x="94" y="1567"/>
                  </a:cubicBezTo>
                  <a:lnTo>
                    <a:pt x="94" y="1567"/>
                  </a:lnTo>
                  <a:cubicBezTo>
                    <a:pt x="740" y="1191"/>
                    <a:pt x="1389" y="814"/>
                    <a:pt x="2038" y="438"/>
                  </a:cubicBezTo>
                  <a:cubicBezTo>
                    <a:pt x="2062" y="425"/>
                    <a:pt x="2076" y="396"/>
                    <a:pt x="2076" y="355"/>
                  </a:cubicBezTo>
                  <a:lnTo>
                    <a:pt x="2076" y="227"/>
                  </a:lnTo>
                  <a:cubicBezTo>
                    <a:pt x="2076" y="143"/>
                    <a:pt x="2018" y="43"/>
                    <a:pt x="1945" y="1"/>
                  </a:cubicBezTo>
                  <a:close/>
                  <a:moveTo>
                    <a:pt x="94" y="1567"/>
                  </a:moveTo>
                  <a:lnTo>
                    <a:pt x="94" y="1567"/>
                  </a:lnTo>
                  <a:cubicBezTo>
                    <a:pt x="93" y="1567"/>
                    <a:pt x="93" y="1567"/>
                    <a:pt x="92" y="1568"/>
                  </a:cubicBezTo>
                  <a:cubicBezTo>
                    <a:pt x="93" y="1567"/>
                    <a:pt x="93" y="1567"/>
                    <a:pt x="94" y="156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40"/>
            <p:cNvSpPr/>
            <p:nvPr/>
          </p:nvSpPr>
          <p:spPr>
            <a:xfrm>
              <a:off x="1545306" y="3314016"/>
              <a:ext cx="15314" cy="15795"/>
            </a:xfrm>
            <a:custGeom>
              <a:avLst/>
              <a:gdLst/>
              <a:ahLst/>
              <a:cxnLst/>
              <a:rect l="l" t="t" r="r" b="b"/>
              <a:pathLst>
                <a:path w="445" h="459" extrusionOk="0">
                  <a:moveTo>
                    <a:pt x="445" y="1"/>
                  </a:moveTo>
                  <a:lnTo>
                    <a:pt x="0" y="257"/>
                  </a:lnTo>
                  <a:lnTo>
                    <a:pt x="1" y="459"/>
                  </a:lnTo>
                  <a:lnTo>
                    <a:pt x="445" y="203"/>
                  </a:lnTo>
                  <a:lnTo>
                    <a:pt x="4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40"/>
            <p:cNvSpPr/>
            <p:nvPr/>
          </p:nvSpPr>
          <p:spPr>
            <a:xfrm>
              <a:off x="857538" y="2403771"/>
              <a:ext cx="33518" cy="42947"/>
            </a:xfrm>
            <a:custGeom>
              <a:avLst/>
              <a:gdLst/>
              <a:ahLst/>
              <a:cxnLst/>
              <a:rect l="l" t="t" r="r" b="b"/>
              <a:pathLst>
                <a:path w="974" h="1248" extrusionOk="0">
                  <a:moveTo>
                    <a:pt x="704" y="0"/>
                  </a:moveTo>
                  <a:cubicBezTo>
                    <a:pt x="638" y="0"/>
                    <a:pt x="564" y="22"/>
                    <a:pt x="485" y="67"/>
                  </a:cubicBezTo>
                  <a:cubicBezTo>
                    <a:pt x="219" y="221"/>
                    <a:pt x="1" y="597"/>
                    <a:pt x="2" y="904"/>
                  </a:cubicBezTo>
                  <a:cubicBezTo>
                    <a:pt x="4" y="1122"/>
                    <a:pt x="114" y="1248"/>
                    <a:pt x="273" y="1248"/>
                  </a:cubicBezTo>
                  <a:cubicBezTo>
                    <a:pt x="338" y="1248"/>
                    <a:pt x="412" y="1227"/>
                    <a:pt x="489" y="1182"/>
                  </a:cubicBezTo>
                  <a:cubicBezTo>
                    <a:pt x="756" y="1028"/>
                    <a:pt x="974" y="652"/>
                    <a:pt x="972" y="344"/>
                  </a:cubicBezTo>
                  <a:cubicBezTo>
                    <a:pt x="972" y="126"/>
                    <a:pt x="863" y="0"/>
                    <a:pt x="7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40"/>
            <p:cNvSpPr/>
            <p:nvPr/>
          </p:nvSpPr>
          <p:spPr>
            <a:xfrm>
              <a:off x="846560" y="2397026"/>
              <a:ext cx="40676" cy="48487"/>
            </a:xfrm>
            <a:custGeom>
              <a:avLst/>
              <a:gdLst/>
              <a:ahLst/>
              <a:cxnLst/>
              <a:rect l="l" t="t" r="r" b="b"/>
              <a:pathLst>
                <a:path w="1182" h="1409" extrusionOk="0">
                  <a:moveTo>
                    <a:pt x="702" y="1"/>
                  </a:moveTo>
                  <a:cubicBezTo>
                    <a:pt x="637" y="1"/>
                    <a:pt x="563" y="22"/>
                    <a:pt x="487" y="66"/>
                  </a:cubicBezTo>
                  <a:cubicBezTo>
                    <a:pt x="217" y="222"/>
                    <a:pt x="2" y="595"/>
                    <a:pt x="1" y="902"/>
                  </a:cubicBezTo>
                  <a:cubicBezTo>
                    <a:pt x="4" y="1053"/>
                    <a:pt x="58" y="1161"/>
                    <a:pt x="144" y="1213"/>
                  </a:cubicBezTo>
                  <a:lnTo>
                    <a:pt x="442" y="1396"/>
                  </a:lnTo>
                  <a:lnTo>
                    <a:pt x="442" y="1396"/>
                  </a:lnTo>
                  <a:cubicBezTo>
                    <a:pt x="368" y="1345"/>
                    <a:pt x="336" y="1267"/>
                    <a:pt x="336" y="1126"/>
                  </a:cubicBezTo>
                  <a:cubicBezTo>
                    <a:pt x="336" y="819"/>
                    <a:pt x="552" y="444"/>
                    <a:pt x="819" y="291"/>
                  </a:cubicBezTo>
                  <a:cubicBezTo>
                    <a:pt x="900" y="243"/>
                    <a:pt x="983" y="220"/>
                    <a:pt x="1055" y="220"/>
                  </a:cubicBezTo>
                  <a:cubicBezTo>
                    <a:pt x="1103" y="220"/>
                    <a:pt x="1146" y="230"/>
                    <a:pt x="1181" y="251"/>
                  </a:cubicBezTo>
                  <a:lnTo>
                    <a:pt x="830" y="33"/>
                  </a:lnTo>
                  <a:cubicBezTo>
                    <a:pt x="793" y="12"/>
                    <a:pt x="750" y="1"/>
                    <a:pt x="702" y="1"/>
                  </a:cubicBezTo>
                  <a:close/>
                  <a:moveTo>
                    <a:pt x="442" y="1396"/>
                  </a:moveTo>
                  <a:lnTo>
                    <a:pt x="442" y="1396"/>
                  </a:lnTo>
                  <a:cubicBezTo>
                    <a:pt x="449" y="1400"/>
                    <a:pt x="456" y="1405"/>
                    <a:pt x="463" y="1409"/>
                  </a:cubicBezTo>
                  <a:lnTo>
                    <a:pt x="442" y="139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40"/>
            <p:cNvSpPr/>
            <p:nvPr/>
          </p:nvSpPr>
          <p:spPr>
            <a:xfrm>
              <a:off x="983419" y="2331367"/>
              <a:ext cx="33518" cy="42912"/>
            </a:xfrm>
            <a:custGeom>
              <a:avLst/>
              <a:gdLst/>
              <a:ahLst/>
              <a:cxnLst/>
              <a:rect l="l" t="t" r="r" b="b"/>
              <a:pathLst>
                <a:path w="974" h="1247" extrusionOk="0">
                  <a:moveTo>
                    <a:pt x="703" y="1"/>
                  </a:moveTo>
                  <a:cubicBezTo>
                    <a:pt x="637" y="1"/>
                    <a:pt x="563" y="22"/>
                    <a:pt x="485" y="67"/>
                  </a:cubicBezTo>
                  <a:cubicBezTo>
                    <a:pt x="218" y="222"/>
                    <a:pt x="0" y="597"/>
                    <a:pt x="2" y="904"/>
                  </a:cubicBezTo>
                  <a:cubicBezTo>
                    <a:pt x="4" y="1121"/>
                    <a:pt x="113" y="1246"/>
                    <a:pt x="272" y="1246"/>
                  </a:cubicBezTo>
                  <a:cubicBezTo>
                    <a:pt x="338" y="1246"/>
                    <a:pt x="411" y="1225"/>
                    <a:pt x="489" y="1181"/>
                  </a:cubicBezTo>
                  <a:cubicBezTo>
                    <a:pt x="755" y="1027"/>
                    <a:pt x="973" y="652"/>
                    <a:pt x="972" y="345"/>
                  </a:cubicBezTo>
                  <a:cubicBezTo>
                    <a:pt x="972" y="127"/>
                    <a:pt x="862" y="1"/>
                    <a:pt x="7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40"/>
            <p:cNvSpPr/>
            <p:nvPr/>
          </p:nvSpPr>
          <p:spPr>
            <a:xfrm>
              <a:off x="991712" y="2342035"/>
              <a:ext cx="16897" cy="21645"/>
            </a:xfrm>
            <a:custGeom>
              <a:avLst/>
              <a:gdLst/>
              <a:ahLst/>
              <a:cxnLst/>
              <a:rect l="l" t="t" r="r" b="b"/>
              <a:pathLst>
                <a:path w="491" h="629" extrusionOk="0">
                  <a:moveTo>
                    <a:pt x="357" y="1"/>
                  </a:moveTo>
                  <a:cubicBezTo>
                    <a:pt x="324" y="1"/>
                    <a:pt x="286" y="12"/>
                    <a:pt x="247" y="35"/>
                  </a:cubicBezTo>
                  <a:cubicBezTo>
                    <a:pt x="110" y="111"/>
                    <a:pt x="1" y="301"/>
                    <a:pt x="2" y="457"/>
                  </a:cubicBezTo>
                  <a:cubicBezTo>
                    <a:pt x="2" y="565"/>
                    <a:pt x="57" y="629"/>
                    <a:pt x="138" y="629"/>
                  </a:cubicBezTo>
                  <a:cubicBezTo>
                    <a:pt x="171" y="629"/>
                    <a:pt x="208" y="618"/>
                    <a:pt x="248" y="596"/>
                  </a:cubicBezTo>
                  <a:cubicBezTo>
                    <a:pt x="383" y="519"/>
                    <a:pt x="491" y="329"/>
                    <a:pt x="491" y="174"/>
                  </a:cubicBezTo>
                  <a:cubicBezTo>
                    <a:pt x="491" y="64"/>
                    <a:pt x="436" y="1"/>
                    <a:pt x="3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40"/>
            <p:cNvSpPr/>
            <p:nvPr/>
          </p:nvSpPr>
          <p:spPr>
            <a:xfrm>
              <a:off x="972544" y="2324588"/>
              <a:ext cx="40607" cy="48522"/>
            </a:xfrm>
            <a:custGeom>
              <a:avLst/>
              <a:gdLst/>
              <a:ahLst/>
              <a:cxnLst/>
              <a:rect l="l" t="t" r="r" b="b"/>
              <a:pathLst>
                <a:path w="1180" h="1410" extrusionOk="0">
                  <a:moveTo>
                    <a:pt x="703" y="1"/>
                  </a:moveTo>
                  <a:cubicBezTo>
                    <a:pt x="637" y="1"/>
                    <a:pt x="562" y="23"/>
                    <a:pt x="483" y="68"/>
                  </a:cubicBezTo>
                  <a:cubicBezTo>
                    <a:pt x="215" y="223"/>
                    <a:pt x="0" y="598"/>
                    <a:pt x="2" y="904"/>
                  </a:cubicBezTo>
                  <a:cubicBezTo>
                    <a:pt x="2" y="1056"/>
                    <a:pt x="54" y="1165"/>
                    <a:pt x="142" y="1215"/>
                  </a:cubicBezTo>
                  <a:lnTo>
                    <a:pt x="445" y="1400"/>
                  </a:lnTo>
                  <a:lnTo>
                    <a:pt x="445" y="1400"/>
                  </a:lnTo>
                  <a:cubicBezTo>
                    <a:pt x="368" y="1350"/>
                    <a:pt x="334" y="1272"/>
                    <a:pt x="334" y="1129"/>
                  </a:cubicBezTo>
                  <a:cubicBezTo>
                    <a:pt x="332" y="822"/>
                    <a:pt x="550" y="447"/>
                    <a:pt x="818" y="292"/>
                  </a:cubicBezTo>
                  <a:cubicBezTo>
                    <a:pt x="899" y="245"/>
                    <a:pt x="982" y="222"/>
                    <a:pt x="1054" y="222"/>
                  </a:cubicBezTo>
                  <a:cubicBezTo>
                    <a:pt x="1102" y="222"/>
                    <a:pt x="1145" y="232"/>
                    <a:pt x="1180" y="252"/>
                  </a:cubicBezTo>
                  <a:lnTo>
                    <a:pt x="828" y="33"/>
                  </a:lnTo>
                  <a:cubicBezTo>
                    <a:pt x="792" y="12"/>
                    <a:pt x="750" y="1"/>
                    <a:pt x="703" y="1"/>
                  </a:cubicBezTo>
                  <a:close/>
                  <a:moveTo>
                    <a:pt x="445" y="1400"/>
                  </a:moveTo>
                  <a:cubicBezTo>
                    <a:pt x="450" y="1403"/>
                    <a:pt x="455" y="1407"/>
                    <a:pt x="461" y="1410"/>
                  </a:cubicBezTo>
                  <a:lnTo>
                    <a:pt x="445" y="140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40"/>
            <p:cNvSpPr/>
            <p:nvPr/>
          </p:nvSpPr>
          <p:spPr>
            <a:xfrm>
              <a:off x="771438" y="2246850"/>
              <a:ext cx="258231" cy="184004"/>
            </a:xfrm>
            <a:custGeom>
              <a:avLst/>
              <a:gdLst/>
              <a:ahLst/>
              <a:cxnLst/>
              <a:rect l="l" t="t" r="r" b="b"/>
              <a:pathLst>
                <a:path w="7504" h="5347" extrusionOk="0">
                  <a:moveTo>
                    <a:pt x="4314" y="0"/>
                  </a:moveTo>
                  <a:cubicBezTo>
                    <a:pt x="4257" y="0"/>
                    <a:pt x="4194" y="17"/>
                    <a:pt x="4133" y="52"/>
                  </a:cubicBezTo>
                  <a:lnTo>
                    <a:pt x="2216" y="1158"/>
                  </a:lnTo>
                  <a:cubicBezTo>
                    <a:pt x="2035" y="1262"/>
                    <a:pt x="1822" y="1536"/>
                    <a:pt x="1738" y="1765"/>
                  </a:cubicBezTo>
                  <a:lnTo>
                    <a:pt x="1619" y="2097"/>
                  </a:lnTo>
                  <a:cubicBezTo>
                    <a:pt x="1536" y="2329"/>
                    <a:pt x="1324" y="2623"/>
                    <a:pt x="1145" y="2753"/>
                  </a:cubicBezTo>
                  <a:lnTo>
                    <a:pt x="324" y="3353"/>
                  </a:lnTo>
                  <a:cubicBezTo>
                    <a:pt x="146" y="3486"/>
                    <a:pt x="1" y="3761"/>
                    <a:pt x="1" y="3967"/>
                  </a:cubicBezTo>
                  <a:lnTo>
                    <a:pt x="1" y="4143"/>
                  </a:lnTo>
                  <a:lnTo>
                    <a:pt x="2020" y="5347"/>
                  </a:lnTo>
                  <a:lnTo>
                    <a:pt x="2020" y="5171"/>
                  </a:lnTo>
                  <a:cubicBezTo>
                    <a:pt x="2018" y="4964"/>
                    <a:pt x="1997" y="4820"/>
                    <a:pt x="2175" y="4690"/>
                  </a:cubicBezTo>
                  <a:lnTo>
                    <a:pt x="2997" y="4017"/>
                  </a:lnTo>
                  <a:cubicBezTo>
                    <a:pt x="3176" y="3887"/>
                    <a:pt x="3461" y="3593"/>
                    <a:pt x="3546" y="3360"/>
                  </a:cubicBezTo>
                  <a:lnTo>
                    <a:pt x="3664" y="3029"/>
                  </a:lnTo>
                  <a:cubicBezTo>
                    <a:pt x="3748" y="2797"/>
                    <a:pt x="3887" y="2526"/>
                    <a:pt x="4067" y="2422"/>
                  </a:cubicBezTo>
                  <a:lnTo>
                    <a:pt x="5985" y="1313"/>
                  </a:lnTo>
                  <a:cubicBezTo>
                    <a:pt x="6046" y="1278"/>
                    <a:pt x="6108" y="1261"/>
                    <a:pt x="6165" y="1261"/>
                  </a:cubicBezTo>
                  <a:cubicBezTo>
                    <a:pt x="6275" y="1261"/>
                    <a:pt x="6367" y="1324"/>
                    <a:pt x="6399" y="1436"/>
                  </a:cubicBezTo>
                  <a:lnTo>
                    <a:pt x="6438" y="1580"/>
                  </a:lnTo>
                  <a:cubicBezTo>
                    <a:pt x="6438" y="1580"/>
                    <a:pt x="6558" y="1756"/>
                    <a:pt x="6777" y="1756"/>
                  </a:cubicBezTo>
                  <a:cubicBezTo>
                    <a:pt x="6799" y="1756"/>
                    <a:pt x="6821" y="1755"/>
                    <a:pt x="6845" y="1751"/>
                  </a:cubicBezTo>
                  <a:lnTo>
                    <a:pt x="7499" y="1509"/>
                  </a:lnTo>
                  <a:cubicBezTo>
                    <a:pt x="7501" y="1511"/>
                    <a:pt x="7501" y="1511"/>
                    <a:pt x="7503" y="1511"/>
                  </a:cubicBezTo>
                  <a:lnTo>
                    <a:pt x="5559" y="381"/>
                  </a:lnTo>
                  <a:cubicBezTo>
                    <a:pt x="5530" y="364"/>
                    <a:pt x="5495" y="355"/>
                    <a:pt x="5458" y="355"/>
                  </a:cubicBezTo>
                  <a:cubicBezTo>
                    <a:pt x="5423" y="355"/>
                    <a:pt x="5386" y="363"/>
                    <a:pt x="5347" y="380"/>
                  </a:cubicBezTo>
                  <a:lnTo>
                    <a:pt x="5167" y="456"/>
                  </a:lnTo>
                  <a:lnTo>
                    <a:pt x="4440" y="32"/>
                  </a:lnTo>
                  <a:cubicBezTo>
                    <a:pt x="4403" y="11"/>
                    <a:pt x="4360" y="0"/>
                    <a:pt x="43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40"/>
            <p:cNvSpPr/>
            <p:nvPr/>
          </p:nvSpPr>
          <p:spPr>
            <a:xfrm>
              <a:off x="838405" y="2285805"/>
              <a:ext cx="195153" cy="154684"/>
            </a:xfrm>
            <a:custGeom>
              <a:avLst/>
              <a:gdLst/>
              <a:ahLst/>
              <a:cxnLst/>
              <a:rect l="l" t="t" r="r" b="b"/>
              <a:pathLst>
                <a:path w="5671" h="4495" extrusionOk="0">
                  <a:moveTo>
                    <a:pt x="4313" y="1"/>
                  </a:moveTo>
                  <a:cubicBezTo>
                    <a:pt x="4255" y="1"/>
                    <a:pt x="4193" y="18"/>
                    <a:pt x="4131" y="54"/>
                  </a:cubicBezTo>
                  <a:lnTo>
                    <a:pt x="2214" y="1160"/>
                  </a:lnTo>
                  <a:cubicBezTo>
                    <a:pt x="2033" y="1264"/>
                    <a:pt x="1821" y="1537"/>
                    <a:pt x="1736" y="1769"/>
                  </a:cubicBezTo>
                  <a:lnTo>
                    <a:pt x="1617" y="2099"/>
                  </a:lnTo>
                  <a:cubicBezTo>
                    <a:pt x="1536" y="2330"/>
                    <a:pt x="1323" y="2625"/>
                    <a:pt x="1143" y="2755"/>
                  </a:cubicBezTo>
                  <a:lnTo>
                    <a:pt x="323" y="3353"/>
                  </a:lnTo>
                  <a:cubicBezTo>
                    <a:pt x="146" y="3482"/>
                    <a:pt x="1" y="3757"/>
                    <a:pt x="1" y="3963"/>
                  </a:cubicBezTo>
                  <a:lnTo>
                    <a:pt x="1" y="4140"/>
                  </a:lnTo>
                  <a:lnTo>
                    <a:pt x="96" y="4086"/>
                  </a:lnTo>
                  <a:cubicBezTo>
                    <a:pt x="117" y="4074"/>
                    <a:pt x="137" y="4069"/>
                    <a:pt x="155" y="4069"/>
                  </a:cubicBezTo>
                  <a:cubicBezTo>
                    <a:pt x="198" y="4069"/>
                    <a:pt x="228" y="4103"/>
                    <a:pt x="228" y="4161"/>
                  </a:cubicBezTo>
                  <a:lnTo>
                    <a:pt x="228" y="4289"/>
                  </a:lnTo>
                  <a:cubicBezTo>
                    <a:pt x="228" y="4360"/>
                    <a:pt x="184" y="4445"/>
                    <a:pt x="127" y="4494"/>
                  </a:cubicBezTo>
                  <a:lnTo>
                    <a:pt x="491" y="4282"/>
                  </a:lnTo>
                  <a:cubicBezTo>
                    <a:pt x="491" y="3925"/>
                    <a:pt x="744" y="3488"/>
                    <a:pt x="1054" y="3309"/>
                  </a:cubicBezTo>
                  <a:cubicBezTo>
                    <a:pt x="1145" y="3257"/>
                    <a:pt x="1232" y="3232"/>
                    <a:pt x="1308" y="3232"/>
                  </a:cubicBezTo>
                  <a:cubicBezTo>
                    <a:pt x="1493" y="3232"/>
                    <a:pt x="1620" y="3377"/>
                    <a:pt x="1623" y="3628"/>
                  </a:cubicBezTo>
                  <a:lnTo>
                    <a:pt x="4055" y="2224"/>
                  </a:lnTo>
                  <a:cubicBezTo>
                    <a:pt x="4055" y="1868"/>
                    <a:pt x="4308" y="1431"/>
                    <a:pt x="4618" y="1251"/>
                  </a:cubicBezTo>
                  <a:cubicBezTo>
                    <a:pt x="4709" y="1199"/>
                    <a:pt x="4795" y="1174"/>
                    <a:pt x="4871" y="1174"/>
                  </a:cubicBezTo>
                  <a:cubicBezTo>
                    <a:pt x="5057" y="1174"/>
                    <a:pt x="5185" y="1320"/>
                    <a:pt x="5187" y="1571"/>
                  </a:cubicBezTo>
                  <a:lnTo>
                    <a:pt x="5506" y="1388"/>
                  </a:lnTo>
                  <a:lnTo>
                    <a:pt x="5506" y="1388"/>
                  </a:lnTo>
                  <a:cubicBezTo>
                    <a:pt x="5497" y="1391"/>
                    <a:pt x="5487" y="1392"/>
                    <a:pt x="5479" y="1392"/>
                  </a:cubicBezTo>
                  <a:cubicBezTo>
                    <a:pt x="5436" y="1392"/>
                    <a:pt x="5405" y="1360"/>
                    <a:pt x="5405" y="1300"/>
                  </a:cubicBezTo>
                  <a:lnTo>
                    <a:pt x="5405" y="1173"/>
                  </a:lnTo>
                  <a:cubicBezTo>
                    <a:pt x="5405" y="1090"/>
                    <a:pt x="5464" y="990"/>
                    <a:pt x="5535" y="948"/>
                  </a:cubicBezTo>
                  <a:lnTo>
                    <a:pt x="5647" y="884"/>
                  </a:lnTo>
                  <a:cubicBezTo>
                    <a:pt x="5654" y="881"/>
                    <a:pt x="5663" y="876"/>
                    <a:pt x="5670" y="873"/>
                  </a:cubicBezTo>
                  <a:lnTo>
                    <a:pt x="5670" y="619"/>
                  </a:lnTo>
                  <a:cubicBezTo>
                    <a:pt x="5669" y="457"/>
                    <a:pt x="5580" y="356"/>
                    <a:pt x="5455" y="356"/>
                  </a:cubicBezTo>
                  <a:cubicBezTo>
                    <a:pt x="5421" y="356"/>
                    <a:pt x="5384" y="364"/>
                    <a:pt x="5345" y="380"/>
                  </a:cubicBezTo>
                  <a:lnTo>
                    <a:pt x="5004" y="525"/>
                  </a:lnTo>
                  <a:cubicBezTo>
                    <a:pt x="4958" y="544"/>
                    <a:pt x="4911" y="554"/>
                    <a:pt x="4866" y="554"/>
                  </a:cubicBezTo>
                  <a:cubicBezTo>
                    <a:pt x="4739" y="554"/>
                    <a:pt x="4628" y="479"/>
                    <a:pt x="4593" y="351"/>
                  </a:cubicBezTo>
                  <a:lnTo>
                    <a:pt x="4544" y="175"/>
                  </a:lnTo>
                  <a:cubicBezTo>
                    <a:pt x="4513" y="63"/>
                    <a:pt x="4422" y="1"/>
                    <a:pt x="43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0"/>
            <p:cNvSpPr/>
            <p:nvPr/>
          </p:nvSpPr>
          <p:spPr>
            <a:xfrm>
              <a:off x="894256" y="2315503"/>
              <a:ext cx="48350" cy="57228"/>
            </a:xfrm>
            <a:custGeom>
              <a:avLst/>
              <a:gdLst/>
              <a:ahLst/>
              <a:cxnLst/>
              <a:rect l="l" t="t" r="r" b="b"/>
              <a:pathLst>
                <a:path w="1405" h="1663" extrusionOk="0">
                  <a:moveTo>
                    <a:pt x="1366" y="0"/>
                  </a:moveTo>
                  <a:cubicBezTo>
                    <a:pt x="1359" y="0"/>
                    <a:pt x="1353" y="2"/>
                    <a:pt x="1348" y="6"/>
                  </a:cubicBezTo>
                  <a:lnTo>
                    <a:pt x="574" y="452"/>
                  </a:lnTo>
                  <a:cubicBezTo>
                    <a:pt x="445" y="525"/>
                    <a:pt x="281" y="734"/>
                    <a:pt x="223" y="897"/>
                  </a:cubicBezTo>
                  <a:lnTo>
                    <a:pt x="5" y="1612"/>
                  </a:lnTo>
                  <a:cubicBezTo>
                    <a:pt x="0" y="1627"/>
                    <a:pt x="5" y="1643"/>
                    <a:pt x="18" y="1652"/>
                  </a:cubicBezTo>
                  <a:cubicBezTo>
                    <a:pt x="24" y="1658"/>
                    <a:pt x="32" y="1662"/>
                    <a:pt x="41" y="1662"/>
                  </a:cubicBezTo>
                  <a:cubicBezTo>
                    <a:pt x="47" y="1662"/>
                    <a:pt x="54" y="1659"/>
                    <a:pt x="60" y="1656"/>
                  </a:cubicBezTo>
                  <a:lnTo>
                    <a:pt x="1386" y="890"/>
                  </a:lnTo>
                  <a:cubicBezTo>
                    <a:pt x="1397" y="882"/>
                    <a:pt x="1405" y="871"/>
                    <a:pt x="1405" y="859"/>
                  </a:cubicBezTo>
                  <a:lnTo>
                    <a:pt x="1402" y="37"/>
                  </a:lnTo>
                  <a:cubicBezTo>
                    <a:pt x="1402" y="25"/>
                    <a:pt x="1395" y="12"/>
                    <a:pt x="1384" y="6"/>
                  </a:cubicBezTo>
                  <a:cubicBezTo>
                    <a:pt x="1379" y="2"/>
                    <a:pt x="1373" y="0"/>
                    <a:pt x="13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0"/>
            <p:cNvSpPr/>
            <p:nvPr/>
          </p:nvSpPr>
          <p:spPr>
            <a:xfrm>
              <a:off x="949488" y="2296060"/>
              <a:ext cx="26670" cy="44736"/>
            </a:xfrm>
            <a:custGeom>
              <a:avLst/>
              <a:gdLst/>
              <a:ahLst/>
              <a:cxnLst/>
              <a:rect l="l" t="t" r="r" b="b"/>
              <a:pathLst>
                <a:path w="775" h="1300" extrusionOk="0">
                  <a:moveTo>
                    <a:pt x="737" y="0"/>
                  </a:moveTo>
                  <a:cubicBezTo>
                    <a:pt x="730" y="0"/>
                    <a:pt x="723" y="2"/>
                    <a:pt x="717" y="6"/>
                  </a:cubicBezTo>
                  <a:lnTo>
                    <a:pt x="19" y="408"/>
                  </a:lnTo>
                  <a:cubicBezTo>
                    <a:pt x="8" y="417"/>
                    <a:pt x="0" y="429"/>
                    <a:pt x="0" y="442"/>
                  </a:cubicBezTo>
                  <a:lnTo>
                    <a:pt x="3" y="1261"/>
                  </a:lnTo>
                  <a:cubicBezTo>
                    <a:pt x="3" y="1273"/>
                    <a:pt x="10" y="1286"/>
                    <a:pt x="21" y="1294"/>
                  </a:cubicBezTo>
                  <a:cubicBezTo>
                    <a:pt x="27" y="1298"/>
                    <a:pt x="34" y="1299"/>
                    <a:pt x="40" y="1299"/>
                  </a:cubicBezTo>
                  <a:cubicBezTo>
                    <a:pt x="47" y="1299"/>
                    <a:pt x="51" y="1298"/>
                    <a:pt x="57" y="1294"/>
                  </a:cubicBezTo>
                  <a:lnTo>
                    <a:pt x="757" y="890"/>
                  </a:lnTo>
                  <a:cubicBezTo>
                    <a:pt x="767" y="883"/>
                    <a:pt x="774" y="869"/>
                    <a:pt x="774" y="856"/>
                  </a:cubicBezTo>
                  <a:lnTo>
                    <a:pt x="773" y="37"/>
                  </a:lnTo>
                  <a:cubicBezTo>
                    <a:pt x="773" y="25"/>
                    <a:pt x="765" y="12"/>
                    <a:pt x="754" y="5"/>
                  </a:cubicBezTo>
                  <a:cubicBezTo>
                    <a:pt x="749" y="2"/>
                    <a:pt x="743"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0"/>
            <p:cNvSpPr/>
            <p:nvPr/>
          </p:nvSpPr>
          <p:spPr>
            <a:xfrm>
              <a:off x="977534" y="2292997"/>
              <a:ext cx="15417" cy="31625"/>
            </a:xfrm>
            <a:custGeom>
              <a:avLst/>
              <a:gdLst/>
              <a:ahLst/>
              <a:cxnLst/>
              <a:rect l="l" t="t" r="r" b="b"/>
              <a:pathLst>
                <a:path w="448" h="919" extrusionOk="0">
                  <a:moveTo>
                    <a:pt x="133" y="0"/>
                  </a:moveTo>
                  <a:cubicBezTo>
                    <a:pt x="97" y="0"/>
                    <a:pt x="56" y="9"/>
                    <a:pt x="22" y="28"/>
                  </a:cubicBezTo>
                  <a:cubicBezTo>
                    <a:pt x="6" y="35"/>
                    <a:pt x="0" y="48"/>
                    <a:pt x="0" y="63"/>
                  </a:cubicBezTo>
                  <a:lnTo>
                    <a:pt x="2" y="882"/>
                  </a:lnTo>
                  <a:cubicBezTo>
                    <a:pt x="2" y="894"/>
                    <a:pt x="9" y="907"/>
                    <a:pt x="19" y="913"/>
                  </a:cubicBezTo>
                  <a:cubicBezTo>
                    <a:pt x="25" y="916"/>
                    <a:pt x="32" y="919"/>
                    <a:pt x="38" y="919"/>
                  </a:cubicBezTo>
                  <a:cubicBezTo>
                    <a:pt x="46" y="919"/>
                    <a:pt x="51" y="916"/>
                    <a:pt x="56" y="913"/>
                  </a:cubicBezTo>
                  <a:lnTo>
                    <a:pt x="426" y="699"/>
                  </a:lnTo>
                  <a:cubicBezTo>
                    <a:pt x="441" y="692"/>
                    <a:pt x="448" y="675"/>
                    <a:pt x="443" y="658"/>
                  </a:cubicBezTo>
                  <a:lnTo>
                    <a:pt x="316" y="136"/>
                  </a:lnTo>
                  <a:cubicBezTo>
                    <a:pt x="294" y="53"/>
                    <a:pt x="221" y="0"/>
                    <a:pt x="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0"/>
            <p:cNvSpPr/>
            <p:nvPr/>
          </p:nvSpPr>
          <p:spPr>
            <a:xfrm>
              <a:off x="820957" y="2305076"/>
              <a:ext cx="72920" cy="64455"/>
            </a:xfrm>
            <a:custGeom>
              <a:avLst/>
              <a:gdLst/>
              <a:ahLst/>
              <a:cxnLst/>
              <a:rect l="l" t="t" r="r" b="b"/>
              <a:pathLst>
                <a:path w="2119" h="1873" extrusionOk="0">
                  <a:moveTo>
                    <a:pt x="439" y="0"/>
                  </a:moveTo>
                  <a:cubicBezTo>
                    <a:pt x="436" y="0"/>
                    <a:pt x="432" y="1"/>
                    <a:pt x="429" y="2"/>
                  </a:cubicBezTo>
                  <a:cubicBezTo>
                    <a:pt x="419" y="6"/>
                    <a:pt x="411" y="12"/>
                    <a:pt x="407" y="22"/>
                  </a:cubicBezTo>
                  <a:cubicBezTo>
                    <a:pt x="395" y="50"/>
                    <a:pt x="383" y="75"/>
                    <a:pt x="375" y="103"/>
                  </a:cubicBezTo>
                  <a:lnTo>
                    <a:pt x="256" y="433"/>
                  </a:lnTo>
                  <a:cubicBezTo>
                    <a:pt x="208" y="568"/>
                    <a:pt x="119" y="724"/>
                    <a:pt x="10" y="865"/>
                  </a:cubicBezTo>
                  <a:cubicBezTo>
                    <a:pt x="2" y="875"/>
                    <a:pt x="0" y="885"/>
                    <a:pt x="2" y="896"/>
                  </a:cubicBezTo>
                  <a:cubicBezTo>
                    <a:pt x="3" y="906"/>
                    <a:pt x="10" y="916"/>
                    <a:pt x="19" y="920"/>
                  </a:cubicBezTo>
                  <a:lnTo>
                    <a:pt x="1649" y="1867"/>
                  </a:lnTo>
                  <a:cubicBezTo>
                    <a:pt x="1655" y="1871"/>
                    <a:pt x="1662" y="1873"/>
                    <a:pt x="1666" y="1873"/>
                  </a:cubicBezTo>
                  <a:cubicBezTo>
                    <a:pt x="1678" y="1873"/>
                    <a:pt x="1688" y="1870"/>
                    <a:pt x="1694" y="1860"/>
                  </a:cubicBezTo>
                  <a:cubicBezTo>
                    <a:pt x="1810" y="1721"/>
                    <a:pt x="1906" y="1558"/>
                    <a:pt x="1956" y="1425"/>
                  </a:cubicBezTo>
                  <a:cubicBezTo>
                    <a:pt x="1975" y="1358"/>
                    <a:pt x="1994" y="1299"/>
                    <a:pt x="2021" y="1248"/>
                  </a:cubicBezTo>
                  <a:lnTo>
                    <a:pt x="2078" y="1089"/>
                  </a:lnTo>
                  <a:cubicBezTo>
                    <a:pt x="2086" y="1062"/>
                    <a:pt x="2098" y="1033"/>
                    <a:pt x="2111" y="1007"/>
                  </a:cubicBezTo>
                  <a:cubicBezTo>
                    <a:pt x="2119" y="988"/>
                    <a:pt x="2114" y="967"/>
                    <a:pt x="2097" y="958"/>
                  </a:cubicBezTo>
                  <a:lnTo>
                    <a:pt x="458" y="6"/>
                  </a:lnTo>
                  <a:cubicBezTo>
                    <a:pt x="452" y="2"/>
                    <a:pt x="446" y="0"/>
                    <a:pt x="4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0"/>
            <p:cNvSpPr/>
            <p:nvPr/>
          </p:nvSpPr>
          <p:spPr>
            <a:xfrm>
              <a:off x="895667" y="2316845"/>
              <a:ext cx="45597" cy="54509"/>
            </a:xfrm>
            <a:custGeom>
              <a:avLst/>
              <a:gdLst/>
              <a:ahLst/>
              <a:cxnLst/>
              <a:rect l="l" t="t" r="r" b="b"/>
              <a:pathLst>
                <a:path w="1325" h="1584" extrusionOk="0">
                  <a:moveTo>
                    <a:pt x="1323" y="1"/>
                  </a:moveTo>
                  <a:lnTo>
                    <a:pt x="549" y="447"/>
                  </a:lnTo>
                  <a:cubicBezTo>
                    <a:pt x="430" y="516"/>
                    <a:pt x="272" y="717"/>
                    <a:pt x="217" y="871"/>
                  </a:cubicBezTo>
                  <a:lnTo>
                    <a:pt x="0" y="1584"/>
                  </a:lnTo>
                  <a:lnTo>
                    <a:pt x="1324" y="820"/>
                  </a:lnTo>
                  <a:lnTo>
                    <a:pt x="13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0"/>
            <p:cNvSpPr/>
            <p:nvPr/>
          </p:nvSpPr>
          <p:spPr>
            <a:xfrm>
              <a:off x="950830" y="2297299"/>
              <a:ext cx="24123" cy="42190"/>
            </a:xfrm>
            <a:custGeom>
              <a:avLst/>
              <a:gdLst/>
              <a:ahLst/>
              <a:cxnLst/>
              <a:rect l="l" t="t" r="r" b="b"/>
              <a:pathLst>
                <a:path w="701" h="1226" extrusionOk="0">
                  <a:moveTo>
                    <a:pt x="699" y="1"/>
                  </a:moveTo>
                  <a:lnTo>
                    <a:pt x="1" y="406"/>
                  </a:lnTo>
                  <a:lnTo>
                    <a:pt x="2" y="1225"/>
                  </a:lnTo>
                  <a:lnTo>
                    <a:pt x="700" y="823"/>
                  </a:lnTo>
                  <a:lnTo>
                    <a:pt x="6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0"/>
            <p:cNvSpPr/>
            <p:nvPr/>
          </p:nvSpPr>
          <p:spPr>
            <a:xfrm>
              <a:off x="978842" y="2294271"/>
              <a:ext cx="12767" cy="29044"/>
            </a:xfrm>
            <a:custGeom>
              <a:avLst/>
              <a:gdLst/>
              <a:ahLst/>
              <a:cxnLst/>
              <a:rect l="l" t="t" r="r" b="b"/>
              <a:pathLst>
                <a:path w="371" h="844" extrusionOk="0">
                  <a:moveTo>
                    <a:pt x="97" y="1"/>
                  </a:moveTo>
                  <a:cubicBezTo>
                    <a:pt x="66" y="1"/>
                    <a:pt x="33" y="9"/>
                    <a:pt x="0" y="26"/>
                  </a:cubicBezTo>
                  <a:lnTo>
                    <a:pt x="2" y="844"/>
                  </a:lnTo>
                  <a:lnTo>
                    <a:pt x="370" y="630"/>
                  </a:lnTo>
                  <a:lnTo>
                    <a:pt x="243" y="108"/>
                  </a:lnTo>
                  <a:cubicBezTo>
                    <a:pt x="224" y="40"/>
                    <a:pt x="166" y="1"/>
                    <a:pt x="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0"/>
            <p:cNvSpPr/>
            <p:nvPr/>
          </p:nvSpPr>
          <p:spPr>
            <a:xfrm>
              <a:off x="962943" y="2334327"/>
              <a:ext cx="9635" cy="8156"/>
            </a:xfrm>
            <a:custGeom>
              <a:avLst/>
              <a:gdLst/>
              <a:ahLst/>
              <a:cxnLst/>
              <a:rect l="l" t="t" r="r" b="b"/>
              <a:pathLst>
                <a:path w="280" h="237" extrusionOk="0">
                  <a:moveTo>
                    <a:pt x="250" y="1"/>
                  </a:moveTo>
                  <a:cubicBezTo>
                    <a:pt x="243" y="1"/>
                    <a:pt x="235" y="3"/>
                    <a:pt x="227" y="8"/>
                  </a:cubicBezTo>
                  <a:lnTo>
                    <a:pt x="54" y="107"/>
                  </a:lnTo>
                  <a:cubicBezTo>
                    <a:pt x="25" y="123"/>
                    <a:pt x="1" y="166"/>
                    <a:pt x="1" y="198"/>
                  </a:cubicBezTo>
                  <a:cubicBezTo>
                    <a:pt x="0" y="222"/>
                    <a:pt x="11" y="237"/>
                    <a:pt x="29" y="237"/>
                  </a:cubicBezTo>
                  <a:cubicBezTo>
                    <a:pt x="36" y="237"/>
                    <a:pt x="45" y="234"/>
                    <a:pt x="54" y="228"/>
                  </a:cubicBezTo>
                  <a:lnTo>
                    <a:pt x="227" y="130"/>
                  </a:lnTo>
                  <a:cubicBezTo>
                    <a:pt x="256" y="111"/>
                    <a:pt x="279" y="72"/>
                    <a:pt x="279" y="38"/>
                  </a:cubicBezTo>
                  <a:cubicBezTo>
                    <a:pt x="279" y="14"/>
                    <a:pt x="267" y="1"/>
                    <a:pt x="2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0"/>
            <p:cNvSpPr/>
            <p:nvPr/>
          </p:nvSpPr>
          <p:spPr>
            <a:xfrm>
              <a:off x="924952" y="2356248"/>
              <a:ext cx="9601" cy="8190"/>
            </a:xfrm>
            <a:custGeom>
              <a:avLst/>
              <a:gdLst/>
              <a:ahLst/>
              <a:cxnLst/>
              <a:rect l="l" t="t" r="r" b="b"/>
              <a:pathLst>
                <a:path w="279" h="238" extrusionOk="0">
                  <a:moveTo>
                    <a:pt x="249" y="0"/>
                  </a:moveTo>
                  <a:cubicBezTo>
                    <a:pt x="242" y="0"/>
                    <a:pt x="234" y="2"/>
                    <a:pt x="226" y="7"/>
                  </a:cubicBezTo>
                  <a:lnTo>
                    <a:pt x="53" y="108"/>
                  </a:lnTo>
                  <a:cubicBezTo>
                    <a:pt x="24" y="124"/>
                    <a:pt x="1" y="165"/>
                    <a:pt x="1" y="200"/>
                  </a:cubicBezTo>
                  <a:cubicBezTo>
                    <a:pt x="1" y="224"/>
                    <a:pt x="13" y="238"/>
                    <a:pt x="30" y="238"/>
                  </a:cubicBezTo>
                  <a:cubicBezTo>
                    <a:pt x="37" y="238"/>
                    <a:pt x="45" y="235"/>
                    <a:pt x="53" y="231"/>
                  </a:cubicBezTo>
                  <a:lnTo>
                    <a:pt x="226" y="130"/>
                  </a:lnTo>
                  <a:cubicBezTo>
                    <a:pt x="254" y="114"/>
                    <a:pt x="279" y="71"/>
                    <a:pt x="279" y="39"/>
                  </a:cubicBezTo>
                  <a:cubicBezTo>
                    <a:pt x="279" y="14"/>
                    <a:pt x="266" y="0"/>
                    <a:pt x="2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0"/>
            <p:cNvSpPr/>
            <p:nvPr/>
          </p:nvSpPr>
          <p:spPr>
            <a:xfrm>
              <a:off x="822265" y="2306384"/>
              <a:ext cx="70270" cy="61839"/>
            </a:xfrm>
            <a:custGeom>
              <a:avLst/>
              <a:gdLst/>
              <a:ahLst/>
              <a:cxnLst/>
              <a:rect l="l" t="t" r="r" b="b"/>
              <a:pathLst>
                <a:path w="2042" h="1797" extrusionOk="0">
                  <a:moveTo>
                    <a:pt x="402" y="0"/>
                  </a:moveTo>
                  <a:cubicBezTo>
                    <a:pt x="389" y="27"/>
                    <a:pt x="378" y="51"/>
                    <a:pt x="369" y="78"/>
                  </a:cubicBezTo>
                  <a:lnTo>
                    <a:pt x="250" y="410"/>
                  </a:lnTo>
                  <a:cubicBezTo>
                    <a:pt x="199" y="553"/>
                    <a:pt x="105" y="713"/>
                    <a:pt x="0" y="852"/>
                  </a:cubicBezTo>
                  <a:lnTo>
                    <a:pt x="1628" y="1797"/>
                  </a:lnTo>
                  <a:cubicBezTo>
                    <a:pt x="1737" y="1667"/>
                    <a:pt x="1836" y="1506"/>
                    <a:pt x="1885" y="1373"/>
                  </a:cubicBezTo>
                  <a:cubicBezTo>
                    <a:pt x="1901" y="1308"/>
                    <a:pt x="1921" y="1248"/>
                    <a:pt x="1949" y="1193"/>
                  </a:cubicBezTo>
                  <a:lnTo>
                    <a:pt x="2006" y="1038"/>
                  </a:lnTo>
                  <a:cubicBezTo>
                    <a:pt x="2015" y="1010"/>
                    <a:pt x="2028" y="983"/>
                    <a:pt x="2041" y="954"/>
                  </a:cubicBezTo>
                  <a:lnTo>
                    <a:pt x="4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0"/>
            <p:cNvSpPr/>
            <p:nvPr/>
          </p:nvSpPr>
          <p:spPr>
            <a:xfrm>
              <a:off x="821095" y="2409484"/>
              <a:ext cx="14281" cy="12216"/>
            </a:xfrm>
            <a:custGeom>
              <a:avLst/>
              <a:gdLst/>
              <a:ahLst/>
              <a:cxnLst/>
              <a:rect l="l" t="t" r="r" b="b"/>
              <a:pathLst>
                <a:path w="415" h="355" extrusionOk="0">
                  <a:moveTo>
                    <a:pt x="47" y="0"/>
                  </a:moveTo>
                  <a:cubicBezTo>
                    <a:pt x="19" y="0"/>
                    <a:pt x="0" y="21"/>
                    <a:pt x="0" y="59"/>
                  </a:cubicBezTo>
                  <a:cubicBezTo>
                    <a:pt x="0" y="110"/>
                    <a:pt x="37" y="175"/>
                    <a:pt x="85" y="201"/>
                  </a:cubicBezTo>
                  <a:lnTo>
                    <a:pt x="333" y="344"/>
                  </a:lnTo>
                  <a:cubicBezTo>
                    <a:pt x="345" y="351"/>
                    <a:pt x="357" y="355"/>
                    <a:pt x="368" y="355"/>
                  </a:cubicBezTo>
                  <a:cubicBezTo>
                    <a:pt x="396" y="355"/>
                    <a:pt x="415" y="333"/>
                    <a:pt x="415" y="296"/>
                  </a:cubicBezTo>
                  <a:cubicBezTo>
                    <a:pt x="415" y="245"/>
                    <a:pt x="378" y="182"/>
                    <a:pt x="333" y="156"/>
                  </a:cubicBezTo>
                  <a:lnTo>
                    <a:pt x="84" y="11"/>
                  </a:lnTo>
                  <a:cubicBezTo>
                    <a:pt x="70" y="4"/>
                    <a:pt x="58" y="0"/>
                    <a:pt x="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0"/>
            <p:cNvSpPr/>
            <p:nvPr/>
          </p:nvSpPr>
          <p:spPr>
            <a:xfrm>
              <a:off x="773227" y="2381610"/>
              <a:ext cx="14178" cy="12148"/>
            </a:xfrm>
            <a:custGeom>
              <a:avLst/>
              <a:gdLst/>
              <a:ahLst/>
              <a:cxnLst/>
              <a:rect l="l" t="t" r="r" b="b"/>
              <a:pathLst>
                <a:path w="412" h="353" extrusionOk="0">
                  <a:moveTo>
                    <a:pt x="46" y="1"/>
                  </a:moveTo>
                  <a:cubicBezTo>
                    <a:pt x="19" y="1"/>
                    <a:pt x="0" y="22"/>
                    <a:pt x="0" y="59"/>
                  </a:cubicBezTo>
                  <a:cubicBezTo>
                    <a:pt x="0" y="110"/>
                    <a:pt x="37" y="174"/>
                    <a:pt x="81" y="199"/>
                  </a:cubicBezTo>
                  <a:lnTo>
                    <a:pt x="329" y="342"/>
                  </a:lnTo>
                  <a:cubicBezTo>
                    <a:pt x="342" y="349"/>
                    <a:pt x="354" y="353"/>
                    <a:pt x="365" y="353"/>
                  </a:cubicBezTo>
                  <a:cubicBezTo>
                    <a:pt x="392" y="353"/>
                    <a:pt x="411" y="331"/>
                    <a:pt x="411" y="294"/>
                  </a:cubicBezTo>
                  <a:cubicBezTo>
                    <a:pt x="411" y="243"/>
                    <a:pt x="375" y="180"/>
                    <a:pt x="329" y="154"/>
                  </a:cubicBezTo>
                  <a:lnTo>
                    <a:pt x="82" y="12"/>
                  </a:lnTo>
                  <a:cubicBezTo>
                    <a:pt x="69" y="4"/>
                    <a:pt x="57" y="1"/>
                    <a:pt x="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0"/>
            <p:cNvSpPr/>
            <p:nvPr/>
          </p:nvSpPr>
          <p:spPr>
            <a:xfrm>
              <a:off x="865866" y="2414405"/>
              <a:ext cx="16897" cy="21714"/>
            </a:xfrm>
            <a:custGeom>
              <a:avLst/>
              <a:gdLst/>
              <a:ahLst/>
              <a:cxnLst/>
              <a:rect l="l" t="t" r="r" b="b"/>
              <a:pathLst>
                <a:path w="491" h="631" extrusionOk="0">
                  <a:moveTo>
                    <a:pt x="356" y="0"/>
                  </a:moveTo>
                  <a:cubicBezTo>
                    <a:pt x="323" y="0"/>
                    <a:pt x="285" y="11"/>
                    <a:pt x="246" y="35"/>
                  </a:cubicBezTo>
                  <a:cubicBezTo>
                    <a:pt x="110" y="112"/>
                    <a:pt x="0" y="302"/>
                    <a:pt x="2" y="457"/>
                  </a:cubicBezTo>
                  <a:cubicBezTo>
                    <a:pt x="2" y="567"/>
                    <a:pt x="56" y="631"/>
                    <a:pt x="137" y="631"/>
                  </a:cubicBezTo>
                  <a:cubicBezTo>
                    <a:pt x="170" y="631"/>
                    <a:pt x="207" y="620"/>
                    <a:pt x="247" y="596"/>
                  </a:cubicBezTo>
                  <a:cubicBezTo>
                    <a:pt x="382" y="517"/>
                    <a:pt x="490" y="329"/>
                    <a:pt x="490" y="174"/>
                  </a:cubicBezTo>
                  <a:cubicBezTo>
                    <a:pt x="490" y="64"/>
                    <a:pt x="435" y="0"/>
                    <a:pt x="3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0"/>
            <p:cNvSpPr/>
            <p:nvPr/>
          </p:nvSpPr>
          <p:spPr>
            <a:xfrm>
              <a:off x="1024232" y="2315572"/>
              <a:ext cx="12870" cy="18135"/>
            </a:xfrm>
            <a:custGeom>
              <a:avLst/>
              <a:gdLst/>
              <a:ahLst/>
              <a:cxnLst/>
              <a:rect l="l" t="t" r="r" b="b"/>
              <a:pathLst>
                <a:path w="374" h="527" extrusionOk="0">
                  <a:moveTo>
                    <a:pt x="303" y="0"/>
                  </a:moveTo>
                  <a:cubicBezTo>
                    <a:pt x="292" y="0"/>
                    <a:pt x="281" y="2"/>
                    <a:pt x="269" y="7"/>
                  </a:cubicBezTo>
                  <a:cubicBezTo>
                    <a:pt x="261" y="8"/>
                    <a:pt x="251" y="11"/>
                    <a:pt x="244" y="17"/>
                  </a:cubicBezTo>
                  <a:lnTo>
                    <a:pt x="131" y="81"/>
                  </a:lnTo>
                  <a:cubicBezTo>
                    <a:pt x="58" y="124"/>
                    <a:pt x="1" y="223"/>
                    <a:pt x="1" y="307"/>
                  </a:cubicBezTo>
                  <a:lnTo>
                    <a:pt x="1" y="434"/>
                  </a:lnTo>
                  <a:cubicBezTo>
                    <a:pt x="1" y="493"/>
                    <a:pt x="29" y="527"/>
                    <a:pt x="72" y="527"/>
                  </a:cubicBezTo>
                  <a:cubicBezTo>
                    <a:pt x="81" y="527"/>
                    <a:pt x="91" y="525"/>
                    <a:pt x="102" y="522"/>
                  </a:cubicBezTo>
                  <a:cubicBezTo>
                    <a:pt x="111" y="519"/>
                    <a:pt x="122" y="514"/>
                    <a:pt x="133" y="509"/>
                  </a:cubicBezTo>
                  <a:lnTo>
                    <a:pt x="244" y="446"/>
                  </a:lnTo>
                  <a:cubicBezTo>
                    <a:pt x="315" y="403"/>
                    <a:pt x="374" y="302"/>
                    <a:pt x="374" y="220"/>
                  </a:cubicBezTo>
                  <a:lnTo>
                    <a:pt x="374" y="92"/>
                  </a:lnTo>
                  <a:cubicBezTo>
                    <a:pt x="374" y="33"/>
                    <a:pt x="345" y="0"/>
                    <a:pt x="303" y="0"/>
                  </a:cubicBezTo>
                  <a:close/>
                </a:path>
              </a:pathLst>
            </a:custGeom>
            <a:solidFill>
              <a:srgbClr val="F35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40"/>
            <p:cNvSpPr/>
            <p:nvPr/>
          </p:nvSpPr>
          <p:spPr>
            <a:xfrm>
              <a:off x="834378" y="2424832"/>
              <a:ext cx="12836" cy="18135"/>
            </a:xfrm>
            <a:custGeom>
              <a:avLst/>
              <a:gdLst/>
              <a:ahLst/>
              <a:cxnLst/>
              <a:rect l="l" t="t" r="r" b="b"/>
              <a:pathLst>
                <a:path w="373" h="527" extrusionOk="0">
                  <a:moveTo>
                    <a:pt x="299" y="0"/>
                  </a:moveTo>
                  <a:cubicBezTo>
                    <a:pt x="282" y="0"/>
                    <a:pt x="262" y="5"/>
                    <a:pt x="241" y="17"/>
                  </a:cubicBezTo>
                  <a:lnTo>
                    <a:pt x="146" y="72"/>
                  </a:lnTo>
                  <a:lnTo>
                    <a:pt x="131" y="83"/>
                  </a:lnTo>
                  <a:cubicBezTo>
                    <a:pt x="59" y="125"/>
                    <a:pt x="1" y="226"/>
                    <a:pt x="1" y="308"/>
                  </a:cubicBezTo>
                  <a:lnTo>
                    <a:pt x="1" y="434"/>
                  </a:lnTo>
                  <a:cubicBezTo>
                    <a:pt x="1" y="492"/>
                    <a:pt x="30" y="527"/>
                    <a:pt x="73" y="527"/>
                  </a:cubicBezTo>
                  <a:cubicBezTo>
                    <a:pt x="90" y="527"/>
                    <a:pt x="110" y="521"/>
                    <a:pt x="131" y="508"/>
                  </a:cubicBezTo>
                  <a:lnTo>
                    <a:pt x="241" y="446"/>
                  </a:lnTo>
                  <a:cubicBezTo>
                    <a:pt x="251" y="440"/>
                    <a:pt x="261" y="432"/>
                    <a:pt x="271" y="424"/>
                  </a:cubicBezTo>
                  <a:cubicBezTo>
                    <a:pt x="328" y="375"/>
                    <a:pt x="372" y="289"/>
                    <a:pt x="372" y="220"/>
                  </a:cubicBezTo>
                  <a:lnTo>
                    <a:pt x="372" y="91"/>
                  </a:lnTo>
                  <a:cubicBezTo>
                    <a:pt x="372" y="33"/>
                    <a:pt x="343" y="0"/>
                    <a:pt x="299" y="0"/>
                  </a:cubicBezTo>
                  <a:close/>
                </a:path>
              </a:pathLst>
            </a:custGeom>
            <a:solidFill>
              <a:srgbClr val="F35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40"/>
            <p:cNvSpPr/>
            <p:nvPr/>
          </p:nvSpPr>
          <p:spPr>
            <a:xfrm>
              <a:off x="767412" y="2388733"/>
              <a:ext cx="71475" cy="53959"/>
            </a:xfrm>
            <a:custGeom>
              <a:avLst/>
              <a:gdLst/>
              <a:ahLst/>
              <a:cxnLst/>
              <a:rect l="l" t="t" r="r" b="b"/>
              <a:pathLst>
                <a:path w="2077" h="1568" extrusionOk="0">
                  <a:moveTo>
                    <a:pt x="133" y="1"/>
                  </a:moveTo>
                  <a:cubicBezTo>
                    <a:pt x="59" y="43"/>
                    <a:pt x="1" y="144"/>
                    <a:pt x="2" y="226"/>
                  </a:cubicBezTo>
                  <a:lnTo>
                    <a:pt x="2" y="353"/>
                  </a:lnTo>
                  <a:cubicBezTo>
                    <a:pt x="2" y="394"/>
                    <a:pt x="17" y="422"/>
                    <a:pt x="40" y="437"/>
                  </a:cubicBezTo>
                  <a:cubicBezTo>
                    <a:pt x="689" y="814"/>
                    <a:pt x="1337" y="1190"/>
                    <a:pt x="1983" y="1567"/>
                  </a:cubicBezTo>
                  <a:lnTo>
                    <a:pt x="1983" y="1567"/>
                  </a:lnTo>
                  <a:cubicBezTo>
                    <a:pt x="1961" y="1553"/>
                    <a:pt x="1947" y="1524"/>
                    <a:pt x="1947" y="1483"/>
                  </a:cubicBezTo>
                  <a:lnTo>
                    <a:pt x="1947" y="1357"/>
                  </a:lnTo>
                  <a:cubicBezTo>
                    <a:pt x="1947" y="1275"/>
                    <a:pt x="2005" y="1174"/>
                    <a:pt x="2077" y="1132"/>
                  </a:cubicBezTo>
                  <a:lnTo>
                    <a:pt x="133" y="1"/>
                  </a:lnTo>
                  <a:close/>
                  <a:moveTo>
                    <a:pt x="1983" y="1567"/>
                  </a:moveTo>
                  <a:cubicBezTo>
                    <a:pt x="1984" y="1567"/>
                    <a:pt x="1984" y="1567"/>
                    <a:pt x="1985" y="1568"/>
                  </a:cubicBezTo>
                  <a:cubicBezTo>
                    <a:pt x="1984" y="1567"/>
                    <a:pt x="1984" y="1567"/>
                    <a:pt x="1983" y="156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40"/>
            <p:cNvSpPr/>
            <p:nvPr/>
          </p:nvSpPr>
          <p:spPr>
            <a:xfrm>
              <a:off x="793359" y="2410000"/>
              <a:ext cx="15279" cy="15727"/>
            </a:xfrm>
            <a:custGeom>
              <a:avLst/>
              <a:gdLst/>
              <a:ahLst/>
              <a:cxnLst/>
              <a:rect l="l" t="t" r="r" b="b"/>
              <a:pathLst>
                <a:path w="444" h="457" extrusionOk="0">
                  <a:moveTo>
                    <a:pt x="0" y="0"/>
                  </a:moveTo>
                  <a:lnTo>
                    <a:pt x="0" y="201"/>
                  </a:lnTo>
                  <a:lnTo>
                    <a:pt x="444" y="457"/>
                  </a:lnTo>
                  <a:lnTo>
                    <a:pt x="444" y="256"/>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40"/>
            <p:cNvSpPr/>
            <p:nvPr/>
          </p:nvSpPr>
          <p:spPr>
            <a:xfrm>
              <a:off x="1503564" y="2485019"/>
              <a:ext cx="91159" cy="117037"/>
            </a:xfrm>
            <a:custGeom>
              <a:avLst/>
              <a:gdLst/>
              <a:ahLst/>
              <a:cxnLst/>
              <a:rect l="l" t="t" r="r" b="b"/>
              <a:pathLst>
                <a:path w="2649" h="3401" extrusionOk="0">
                  <a:moveTo>
                    <a:pt x="1915" y="0"/>
                  </a:moveTo>
                  <a:cubicBezTo>
                    <a:pt x="1736" y="0"/>
                    <a:pt x="1534" y="58"/>
                    <a:pt x="1321" y="182"/>
                  </a:cubicBezTo>
                  <a:cubicBezTo>
                    <a:pt x="591" y="601"/>
                    <a:pt x="0" y="1624"/>
                    <a:pt x="5" y="2464"/>
                  </a:cubicBezTo>
                  <a:cubicBezTo>
                    <a:pt x="6" y="3057"/>
                    <a:pt x="304" y="3401"/>
                    <a:pt x="737" y="3401"/>
                  </a:cubicBezTo>
                  <a:cubicBezTo>
                    <a:pt x="916" y="3401"/>
                    <a:pt x="1117" y="3342"/>
                    <a:pt x="1330" y="3219"/>
                  </a:cubicBezTo>
                  <a:cubicBezTo>
                    <a:pt x="2060" y="2796"/>
                    <a:pt x="2648" y="1776"/>
                    <a:pt x="2647" y="936"/>
                  </a:cubicBezTo>
                  <a:cubicBezTo>
                    <a:pt x="2646" y="343"/>
                    <a:pt x="2348" y="0"/>
                    <a:pt x="1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0"/>
            <p:cNvSpPr/>
            <p:nvPr/>
          </p:nvSpPr>
          <p:spPr>
            <a:xfrm>
              <a:off x="1468463" y="2441246"/>
              <a:ext cx="161429" cy="298081"/>
            </a:xfrm>
            <a:custGeom>
              <a:avLst/>
              <a:gdLst/>
              <a:ahLst/>
              <a:cxnLst/>
              <a:rect l="l" t="t" r="r" b="b"/>
              <a:pathLst>
                <a:path w="4691" h="8662" extrusionOk="0">
                  <a:moveTo>
                    <a:pt x="2935" y="1273"/>
                  </a:moveTo>
                  <a:cubicBezTo>
                    <a:pt x="3368" y="1273"/>
                    <a:pt x="3666" y="1616"/>
                    <a:pt x="3667" y="2210"/>
                  </a:cubicBezTo>
                  <a:cubicBezTo>
                    <a:pt x="3668" y="3050"/>
                    <a:pt x="3080" y="4069"/>
                    <a:pt x="2350" y="4492"/>
                  </a:cubicBezTo>
                  <a:cubicBezTo>
                    <a:pt x="2137" y="4615"/>
                    <a:pt x="1936" y="4673"/>
                    <a:pt x="1757" y="4673"/>
                  </a:cubicBezTo>
                  <a:cubicBezTo>
                    <a:pt x="1324" y="4673"/>
                    <a:pt x="1026" y="4330"/>
                    <a:pt x="1025" y="3737"/>
                  </a:cubicBezTo>
                  <a:cubicBezTo>
                    <a:pt x="1020" y="2898"/>
                    <a:pt x="1611" y="1875"/>
                    <a:pt x="2341" y="1455"/>
                  </a:cubicBezTo>
                  <a:cubicBezTo>
                    <a:pt x="2555" y="1331"/>
                    <a:pt x="2757" y="1273"/>
                    <a:pt x="2935" y="1273"/>
                  </a:cubicBezTo>
                  <a:close/>
                  <a:moveTo>
                    <a:pt x="3389" y="0"/>
                  </a:moveTo>
                  <a:cubicBezTo>
                    <a:pt x="3073" y="0"/>
                    <a:pt x="2717" y="103"/>
                    <a:pt x="2340" y="321"/>
                  </a:cubicBezTo>
                  <a:cubicBezTo>
                    <a:pt x="1045" y="1067"/>
                    <a:pt x="0" y="2877"/>
                    <a:pt x="3" y="4365"/>
                  </a:cubicBezTo>
                  <a:cubicBezTo>
                    <a:pt x="8" y="5851"/>
                    <a:pt x="2245" y="8522"/>
                    <a:pt x="2362" y="8662"/>
                  </a:cubicBezTo>
                  <a:cubicBezTo>
                    <a:pt x="2477" y="8385"/>
                    <a:pt x="4691" y="3146"/>
                    <a:pt x="4688" y="1660"/>
                  </a:cubicBezTo>
                  <a:cubicBezTo>
                    <a:pt x="4685" y="607"/>
                    <a:pt x="4156" y="0"/>
                    <a:pt x="338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0"/>
            <p:cNvSpPr/>
            <p:nvPr/>
          </p:nvSpPr>
          <p:spPr>
            <a:xfrm>
              <a:off x="1421593" y="2413957"/>
              <a:ext cx="184657" cy="325336"/>
            </a:xfrm>
            <a:custGeom>
              <a:avLst/>
              <a:gdLst/>
              <a:ahLst/>
              <a:cxnLst/>
              <a:rect l="l" t="t" r="r" b="b"/>
              <a:pathLst>
                <a:path w="5366" h="9454" extrusionOk="0">
                  <a:moveTo>
                    <a:pt x="3391" y="0"/>
                  </a:moveTo>
                  <a:cubicBezTo>
                    <a:pt x="3074" y="0"/>
                    <a:pt x="2716" y="104"/>
                    <a:pt x="2338" y="323"/>
                  </a:cubicBezTo>
                  <a:cubicBezTo>
                    <a:pt x="1046" y="1070"/>
                    <a:pt x="0" y="2880"/>
                    <a:pt x="3" y="4365"/>
                  </a:cubicBezTo>
                  <a:cubicBezTo>
                    <a:pt x="8" y="5853"/>
                    <a:pt x="2242" y="8523"/>
                    <a:pt x="2360" y="8663"/>
                  </a:cubicBezTo>
                  <a:lnTo>
                    <a:pt x="3721" y="9454"/>
                  </a:lnTo>
                  <a:cubicBezTo>
                    <a:pt x="3604" y="9313"/>
                    <a:pt x="1368" y="6643"/>
                    <a:pt x="1364" y="5155"/>
                  </a:cubicBezTo>
                  <a:cubicBezTo>
                    <a:pt x="1361" y="3669"/>
                    <a:pt x="2407" y="1859"/>
                    <a:pt x="3699" y="1113"/>
                  </a:cubicBezTo>
                  <a:cubicBezTo>
                    <a:pt x="4077" y="895"/>
                    <a:pt x="4434" y="792"/>
                    <a:pt x="4750" y="792"/>
                  </a:cubicBezTo>
                  <a:cubicBezTo>
                    <a:pt x="4979" y="792"/>
                    <a:pt x="5187" y="846"/>
                    <a:pt x="5365" y="949"/>
                  </a:cubicBezTo>
                  <a:lnTo>
                    <a:pt x="4005" y="159"/>
                  </a:lnTo>
                  <a:cubicBezTo>
                    <a:pt x="3827" y="54"/>
                    <a:pt x="3620" y="0"/>
                    <a:pt x="339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0"/>
            <p:cNvSpPr/>
            <p:nvPr/>
          </p:nvSpPr>
          <p:spPr>
            <a:xfrm>
              <a:off x="821095" y="1914632"/>
              <a:ext cx="141401" cy="91055"/>
            </a:xfrm>
            <a:custGeom>
              <a:avLst/>
              <a:gdLst/>
              <a:ahLst/>
              <a:cxnLst/>
              <a:rect l="l" t="t" r="r" b="b"/>
              <a:pathLst>
                <a:path w="4109" h="2646" extrusionOk="0">
                  <a:moveTo>
                    <a:pt x="0" y="0"/>
                  </a:moveTo>
                  <a:lnTo>
                    <a:pt x="3" y="258"/>
                  </a:lnTo>
                  <a:lnTo>
                    <a:pt x="4109" y="2645"/>
                  </a:lnTo>
                  <a:lnTo>
                    <a:pt x="4107" y="2385"/>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0"/>
            <p:cNvSpPr/>
            <p:nvPr/>
          </p:nvSpPr>
          <p:spPr>
            <a:xfrm>
              <a:off x="962427" y="1914632"/>
              <a:ext cx="142261" cy="91055"/>
            </a:xfrm>
            <a:custGeom>
              <a:avLst/>
              <a:gdLst/>
              <a:ahLst/>
              <a:cxnLst/>
              <a:rect l="l" t="t" r="r" b="b"/>
              <a:pathLst>
                <a:path w="4134" h="2646" extrusionOk="0">
                  <a:moveTo>
                    <a:pt x="4130" y="0"/>
                  </a:moveTo>
                  <a:lnTo>
                    <a:pt x="0" y="2385"/>
                  </a:lnTo>
                  <a:lnTo>
                    <a:pt x="2" y="2645"/>
                  </a:lnTo>
                  <a:lnTo>
                    <a:pt x="4133" y="261"/>
                  </a:lnTo>
                  <a:lnTo>
                    <a:pt x="4130" y="0"/>
                  </a:lnTo>
                  <a:close/>
                </a:path>
              </a:pathLst>
            </a:custGeom>
            <a:solidFill>
              <a:srgbClr val="DD3E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40"/>
            <p:cNvSpPr/>
            <p:nvPr/>
          </p:nvSpPr>
          <p:spPr>
            <a:xfrm>
              <a:off x="821095" y="1832558"/>
              <a:ext cx="283490" cy="164182"/>
            </a:xfrm>
            <a:custGeom>
              <a:avLst/>
              <a:gdLst/>
              <a:ahLst/>
              <a:cxnLst/>
              <a:rect l="l" t="t" r="r" b="b"/>
              <a:pathLst>
                <a:path w="8238" h="4771" extrusionOk="0">
                  <a:moveTo>
                    <a:pt x="4132" y="0"/>
                  </a:moveTo>
                  <a:lnTo>
                    <a:pt x="0" y="2385"/>
                  </a:lnTo>
                  <a:lnTo>
                    <a:pt x="4107" y="4770"/>
                  </a:lnTo>
                  <a:lnTo>
                    <a:pt x="8237" y="2385"/>
                  </a:lnTo>
                  <a:lnTo>
                    <a:pt x="4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40"/>
            <p:cNvSpPr/>
            <p:nvPr/>
          </p:nvSpPr>
          <p:spPr>
            <a:xfrm>
              <a:off x="835342" y="1904790"/>
              <a:ext cx="127223" cy="82831"/>
            </a:xfrm>
            <a:custGeom>
              <a:avLst/>
              <a:gdLst/>
              <a:ahLst/>
              <a:cxnLst/>
              <a:rect l="l" t="t" r="r" b="b"/>
              <a:pathLst>
                <a:path w="3697" h="2407" extrusionOk="0">
                  <a:moveTo>
                    <a:pt x="1" y="1"/>
                  </a:moveTo>
                  <a:lnTo>
                    <a:pt x="2" y="258"/>
                  </a:lnTo>
                  <a:lnTo>
                    <a:pt x="3696" y="2406"/>
                  </a:lnTo>
                  <a:lnTo>
                    <a:pt x="3695" y="2146"/>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40"/>
            <p:cNvSpPr/>
            <p:nvPr/>
          </p:nvSpPr>
          <p:spPr>
            <a:xfrm>
              <a:off x="962462" y="1904790"/>
              <a:ext cx="127980" cy="82831"/>
            </a:xfrm>
            <a:custGeom>
              <a:avLst/>
              <a:gdLst/>
              <a:ahLst/>
              <a:cxnLst/>
              <a:rect l="l" t="t" r="r" b="b"/>
              <a:pathLst>
                <a:path w="3719" h="2407" extrusionOk="0">
                  <a:moveTo>
                    <a:pt x="3718" y="1"/>
                  </a:moveTo>
                  <a:lnTo>
                    <a:pt x="1" y="2146"/>
                  </a:lnTo>
                  <a:lnTo>
                    <a:pt x="2" y="2406"/>
                  </a:lnTo>
                  <a:lnTo>
                    <a:pt x="3718" y="258"/>
                  </a:lnTo>
                  <a:lnTo>
                    <a:pt x="3718" y="1"/>
                  </a:lnTo>
                  <a:close/>
                </a:path>
              </a:pathLst>
            </a:custGeom>
            <a:solidFill>
              <a:srgbClr val="DD3E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40"/>
            <p:cNvSpPr/>
            <p:nvPr/>
          </p:nvSpPr>
          <p:spPr>
            <a:xfrm>
              <a:off x="835342" y="1830941"/>
              <a:ext cx="255100" cy="147698"/>
            </a:xfrm>
            <a:custGeom>
              <a:avLst/>
              <a:gdLst/>
              <a:ahLst/>
              <a:cxnLst/>
              <a:rect l="l" t="t" r="r" b="b"/>
              <a:pathLst>
                <a:path w="7413" h="4292" extrusionOk="0">
                  <a:moveTo>
                    <a:pt x="3718" y="1"/>
                  </a:moveTo>
                  <a:lnTo>
                    <a:pt x="1" y="2147"/>
                  </a:lnTo>
                  <a:lnTo>
                    <a:pt x="3695" y="4292"/>
                  </a:lnTo>
                  <a:lnTo>
                    <a:pt x="7412" y="2147"/>
                  </a:lnTo>
                  <a:lnTo>
                    <a:pt x="3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0"/>
            <p:cNvSpPr/>
            <p:nvPr/>
          </p:nvSpPr>
          <p:spPr>
            <a:xfrm>
              <a:off x="849485" y="1892470"/>
              <a:ext cx="113114" cy="74606"/>
            </a:xfrm>
            <a:custGeom>
              <a:avLst/>
              <a:gdLst/>
              <a:ahLst/>
              <a:cxnLst/>
              <a:rect l="l" t="t" r="r" b="b"/>
              <a:pathLst>
                <a:path w="3287" h="2168" extrusionOk="0">
                  <a:moveTo>
                    <a:pt x="1" y="1"/>
                  </a:moveTo>
                  <a:lnTo>
                    <a:pt x="2" y="258"/>
                  </a:lnTo>
                  <a:lnTo>
                    <a:pt x="3287" y="2167"/>
                  </a:lnTo>
                  <a:lnTo>
                    <a:pt x="3285" y="1910"/>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0"/>
            <p:cNvSpPr/>
            <p:nvPr/>
          </p:nvSpPr>
          <p:spPr>
            <a:xfrm>
              <a:off x="962530" y="1892505"/>
              <a:ext cx="113768" cy="74572"/>
            </a:xfrm>
            <a:custGeom>
              <a:avLst/>
              <a:gdLst/>
              <a:ahLst/>
              <a:cxnLst/>
              <a:rect l="l" t="t" r="r" b="b"/>
              <a:pathLst>
                <a:path w="3306" h="2167" extrusionOk="0">
                  <a:moveTo>
                    <a:pt x="3304" y="1"/>
                  </a:moveTo>
                  <a:lnTo>
                    <a:pt x="0" y="1909"/>
                  </a:lnTo>
                  <a:lnTo>
                    <a:pt x="2" y="2166"/>
                  </a:lnTo>
                  <a:lnTo>
                    <a:pt x="3305" y="260"/>
                  </a:lnTo>
                  <a:lnTo>
                    <a:pt x="3304" y="1"/>
                  </a:lnTo>
                  <a:close/>
                </a:path>
              </a:pathLst>
            </a:custGeom>
            <a:solidFill>
              <a:srgbClr val="DD3E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0"/>
            <p:cNvSpPr/>
            <p:nvPr/>
          </p:nvSpPr>
          <p:spPr>
            <a:xfrm>
              <a:off x="849485" y="1826811"/>
              <a:ext cx="226744" cy="131387"/>
            </a:xfrm>
            <a:custGeom>
              <a:avLst/>
              <a:gdLst/>
              <a:ahLst/>
              <a:cxnLst/>
              <a:rect l="l" t="t" r="r" b="b"/>
              <a:pathLst>
                <a:path w="6589" h="3818" extrusionOk="0">
                  <a:moveTo>
                    <a:pt x="3304" y="1"/>
                  </a:moveTo>
                  <a:lnTo>
                    <a:pt x="1" y="1909"/>
                  </a:lnTo>
                  <a:lnTo>
                    <a:pt x="3285" y="3818"/>
                  </a:lnTo>
                  <a:lnTo>
                    <a:pt x="6589" y="1910"/>
                  </a:lnTo>
                  <a:lnTo>
                    <a:pt x="33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0"/>
            <p:cNvSpPr/>
            <p:nvPr/>
          </p:nvSpPr>
          <p:spPr>
            <a:xfrm>
              <a:off x="938992" y="1830252"/>
              <a:ext cx="115385" cy="65521"/>
            </a:xfrm>
            <a:custGeom>
              <a:avLst/>
              <a:gdLst/>
              <a:ahLst/>
              <a:cxnLst/>
              <a:rect l="l" t="t" r="r" b="b"/>
              <a:pathLst>
                <a:path w="3353" h="1904" extrusionOk="0">
                  <a:moveTo>
                    <a:pt x="516" y="0"/>
                  </a:moveTo>
                  <a:lnTo>
                    <a:pt x="1" y="300"/>
                  </a:lnTo>
                  <a:lnTo>
                    <a:pt x="2746" y="1904"/>
                  </a:lnTo>
                  <a:lnTo>
                    <a:pt x="3353" y="1573"/>
                  </a:lnTo>
                  <a:lnTo>
                    <a:pt x="516"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0"/>
            <p:cNvSpPr/>
            <p:nvPr/>
          </p:nvSpPr>
          <p:spPr>
            <a:xfrm>
              <a:off x="898041" y="1853859"/>
              <a:ext cx="113389" cy="65212"/>
            </a:xfrm>
            <a:custGeom>
              <a:avLst/>
              <a:gdLst/>
              <a:ahLst/>
              <a:cxnLst/>
              <a:rect l="l" t="t" r="r" b="b"/>
              <a:pathLst>
                <a:path w="3295" h="1895" extrusionOk="0">
                  <a:moveTo>
                    <a:pt x="524" y="0"/>
                  </a:moveTo>
                  <a:lnTo>
                    <a:pt x="0" y="305"/>
                  </a:lnTo>
                  <a:lnTo>
                    <a:pt x="2715" y="1895"/>
                  </a:lnTo>
                  <a:lnTo>
                    <a:pt x="3295" y="1504"/>
                  </a:lnTo>
                  <a:lnTo>
                    <a:pt x="524"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40"/>
            <p:cNvSpPr/>
            <p:nvPr/>
          </p:nvSpPr>
          <p:spPr>
            <a:xfrm>
              <a:off x="857951" y="1877122"/>
              <a:ext cx="119996" cy="65281"/>
            </a:xfrm>
            <a:custGeom>
              <a:avLst/>
              <a:gdLst/>
              <a:ahLst/>
              <a:cxnLst/>
              <a:rect l="l" t="t" r="r" b="b"/>
              <a:pathLst>
                <a:path w="3487" h="1897" extrusionOk="0">
                  <a:moveTo>
                    <a:pt x="527" y="0"/>
                  </a:moveTo>
                  <a:lnTo>
                    <a:pt x="0" y="306"/>
                  </a:lnTo>
                  <a:lnTo>
                    <a:pt x="2722" y="1896"/>
                  </a:lnTo>
                  <a:lnTo>
                    <a:pt x="3487" y="1607"/>
                  </a:lnTo>
                  <a:lnTo>
                    <a:pt x="527"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40"/>
            <p:cNvSpPr/>
            <p:nvPr/>
          </p:nvSpPr>
          <p:spPr>
            <a:xfrm>
              <a:off x="866795" y="1810569"/>
              <a:ext cx="31109" cy="86857"/>
            </a:xfrm>
            <a:custGeom>
              <a:avLst/>
              <a:gdLst/>
              <a:ahLst/>
              <a:cxnLst/>
              <a:rect l="l" t="t" r="r" b="b"/>
              <a:pathLst>
                <a:path w="904" h="2524" extrusionOk="0">
                  <a:moveTo>
                    <a:pt x="1" y="2"/>
                  </a:moveTo>
                  <a:cubicBezTo>
                    <a:pt x="1" y="2"/>
                    <a:pt x="1" y="2"/>
                    <a:pt x="1" y="2"/>
                  </a:cubicBezTo>
                  <a:lnTo>
                    <a:pt x="1" y="2"/>
                  </a:lnTo>
                  <a:lnTo>
                    <a:pt x="1" y="2"/>
                  </a:lnTo>
                  <a:close/>
                  <a:moveTo>
                    <a:pt x="899" y="0"/>
                  </a:moveTo>
                  <a:cubicBezTo>
                    <a:pt x="899" y="67"/>
                    <a:pt x="855" y="133"/>
                    <a:pt x="765" y="184"/>
                  </a:cubicBezTo>
                  <a:cubicBezTo>
                    <a:pt x="677" y="235"/>
                    <a:pt x="562" y="260"/>
                    <a:pt x="447" y="260"/>
                  </a:cubicBezTo>
                  <a:cubicBezTo>
                    <a:pt x="332" y="260"/>
                    <a:pt x="217" y="235"/>
                    <a:pt x="131" y="184"/>
                  </a:cubicBezTo>
                  <a:cubicBezTo>
                    <a:pt x="45" y="135"/>
                    <a:pt x="1" y="68"/>
                    <a:pt x="1" y="2"/>
                  </a:cubicBezTo>
                  <a:lnTo>
                    <a:pt x="1" y="2"/>
                  </a:lnTo>
                  <a:lnTo>
                    <a:pt x="7" y="2265"/>
                  </a:lnTo>
                  <a:cubicBezTo>
                    <a:pt x="7" y="2331"/>
                    <a:pt x="51" y="2400"/>
                    <a:pt x="136" y="2448"/>
                  </a:cubicBezTo>
                  <a:cubicBezTo>
                    <a:pt x="223" y="2498"/>
                    <a:pt x="337" y="2524"/>
                    <a:pt x="452" y="2524"/>
                  </a:cubicBezTo>
                  <a:cubicBezTo>
                    <a:pt x="567" y="2524"/>
                    <a:pt x="683" y="2498"/>
                    <a:pt x="770" y="2448"/>
                  </a:cubicBezTo>
                  <a:cubicBezTo>
                    <a:pt x="858" y="2397"/>
                    <a:pt x="904" y="2331"/>
                    <a:pt x="904" y="2263"/>
                  </a:cubicBezTo>
                  <a:lnTo>
                    <a:pt x="8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0"/>
            <p:cNvSpPr/>
            <p:nvPr/>
          </p:nvSpPr>
          <p:spPr>
            <a:xfrm>
              <a:off x="888819" y="1810672"/>
              <a:ext cx="9085" cy="86066"/>
            </a:xfrm>
            <a:custGeom>
              <a:avLst/>
              <a:gdLst/>
              <a:ahLst/>
              <a:cxnLst/>
              <a:rect l="l" t="t" r="r" b="b"/>
              <a:pathLst>
                <a:path w="264" h="2501" extrusionOk="0">
                  <a:moveTo>
                    <a:pt x="259" y="0"/>
                  </a:moveTo>
                  <a:cubicBezTo>
                    <a:pt x="259" y="66"/>
                    <a:pt x="215" y="133"/>
                    <a:pt x="125" y="184"/>
                  </a:cubicBezTo>
                  <a:cubicBezTo>
                    <a:pt x="88" y="205"/>
                    <a:pt x="47" y="221"/>
                    <a:pt x="0" y="234"/>
                  </a:cubicBezTo>
                  <a:lnTo>
                    <a:pt x="0" y="2500"/>
                  </a:lnTo>
                  <a:cubicBezTo>
                    <a:pt x="47" y="2487"/>
                    <a:pt x="92" y="2471"/>
                    <a:pt x="130" y="2449"/>
                  </a:cubicBezTo>
                  <a:cubicBezTo>
                    <a:pt x="220" y="2398"/>
                    <a:pt x="264" y="2331"/>
                    <a:pt x="264" y="2265"/>
                  </a:cubicBezTo>
                  <a:lnTo>
                    <a:pt x="259"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0"/>
            <p:cNvSpPr/>
            <p:nvPr/>
          </p:nvSpPr>
          <p:spPr>
            <a:xfrm>
              <a:off x="865246" y="1801656"/>
              <a:ext cx="33965" cy="17894"/>
            </a:xfrm>
            <a:custGeom>
              <a:avLst/>
              <a:gdLst/>
              <a:ahLst/>
              <a:cxnLst/>
              <a:rect l="l" t="t" r="r" b="b"/>
              <a:pathLst>
                <a:path w="987" h="520" extrusionOk="0">
                  <a:moveTo>
                    <a:pt x="496" y="1"/>
                  </a:moveTo>
                  <a:cubicBezTo>
                    <a:pt x="381" y="1"/>
                    <a:pt x="266" y="26"/>
                    <a:pt x="178" y="76"/>
                  </a:cubicBezTo>
                  <a:cubicBezTo>
                    <a:pt x="2" y="176"/>
                    <a:pt x="1" y="343"/>
                    <a:pt x="176" y="443"/>
                  </a:cubicBezTo>
                  <a:cubicBezTo>
                    <a:pt x="262" y="494"/>
                    <a:pt x="377" y="519"/>
                    <a:pt x="492" y="519"/>
                  </a:cubicBezTo>
                  <a:cubicBezTo>
                    <a:pt x="607" y="519"/>
                    <a:pt x="722" y="494"/>
                    <a:pt x="810" y="443"/>
                  </a:cubicBezTo>
                  <a:cubicBezTo>
                    <a:pt x="985" y="341"/>
                    <a:pt x="987" y="176"/>
                    <a:pt x="811" y="76"/>
                  </a:cubicBezTo>
                  <a:cubicBezTo>
                    <a:pt x="725" y="26"/>
                    <a:pt x="611" y="1"/>
                    <a:pt x="496" y="1"/>
                  </a:cubicBezTo>
                  <a:close/>
                </a:path>
              </a:pathLst>
            </a:custGeom>
            <a:solidFill>
              <a:srgbClr val="DD4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0"/>
            <p:cNvSpPr/>
            <p:nvPr/>
          </p:nvSpPr>
          <p:spPr>
            <a:xfrm>
              <a:off x="866760" y="1805579"/>
              <a:ext cx="24605" cy="17413"/>
            </a:xfrm>
            <a:custGeom>
              <a:avLst/>
              <a:gdLst/>
              <a:ahLst/>
              <a:cxnLst/>
              <a:rect l="l" t="t" r="r" b="b"/>
              <a:pathLst>
                <a:path w="715" h="506" extrusionOk="0">
                  <a:moveTo>
                    <a:pt x="714" y="0"/>
                  </a:moveTo>
                  <a:lnTo>
                    <a:pt x="55" y="384"/>
                  </a:lnTo>
                  <a:cubicBezTo>
                    <a:pt x="55" y="442"/>
                    <a:pt x="33" y="486"/>
                    <a:pt x="0" y="505"/>
                  </a:cubicBezTo>
                  <a:lnTo>
                    <a:pt x="659" y="122"/>
                  </a:lnTo>
                  <a:cubicBezTo>
                    <a:pt x="692" y="103"/>
                    <a:pt x="713" y="60"/>
                    <a:pt x="714" y="0"/>
                  </a:cubicBezTo>
                  <a:close/>
                </a:path>
              </a:pathLst>
            </a:custGeom>
            <a:solidFill>
              <a:srgbClr val="991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0"/>
            <p:cNvSpPr/>
            <p:nvPr/>
          </p:nvSpPr>
          <p:spPr>
            <a:xfrm>
              <a:off x="857297" y="1793225"/>
              <a:ext cx="27461" cy="14144"/>
            </a:xfrm>
            <a:custGeom>
              <a:avLst/>
              <a:gdLst/>
              <a:ahLst/>
              <a:cxnLst/>
              <a:rect l="l" t="t" r="r" b="b"/>
              <a:pathLst>
                <a:path w="798" h="411" extrusionOk="0">
                  <a:moveTo>
                    <a:pt x="1" y="396"/>
                  </a:moveTo>
                  <a:cubicBezTo>
                    <a:pt x="1" y="396"/>
                    <a:pt x="1" y="396"/>
                    <a:pt x="0" y="396"/>
                  </a:cubicBezTo>
                  <a:lnTo>
                    <a:pt x="1" y="396"/>
                  </a:lnTo>
                  <a:close/>
                  <a:moveTo>
                    <a:pt x="713" y="1"/>
                  </a:moveTo>
                  <a:cubicBezTo>
                    <a:pt x="694" y="1"/>
                    <a:pt x="676" y="5"/>
                    <a:pt x="660" y="14"/>
                  </a:cubicBezTo>
                  <a:lnTo>
                    <a:pt x="1" y="396"/>
                  </a:lnTo>
                  <a:lnTo>
                    <a:pt x="1" y="396"/>
                  </a:lnTo>
                  <a:cubicBezTo>
                    <a:pt x="16" y="387"/>
                    <a:pt x="33" y="382"/>
                    <a:pt x="52" y="382"/>
                  </a:cubicBezTo>
                  <a:cubicBezTo>
                    <a:pt x="78" y="382"/>
                    <a:pt x="108" y="391"/>
                    <a:pt x="138" y="410"/>
                  </a:cubicBezTo>
                  <a:lnTo>
                    <a:pt x="798" y="26"/>
                  </a:lnTo>
                  <a:cubicBezTo>
                    <a:pt x="768" y="9"/>
                    <a:pt x="739" y="1"/>
                    <a:pt x="7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0"/>
            <p:cNvSpPr/>
            <p:nvPr/>
          </p:nvSpPr>
          <p:spPr>
            <a:xfrm>
              <a:off x="862080" y="1794188"/>
              <a:ext cx="40572" cy="23504"/>
            </a:xfrm>
            <a:custGeom>
              <a:avLst/>
              <a:gdLst/>
              <a:ahLst/>
              <a:cxnLst/>
              <a:rect l="l" t="t" r="r" b="b"/>
              <a:pathLst>
                <a:path w="1179" h="683" extrusionOk="0">
                  <a:moveTo>
                    <a:pt x="659" y="1"/>
                  </a:moveTo>
                  <a:lnTo>
                    <a:pt x="0" y="382"/>
                  </a:lnTo>
                  <a:lnTo>
                    <a:pt x="518" y="682"/>
                  </a:lnTo>
                  <a:lnTo>
                    <a:pt x="1178" y="298"/>
                  </a:lnTo>
                  <a:lnTo>
                    <a:pt x="65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0"/>
            <p:cNvSpPr/>
            <p:nvPr/>
          </p:nvSpPr>
          <p:spPr>
            <a:xfrm>
              <a:off x="879837" y="1804512"/>
              <a:ext cx="29354" cy="28769"/>
            </a:xfrm>
            <a:custGeom>
              <a:avLst/>
              <a:gdLst/>
              <a:ahLst/>
              <a:cxnLst/>
              <a:rect l="l" t="t" r="r" b="b"/>
              <a:pathLst>
                <a:path w="853" h="836" extrusionOk="0">
                  <a:moveTo>
                    <a:pt x="661" y="1"/>
                  </a:moveTo>
                  <a:lnTo>
                    <a:pt x="1" y="382"/>
                  </a:lnTo>
                  <a:cubicBezTo>
                    <a:pt x="106" y="444"/>
                    <a:pt x="193" y="590"/>
                    <a:pt x="193" y="713"/>
                  </a:cubicBezTo>
                  <a:cubicBezTo>
                    <a:pt x="193" y="773"/>
                    <a:pt x="172" y="815"/>
                    <a:pt x="137" y="836"/>
                  </a:cubicBezTo>
                  <a:lnTo>
                    <a:pt x="795" y="454"/>
                  </a:lnTo>
                  <a:cubicBezTo>
                    <a:pt x="830" y="434"/>
                    <a:pt x="852" y="391"/>
                    <a:pt x="852" y="331"/>
                  </a:cubicBezTo>
                  <a:cubicBezTo>
                    <a:pt x="852" y="208"/>
                    <a:pt x="766" y="61"/>
                    <a:pt x="66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0"/>
            <p:cNvSpPr/>
            <p:nvPr/>
          </p:nvSpPr>
          <p:spPr>
            <a:xfrm>
              <a:off x="855473" y="1806405"/>
              <a:ext cx="31040" cy="27324"/>
            </a:xfrm>
            <a:custGeom>
              <a:avLst/>
              <a:gdLst/>
              <a:ahLst/>
              <a:cxnLst/>
              <a:rect l="l" t="t" r="r" b="b"/>
              <a:pathLst>
                <a:path w="902" h="794" extrusionOk="0">
                  <a:moveTo>
                    <a:pt x="106" y="0"/>
                  </a:moveTo>
                  <a:cubicBezTo>
                    <a:pt x="44" y="0"/>
                    <a:pt x="1" y="51"/>
                    <a:pt x="1" y="137"/>
                  </a:cubicBezTo>
                  <a:cubicBezTo>
                    <a:pt x="1" y="257"/>
                    <a:pt x="87" y="408"/>
                    <a:pt x="192" y="468"/>
                  </a:cubicBezTo>
                  <a:cubicBezTo>
                    <a:pt x="223" y="485"/>
                    <a:pt x="252" y="493"/>
                    <a:pt x="278" y="493"/>
                  </a:cubicBezTo>
                  <a:cubicBezTo>
                    <a:pt x="341" y="493"/>
                    <a:pt x="384" y="444"/>
                    <a:pt x="384" y="358"/>
                  </a:cubicBezTo>
                  <a:lnTo>
                    <a:pt x="520" y="437"/>
                  </a:lnTo>
                  <a:cubicBezTo>
                    <a:pt x="520" y="557"/>
                    <a:pt x="606" y="706"/>
                    <a:pt x="710" y="768"/>
                  </a:cubicBezTo>
                  <a:cubicBezTo>
                    <a:pt x="741" y="785"/>
                    <a:pt x="769" y="793"/>
                    <a:pt x="795" y="793"/>
                  </a:cubicBezTo>
                  <a:cubicBezTo>
                    <a:pt x="858" y="793"/>
                    <a:pt x="902" y="743"/>
                    <a:pt x="902" y="658"/>
                  </a:cubicBezTo>
                  <a:cubicBezTo>
                    <a:pt x="902" y="535"/>
                    <a:pt x="816" y="389"/>
                    <a:pt x="710" y="327"/>
                  </a:cubicBezTo>
                  <a:lnTo>
                    <a:pt x="192" y="27"/>
                  </a:lnTo>
                  <a:cubicBezTo>
                    <a:pt x="161" y="9"/>
                    <a:pt x="132" y="0"/>
                    <a:pt x="10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0"/>
            <p:cNvSpPr/>
            <p:nvPr/>
          </p:nvSpPr>
          <p:spPr>
            <a:xfrm>
              <a:off x="1028671" y="1810569"/>
              <a:ext cx="31109" cy="86857"/>
            </a:xfrm>
            <a:custGeom>
              <a:avLst/>
              <a:gdLst/>
              <a:ahLst/>
              <a:cxnLst/>
              <a:rect l="l" t="t" r="r" b="b"/>
              <a:pathLst>
                <a:path w="904" h="2524" extrusionOk="0">
                  <a:moveTo>
                    <a:pt x="1" y="2"/>
                  </a:moveTo>
                  <a:cubicBezTo>
                    <a:pt x="1" y="2"/>
                    <a:pt x="1" y="2"/>
                    <a:pt x="1" y="2"/>
                  </a:cubicBezTo>
                  <a:lnTo>
                    <a:pt x="1" y="2"/>
                  </a:lnTo>
                  <a:lnTo>
                    <a:pt x="1" y="2"/>
                  </a:lnTo>
                  <a:close/>
                  <a:moveTo>
                    <a:pt x="896" y="0"/>
                  </a:moveTo>
                  <a:cubicBezTo>
                    <a:pt x="896" y="67"/>
                    <a:pt x="852" y="133"/>
                    <a:pt x="763" y="184"/>
                  </a:cubicBezTo>
                  <a:cubicBezTo>
                    <a:pt x="675" y="235"/>
                    <a:pt x="560" y="260"/>
                    <a:pt x="445" y="260"/>
                  </a:cubicBezTo>
                  <a:cubicBezTo>
                    <a:pt x="330" y="260"/>
                    <a:pt x="215" y="235"/>
                    <a:pt x="128" y="184"/>
                  </a:cubicBezTo>
                  <a:cubicBezTo>
                    <a:pt x="45" y="135"/>
                    <a:pt x="1" y="68"/>
                    <a:pt x="1" y="2"/>
                  </a:cubicBezTo>
                  <a:lnTo>
                    <a:pt x="1" y="2"/>
                  </a:lnTo>
                  <a:lnTo>
                    <a:pt x="6" y="2265"/>
                  </a:lnTo>
                  <a:cubicBezTo>
                    <a:pt x="6" y="2331"/>
                    <a:pt x="50" y="2400"/>
                    <a:pt x="135" y="2448"/>
                  </a:cubicBezTo>
                  <a:cubicBezTo>
                    <a:pt x="223" y="2498"/>
                    <a:pt x="338" y="2524"/>
                    <a:pt x="453" y="2524"/>
                  </a:cubicBezTo>
                  <a:cubicBezTo>
                    <a:pt x="568" y="2524"/>
                    <a:pt x="682" y="2498"/>
                    <a:pt x="770" y="2448"/>
                  </a:cubicBezTo>
                  <a:cubicBezTo>
                    <a:pt x="858" y="2397"/>
                    <a:pt x="903" y="2331"/>
                    <a:pt x="902" y="2263"/>
                  </a:cubicBezTo>
                  <a:lnTo>
                    <a:pt x="8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0"/>
            <p:cNvSpPr/>
            <p:nvPr/>
          </p:nvSpPr>
          <p:spPr>
            <a:xfrm>
              <a:off x="1050661" y="1810603"/>
              <a:ext cx="9119" cy="86031"/>
            </a:xfrm>
            <a:custGeom>
              <a:avLst/>
              <a:gdLst/>
              <a:ahLst/>
              <a:cxnLst/>
              <a:rect l="l" t="t" r="r" b="b"/>
              <a:pathLst>
                <a:path w="265" h="2500" extrusionOk="0">
                  <a:moveTo>
                    <a:pt x="260" y="1"/>
                  </a:moveTo>
                  <a:cubicBezTo>
                    <a:pt x="260" y="66"/>
                    <a:pt x="216" y="134"/>
                    <a:pt x="125" y="185"/>
                  </a:cubicBezTo>
                  <a:cubicBezTo>
                    <a:pt x="89" y="205"/>
                    <a:pt x="48" y="222"/>
                    <a:pt x="1" y="235"/>
                  </a:cubicBezTo>
                  <a:lnTo>
                    <a:pt x="4" y="235"/>
                  </a:lnTo>
                  <a:lnTo>
                    <a:pt x="4" y="2499"/>
                  </a:lnTo>
                  <a:cubicBezTo>
                    <a:pt x="49" y="2488"/>
                    <a:pt x="95" y="2472"/>
                    <a:pt x="133" y="2450"/>
                  </a:cubicBezTo>
                  <a:cubicBezTo>
                    <a:pt x="220" y="2399"/>
                    <a:pt x="264" y="2333"/>
                    <a:pt x="264" y="2264"/>
                  </a:cubicBezTo>
                  <a:lnTo>
                    <a:pt x="260"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0"/>
            <p:cNvSpPr/>
            <p:nvPr/>
          </p:nvSpPr>
          <p:spPr>
            <a:xfrm>
              <a:off x="1027123" y="1801656"/>
              <a:ext cx="34000" cy="17894"/>
            </a:xfrm>
            <a:custGeom>
              <a:avLst/>
              <a:gdLst/>
              <a:ahLst/>
              <a:cxnLst/>
              <a:rect l="l" t="t" r="r" b="b"/>
              <a:pathLst>
                <a:path w="988" h="520" extrusionOk="0">
                  <a:moveTo>
                    <a:pt x="496" y="1"/>
                  </a:moveTo>
                  <a:cubicBezTo>
                    <a:pt x="381" y="1"/>
                    <a:pt x="266" y="26"/>
                    <a:pt x="177" y="76"/>
                  </a:cubicBezTo>
                  <a:cubicBezTo>
                    <a:pt x="2" y="176"/>
                    <a:pt x="0" y="343"/>
                    <a:pt x="176" y="443"/>
                  </a:cubicBezTo>
                  <a:cubicBezTo>
                    <a:pt x="264" y="494"/>
                    <a:pt x="378" y="519"/>
                    <a:pt x="493" y="519"/>
                  </a:cubicBezTo>
                  <a:cubicBezTo>
                    <a:pt x="607" y="519"/>
                    <a:pt x="722" y="494"/>
                    <a:pt x="809" y="443"/>
                  </a:cubicBezTo>
                  <a:cubicBezTo>
                    <a:pt x="985" y="341"/>
                    <a:pt x="988" y="176"/>
                    <a:pt x="812" y="76"/>
                  </a:cubicBezTo>
                  <a:cubicBezTo>
                    <a:pt x="725" y="26"/>
                    <a:pt x="611" y="1"/>
                    <a:pt x="496" y="1"/>
                  </a:cubicBezTo>
                  <a:close/>
                </a:path>
              </a:pathLst>
            </a:custGeom>
            <a:solidFill>
              <a:srgbClr val="DD4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0"/>
            <p:cNvSpPr/>
            <p:nvPr/>
          </p:nvSpPr>
          <p:spPr>
            <a:xfrm>
              <a:off x="1028637" y="1805579"/>
              <a:ext cx="24639" cy="17413"/>
            </a:xfrm>
            <a:custGeom>
              <a:avLst/>
              <a:gdLst/>
              <a:ahLst/>
              <a:cxnLst/>
              <a:rect l="l" t="t" r="r" b="b"/>
              <a:pathLst>
                <a:path w="716" h="506" extrusionOk="0">
                  <a:moveTo>
                    <a:pt x="716" y="0"/>
                  </a:moveTo>
                  <a:lnTo>
                    <a:pt x="56" y="384"/>
                  </a:lnTo>
                  <a:cubicBezTo>
                    <a:pt x="54" y="441"/>
                    <a:pt x="34" y="485"/>
                    <a:pt x="2" y="504"/>
                  </a:cubicBezTo>
                  <a:lnTo>
                    <a:pt x="2" y="504"/>
                  </a:lnTo>
                  <a:lnTo>
                    <a:pt x="660" y="122"/>
                  </a:lnTo>
                  <a:cubicBezTo>
                    <a:pt x="695" y="103"/>
                    <a:pt x="714" y="60"/>
                    <a:pt x="716" y="0"/>
                  </a:cubicBezTo>
                  <a:close/>
                  <a:moveTo>
                    <a:pt x="2" y="504"/>
                  </a:moveTo>
                  <a:lnTo>
                    <a:pt x="0" y="505"/>
                  </a:lnTo>
                  <a:cubicBezTo>
                    <a:pt x="1" y="505"/>
                    <a:pt x="1" y="504"/>
                    <a:pt x="2" y="504"/>
                  </a:cubicBezTo>
                  <a:close/>
                </a:path>
              </a:pathLst>
            </a:custGeom>
            <a:solidFill>
              <a:srgbClr val="991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0"/>
            <p:cNvSpPr/>
            <p:nvPr/>
          </p:nvSpPr>
          <p:spPr>
            <a:xfrm>
              <a:off x="1019277" y="1793225"/>
              <a:ext cx="27461" cy="14144"/>
            </a:xfrm>
            <a:custGeom>
              <a:avLst/>
              <a:gdLst/>
              <a:ahLst/>
              <a:cxnLst/>
              <a:rect l="l" t="t" r="r" b="b"/>
              <a:pathLst>
                <a:path w="798" h="411" extrusionOk="0">
                  <a:moveTo>
                    <a:pt x="0" y="396"/>
                  </a:moveTo>
                  <a:lnTo>
                    <a:pt x="0" y="396"/>
                  </a:lnTo>
                  <a:cubicBezTo>
                    <a:pt x="0" y="396"/>
                    <a:pt x="0" y="396"/>
                    <a:pt x="0" y="396"/>
                  </a:cubicBezTo>
                  <a:lnTo>
                    <a:pt x="0" y="396"/>
                  </a:lnTo>
                  <a:close/>
                  <a:moveTo>
                    <a:pt x="710" y="1"/>
                  </a:moveTo>
                  <a:cubicBezTo>
                    <a:pt x="691" y="1"/>
                    <a:pt x="673" y="5"/>
                    <a:pt x="658" y="14"/>
                  </a:cubicBezTo>
                  <a:lnTo>
                    <a:pt x="0" y="396"/>
                  </a:lnTo>
                  <a:lnTo>
                    <a:pt x="0" y="396"/>
                  </a:lnTo>
                  <a:cubicBezTo>
                    <a:pt x="15" y="387"/>
                    <a:pt x="32" y="382"/>
                    <a:pt x="51" y="382"/>
                  </a:cubicBezTo>
                  <a:cubicBezTo>
                    <a:pt x="77" y="382"/>
                    <a:pt x="106" y="391"/>
                    <a:pt x="138" y="410"/>
                  </a:cubicBezTo>
                  <a:lnTo>
                    <a:pt x="797" y="26"/>
                  </a:lnTo>
                  <a:cubicBezTo>
                    <a:pt x="766" y="9"/>
                    <a:pt x="736" y="1"/>
                    <a:pt x="710" y="1"/>
                  </a:cubicBezTo>
                  <a:close/>
                </a:path>
              </a:pathLst>
            </a:custGeom>
            <a:solidFill>
              <a:srgbClr val="991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0"/>
            <p:cNvSpPr/>
            <p:nvPr/>
          </p:nvSpPr>
          <p:spPr>
            <a:xfrm>
              <a:off x="1023957" y="1794188"/>
              <a:ext cx="40538" cy="23504"/>
            </a:xfrm>
            <a:custGeom>
              <a:avLst/>
              <a:gdLst/>
              <a:ahLst/>
              <a:cxnLst/>
              <a:rect l="l" t="t" r="r" b="b"/>
              <a:pathLst>
                <a:path w="1178" h="683" extrusionOk="0">
                  <a:moveTo>
                    <a:pt x="660" y="1"/>
                  </a:moveTo>
                  <a:lnTo>
                    <a:pt x="0" y="382"/>
                  </a:lnTo>
                  <a:lnTo>
                    <a:pt x="518" y="682"/>
                  </a:lnTo>
                  <a:lnTo>
                    <a:pt x="1178" y="298"/>
                  </a:lnTo>
                  <a:lnTo>
                    <a:pt x="660" y="1"/>
                  </a:lnTo>
                  <a:close/>
                </a:path>
              </a:pathLst>
            </a:custGeom>
            <a:solidFill>
              <a:srgbClr val="991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0"/>
            <p:cNvSpPr/>
            <p:nvPr/>
          </p:nvSpPr>
          <p:spPr>
            <a:xfrm>
              <a:off x="1041817" y="1804512"/>
              <a:ext cx="29285" cy="28769"/>
            </a:xfrm>
            <a:custGeom>
              <a:avLst/>
              <a:gdLst/>
              <a:ahLst/>
              <a:cxnLst/>
              <a:rect l="l" t="t" r="r" b="b"/>
              <a:pathLst>
                <a:path w="851" h="836" extrusionOk="0">
                  <a:moveTo>
                    <a:pt x="660" y="1"/>
                  </a:moveTo>
                  <a:lnTo>
                    <a:pt x="0" y="382"/>
                  </a:lnTo>
                  <a:cubicBezTo>
                    <a:pt x="107" y="444"/>
                    <a:pt x="192" y="590"/>
                    <a:pt x="191" y="713"/>
                  </a:cubicBezTo>
                  <a:cubicBezTo>
                    <a:pt x="191" y="773"/>
                    <a:pt x="169" y="815"/>
                    <a:pt x="134" y="836"/>
                  </a:cubicBezTo>
                  <a:lnTo>
                    <a:pt x="795" y="454"/>
                  </a:lnTo>
                  <a:cubicBezTo>
                    <a:pt x="829" y="434"/>
                    <a:pt x="851" y="391"/>
                    <a:pt x="851" y="331"/>
                  </a:cubicBezTo>
                  <a:cubicBezTo>
                    <a:pt x="851" y="208"/>
                    <a:pt x="766" y="61"/>
                    <a:pt x="6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0"/>
            <p:cNvSpPr/>
            <p:nvPr/>
          </p:nvSpPr>
          <p:spPr>
            <a:xfrm>
              <a:off x="1017281" y="1806405"/>
              <a:ext cx="31109" cy="27324"/>
            </a:xfrm>
            <a:custGeom>
              <a:avLst/>
              <a:gdLst/>
              <a:ahLst/>
              <a:cxnLst/>
              <a:rect l="l" t="t" r="r" b="b"/>
              <a:pathLst>
                <a:path w="904" h="794" extrusionOk="0">
                  <a:moveTo>
                    <a:pt x="107" y="0"/>
                  </a:moveTo>
                  <a:cubicBezTo>
                    <a:pt x="45" y="0"/>
                    <a:pt x="2" y="51"/>
                    <a:pt x="1" y="137"/>
                  </a:cubicBezTo>
                  <a:cubicBezTo>
                    <a:pt x="1" y="257"/>
                    <a:pt x="86" y="408"/>
                    <a:pt x="193" y="468"/>
                  </a:cubicBezTo>
                  <a:cubicBezTo>
                    <a:pt x="223" y="485"/>
                    <a:pt x="252" y="493"/>
                    <a:pt x="277" y="493"/>
                  </a:cubicBezTo>
                  <a:cubicBezTo>
                    <a:pt x="341" y="493"/>
                    <a:pt x="384" y="444"/>
                    <a:pt x="384" y="358"/>
                  </a:cubicBezTo>
                  <a:lnTo>
                    <a:pt x="520" y="437"/>
                  </a:lnTo>
                  <a:cubicBezTo>
                    <a:pt x="520" y="557"/>
                    <a:pt x="605" y="706"/>
                    <a:pt x="712" y="768"/>
                  </a:cubicBezTo>
                  <a:cubicBezTo>
                    <a:pt x="742" y="785"/>
                    <a:pt x="771" y="793"/>
                    <a:pt x="797" y="793"/>
                  </a:cubicBezTo>
                  <a:cubicBezTo>
                    <a:pt x="860" y="793"/>
                    <a:pt x="904" y="743"/>
                    <a:pt x="904" y="658"/>
                  </a:cubicBezTo>
                  <a:cubicBezTo>
                    <a:pt x="904" y="535"/>
                    <a:pt x="817" y="389"/>
                    <a:pt x="713" y="327"/>
                  </a:cubicBezTo>
                  <a:lnTo>
                    <a:pt x="194" y="27"/>
                  </a:lnTo>
                  <a:cubicBezTo>
                    <a:pt x="163" y="9"/>
                    <a:pt x="133" y="0"/>
                    <a:pt x="10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40"/>
            <p:cNvSpPr/>
            <p:nvPr/>
          </p:nvSpPr>
          <p:spPr>
            <a:xfrm>
              <a:off x="907780" y="1834210"/>
              <a:ext cx="31109" cy="86926"/>
            </a:xfrm>
            <a:custGeom>
              <a:avLst/>
              <a:gdLst/>
              <a:ahLst/>
              <a:cxnLst/>
              <a:rect l="l" t="t" r="r" b="b"/>
              <a:pathLst>
                <a:path w="904" h="2526" extrusionOk="0">
                  <a:moveTo>
                    <a:pt x="1" y="2"/>
                  </a:moveTo>
                  <a:cubicBezTo>
                    <a:pt x="1" y="2"/>
                    <a:pt x="1" y="3"/>
                    <a:pt x="1" y="3"/>
                  </a:cubicBezTo>
                  <a:lnTo>
                    <a:pt x="1" y="3"/>
                  </a:lnTo>
                  <a:lnTo>
                    <a:pt x="1" y="2"/>
                  </a:lnTo>
                  <a:close/>
                  <a:moveTo>
                    <a:pt x="896" y="1"/>
                  </a:moveTo>
                  <a:cubicBezTo>
                    <a:pt x="896" y="68"/>
                    <a:pt x="852" y="134"/>
                    <a:pt x="765" y="185"/>
                  </a:cubicBezTo>
                  <a:cubicBezTo>
                    <a:pt x="677" y="236"/>
                    <a:pt x="562" y="262"/>
                    <a:pt x="447" y="262"/>
                  </a:cubicBezTo>
                  <a:cubicBezTo>
                    <a:pt x="331" y="262"/>
                    <a:pt x="217" y="236"/>
                    <a:pt x="130" y="185"/>
                  </a:cubicBezTo>
                  <a:cubicBezTo>
                    <a:pt x="42" y="136"/>
                    <a:pt x="1" y="68"/>
                    <a:pt x="1" y="3"/>
                  </a:cubicBezTo>
                  <a:lnTo>
                    <a:pt x="1" y="3"/>
                  </a:lnTo>
                  <a:lnTo>
                    <a:pt x="5" y="2266"/>
                  </a:lnTo>
                  <a:cubicBezTo>
                    <a:pt x="5" y="2331"/>
                    <a:pt x="49" y="2397"/>
                    <a:pt x="135" y="2448"/>
                  </a:cubicBezTo>
                  <a:cubicBezTo>
                    <a:pt x="223" y="2500"/>
                    <a:pt x="338" y="2525"/>
                    <a:pt x="453" y="2525"/>
                  </a:cubicBezTo>
                  <a:cubicBezTo>
                    <a:pt x="568" y="2525"/>
                    <a:pt x="683" y="2500"/>
                    <a:pt x="770" y="2448"/>
                  </a:cubicBezTo>
                  <a:cubicBezTo>
                    <a:pt x="858" y="2397"/>
                    <a:pt x="904" y="2330"/>
                    <a:pt x="902" y="2264"/>
                  </a:cubicBezTo>
                  <a:lnTo>
                    <a:pt x="8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40"/>
            <p:cNvSpPr/>
            <p:nvPr/>
          </p:nvSpPr>
          <p:spPr>
            <a:xfrm>
              <a:off x="929804" y="1834313"/>
              <a:ext cx="9085" cy="86100"/>
            </a:xfrm>
            <a:custGeom>
              <a:avLst/>
              <a:gdLst/>
              <a:ahLst/>
              <a:cxnLst/>
              <a:rect l="l" t="t" r="r" b="b"/>
              <a:pathLst>
                <a:path w="264" h="2502" extrusionOk="0">
                  <a:moveTo>
                    <a:pt x="258" y="1"/>
                  </a:moveTo>
                  <a:lnTo>
                    <a:pt x="258" y="12"/>
                  </a:lnTo>
                  <a:lnTo>
                    <a:pt x="258" y="12"/>
                  </a:lnTo>
                  <a:cubicBezTo>
                    <a:pt x="258" y="8"/>
                    <a:pt x="258" y="4"/>
                    <a:pt x="258" y="1"/>
                  </a:cubicBezTo>
                  <a:close/>
                  <a:moveTo>
                    <a:pt x="258" y="12"/>
                  </a:moveTo>
                  <a:cubicBezTo>
                    <a:pt x="255" y="74"/>
                    <a:pt x="209" y="137"/>
                    <a:pt x="126" y="185"/>
                  </a:cubicBezTo>
                  <a:cubicBezTo>
                    <a:pt x="88" y="206"/>
                    <a:pt x="46" y="222"/>
                    <a:pt x="0" y="235"/>
                  </a:cubicBezTo>
                  <a:lnTo>
                    <a:pt x="2" y="235"/>
                  </a:lnTo>
                  <a:lnTo>
                    <a:pt x="2" y="2501"/>
                  </a:lnTo>
                  <a:cubicBezTo>
                    <a:pt x="48" y="2488"/>
                    <a:pt x="94" y="2472"/>
                    <a:pt x="132" y="2450"/>
                  </a:cubicBezTo>
                  <a:cubicBezTo>
                    <a:pt x="220" y="2399"/>
                    <a:pt x="264" y="2333"/>
                    <a:pt x="264" y="2265"/>
                  </a:cubicBezTo>
                  <a:lnTo>
                    <a:pt x="258" y="12"/>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40"/>
            <p:cNvSpPr/>
            <p:nvPr/>
          </p:nvSpPr>
          <p:spPr>
            <a:xfrm>
              <a:off x="906197" y="1825297"/>
              <a:ext cx="33965" cy="17929"/>
            </a:xfrm>
            <a:custGeom>
              <a:avLst/>
              <a:gdLst/>
              <a:ahLst/>
              <a:cxnLst/>
              <a:rect l="l" t="t" r="r" b="b"/>
              <a:pathLst>
                <a:path w="987" h="521" extrusionOk="0">
                  <a:moveTo>
                    <a:pt x="495" y="1"/>
                  </a:moveTo>
                  <a:cubicBezTo>
                    <a:pt x="380" y="1"/>
                    <a:pt x="265" y="26"/>
                    <a:pt x="177" y="77"/>
                  </a:cubicBezTo>
                  <a:cubicBezTo>
                    <a:pt x="3" y="176"/>
                    <a:pt x="0" y="343"/>
                    <a:pt x="176" y="444"/>
                  </a:cubicBezTo>
                  <a:cubicBezTo>
                    <a:pt x="263" y="495"/>
                    <a:pt x="377" y="521"/>
                    <a:pt x="493" y="521"/>
                  </a:cubicBezTo>
                  <a:cubicBezTo>
                    <a:pt x="608" y="521"/>
                    <a:pt x="723" y="495"/>
                    <a:pt x="811" y="444"/>
                  </a:cubicBezTo>
                  <a:cubicBezTo>
                    <a:pt x="986" y="342"/>
                    <a:pt x="986" y="176"/>
                    <a:pt x="812" y="77"/>
                  </a:cubicBezTo>
                  <a:cubicBezTo>
                    <a:pt x="725" y="26"/>
                    <a:pt x="610" y="1"/>
                    <a:pt x="495" y="1"/>
                  </a:cubicBezTo>
                  <a:close/>
                </a:path>
              </a:pathLst>
            </a:custGeom>
            <a:solidFill>
              <a:srgbClr val="DD4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40"/>
            <p:cNvSpPr/>
            <p:nvPr/>
          </p:nvSpPr>
          <p:spPr>
            <a:xfrm>
              <a:off x="907643" y="1829186"/>
              <a:ext cx="24639" cy="17447"/>
            </a:xfrm>
            <a:custGeom>
              <a:avLst/>
              <a:gdLst/>
              <a:ahLst/>
              <a:cxnLst/>
              <a:rect l="l" t="t" r="r" b="b"/>
              <a:pathLst>
                <a:path w="716" h="507" extrusionOk="0">
                  <a:moveTo>
                    <a:pt x="716" y="0"/>
                  </a:moveTo>
                  <a:lnTo>
                    <a:pt x="58" y="382"/>
                  </a:lnTo>
                  <a:cubicBezTo>
                    <a:pt x="58" y="441"/>
                    <a:pt x="37" y="484"/>
                    <a:pt x="5" y="504"/>
                  </a:cubicBezTo>
                  <a:lnTo>
                    <a:pt x="5" y="504"/>
                  </a:lnTo>
                  <a:lnTo>
                    <a:pt x="660" y="122"/>
                  </a:lnTo>
                  <a:cubicBezTo>
                    <a:pt x="695" y="103"/>
                    <a:pt x="716" y="60"/>
                    <a:pt x="716" y="0"/>
                  </a:cubicBezTo>
                  <a:close/>
                  <a:moveTo>
                    <a:pt x="5" y="504"/>
                  </a:moveTo>
                  <a:lnTo>
                    <a:pt x="0" y="507"/>
                  </a:lnTo>
                  <a:cubicBezTo>
                    <a:pt x="2" y="506"/>
                    <a:pt x="4" y="505"/>
                    <a:pt x="5" y="504"/>
                  </a:cubicBezTo>
                  <a:close/>
                </a:path>
              </a:pathLst>
            </a:custGeom>
            <a:solidFill>
              <a:srgbClr val="991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40"/>
            <p:cNvSpPr/>
            <p:nvPr/>
          </p:nvSpPr>
          <p:spPr>
            <a:xfrm>
              <a:off x="898282" y="1816935"/>
              <a:ext cx="27427" cy="14144"/>
            </a:xfrm>
            <a:custGeom>
              <a:avLst/>
              <a:gdLst/>
              <a:ahLst/>
              <a:cxnLst/>
              <a:rect l="l" t="t" r="r" b="b"/>
              <a:pathLst>
                <a:path w="797" h="411" extrusionOk="0">
                  <a:moveTo>
                    <a:pt x="1" y="396"/>
                  </a:moveTo>
                  <a:cubicBezTo>
                    <a:pt x="1" y="396"/>
                    <a:pt x="1" y="396"/>
                    <a:pt x="0" y="396"/>
                  </a:cubicBezTo>
                  <a:lnTo>
                    <a:pt x="1" y="396"/>
                  </a:lnTo>
                  <a:close/>
                  <a:moveTo>
                    <a:pt x="711" y="0"/>
                  </a:moveTo>
                  <a:cubicBezTo>
                    <a:pt x="692" y="0"/>
                    <a:pt x="675" y="5"/>
                    <a:pt x="660" y="14"/>
                  </a:cubicBezTo>
                  <a:lnTo>
                    <a:pt x="1" y="396"/>
                  </a:lnTo>
                  <a:lnTo>
                    <a:pt x="1" y="396"/>
                  </a:lnTo>
                  <a:cubicBezTo>
                    <a:pt x="15" y="387"/>
                    <a:pt x="32" y="383"/>
                    <a:pt x="50" y="383"/>
                  </a:cubicBezTo>
                  <a:cubicBezTo>
                    <a:pt x="77" y="383"/>
                    <a:pt x="106" y="392"/>
                    <a:pt x="138" y="411"/>
                  </a:cubicBezTo>
                  <a:lnTo>
                    <a:pt x="796" y="29"/>
                  </a:lnTo>
                  <a:cubicBezTo>
                    <a:pt x="767" y="9"/>
                    <a:pt x="737" y="0"/>
                    <a:pt x="7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40"/>
            <p:cNvSpPr/>
            <p:nvPr/>
          </p:nvSpPr>
          <p:spPr>
            <a:xfrm>
              <a:off x="903066" y="1817864"/>
              <a:ext cx="40572" cy="23504"/>
            </a:xfrm>
            <a:custGeom>
              <a:avLst/>
              <a:gdLst/>
              <a:ahLst/>
              <a:cxnLst/>
              <a:rect l="l" t="t" r="r" b="b"/>
              <a:pathLst>
                <a:path w="1179" h="683" extrusionOk="0">
                  <a:moveTo>
                    <a:pt x="659" y="0"/>
                  </a:moveTo>
                  <a:lnTo>
                    <a:pt x="0" y="384"/>
                  </a:lnTo>
                  <a:lnTo>
                    <a:pt x="518" y="682"/>
                  </a:lnTo>
                  <a:lnTo>
                    <a:pt x="1178" y="300"/>
                  </a:lnTo>
                  <a:lnTo>
                    <a:pt x="65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40"/>
            <p:cNvSpPr/>
            <p:nvPr/>
          </p:nvSpPr>
          <p:spPr>
            <a:xfrm>
              <a:off x="920926" y="1828085"/>
              <a:ext cx="29285" cy="28872"/>
            </a:xfrm>
            <a:custGeom>
              <a:avLst/>
              <a:gdLst/>
              <a:ahLst/>
              <a:cxnLst/>
              <a:rect l="l" t="t" r="r" b="b"/>
              <a:pathLst>
                <a:path w="851" h="839" extrusionOk="0">
                  <a:moveTo>
                    <a:pt x="659" y="0"/>
                  </a:moveTo>
                  <a:lnTo>
                    <a:pt x="1" y="384"/>
                  </a:lnTo>
                  <a:cubicBezTo>
                    <a:pt x="106" y="444"/>
                    <a:pt x="192" y="591"/>
                    <a:pt x="192" y="714"/>
                  </a:cubicBezTo>
                  <a:cubicBezTo>
                    <a:pt x="188" y="776"/>
                    <a:pt x="169" y="818"/>
                    <a:pt x="134" y="839"/>
                  </a:cubicBezTo>
                  <a:lnTo>
                    <a:pt x="794" y="454"/>
                  </a:lnTo>
                  <a:cubicBezTo>
                    <a:pt x="829" y="435"/>
                    <a:pt x="851" y="392"/>
                    <a:pt x="851" y="332"/>
                  </a:cubicBezTo>
                  <a:cubicBezTo>
                    <a:pt x="851" y="209"/>
                    <a:pt x="764" y="63"/>
                    <a:pt x="6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0"/>
            <p:cNvSpPr/>
            <p:nvPr/>
          </p:nvSpPr>
          <p:spPr>
            <a:xfrm>
              <a:off x="896458" y="1830115"/>
              <a:ext cx="31006" cy="27324"/>
            </a:xfrm>
            <a:custGeom>
              <a:avLst/>
              <a:gdLst/>
              <a:ahLst/>
              <a:cxnLst/>
              <a:rect l="l" t="t" r="r" b="b"/>
              <a:pathLst>
                <a:path w="901" h="794" extrusionOk="0">
                  <a:moveTo>
                    <a:pt x="105" y="1"/>
                  </a:moveTo>
                  <a:cubicBezTo>
                    <a:pt x="43" y="1"/>
                    <a:pt x="1" y="51"/>
                    <a:pt x="1" y="137"/>
                  </a:cubicBezTo>
                  <a:cubicBezTo>
                    <a:pt x="1" y="259"/>
                    <a:pt x="84" y="408"/>
                    <a:pt x="191" y="468"/>
                  </a:cubicBezTo>
                  <a:cubicBezTo>
                    <a:pt x="222" y="486"/>
                    <a:pt x="251" y="494"/>
                    <a:pt x="276" y="494"/>
                  </a:cubicBezTo>
                  <a:cubicBezTo>
                    <a:pt x="339" y="494"/>
                    <a:pt x="383" y="444"/>
                    <a:pt x="383" y="358"/>
                  </a:cubicBezTo>
                  <a:lnTo>
                    <a:pt x="517" y="437"/>
                  </a:lnTo>
                  <a:cubicBezTo>
                    <a:pt x="517" y="557"/>
                    <a:pt x="603" y="708"/>
                    <a:pt x="707" y="768"/>
                  </a:cubicBezTo>
                  <a:cubicBezTo>
                    <a:pt x="738" y="785"/>
                    <a:pt x="768" y="794"/>
                    <a:pt x="794" y="794"/>
                  </a:cubicBezTo>
                  <a:cubicBezTo>
                    <a:pt x="857" y="794"/>
                    <a:pt x="900" y="744"/>
                    <a:pt x="900" y="658"/>
                  </a:cubicBezTo>
                  <a:cubicBezTo>
                    <a:pt x="900" y="535"/>
                    <a:pt x="814" y="387"/>
                    <a:pt x="707" y="328"/>
                  </a:cubicBezTo>
                  <a:lnTo>
                    <a:pt x="192" y="28"/>
                  </a:lnTo>
                  <a:cubicBezTo>
                    <a:pt x="161" y="10"/>
                    <a:pt x="131" y="1"/>
                    <a:pt x="10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40"/>
            <p:cNvSpPr/>
            <p:nvPr/>
          </p:nvSpPr>
          <p:spPr>
            <a:xfrm>
              <a:off x="989441" y="1834210"/>
              <a:ext cx="31178" cy="86926"/>
            </a:xfrm>
            <a:custGeom>
              <a:avLst/>
              <a:gdLst/>
              <a:ahLst/>
              <a:cxnLst/>
              <a:rect l="l" t="t" r="r" b="b"/>
              <a:pathLst>
                <a:path w="906" h="2526" extrusionOk="0">
                  <a:moveTo>
                    <a:pt x="1" y="2"/>
                  </a:moveTo>
                  <a:cubicBezTo>
                    <a:pt x="1" y="2"/>
                    <a:pt x="1" y="3"/>
                    <a:pt x="1" y="3"/>
                  </a:cubicBezTo>
                  <a:lnTo>
                    <a:pt x="1" y="3"/>
                  </a:lnTo>
                  <a:lnTo>
                    <a:pt x="1" y="2"/>
                  </a:lnTo>
                  <a:close/>
                  <a:moveTo>
                    <a:pt x="901" y="1"/>
                  </a:moveTo>
                  <a:cubicBezTo>
                    <a:pt x="901" y="68"/>
                    <a:pt x="857" y="134"/>
                    <a:pt x="768" y="185"/>
                  </a:cubicBezTo>
                  <a:cubicBezTo>
                    <a:pt x="680" y="236"/>
                    <a:pt x="565" y="262"/>
                    <a:pt x="450" y="262"/>
                  </a:cubicBezTo>
                  <a:cubicBezTo>
                    <a:pt x="334" y="262"/>
                    <a:pt x="220" y="236"/>
                    <a:pt x="133" y="185"/>
                  </a:cubicBezTo>
                  <a:cubicBezTo>
                    <a:pt x="45" y="136"/>
                    <a:pt x="1" y="69"/>
                    <a:pt x="1" y="3"/>
                  </a:cubicBezTo>
                  <a:lnTo>
                    <a:pt x="1" y="3"/>
                  </a:lnTo>
                  <a:lnTo>
                    <a:pt x="7" y="2266"/>
                  </a:lnTo>
                  <a:cubicBezTo>
                    <a:pt x="7" y="2331"/>
                    <a:pt x="51" y="2397"/>
                    <a:pt x="137" y="2448"/>
                  </a:cubicBezTo>
                  <a:cubicBezTo>
                    <a:pt x="225" y="2500"/>
                    <a:pt x="339" y="2525"/>
                    <a:pt x="454" y="2525"/>
                  </a:cubicBezTo>
                  <a:cubicBezTo>
                    <a:pt x="568" y="2525"/>
                    <a:pt x="683" y="2500"/>
                    <a:pt x="770" y="2448"/>
                  </a:cubicBezTo>
                  <a:cubicBezTo>
                    <a:pt x="858" y="2397"/>
                    <a:pt x="905" y="2330"/>
                    <a:pt x="905" y="2264"/>
                  </a:cubicBezTo>
                  <a:lnTo>
                    <a:pt x="9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40"/>
            <p:cNvSpPr/>
            <p:nvPr/>
          </p:nvSpPr>
          <p:spPr>
            <a:xfrm>
              <a:off x="1011499" y="1834279"/>
              <a:ext cx="9119" cy="86066"/>
            </a:xfrm>
            <a:custGeom>
              <a:avLst/>
              <a:gdLst/>
              <a:ahLst/>
              <a:cxnLst/>
              <a:rect l="l" t="t" r="r" b="b"/>
              <a:pathLst>
                <a:path w="265" h="2501" extrusionOk="0">
                  <a:moveTo>
                    <a:pt x="258" y="0"/>
                  </a:moveTo>
                  <a:cubicBezTo>
                    <a:pt x="258" y="66"/>
                    <a:pt x="214" y="133"/>
                    <a:pt x="125" y="185"/>
                  </a:cubicBezTo>
                  <a:cubicBezTo>
                    <a:pt x="89" y="205"/>
                    <a:pt x="46" y="221"/>
                    <a:pt x="1" y="234"/>
                  </a:cubicBezTo>
                  <a:lnTo>
                    <a:pt x="1" y="2501"/>
                  </a:lnTo>
                  <a:cubicBezTo>
                    <a:pt x="46" y="2487"/>
                    <a:pt x="91" y="2471"/>
                    <a:pt x="129" y="2449"/>
                  </a:cubicBezTo>
                  <a:cubicBezTo>
                    <a:pt x="220" y="2398"/>
                    <a:pt x="264" y="2329"/>
                    <a:pt x="264" y="2264"/>
                  </a:cubicBezTo>
                  <a:lnTo>
                    <a:pt x="258"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0"/>
            <p:cNvSpPr/>
            <p:nvPr/>
          </p:nvSpPr>
          <p:spPr>
            <a:xfrm>
              <a:off x="987961" y="1825297"/>
              <a:ext cx="34000" cy="17929"/>
            </a:xfrm>
            <a:custGeom>
              <a:avLst/>
              <a:gdLst/>
              <a:ahLst/>
              <a:cxnLst/>
              <a:rect l="l" t="t" r="r" b="b"/>
              <a:pathLst>
                <a:path w="988" h="521" extrusionOk="0">
                  <a:moveTo>
                    <a:pt x="493" y="1"/>
                  </a:moveTo>
                  <a:cubicBezTo>
                    <a:pt x="379" y="1"/>
                    <a:pt x="265" y="26"/>
                    <a:pt x="177" y="77"/>
                  </a:cubicBezTo>
                  <a:cubicBezTo>
                    <a:pt x="1" y="176"/>
                    <a:pt x="0" y="343"/>
                    <a:pt x="176" y="444"/>
                  </a:cubicBezTo>
                  <a:cubicBezTo>
                    <a:pt x="263" y="495"/>
                    <a:pt x="377" y="521"/>
                    <a:pt x="493" y="521"/>
                  </a:cubicBezTo>
                  <a:cubicBezTo>
                    <a:pt x="608" y="521"/>
                    <a:pt x="723" y="495"/>
                    <a:pt x="811" y="444"/>
                  </a:cubicBezTo>
                  <a:cubicBezTo>
                    <a:pt x="986" y="342"/>
                    <a:pt x="988" y="176"/>
                    <a:pt x="812" y="77"/>
                  </a:cubicBezTo>
                  <a:cubicBezTo>
                    <a:pt x="724" y="26"/>
                    <a:pt x="609" y="1"/>
                    <a:pt x="493" y="1"/>
                  </a:cubicBezTo>
                  <a:close/>
                </a:path>
              </a:pathLst>
            </a:custGeom>
            <a:solidFill>
              <a:srgbClr val="DD4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40"/>
            <p:cNvSpPr/>
            <p:nvPr/>
          </p:nvSpPr>
          <p:spPr>
            <a:xfrm>
              <a:off x="989407" y="1829186"/>
              <a:ext cx="24708" cy="17447"/>
            </a:xfrm>
            <a:custGeom>
              <a:avLst/>
              <a:gdLst/>
              <a:ahLst/>
              <a:cxnLst/>
              <a:rect l="l" t="t" r="r" b="b"/>
              <a:pathLst>
                <a:path w="718" h="507" extrusionOk="0">
                  <a:moveTo>
                    <a:pt x="717" y="0"/>
                  </a:moveTo>
                  <a:lnTo>
                    <a:pt x="56" y="382"/>
                  </a:lnTo>
                  <a:cubicBezTo>
                    <a:pt x="57" y="441"/>
                    <a:pt x="37" y="484"/>
                    <a:pt x="5" y="504"/>
                  </a:cubicBezTo>
                  <a:lnTo>
                    <a:pt x="5" y="504"/>
                  </a:lnTo>
                  <a:lnTo>
                    <a:pt x="660" y="122"/>
                  </a:lnTo>
                  <a:cubicBezTo>
                    <a:pt x="695" y="103"/>
                    <a:pt x="714" y="60"/>
                    <a:pt x="717" y="0"/>
                  </a:cubicBezTo>
                  <a:close/>
                  <a:moveTo>
                    <a:pt x="5" y="504"/>
                  </a:moveTo>
                  <a:lnTo>
                    <a:pt x="0" y="507"/>
                  </a:lnTo>
                  <a:cubicBezTo>
                    <a:pt x="2" y="506"/>
                    <a:pt x="4" y="505"/>
                    <a:pt x="5" y="504"/>
                  </a:cubicBezTo>
                  <a:close/>
                </a:path>
              </a:pathLst>
            </a:custGeom>
            <a:solidFill>
              <a:srgbClr val="991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0"/>
            <p:cNvSpPr/>
            <p:nvPr/>
          </p:nvSpPr>
          <p:spPr>
            <a:xfrm>
              <a:off x="980081" y="1816935"/>
              <a:ext cx="27496" cy="14144"/>
            </a:xfrm>
            <a:custGeom>
              <a:avLst/>
              <a:gdLst/>
              <a:ahLst/>
              <a:cxnLst/>
              <a:rect l="l" t="t" r="r" b="b"/>
              <a:pathLst>
                <a:path w="799" h="411" extrusionOk="0">
                  <a:moveTo>
                    <a:pt x="1" y="396"/>
                  </a:moveTo>
                  <a:lnTo>
                    <a:pt x="1" y="396"/>
                  </a:lnTo>
                  <a:cubicBezTo>
                    <a:pt x="1" y="396"/>
                    <a:pt x="1" y="396"/>
                    <a:pt x="1" y="396"/>
                  </a:cubicBezTo>
                  <a:lnTo>
                    <a:pt x="1" y="396"/>
                  </a:lnTo>
                  <a:close/>
                  <a:moveTo>
                    <a:pt x="710" y="0"/>
                  </a:moveTo>
                  <a:cubicBezTo>
                    <a:pt x="691" y="0"/>
                    <a:pt x="674" y="5"/>
                    <a:pt x="659" y="14"/>
                  </a:cubicBezTo>
                  <a:lnTo>
                    <a:pt x="1" y="396"/>
                  </a:lnTo>
                  <a:lnTo>
                    <a:pt x="1" y="396"/>
                  </a:lnTo>
                  <a:cubicBezTo>
                    <a:pt x="16" y="387"/>
                    <a:pt x="32" y="383"/>
                    <a:pt x="50" y="383"/>
                  </a:cubicBezTo>
                  <a:cubicBezTo>
                    <a:pt x="76" y="383"/>
                    <a:pt x="106" y="392"/>
                    <a:pt x="138" y="411"/>
                  </a:cubicBezTo>
                  <a:lnTo>
                    <a:pt x="798" y="29"/>
                  </a:lnTo>
                  <a:cubicBezTo>
                    <a:pt x="766" y="9"/>
                    <a:pt x="736" y="0"/>
                    <a:pt x="710" y="0"/>
                  </a:cubicBezTo>
                  <a:close/>
                </a:path>
              </a:pathLst>
            </a:custGeom>
            <a:solidFill>
              <a:srgbClr val="991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0"/>
            <p:cNvSpPr/>
            <p:nvPr/>
          </p:nvSpPr>
          <p:spPr>
            <a:xfrm>
              <a:off x="984727" y="1817864"/>
              <a:ext cx="40572" cy="23504"/>
            </a:xfrm>
            <a:custGeom>
              <a:avLst/>
              <a:gdLst/>
              <a:ahLst/>
              <a:cxnLst/>
              <a:rect l="l" t="t" r="r" b="b"/>
              <a:pathLst>
                <a:path w="1179" h="683" extrusionOk="0">
                  <a:moveTo>
                    <a:pt x="662" y="0"/>
                  </a:moveTo>
                  <a:lnTo>
                    <a:pt x="0" y="384"/>
                  </a:lnTo>
                  <a:lnTo>
                    <a:pt x="520" y="682"/>
                  </a:lnTo>
                  <a:lnTo>
                    <a:pt x="1178" y="300"/>
                  </a:lnTo>
                  <a:lnTo>
                    <a:pt x="662" y="0"/>
                  </a:lnTo>
                  <a:close/>
                </a:path>
              </a:pathLst>
            </a:custGeom>
            <a:solidFill>
              <a:srgbClr val="991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0"/>
            <p:cNvSpPr/>
            <p:nvPr/>
          </p:nvSpPr>
          <p:spPr>
            <a:xfrm>
              <a:off x="1002655" y="1828085"/>
              <a:ext cx="29319" cy="28872"/>
            </a:xfrm>
            <a:custGeom>
              <a:avLst/>
              <a:gdLst/>
              <a:ahLst/>
              <a:cxnLst/>
              <a:rect l="l" t="t" r="r" b="b"/>
              <a:pathLst>
                <a:path w="852" h="839" extrusionOk="0">
                  <a:moveTo>
                    <a:pt x="659" y="0"/>
                  </a:moveTo>
                  <a:lnTo>
                    <a:pt x="0" y="384"/>
                  </a:lnTo>
                  <a:cubicBezTo>
                    <a:pt x="107" y="444"/>
                    <a:pt x="193" y="591"/>
                    <a:pt x="190" y="714"/>
                  </a:cubicBezTo>
                  <a:cubicBezTo>
                    <a:pt x="189" y="776"/>
                    <a:pt x="167" y="818"/>
                    <a:pt x="135" y="839"/>
                  </a:cubicBezTo>
                  <a:lnTo>
                    <a:pt x="795" y="454"/>
                  </a:lnTo>
                  <a:cubicBezTo>
                    <a:pt x="830" y="435"/>
                    <a:pt x="852" y="392"/>
                    <a:pt x="852" y="332"/>
                  </a:cubicBezTo>
                  <a:cubicBezTo>
                    <a:pt x="852" y="209"/>
                    <a:pt x="765" y="63"/>
                    <a:pt x="6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0"/>
            <p:cNvSpPr/>
            <p:nvPr/>
          </p:nvSpPr>
          <p:spPr>
            <a:xfrm>
              <a:off x="978119" y="1830115"/>
              <a:ext cx="31040" cy="27324"/>
            </a:xfrm>
            <a:custGeom>
              <a:avLst/>
              <a:gdLst/>
              <a:ahLst/>
              <a:cxnLst/>
              <a:rect l="l" t="t" r="r" b="b"/>
              <a:pathLst>
                <a:path w="902" h="794" extrusionOk="0">
                  <a:moveTo>
                    <a:pt x="106" y="1"/>
                  </a:moveTo>
                  <a:cubicBezTo>
                    <a:pt x="44" y="1"/>
                    <a:pt x="1" y="51"/>
                    <a:pt x="1" y="137"/>
                  </a:cubicBezTo>
                  <a:cubicBezTo>
                    <a:pt x="1" y="259"/>
                    <a:pt x="87" y="408"/>
                    <a:pt x="192" y="468"/>
                  </a:cubicBezTo>
                  <a:cubicBezTo>
                    <a:pt x="224" y="486"/>
                    <a:pt x="253" y="494"/>
                    <a:pt x="279" y="494"/>
                  </a:cubicBezTo>
                  <a:cubicBezTo>
                    <a:pt x="342" y="494"/>
                    <a:pt x="386" y="444"/>
                    <a:pt x="386" y="358"/>
                  </a:cubicBezTo>
                  <a:lnTo>
                    <a:pt x="520" y="437"/>
                  </a:lnTo>
                  <a:cubicBezTo>
                    <a:pt x="520" y="557"/>
                    <a:pt x="606" y="708"/>
                    <a:pt x="710" y="768"/>
                  </a:cubicBezTo>
                  <a:cubicBezTo>
                    <a:pt x="741" y="785"/>
                    <a:pt x="771" y="794"/>
                    <a:pt x="796" y="794"/>
                  </a:cubicBezTo>
                  <a:cubicBezTo>
                    <a:pt x="859" y="794"/>
                    <a:pt x="902" y="744"/>
                    <a:pt x="902" y="658"/>
                  </a:cubicBezTo>
                  <a:cubicBezTo>
                    <a:pt x="902" y="535"/>
                    <a:pt x="817" y="387"/>
                    <a:pt x="712" y="328"/>
                  </a:cubicBezTo>
                  <a:lnTo>
                    <a:pt x="192" y="28"/>
                  </a:lnTo>
                  <a:cubicBezTo>
                    <a:pt x="161" y="10"/>
                    <a:pt x="132" y="1"/>
                    <a:pt x="1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0"/>
            <p:cNvSpPr/>
            <p:nvPr/>
          </p:nvSpPr>
          <p:spPr>
            <a:xfrm>
              <a:off x="947320" y="1857886"/>
              <a:ext cx="31109" cy="86857"/>
            </a:xfrm>
            <a:custGeom>
              <a:avLst/>
              <a:gdLst/>
              <a:ahLst/>
              <a:cxnLst/>
              <a:rect l="l" t="t" r="r" b="b"/>
              <a:pathLst>
                <a:path w="904" h="2524" extrusionOk="0">
                  <a:moveTo>
                    <a:pt x="0" y="2"/>
                  </a:moveTo>
                  <a:cubicBezTo>
                    <a:pt x="0" y="2"/>
                    <a:pt x="0" y="2"/>
                    <a:pt x="0" y="2"/>
                  </a:cubicBezTo>
                  <a:lnTo>
                    <a:pt x="0" y="2"/>
                  </a:lnTo>
                  <a:lnTo>
                    <a:pt x="0" y="2"/>
                  </a:lnTo>
                  <a:close/>
                  <a:moveTo>
                    <a:pt x="896" y="0"/>
                  </a:moveTo>
                  <a:cubicBezTo>
                    <a:pt x="896" y="66"/>
                    <a:pt x="852" y="134"/>
                    <a:pt x="763" y="185"/>
                  </a:cubicBezTo>
                  <a:cubicBezTo>
                    <a:pt x="675" y="236"/>
                    <a:pt x="560" y="262"/>
                    <a:pt x="445" y="262"/>
                  </a:cubicBezTo>
                  <a:cubicBezTo>
                    <a:pt x="330" y="262"/>
                    <a:pt x="215" y="236"/>
                    <a:pt x="128" y="185"/>
                  </a:cubicBezTo>
                  <a:cubicBezTo>
                    <a:pt x="43" y="135"/>
                    <a:pt x="1" y="70"/>
                    <a:pt x="0" y="2"/>
                  </a:cubicBezTo>
                  <a:lnTo>
                    <a:pt x="0" y="2"/>
                  </a:lnTo>
                  <a:lnTo>
                    <a:pt x="5" y="2265"/>
                  </a:lnTo>
                  <a:cubicBezTo>
                    <a:pt x="5" y="2331"/>
                    <a:pt x="49" y="2397"/>
                    <a:pt x="135" y="2448"/>
                  </a:cubicBezTo>
                  <a:cubicBezTo>
                    <a:pt x="222" y="2499"/>
                    <a:pt x="337" y="2524"/>
                    <a:pt x="452" y="2524"/>
                  </a:cubicBezTo>
                  <a:cubicBezTo>
                    <a:pt x="567" y="2524"/>
                    <a:pt x="682" y="2499"/>
                    <a:pt x="770" y="2448"/>
                  </a:cubicBezTo>
                  <a:cubicBezTo>
                    <a:pt x="858" y="2397"/>
                    <a:pt x="903" y="2330"/>
                    <a:pt x="902" y="2264"/>
                  </a:cubicBezTo>
                  <a:lnTo>
                    <a:pt x="8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0"/>
            <p:cNvSpPr/>
            <p:nvPr/>
          </p:nvSpPr>
          <p:spPr>
            <a:xfrm>
              <a:off x="969379" y="1857989"/>
              <a:ext cx="9085" cy="86066"/>
            </a:xfrm>
            <a:custGeom>
              <a:avLst/>
              <a:gdLst/>
              <a:ahLst/>
              <a:cxnLst/>
              <a:rect l="l" t="t" r="r" b="b"/>
              <a:pathLst>
                <a:path w="264" h="2501" extrusionOk="0">
                  <a:moveTo>
                    <a:pt x="259" y="0"/>
                  </a:moveTo>
                  <a:cubicBezTo>
                    <a:pt x="259" y="66"/>
                    <a:pt x="212" y="133"/>
                    <a:pt x="125" y="185"/>
                  </a:cubicBezTo>
                  <a:cubicBezTo>
                    <a:pt x="88" y="205"/>
                    <a:pt x="47" y="221"/>
                    <a:pt x="0" y="234"/>
                  </a:cubicBezTo>
                  <a:lnTo>
                    <a:pt x="3" y="234"/>
                  </a:lnTo>
                  <a:lnTo>
                    <a:pt x="3" y="2501"/>
                  </a:lnTo>
                  <a:cubicBezTo>
                    <a:pt x="48" y="2488"/>
                    <a:pt x="94" y="2471"/>
                    <a:pt x="132" y="2449"/>
                  </a:cubicBezTo>
                  <a:cubicBezTo>
                    <a:pt x="220" y="2398"/>
                    <a:pt x="264" y="2329"/>
                    <a:pt x="264" y="2265"/>
                  </a:cubicBezTo>
                  <a:lnTo>
                    <a:pt x="259"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0"/>
            <p:cNvSpPr/>
            <p:nvPr/>
          </p:nvSpPr>
          <p:spPr>
            <a:xfrm>
              <a:off x="945806" y="1848973"/>
              <a:ext cx="33965" cy="17894"/>
            </a:xfrm>
            <a:custGeom>
              <a:avLst/>
              <a:gdLst/>
              <a:ahLst/>
              <a:cxnLst/>
              <a:rect l="l" t="t" r="r" b="b"/>
              <a:pathLst>
                <a:path w="987" h="520" extrusionOk="0">
                  <a:moveTo>
                    <a:pt x="495" y="1"/>
                  </a:moveTo>
                  <a:cubicBezTo>
                    <a:pt x="380" y="1"/>
                    <a:pt x="265" y="26"/>
                    <a:pt x="177" y="77"/>
                  </a:cubicBezTo>
                  <a:cubicBezTo>
                    <a:pt x="2" y="177"/>
                    <a:pt x="0" y="343"/>
                    <a:pt x="176" y="444"/>
                  </a:cubicBezTo>
                  <a:cubicBezTo>
                    <a:pt x="263" y="495"/>
                    <a:pt x="377" y="519"/>
                    <a:pt x="490" y="519"/>
                  </a:cubicBezTo>
                  <a:cubicBezTo>
                    <a:pt x="606" y="519"/>
                    <a:pt x="721" y="494"/>
                    <a:pt x="810" y="444"/>
                  </a:cubicBezTo>
                  <a:cubicBezTo>
                    <a:pt x="985" y="343"/>
                    <a:pt x="987" y="177"/>
                    <a:pt x="811" y="77"/>
                  </a:cubicBezTo>
                  <a:cubicBezTo>
                    <a:pt x="725" y="26"/>
                    <a:pt x="610" y="1"/>
                    <a:pt x="495" y="1"/>
                  </a:cubicBezTo>
                  <a:close/>
                </a:path>
              </a:pathLst>
            </a:custGeom>
            <a:solidFill>
              <a:srgbClr val="DD4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0"/>
            <p:cNvSpPr/>
            <p:nvPr/>
          </p:nvSpPr>
          <p:spPr>
            <a:xfrm>
              <a:off x="947217" y="1852896"/>
              <a:ext cx="24708" cy="17447"/>
            </a:xfrm>
            <a:custGeom>
              <a:avLst/>
              <a:gdLst/>
              <a:ahLst/>
              <a:cxnLst/>
              <a:rect l="l" t="t" r="r" b="b"/>
              <a:pathLst>
                <a:path w="718" h="507" extrusionOk="0">
                  <a:moveTo>
                    <a:pt x="717" y="1"/>
                  </a:moveTo>
                  <a:lnTo>
                    <a:pt x="57" y="382"/>
                  </a:lnTo>
                  <a:cubicBezTo>
                    <a:pt x="57" y="442"/>
                    <a:pt x="36" y="486"/>
                    <a:pt x="0" y="507"/>
                  </a:cubicBezTo>
                  <a:lnTo>
                    <a:pt x="660" y="123"/>
                  </a:lnTo>
                  <a:cubicBezTo>
                    <a:pt x="695" y="103"/>
                    <a:pt x="717" y="61"/>
                    <a:pt x="717" y="1"/>
                  </a:cubicBezTo>
                  <a:close/>
                </a:path>
              </a:pathLst>
            </a:custGeom>
            <a:solidFill>
              <a:srgbClr val="991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0"/>
            <p:cNvSpPr/>
            <p:nvPr/>
          </p:nvSpPr>
          <p:spPr>
            <a:xfrm>
              <a:off x="937857" y="1840611"/>
              <a:ext cx="27461" cy="14144"/>
            </a:xfrm>
            <a:custGeom>
              <a:avLst/>
              <a:gdLst/>
              <a:ahLst/>
              <a:cxnLst/>
              <a:rect l="l" t="t" r="r" b="b"/>
              <a:pathLst>
                <a:path w="798" h="411" extrusionOk="0">
                  <a:moveTo>
                    <a:pt x="713" y="0"/>
                  </a:moveTo>
                  <a:cubicBezTo>
                    <a:pt x="693" y="0"/>
                    <a:pt x="675" y="5"/>
                    <a:pt x="660" y="14"/>
                  </a:cubicBezTo>
                  <a:lnTo>
                    <a:pt x="0" y="397"/>
                  </a:lnTo>
                  <a:cubicBezTo>
                    <a:pt x="15" y="389"/>
                    <a:pt x="33" y="385"/>
                    <a:pt x="52" y="385"/>
                  </a:cubicBezTo>
                  <a:cubicBezTo>
                    <a:pt x="78" y="385"/>
                    <a:pt x="108" y="393"/>
                    <a:pt x="138" y="410"/>
                  </a:cubicBezTo>
                  <a:lnTo>
                    <a:pt x="798" y="27"/>
                  </a:lnTo>
                  <a:cubicBezTo>
                    <a:pt x="768" y="9"/>
                    <a:pt x="739" y="0"/>
                    <a:pt x="7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40"/>
            <p:cNvSpPr/>
            <p:nvPr/>
          </p:nvSpPr>
          <p:spPr>
            <a:xfrm>
              <a:off x="942640" y="1841505"/>
              <a:ext cx="40504" cy="23504"/>
            </a:xfrm>
            <a:custGeom>
              <a:avLst/>
              <a:gdLst/>
              <a:ahLst/>
              <a:cxnLst/>
              <a:rect l="l" t="t" r="r" b="b"/>
              <a:pathLst>
                <a:path w="1177" h="683" extrusionOk="0">
                  <a:moveTo>
                    <a:pt x="659" y="1"/>
                  </a:moveTo>
                  <a:lnTo>
                    <a:pt x="0" y="384"/>
                  </a:lnTo>
                  <a:lnTo>
                    <a:pt x="518" y="683"/>
                  </a:lnTo>
                  <a:lnTo>
                    <a:pt x="1177" y="301"/>
                  </a:lnTo>
                  <a:lnTo>
                    <a:pt x="65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40"/>
            <p:cNvSpPr/>
            <p:nvPr/>
          </p:nvSpPr>
          <p:spPr>
            <a:xfrm>
              <a:off x="960397" y="1851829"/>
              <a:ext cx="29354" cy="28803"/>
            </a:xfrm>
            <a:custGeom>
              <a:avLst/>
              <a:gdLst/>
              <a:ahLst/>
              <a:cxnLst/>
              <a:rect l="l" t="t" r="r" b="b"/>
              <a:pathLst>
                <a:path w="853" h="837" extrusionOk="0">
                  <a:moveTo>
                    <a:pt x="661" y="1"/>
                  </a:moveTo>
                  <a:lnTo>
                    <a:pt x="1" y="384"/>
                  </a:lnTo>
                  <a:cubicBezTo>
                    <a:pt x="106" y="444"/>
                    <a:pt x="192" y="593"/>
                    <a:pt x="191" y="715"/>
                  </a:cubicBezTo>
                  <a:cubicBezTo>
                    <a:pt x="192" y="771"/>
                    <a:pt x="174" y="814"/>
                    <a:pt x="141" y="834"/>
                  </a:cubicBezTo>
                  <a:lnTo>
                    <a:pt x="141" y="834"/>
                  </a:lnTo>
                  <a:lnTo>
                    <a:pt x="795" y="454"/>
                  </a:lnTo>
                  <a:cubicBezTo>
                    <a:pt x="830" y="434"/>
                    <a:pt x="852" y="391"/>
                    <a:pt x="852" y="331"/>
                  </a:cubicBezTo>
                  <a:cubicBezTo>
                    <a:pt x="852" y="209"/>
                    <a:pt x="766" y="62"/>
                    <a:pt x="661" y="1"/>
                  </a:cubicBezTo>
                  <a:close/>
                  <a:moveTo>
                    <a:pt x="141" y="834"/>
                  </a:moveTo>
                  <a:lnTo>
                    <a:pt x="137" y="836"/>
                  </a:lnTo>
                  <a:cubicBezTo>
                    <a:pt x="138" y="835"/>
                    <a:pt x="140" y="835"/>
                    <a:pt x="141" y="83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40"/>
            <p:cNvSpPr/>
            <p:nvPr/>
          </p:nvSpPr>
          <p:spPr>
            <a:xfrm>
              <a:off x="936033" y="1853825"/>
              <a:ext cx="31040" cy="27220"/>
            </a:xfrm>
            <a:custGeom>
              <a:avLst/>
              <a:gdLst/>
              <a:ahLst/>
              <a:cxnLst/>
              <a:rect l="l" t="t" r="r" b="b"/>
              <a:pathLst>
                <a:path w="902" h="791" extrusionOk="0">
                  <a:moveTo>
                    <a:pt x="106" y="0"/>
                  </a:moveTo>
                  <a:cubicBezTo>
                    <a:pt x="44" y="0"/>
                    <a:pt x="1" y="49"/>
                    <a:pt x="1" y="136"/>
                  </a:cubicBezTo>
                  <a:cubicBezTo>
                    <a:pt x="1" y="256"/>
                    <a:pt x="87" y="407"/>
                    <a:pt x="192" y="467"/>
                  </a:cubicBezTo>
                  <a:cubicBezTo>
                    <a:pt x="224" y="484"/>
                    <a:pt x="253" y="493"/>
                    <a:pt x="279" y="493"/>
                  </a:cubicBezTo>
                  <a:cubicBezTo>
                    <a:pt x="342" y="493"/>
                    <a:pt x="384" y="444"/>
                    <a:pt x="384" y="357"/>
                  </a:cubicBezTo>
                  <a:lnTo>
                    <a:pt x="520" y="434"/>
                  </a:lnTo>
                  <a:cubicBezTo>
                    <a:pt x="520" y="557"/>
                    <a:pt x="606" y="705"/>
                    <a:pt x="710" y="765"/>
                  </a:cubicBezTo>
                  <a:cubicBezTo>
                    <a:pt x="741" y="782"/>
                    <a:pt x="769" y="791"/>
                    <a:pt x="795" y="791"/>
                  </a:cubicBezTo>
                  <a:cubicBezTo>
                    <a:pt x="858" y="791"/>
                    <a:pt x="902" y="741"/>
                    <a:pt x="902" y="655"/>
                  </a:cubicBezTo>
                  <a:cubicBezTo>
                    <a:pt x="902" y="532"/>
                    <a:pt x="816" y="385"/>
                    <a:pt x="712" y="325"/>
                  </a:cubicBezTo>
                  <a:lnTo>
                    <a:pt x="192" y="26"/>
                  </a:lnTo>
                  <a:cubicBezTo>
                    <a:pt x="161" y="9"/>
                    <a:pt x="132" y="0"/>
                    <a:pt x="10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0"/>
            <p:cNvSpPr/>
            <p:nvPr/>
          </p:nvSpPr>
          <p:spPr>
            <a:xfrm>
              <a:off x="870339" y="1790885"/>
              <a:ext cx="87442" cy="62493"/>
            </a:xfrm>
            <a:custGeom>
              <a:avLst/>
              <a:gdLst/>
              <a:ahLst/>
              <a:cxnLst/>
              <a:rect l="l" t="t" r="r" b="b"/>
              <a:pathLst>
                <a:path w="2541" h="1816" extrusionOk="0">
                  <a:moveTo>
                    <a:pt x="1214" y="1"/>
                  </a:moveTo>
                  <a:cubicBezTo>
                    <a:pt x="1209" y="1"/>
                    <a:pt x="1204" y="2"/>
                    <a:pt x="1200" y="3"/>
                  </a:cubicBezTo>
                  <a:lnTo>
                    <a:pt x="41" y="275"/>
                  </a:lnTo>
                  <a:cubicBezTo>
                    <a:pt x="2" y="284"/>
                    <a:pt x="0" y="338"/>
                    <a:pt x="41" y="397"/>
                  </a:cubicBezTo>
                  <a:lnTo>
                    <a:pt x="2499" y="1816"/>
                  </a:lnTo>
                  <a:cubicBezTo>
                    <a:pt x="2540" y="1804"/>
                    <a:pt x="2540" y="1750"/>
                    <a:pt x="2499" y="1694"/>
                  </a:cubicBezTo>
                  <a:lnTo>
                    <a:pt x="1346" y="86"/>
                  </a:lnTo>
                  <a:cubicBezTo>
                    <a:pt x="1324" y="57"/>
                    <a:pt x="1297" y="34"/>
                    <a:pt x="1272" y="19"/>
                  </a:cubicBezTo>
                  <a:cubicBezTo>
                    <a:pt x="1250" y="8"/>
                    <a:pt x="1230" y="1"/>
                    <a:pt x="12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0"/>
            <p:cNvSpPr/>
            <p:nvPr/>
          </p:nvSpPr>
          <p:spPr>
            <a:xfrm>
              <a:off x="853753" y="1781765"/>
              <a:ext cx="120444" cy="86031"/>
            </a:xfrm>
            <a:custGeom>
              <a:avLst/>
              <a:gdLst/>
              <a:ahLst/>
              <a:cxnLst/>
              <a:rect l="l" t="t" r="r" b="b"/>
              <a:pathLst>
                <a:path w="3500" h="2500" extrusionOk="0">
                  <a:moveTo>
                    <a:pt x="1696" y="266"/>
                  </a:moveTo>
                  <a:cubicBezTo>
                    <a:pt x="1712" y="266"/>
                    <a:pt x="1732" y="273"/>
                    <a:pt x="1754" y="284"/>
                  </a:cubicBezTo>
                  <a:cubicBezTo>
                    <a:pt x="1779" y="299"/>
                    <a:pt x="1806" y="322"/>
                    <a:pt x="1827" y="351"/>
                  </a:cubicBezTo>
                  <a:lnTo>
                    <a:pt x="2980" y="1959"/>
                  </a:lnTo>
                  <a:cubicBezTo>
                    <a:pt x="3021" y="2015"/>
                    <a:pt x="3021" y="2069"/>
                    <a:pt x="2980" y="2081"/>
                  </a:cubicBezTo>
                  <a:lnTo>
                    <a:pt x="522" y="662"/>
                  </a:lnTo>
                  <a:cubicBezTo>
                    <a:pt x="481" y="603"/>
                    <a:pt x="482" y="549"/>
                    <a:pt x="523" y="540"/>
                  </a:cubicBezTo>
                  <a:lnTo>
                    <a:pt x="1682" y="268"/>
                  </a:lnTo>
                  <a:cubicBezTo>
                    <a:pt x="1686" y="267"/>
                    <a:pt x="1691" y="266"/>
                    <a:pt x="1696" y="266"/>
                  </a:cubicBezTo>
                  <a:close/>
                  <a:moveTo>
                    <a:pt x="1671" y="1"/>
                  </a:moveTo>
                  <a:cubicBezTo>
                    <a:pt x="1664" y="1"/>
                    <a:pt x="1658" y="2"/>
                    <a:pt x="1651" y="3"/>
                  </a:cubicBezTo>
                  <a:lnTo>
                    <a:pt x="54" y="378"/>
                  </a:lnTo>
                  <a:cubicBezTo>
                    <a:pt x="1" y="389"/>
                    <a:pt x="1" y="466"/>
                    <a:pt x="54" y="542"/>
                  </a:cubicBezTo>
                  <a:lnTo>
                    <a:pt x="3444" y="2499"/>
                  </a:lnTo>
                  <a:cubicBezTo>
                    <a:pt x="3498" y="2485"/>
                    <a:pt x="3499" y="2411"/>
                    <a:pt x="3444" y="2334"/>
                  </a:cubicBezTo>
                  <a:lnTo>
                    <a:pt x="1853" y="119"/>
                  </a:lnTo>
                  <a:cubicBezTo>
                    <a:pt x="1827" y="79"/>
                    <a:pt x="1790" y="46"/>
                    <a:pt x="1754" y="27"/>
                  </a:cubicBezTo>
                  <a:cubicBezTo>
                    <a:pt x="1725" y="11"/>
                    <a:pt x="1697" y="1"/>
                    <a:pt x="167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40"/>
            <p:cNvSpPr/>
            <p:nvPr/>
          </p:nvSpPr>
          <p:spPr>
            <a:xfrm>
              <a:off x="855645" y="1725914"/>
              <a:ext cx="214803" cy="141711"/>
            </a:xfrm>
            <a:custGeom>
              <a:avLst/>
              <a:gdLst/>
              <a:ahLst/>
              <a:cxnLst/>
              <a:rect l="l" t="t" r="r" b="b"/>
              <a:pathLst>
                <a:path w="6242" h="4118" extrusionOk="0">
                  <a:moveTo>
                    <a:pt x="4412" y="0"/>
                  </a:moveTo>
                  <a:cubicBezTo>
                    <a:pt x="4406" y="0"/>
                    <a:pt x="4400" y="1"/>
                    <a:pt x="4394" y="2"/>
                  </a:cubicBezTo>
                  <a:lnTo>
                    <a:pt x="2797" y="378"/>
                  </a:lnTo>
                  <a:lnTo>
                    <a:pt x="0" y="2004"/>
                  </a:lnTo>
                  <a:lnTo>
                    <a:pt x="1598" y="1628"/>
                  </a:lnTo>
                  <a:cubicBezTo>
                    <a:pt x="1605" y="1626"/>
                    <a:pt x="1612" y="1625"/>
                    <a:pt x="1619" y="1625"/>
                  </a:cubicBezTo>
                  <a:cubicBezTo>
                    <a:pt x="1644" y="1625"/>
                    <a:pt x="1672" y="1634"/>
                    <a:pt x="1700" y="1651"/>
                  </a:cubicBezTo>
                  <a:cubicBezTo>
                    <a:pt x="1737" y="1672"/>
                    <a:pt x="1773" y="1704"/>
                    <a:pt x="1801" y="1745"/>
                  </a:cubicBezTo>
                  <a:lnTo>
                    <a:pt x="3390" y="3960"/>
                  </a:lnTo>
                  <a:cubicBezTo>
                    <a:pt x="3440" y="4029"/>
                    <a:pt x="3444" y="4094"/>
                    <a:pt x="3405" y="4118"/>
                  </a:cubicBezTo>
                  <a:lnTo>
                    <a:pt x="6201" y="2494"/>
                  </a:lnTo>
                  <a:cubicBezTo>
                    <a:pt x="6242" y="2470"/>
                    <a:pt x="6236" y="2405"/>
                    <a:pt x="6186" y="2336"/>
                  </a:cubicBezTo>
                  <a:lnTo>
                    <a:pt x="4597" y="118"/>
                  </a:lnTo>
                  <a:cubicBezTo>
                    <a:pt x="4569" y="78"/>
                    <a:pt x="4533" y="48"/>
                    <a:pt x="4496" y="26"/>
                  </a:cubicBezTo>
                  <a:cubicBezTo>
                    <a:pt x="4467" y="9"/>
                    <a:pt x="4438" y="0"/>
                    <a:pt x="441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0"/>
            <p:cNvSpPr/>
            <p:nvPr/>
          </p:nvSpPr>
          <p:spPr>
            <a:xfrm>
              <a:off x="1783165" y="2545172"/>
              <a:ext cx="290201" cy="167727"/>
            </a:xfrm>
            <a:custGeom>
              <a:avLst/>
              <a:gdLst/>
              <a:ahLst/>
              <a:cxnLst/>
              <a:rect l="l" t="t" r="r" b="b"/>
              <a:pathLst>
                <a:path w="8433" h="4874" extrusionOk="0">
                  <a:moveTo>
                    <a:pt x="4279" y="0"/>
                  </a:moveTo>
                  <a:lnTo>
                    <a:pt x="1" y="2431"/>
                  </a:lnTo>
                  <a:lnTo>
                    <a:pt x="4204" y="4874"/>
                  </a:lnTo>
                  <a:lnTo>
                    <a:pt x="8432" y="2432"/>
                  </a:lnTo>
                  <a:lnTo>
                    <a:pt x="427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40"/>
            <p:cNvSpPr/>
            <p:nvPr/>
          </p:nvSpPr>
          <p:spPr>
            <a:xfrm>
              <a:off x="1800337" y="2558868"/>
              <a:ext cx="173886" cy="100416"/>
            </a:xfrm>
            <a:custGeom>
              <a:avLst/>
              <a:gdLst/>
              <a:ahLst/>
              <a:cxnLst/>
              <a:rect l="l" t="t" r="r" b="b"/>
              <a:pathLst>
                <a:path w="5053" h="2918" extrusionOk="0">
                  <a:moveTo>
                    <a:pt x="2564" y="0"/>
                  </a:moveTo>
                  <a:lnTo>
                    <a:pt x="1" y="1456"/>
                  </a:lnTo>
                  <a:lnTo>
                    <a:pt x="2520" y="2918"/>
                  </a:lnTo>
                  <a:lnTo>
                    <a:pt x="5053" y="1456"/>
                  </a:lnTo>
                  <a:lnTo>
                    <a:pt x="25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40"/>
            <p:cNvSpPr/>
            <p:nvPr/>
          </p:nvSpPr>
          <p:spPr>
            <a:xfrm>
              <a:off x="1939708" y="2491145"/>
              <a:ext cx="89266" cy="51584"/>
            </a:xfrm>
            <a:custGeom>
              <a:avLst/>
              <a:gdLst/>
              <a:ahLst/>
              <a:cxnLst/>
              <a:rect l="l" t="t" r="r" b="b"/>
              <a:pathLst>
                <a:path w="2594" h="1499" extrusionOk="0">
                  <a:moveTo>
                    <a:pt x="1" y="1"/>
                  </a:moveTo>
                  <a:lnTo>
                    <a:pt x="2564" y="1490"/>
                  </a:lnTo>
                  <a:cubicBezTo>
                    <a:pt x="2570" y="1490"/>
                    <a:pt x="2576" y="1490"/>
                    <a:pt x="2582" y="1492"/>
                  </a:cubicBezTo>
                  <a:lnTo>
                    <a:pt x="2582" y="1492"/>
                  </a:lnTo>
                  <a:cubicBezTo>
                    <a:pt x="1732" y="997"/>
                    <a:pt x="882" y="503"/>
                    <a:pt x="31" y="8"/>
                  </a:cubicBezTo>
                  <a:cubicBezTo>
                    <a:pt x="22" y="4"/>
                    <a:pt x="11" y="1"/>
                    <a:pt x="1" y="1"/>
                  </a:cubicBezTo>
                  <a:close/>
                  <a:moveTo>
                    <a:pt x="2582" y="1492"/>
                  </a:moveTo>
                  <a:lnTo>
                    <a:pt x="2582" y="1492"/>
                  </a:lnTo>
                  <a:cubicBezTo>
                    <a:pt x="2585" y="1494"/>
                    <a:pt x="2589" y="1497"/>
                    <a:pt x="2593" y="1499"/>
                  </a:cubicBezTo>
                  <a:cubicBezTo>
                    <a:pt x="2590" y="1495"/>
                    <a:pt x="2586" y="1493"/>
                    <a:pt x="2582" y="1492"/>
                  </a:cubicBezTo>
                  <a:close/>
                </a:path>
              </a:pathLst>
            </a:custGeom>
            <a:solidFill>
              <a:srgbClr val="3636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40"/>
            <p:cNvSpPr/>
            <p:nvPr/>
          </p:nvSpPr>
          <p:spPr>
            <a:xfrm>
              <a:off x="1839705" y="2543761"/>
              <a:ext cx="177362" cy="80835"/>
            </a:xfrm>
            <a:custGeom>
              <a:avLst/>
              <a:gdLst/>
              <a:ahLst/>
              <a:cxnLst/>
              <a:rect l="l" t="t" r="r" b="b"/>
              <a:pathLst>
                <a:path w="5154" h="2349" extrusionOk="0">
                  <a:moveTo>
                    <a:pt x="5154" y="0"/>
                  </a:moveTo>
                  <a:lnTo>
                    <a:pt x="1" y="496"/>
                  </a:lnTo>
                  <a:lnTo>
                    <a:pt x="1" y="1156"/>
                  </a:lnTo>
                  <a:lnTo>
                    <a:pt x="2569" y="2349"/>
                  </a:lnTo>
                  <a:lnTo>
                    <a:pt x="4121" y="776"/>
                  </a:lnTo>
                  <a:lnTo>
                    <a:pt x="5154" y="687"/>
                  </a:lnTo>
                  <a:lnTo>
                    <a:pt x="51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40"/>
            <p:cNvSpPr/>
            <p:nvPr/>
          </p:nvSpPr>
          <p:spPr>
            <a:xfrm>
              <a:off x="1928076" y="2558868"/>
              <a:ext cx="88991" cy="125502"/>
            </a:xfrm>
            <a:custGeom>
              <a:avLst/>
              <a:gdLst/>
              <a:ahLst/>
              <a:cxnLst/>
              <a:rect l="l" t="t" r="r" b="b"/>
              <a:pathLst>
                <a:path w="2586" h="3647" extrusionOk="0">
                  <a:moveTo>
                    <a:pt x="2578" y="0"/>
                  </a:moveTo>
                  <a:lnTo>
                    <a:pt x="1284" y="50"/>
                  </a:lnTo>
                  <a:lnTo>
                    <a:pt x="2" y="1449"/>
                  </a:lnTo>
                  <a:lnTo>
                    <a:pt x="1" y="3646"/>
                  </a:lnTo>
                  <a:lnTo>
                    <a:pt x="2586" y="2154"/>
                  </a:lnTo>
                  <a:lnTo>
                    <a:pt x="257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0"/>
            <p:cNvSpPr/>
            <p:nvPr/>
          </p:nvSpPr>
          <p:spPr>
            <a:xfrm>
              <a:off x="1975015" y="2576143"/>
              <a:ext cx="33449" cy="57469"/>
            </a:xfrm>
            <a:custGeom>
              <a:avLst/>
              <a:gdLst/>
              <a:ahLst/>
              <a:cxnLst/>
              <a:rect l="l" t="t" r="r" b="b"/>
              <a:pathLst>
                <a:path w="972" h="1670" extrusionOk="0">
                  <a:moveTo>
                    <a:pt x="967" y="0"/>
                  </a:moveTo>
                  <a:lnTo>
                    <a:pt x="0" y="558"/>
                  </a:lnTo>
                  <a:lnTo>
                    <a:pt x="2" y="1670"/>
                  </a:lnTo>
                  <a:lnTo>
                    <a:pt x="972" y="1112"/>
                  </a:lnTo>
                  <a:lnTo>
                    <a:pt x="9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40"/>
            <p:cNvSpPr/>
            <p:nvPr/>
          </p:nvSpPr>
          <p:spPr>
            <a:xfrm>
              <a:off x="1936473" y="2601505"/>
              <a:ext cx="28149" cy="77669"/>
            </a:xfrm>
            <a:custGeom>
              <a:avLst/>
              <a:gdLst/>
              <a:ahLst/>
              <a:cxnLst/>
              <a:rect l="l" t="t" r="r" b="b"/>
              <a:pathLst>
                <a:path w="818" h="2257" extrusionOk="0">
                  <a:moveTo>
                    <a:pt x="811" y="1"/>
                  </a:moveTo>
                  <a:lnTo>
                    <a:pt x="1" y="469"/>
                  </a:lnTo>
                  <a:lnTo>
                    <a:pt x="7" y="2257"/>
                  </a:lnTo>
                  <a:lnTo>
                    <a:pt x="817" y="1788"/>
                  </a:lnTo>
                  <a:lnTo>
                    <a:pt x="8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40"/>
            <p:cNvSpPr/>
            <p:nvPr/>
          </p:nvSpPr>
          <p:spPr>
            <a:xfrm>
              <a:off x="1973811" y="2574113"/>
              <a:ext cx="35755" cy="61461"/>
            </a:xfrm>
            <a:custGeom>
              <a:avLst/>
              <a:gdLst/>
              <a:ahLst/>
              <a:cxnLst/>
              <a:rect l="l" t="t" r="r" b="b"/>
              <a:pathLst>
                <a:path w="1039" h="1786" extrusionOk="0">
                  <a:moveTo>
                    <a:pt x="969" y="118"/>
                  </a:moveTo>
                  <a:lnTo>
                    <a:pt x="971" y="1151"/>
                  </a:lnTo>
                  <a:lnTo>
                    <a:pt x="72" y="1670"/>
                  </a:lnTo>
                  <a:lnTo>
                    <a:pt x="69" y="637"/>
                  </a:lnTo>
                  <a:lnTo>
                    <a:pt x="969" y="118"/>
                  </a:lnTo>
                  <a:close/>
                  <a:moveTo>
                    <a:pt x="1036" y="1"/>
                  </a:moveTo>
                  <a:lnTo>
                    <a:pt x="0" y="599"/>
                  </a:lnTo>
                  <a:lnTo>
                    <a:pt x="4" y="1786"/>
                  </a:lnTo>
                  <a:lnTo>
                    <a:pt x="1039" y="1189"/>
                  </a:lnTo>
                  <a:lnTo>
                    <a:pt x="10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40"/>
            <p:cNvSpPr/>
            <p:nvPr/>
          </p:nvSpPr>
          <p:spPr>
            <a:xfrm>
              <a:off x="1839705" y="2573356"/>
              <a:ext cx="88475" cy="111015"/>
            </a:xfrm>
            <a:custGeom>
              <a:avLst/>
              <a:gdLst/>
              <a:ahLst/>
              <a:cxnLst/>
              <a:rect l="l" t="t" r="r" b="b"/>
              <a:pathLst>
                <a:path w="2571" h="3226" extrusionOk="0">
                  <a:moveTo>
                    <a:pt x="1" y="1"/>
                  </a:moveTo>
                  <a:lnTo>
                    <a:pt x="4" y="1736"/>
                  </a:lnTo>
                  <a:lnTo>
                    <a:pt x="2569" y="3225"/>
                  </a:lnTo>
                  <a:lnTo>
                    <a:pt x="2570" y="1028"/>
                  </a:lnTo>
                  <a:lnTo>
                    <a:pt x="2397" y="1195"/>
                  </a:lnTo>
                  <a:cubicBezTo>
                    <a:pt x="2378" y="1218"/>
                    <a:pt x="2354" y="1239"/>
                    <a:pt x="2329" y="1253"/>
                  </a:cubicBezTo>
                  <a:cubicBezTo>
                    <a:pt x="2299" y="1272"/>
                    <a:pt x="2269" y="1279"/>
                    <a:pt x="2239" y="1279"/>
                  </a:cubicBezTo>
                  <a:cubicBezTo>
                    <a:pt x="2213" y="1279"/>
                    <a:pt x="2190" y="1272"/>
                    <a:pt x="2169" y="1260"/>
                  </a:cubicBez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40"/>
            <p:cNvSpPr/>
            <p:nvPr/>
          </p:nvSpPr>
          <p:spPr>
            <a:xfrm>
              <a:off x="1874668" y="2504531"/>
              <a:ext cx="47558" cy="67758"/>
            </a:xfrm>
            <a:custGeom>
              <a:avLst/>
              <a:gdLst/>
              <a:ahLst/>
              <a:cxnLst/>
              <a:rect l="l" t="t" r="r" b="b"/>
              <a:pathLst>
                <a:path w="1382" h="1969" extrusionOk="0">
                  <a:moveTo>
                    <a:pt x="0" y="1"/>
                  </a:moveTo>
                  <a:lnTo>
                    <a:pt x="0" y="1969"/>
                  </a:lnTo>
                  <a:lnTo>
                    <a:pt x="1381" y="1969"/>
                  </a:lnTo>
                  <a:lnTo>
                    <a:pt x="138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40"/>
            <p:cNvSpPr/>
            <p:nvPr/>
          </p:nvSpPr>
          <p:spPr>
            <a:xfrm>
              <a:off x="1825768" y="2491110"/>
              <a:ext cx="204892" cy="123610"/>
            </a:xfrm>
            <a:custGeom>
              <a:avLst/>
              <a:gdLst/>
              <a:ahLst/>
              <a:cxnLst/>
              <a:rect l="l" t="t" r="r" b="b"/>
              <a:pathLst>
                <a:path w="5954" h="3592" extrusionOk="0">
                  <a:moveTo>
                    <a:pt x="2097" y="650"/>
                  </a:moveTo>
                  <a:lnTo>
                    <a:pt x="2624" y="944"/>
                  </a:lnTo>
                  <a:lnTo>
                    <a:pt x="2646" y="1592"/>
                  </a:lnTo>
                  <a:lnTo>
                    <a:pt x="2103" y="2164"/>
                  </a:lnTo>
                  <a:lnTo>
                    <a:pt x="1563" y="1851"/>
                  </a:lnTo>
                  <a:lnTo>
                    <a:pt x="1573" y="944"/>
                  </a:lnTo>
                  <a:lnTo>
                    <a:pt x="2097" y="650"/>
                  </a:lnTo>
                  <a:close/>
                  <a:moveTo>
                    <a:pt x="3310" y="0"/>
                  </a:moveTo>
                  <a:lnTo>
                    <a:pt x="1742" y="31"/>
                  </a:lnTo>
                  <a:cubicBezTo>
                    <a:pt x="1727" y="31"/>
                    <a:pt x="1710" y="37"/>
                    <a:pt x="1693" y="45"/>
                  </a:cubicBezTo>
                  <a:cubicBezTo>
                    <a:pt x="1676" y="54"/>
                    <a:pt x="1658" y="70"/>
                    <a:pt x="1644" y="88"/>
                  </a:cubicBezTo>
                  <a:lnTo>
                    <a:pt x="80" y="1864"/>
                  </a:lnTo>
                  <a:cubicBezTo>
                    <a:pt x="26" y="1931"/>
                    <a:pt x="1" y="2024"/>
                    <a:pt x="28" y="2070"/>
                  </a:cubicBezTo>
                  <a:cubicBezTo>
                    <a:pt x="34" y="2082"/>
                    <a:pt x="42" y="2089"/>
                    <a:pt x="50" y="2094"/>
                  </a:cubicBezTo>
                  <a:cubicBezTo>
                    <a:pt x="905" y="2590"/>
                    <a:pt x="1759" y="3087"/>
                    <a:pt x="2612" y="3583"/>
                  </a:cubicBezTo>
                  <a:lnTo>
                    <a:pt x="2611" y="3583"/>
                  </a:lnTo>
                  <a:cubicBezTo>
                    <a:pt x="2620" y="3589"/>
                    <a:pt x="2630" y="3591"/>
                    <a:pt x="2642" y="3591"/>
                  </a:cubicBezTo>
                  <a:cubicBezTo>
                    <a:pt x="2657" y="3591"/>
                    <a:pt x="2675" y="3586"/>
                    <a:pt x="2693" y="3576"/>
                  </a:cubicBezTo>
                  <a:cubicBezTo>
                    <a:pt x="2710" y="3567"/>
                    <a:pt x="2726" y="3552"/>
                    <a:pt x="2742" y="3533"/>
                  </a:cubicBezTo>
                  <a:lnTo>
                    <a:pt x="4257" y="1813"/>
                  </a:lnTo>
                  <a:lnTo>
                    <a:pt x="5774" y="1784"/>
                  </a:lnTo>
                  <a:cubicBezTo>
                    <a:pt x="5791" y="1784"/>
                    <a:pt x="5808" y="1778"/>
                    <a:pt x="5824" y="1768"/>
                  </a:cubicBezTo>
                  <a:cubicBezTo>
                    <a:pt x="5867" y="1743"/>
                    <a:pt x="5906" y="1691"/>
                    <a:pt x="5926" y="1633"/>
                  </a:cubicBezTo>
                  <a:cubicBezTo>
                    <a:pt x="5954" y="1552"/>
                    <a:pt x="5930" y="1488"/>
                    <a:pt x="5873" y="1488"/>
                  </a:cubicBezTo>
                  <a:lnTo>
                    <a:pt x="331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40"/>
            <p:cNvSpPr/>
            <p:nvPr/>
          </p:nvSpPr>
          <p:spPr>
            <a:xfrm>
              <a:off x="1879348" y="2523079"/>
              <a:ext cx="18824" cy="44323"/>
            </a:xfrm>
            <a:custGeom>
              <a:avLst/>
              <a:gdLst/>
              <a:ahLst/>
              <a:cxnLst/>
              <a:rect l="l" t="t" r="r" b="b"/>
              <a:pathLst>
                <a:path w="547" h="1288" extrusionOk="0">
                  <a:moveTo>
                    <a:pt x="0" y="0"/>
                  </a:moveTo>
                  <a:lnTo>
                    <a:pt x="6" y="975"/>
                  </a:lnTo>
                  <a:lnTo>
                    <a:pt x="546" y="1288"/>
                  </a:lnTo>
                  <a:lnTo>
                    <a:pt x="512" y="366"/>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40"/>
            <p:cNvSpPr/>
            <p:nvPr/>
          </p:nvSpPr>
          <p:spPr>
            <a:xfrm>
              <a:off x="1898137" y="2523079"/>
              <a:ext cx="18652" cy="44323"/>
            </a:xfrm>
            <a:custGeom>
              <a:avLst/>
              <a:gdLst/>
              <a:ahLst/>
              <a:cxnLst/>
              <a:rect l="l" t="t" r="r" b="b"/>
              <a:pathLst>
                <a:path w="542" h="1288" extrusionOk="0">
                  <a:moveTo>
                    <a:pt x="536" y="0"/>
                  </a:moveTo>
                  <a:lnTo>
                    <a:pt x="19" y="366"/>
                  </a:lnTo>
                  <a:lnTo>
                    <a:pt x="0" y="1288"/>
                  </a:lnTo>
                  <a:lnTo>
                    <a:pt x="0" y="1288"/>
                  </a:lnTo>
                  <a:lnTo>
                    <a:pt x="541" y="714"/>
                  </a:lnTo>
                  <a:lnTo>
                    <a:pt x="5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40"/>
            <p:cNvSpPr/>
            <p:nvPr/>
          </p:nvSpPr>
          <p:spPr>
            <a:xfrm>
              <a:off x="1879348" y="2512308"/>
              <a:ext cx="37234" cy="21577"/>
            </a:xfrm>
            <a:custGeom>
              <a:avLst/>
              <a:gdLst/>
              <a:ahLst/>
              <a:cxnLst/>
              <a:rect l="l" t="t" r="r" b="b"/>
              <a:pathLst>
                <a:path w="1082" h="627" extrusionOk="0">
                  <a:moveTo>
                    <a:pt x="543" y="164"/>
                  </a:moveTo>
                  <a:lnTo>
                    <a:pt x="804" y="313"/>
                  </a:lnTo>
                  <a:lnTo>
                    <a:pt x="542" y="462"/>
                  </a:lnTo>
                  <a:lnTo>
                    <a:pt x="283" y="313"/>
                  </a:lnTo>
                  <a:lnTo>
                    <a:pt x="543" y="164"/>
                  </a:lnTo>
                  <a:close/>
                  <a:moveTo>
                    <a:pt x="542" y="0"/>
                  </a:moveTo>
                  <a:lnTo>
                    <a:pt x="0" y="313"/>
                  </a:lnTo>
                  <a:lnTo>
                    <a:pt x="539" y="626"/>
                  </a:lnTo>
                  <a:lnTo>
                    <a:pt x="1082" y="313"/>
                  </a:lnTo>
                  <a:lnTo>
                    <a:pt x="5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40"/>
            <p:cNvSpPr/>
            <p:nvPr/>
          </p:nvSpPr>
          <p:spPr>
            <a:xfrm>
              <a:off x="306731" y="2802130"/>
              <a:ext cx="340649" cy="197252"/>
            </a:xfrm>
            <a:custGeom>
              <a:avLst/>
              <a:gdLst/>
              <a:ahLst/>
              <a:cxnLst/>
              <a:rect l="l" t="t" r="r" b="b"/>
              <a:pathLst>
                <a:path w="9899" h="5732" extrusionOk="0">
                  <a:moveTo>
                    <a:pt x="5738" y="1"/>
                  </a:moveTo>
                  <a:lnTo>
                    <a:pt x="1" y="3301"/>
                  </a:lnTo>
                  <a:lnTo>
                    <a:pt x="4143" y="5732"/>
                  </a:lnTo>
                  <a:lnTo>
                    <a:pt x="9898" y="2408"/>
                  </a:lnTo>
                  <a:lnTo>
                    <a:pt x="5738"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40"/>
            <p:cNvSpPr/>
            <p:nvPr/>
          </p:nvSpPr>
          <p:spPr>
            <a:xfrm>
              <a:off x="449268" y="2753574"/>
              <a:ext cx="198113" cy="245808"/>
            </a:xfrm>
            <a:custGeom>
              <a:avLst/>
              <a:gdLst/>
              <a:ahLst/>
              <a:cxnLst/>
              <a:rect l="l" t="t" r="r" b="b"/>
              <a:pathLst>
                <a:path w="5757" h="7143" extrusionOk="0">
                  <a:moveTo>
                    <a:pt x="5739" y="0"/>
                  </a:moveTo>
                  <a:lnTo>
                    <a:pt x="1" y="3301"/>
                  </a:lnTo>
                  <a:lnTo>
                    <a:pt x="1" y="7143"/>
                  </a:lnTo>
                  <a:lnTo>
                    <a:pt x="5756" y="3819"/>
                  </a:lnTo>
                  <a:lnTo>
                    <a:pt x="573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40"/>
            <p:cNvSpPr/>
            <p:nvPr/>
          </p:nvSpPr>
          <p:spPr>
            <a:xfrm>
              <a:off x="369947" y="2821814"/>
              <a:ext cx="79355" cy="177569"/>
            </a:xfrm>
            <a:custGeom>
              <a:avLst/>
              <a:gdLst/>
              <a:ahLst/>
              <a:cxnLst/>
              <a:rect l="l" t="t" r="r" b="b"/>
              <a:pathLst>
                <a:path w="2306" h="5160" extrusionOk="0">
                  <a:moveTo>
                    <a:pt x="0" y="1"/>
                  </a:moveTo>
                  <a:lnTo>
                    <a:pt x="19" y="3850"/>
                  </a:lnTo>
                  <a:lnTo>
                    <a:pt x="2306" y="5160"/>
                  </a:lnTo>
                  <a:lnTo>
                    <a:pt x="2306" y="1318"/>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40"/>
            <p:cNvSpPr/>
            <p:nvPr/>
          </p:nvSpPr>
          <p:spPr>
            <a:xfrm>
              <a:off x="385502" y="2927117"/>
              <a:ext cx="13352" cy="14384"/>
            </a:xfrm>
            <a:custGeom>
              <a:avLst/>
              <a:gdLst/>
              <a:ahLst/>
              <a:cxnLst/>
              <a:rect l="l" t="t" r="r" b="b"/>
              <a:pathLst>
                <a:path w="388" h="418" extrusionOk="0">
                  <a:moveTo>
                    <a:pt x="0" y="0"/>
                  </a:moveTo>
                  <a:lnTo>
                    <a:pt x="0" y="196"/>
                  </a:lnTo>
                  <a:lnTo>
                    <a:pt x="388" y="417"/>
                  </a:lnTo>
                  <a:lnTo>
                    <a:pt x="386" y="22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40"/>
            <p:cNvSpPr/>
            <p:nvPr/>
          </p:nvSpPr>
          <p:spPr>
            <a:xfrm>
              <a:off x="385502" y="2943118"/>
              <a:ext cx="13352" cy="14281"/>
            </a:xfrm>
            <a:custGeom>
              <a:avLst/>
              <a:gdLst/>
              <a:ahLst/>
              <a:cxnLst/>
              <a:rect l="l" t="t" r="r" b="b"/>
              <a:pathLst>
                <a:path w="388" h="415" extrusionOk="0">
                  <a:moveTo>
                    <a:pt x="0" y="0"/>
                  </a:moveTo>
                  <a:lnTo>
                    <a:pt x="0" y="194"/>
                  </a:lnTo>
                  <a:lnTo>
                    <a:pt x="388" y="414"/>
                  </a:lnTo>
                  <a:lnTo>
                    <a:pt x="386" y="220"/>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40"/>
            <p:cNvSpPr/>
            <p:nvPr/>
          </p:nvSpPr>
          <p:spPr>
            <a:xfrm>
              <a:off x="392143" y="2939126"/>
              <a:ext cx="13352" cy="14384"/>
            </a:xfrm>
            <a:custGeom>
              <a:avLst/>
              <a:gdLst/>
              <a:ahLst/>
              <a:cxnLst/>
              <a:rect l="l" t="t" r="r" b="b"/>
              <a:pathLst>
                <a:path w="388" h="418" extrusionOk="0">
                  <a:moveTo>
                    <a:pt x="0" y="1"/>
                  </a:moveTo>
                  <a:lnTo>
                    <a:pt x="0" y="197"/>
                  </a:lnTo>
                  <a:lnTo>
                    <a:pt x="388" y="418"/>
                  </a:lnTo>
                  <a:lnTo>
                    <a:pt x="388" y="418"/>
                  </a:lnTo>
                  <a:lnTo>
                    <a:pt x="387" y="22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40"/>
            <p:cNvSpPr/>
            <p:nvPr/>
          </p:nvSpPr>
          <p:spPr>
            <a:xfrm>
              <a:off x="377484" y="2930592"/>
              <a:ext cx="13386" cy="14384"/>
            </a:xfrm>
            <a:custGeom>
              <a:avLst/>
              <a:gdLst/>
              <a:ahLst/>
              <a:cxnLst/>
              <a:rect l="l" t="t" r="r" b="b"/>
              <a:pathLst>
                <a:path w="389" h="418" extrusionOk="0">
                  <a:moveTo>
                    <a:pt x="1" y="0"/>
                  </a:moveTo>
                  <a:lnTo>
                    <a:pt x="1" y="196"/>
                  </a:lnTo>
                  <a:lnTo>
                    <a:pt x="388" y="417"/>
                  </a:lnTo>
                  <a:lnTo>
                    <a:pt x="387" y="221"/>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40"/>
            <p:cNvSpPr/>
            <p:nvPr/>
          </p:nvSpPr>
          <p:spPr>
            <a:xfrm>
              <a:off x="420086" y="2875498"/>
              <a:ext cx="13352" cy="14384"/>
            </a:xfrm>
            <a:custGeom>
              <a:avLst/>
              <a:gdLst/>
              <a:ahLst/>
              <a:cxnLst/>
              <a:rect l="l" t="t" r="r" b="b"/>
              <a:pathLst>
                <a:path w="388" h="418" extrusionOk="0">
                  <a:moveTo>
                    <a:pt x="0" y="1"/>
                  </a:moveTo>
                  <a:lnTo>
                    <a:pt x="0" y="197"/>
                  </a:lnTo>
                  <a:lnTo>
                    <a:pt x="388" y="417"/>
                  </a:lnTo>
                  <a:lnTo>
                    <a:pt x="388" y="417"/>
                  </a:lnTo>
                  <a:lnTo>
                    <a:pt x="387" y="221"/>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40"/>
            <p:cNvSpPr/>
            <p:nvPr/>
          </p:nvSpPr>
          <p:spPr>
            <a:xfrm>
              <a:off x="424044" y="2922987"/>
              <a:ext cx="13386" cy="14384"/>
            </a:xfrm>
            <a:custGeom>
              <a:avLst/>
              <a:gdLst/>
              <a:ahLst/>
              <a:cxnLst/>
              <a:rect l="l" t="t" r="r" b="b"/>
              <a:pathLst>
                <a:path w="389" h="418" extrusionOk="0">
                  <a:moveTo>
                    <a:pt x="1" y="0"/>
                  </a:moveTo>
                  <a:lnTo>
                    <a:pt x="2" y="195"/>
                  </a:lnTo>
                  <a:lnTo>
                    <a:pt x="389" y="417"/>
                  </a:lnTo>
                  <a:lnTo>
                    <a:pt x="389" y="221"/>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40"/>
            <p:cNvSpPr/>
            <p:nvPr/>
          </p:nvSpPr>
          <p:spPr>
            <a:xfrm>
              <a:off x="377484" y="2871506"/>
              <a:ext cx="13386" cy="14384"/>
            </a:xfrm>
            <a:custGeom>
              <a:avLst/>
              <a:gdLst/>
              <a:ahLst/>
              <a:cxnLst/>
              <a:rect l="l" t="t" r="r" b="b"/>
              <a:pathLst>
                <a:path w="389" h="418" extrusionOk="0">
                  <a:moveTo>
                    <a:pt x="1" y="1"/>
                  </a:moveTo>
                  <a:lnTo>
                    <a:pt x="1" y="197"/>
                  </a:lnTo>
                  <a:lnTo>
                    <a:pt x="388" y="418"/>
                  </a:lnTo>
                  <a:lnTo>
                    <a:pt x="387" y="223"/>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40"/>
            <p:cNvSpPr/>
            <p:nvPr/>
          </p:nvSpPr>
          <p:spPr>
            <a:xfrm>
              <a:off x="426762" y="2871506"/>
              <a:ext cx="13386" cy="14384"/>
            </a:xfrm>
            <a:custGeom>
              <a:avLst/>
              <a:gdLst/>
              <a:ahLst/>
              <a:cxnLst/>
              <a:rect l="l" t="t" r="r" b="b"/>
              <a:pathLst>
                <a:path w="389" h="418" extrusionOk="0">
                  <a:moveTo>
                    <a:pt x="1" y="1"/>
                  </a:moveTo>
                  <a:lnTo>
                    <a:pt x="2" y="197"/>
                  </a:lnTo>
                  <a:lnTo>
                    <a:pt x="389" y="418"/>
                  </a:lnTo>
                  <a:lnTo>
                    <a:pt x="387" y="223"/>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40"/>
            <p:cNvSpPr/>
            <p:nvPr/>
          </p:nvSpPr>
          <p:spPr>
            <a:xfrm>
              <a:off x="412137" y="2863075"/>
              <a:ext cx="13352" cy="14281"/>
            </a:xfrm>
            <a:custGeom>
              <a:avLst/>
              <a:gdLst/>
              <a:ahLst/>
              <a:cxnLst/>
              <a:rect l="l" t="t" r="r" b="b"/>
              <a:pathLst>
                <a:path w="388" h="415" extrusionOk="0">
                  <a:moveTo>
                    <a:pt x="0" y="0"/>
                  </a:moveTo>
                  <a:lnTo>
                    <a:pt x="0" y="193"/>
                  </a:lnTo>
                  <a:lnTo>
                    <a:pt x="388" y="414"/>
                  </a:lnTo>
                  <a:lnTo>
                    <a:pt x="385" y="220"/>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40"/>
            <p:cNvSpPr/>
            <p:nvPr/>
          </p:nvSpPr>
          <p:spPr>
            <a:xfrm>
              <a:off x="449268" y="2753058"/>
              <a:ext cx="197803" cy="194912"/>
            </a:xfrm>
            <a:custGeom>
              <a:avLst/>
              <a:gdLst/>
              <a:ahLst/>
              <a:cxnLst/>
              <a:rect l="l" t="t" r="r" b="b"/>
              <a:pathLst>
                <a:path w="5748" h="5664" extrusionOk="0">
                  <a:moveTo>
                    <a:pt x="5740" y="0"/>
                  </a:moveTo>
                  <a:lnTo>
                    <a:pt x="1" y="3311"/>
                  </a:lnTo>
                  <a:lnTo>
                    <a:pt x="1" y="5437"/>
                  </a:lnTo>
                  <a:cubicBezTo>
                    <a:pt x="1" y="5580"/>
                    <a:pt x="78" y="5664"/>
                    <a:pt x="186" y="5664"/>
                  </a:cubicBezTo>
                  <a:cubicBezTo>
                    <a:pt x="230" y="5664"/>
                    <a:pt x="279" y="5650"/>
                    <a:pt x="330" y="5620"/>
                  </a:cubicBezTo>
                  <a:cubicBezTo>
                    <a:pt x="506" y="5518"/>
                    <a:pt x="649" y="5272"/>
                    <a:pt x="649" y="5070"/>
                  </a:cubicBezTo>
                  <a:cubicBezTo>
                    <a:pt x="649" y="5213"/>
                    <a:pt x="720" y="5295"/>
                    <a:pt x="825" y="5295"/>
                  </a:cubicBezTo>
                  <a:cubicBezTo>
                    <a:pt x="867" y="5295"/>
                    <a:pt x="916" y="5282"/>
                    <a:pt x="966" y="5253"/>
                  </a:cubicBezTo>
                  <a:cubicBezTo>
                    <a:pt x="1142" y="5152"/>
                    <a:pt x="1285" y="4906"/>
                    <a:pt x="1284" y="4704"/>
                  </a:cubicBezTo>
                  <a:lnTo>
                    <a:pt x="1284" y="4704"/>
                  </a:lnTo>
                  <a:cubicBezTo>
                    <a:pt x="1285" y="4847"/>
                    <a:pt x="1357" y="4930"/>
                    <a:pt x="1461" y="4930"/>
                  </a:cubicBezTo>
                  <a:cubicBezTo>
                    <a:pt x="1503" y="4930"/>
                    <a:pt x="1551" y="4916"/>
                    <a:pt x="1601" y="4887"/>
                  </a:cubicBezTo>
                  <a:cubicBezTo>
                    <a:pt x="1777" y="4785"/>
                    <a:pt x="1920" y="4539"/>
                    <a:pt x="1920" y="4335"/>
                  </a:cubicBezTo>
                  <a:cubicBezTo>
                    <a:pt x="1920" y="4479"/>
                    <a:pt x="1992" y="4562"/>
                    <a:pt x="2095" y="4562"/>
                  </a:cubicBezTo>
                  <a:cubicBezTo>
                    <a:pt x="2138" y="4562"/>
                    <a:pt x="2187" y="4548"/>
                    <a:pt x="2238" y="4518"/>
                  </a:cubicBezTo>
                  <a:cubicBezTo>
                    <a:pt x="2412" y="4420"/>
                    <a:pt x="2554" y="4176"/>
                    <a:pt x="2554" y="3974"/>
                  </a:cubicBezTo>
                  <a:lnTo>
                    <a:pt x="2554" y="3974"/>
                  </a:lnTo>
                  <a:cubicBezTo>
                    <a:pt x="2556" y="4114"/>
                    <a:pt x="2628" y="4195"/>
                    <a:pt x="2731" y="4195"/>
                  </a:cubicBezTo>
                  <a:cubicBezTo>
                    <a:pt x="2774" y="4195"/>
                    <a:pt x="2822" y="4181"/>
                    <a:pt x="2873" y="4151"/>
                  </a:cubicBezTo>
                  <a:cubicBezTo>
                    <a:pt x="3050" y="4049"/>
                    <a:pt x="3198" y="3800"/>
                    <a:pt x="3198" y="3597"/>
                  </a:cubicBezTo>
                  <a:cubicBezTo>
                    <a:pt x="3200" y="3740"/>
                    <a:pt x="3274" y="3821"/>
                    <a:pt x="3378" y="3821"/>
                  </a:cubicBezTo>
                  <a:cubicBezTo>
                    <a:pt x="3422" y="3821"/>
                    <a:pt x="3472" y="3806"/>
                    <a:pt x="3524" y="3777"/>
                  </a:cubicBezTo>
                  <a:cubicBezTo>
                    <a:pt x="3699" y="3676"/>
                    <a:pt x="3841" y="3428"/>
                    <a:pt x="3840" y="3226"/>
                  </a:cubicBezTo>
                  <a:lnTo>
                    <a:pt x="3840" y="3226"/>
                  </a:lnTo>
                  <a:cubicBezTo>
                    <a:pt x="3841" y="3370"/>
                    <a:pt x="3913" y="3453"/>
                    <a:pt x="4017" y="3453"/>
                  </a:cubicBezTo>
                  <a:cubicBezTo>
                    <a:pt x="4060" y="3453"/>
                    <a:pt x="4109" y="3439"/>
                    <a:pt x="4160" y="3409"/>
                  </a:cubicBezTo>
                  <a:cubicBezTo>
                    <a:pt x="4336" y="3308"/>
                    <a:pt x="4476" y="3061"/>
                    <a:pt x="4476" y="2861"/>
                  </a:cubicBezTo>
                  <a:cubicBezTo>
                    <a:pt x="4476" y="3003"/>
                    <a:pt x="4550" y="3086"/>
                    <a:pt x="4655" y="3086"/>
                  </a:cubicBezTo>
                  <a:cubicBezTo>
                    <a:pt x="4697" y="3086"/>
                    <a:pt x="4745" y="3072"/>
                    <a:pt x="4795" y="3044"/>
                  </a:cubicBezTo>
                  <a:cubicBezTo>
                    <a:pt x="4971" y="2943"/>
                    <a:pt x="5111" y="2695"/>
                    <a:pt x="5111" y="2492"/>
                  </a:cubicBezTo>
                  <a:cubicBezTo>
                    <a:pt x="5112" y="2636"/>
                    <a:pt x="5184" y="2718"/>
                    <a:pt x="5289" y="2718"/>
                  </a:cubicBezTo>
                  <a:cubicBezTo>
                    <a:pt x="5332" y="2718"/>
                    <a:pt x="5380" y="2704"/>
                    <a:pt x="5432" y="2675"/>
                  </a:cubicBezTo>
                  <a:cubicBezTo>
                    <a:pt x="5607" y="2575"/>
                    <a:pt x="5748" y="2328"/>
                    <a:pt x="5748" y="2125"/>
                  </a:cubicBezTo>
                  <a:lnTo>
                    <a:pt x="5740"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40"/>
            <p:cNvSpPr/>
            <p:nvPr/>
          </p:nvSpPr>
          <p:spPr>
            <a:xfrm>
              <a:off x="528038" y="2845043"/>
              <a:ext cx="41570" cy="108916"/>
            </a:xfrm>
            <a:custGeom>
              <a:avLst/>
              <a:gdLst/>
              <a:ahLst/>
              <a:cxnLst/>
              <a:rect l="l" t="t" r="r" b="b"/>
              <a:pathLst>
                <a:path w="1208" h="3165" extrusionOk="0">
                  <a:moveTo>
                    <a:pt x="0" y="0"/>
                  </a:moveTo>
                  <a:lnTo>
                    <a:pt x="0" y="3165"/>
                  </a:lnTo>
                  <a:lnTo>
                    <a:pt x="1207" y="2466"/>
                  </a:lnTo>
                  <a:lnTo>
                    <a:pt x="12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40"/>
            <p:cNvSpPr/>
            <p:nvPr/>
          </p:nvSpPr>
          <p:spPr>
            <a:xfrm>
              <a:off x="528038" y="2906503"/>
              <a:ext cx="41570" cy="47455"/>
            </a:xfrm>
            <a:custGeom>
              <a:avLst/>
              <a:gdLst/>
              <a:ahLst/>
              <a:cxnLst/>
              <a:rect l="l" t="t" r="r" b="b"/>
              <a:pathLst>
                <a:path w="1208" h="1379" extrusionOk="0">
                  <a:moveTo>
                    <a:pt x="0" y="1"/>
                  </a:moveTo>
                  <a:lnTo>
                    <a:pt x="0" y="1379"/>
                  </a:lnTo>
                  <a:lnTo>
                    <a:pt x="1207" y="680"/>
                  </a:lnTo>
                  <a:lnTo>
                    <a:pt x="1207" y="677"/>
                  </a:lnTo>
                  <a:lnTo>
                    <a:pt x="0"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40"/>
            <p:cNvSpPr/>
            <p:nvPr/>
          </p:nvSpPr>
          <p:spPr>
            <a:xfrm>
              <a:off x="574805" y="2783513"/>
              <a:ext cx="64283" cy="109294"/>
            </a:xfrm>
            <a:custGeom>
              <a:avLst/>
              <a:gdLst/>
              <a:ahLst/>
              <a:cxnLst/>
              <a:rect l="l" t="t" r="r" b="b"/>
              <a:pathLst>
                <a:path w="1868" h="3176" extrusionOk="0">
                  <a:moveTo>
                    <a:pt x="1860" y="1"/>
                  </a:moveTo>
                  <a:lnTo>
                    <a:pt x="0" y="1721"/>
                  </a:lnTo>
                  <a:lnTo>
                    <a:pt x="2" y="3175"/>
                  </a:lnTo>
                  <a:lnTo>
                    <a:pt x="1867" y="2097"/>
                  </a:lnTo>
                  <a:lnTo>
                    <a:pt x="1864" y="956"/>
                  </a:lnTo>
                  <a:lnTo>
                    <a:pt x="1861" y="618"/>
                  </a:lnTo>
                  <a:lnTo>
                    <a:pt x="1860" y="1"/>
                  </a:lnTo>
                  <a:close/>
                </a:path>
              </a:pathLst>
            </a:custGeom>
            <a:solidFill>
              <a:srgbClr val="1B76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40"/>
            <p:cNvSpPr/>
            <p:nvPr/>
          </p:nvSpPr>
          <p:spPr>
            <a:xfrm>
              <a:off x="574736" y="2809839"/>
              <a:ext cx="26635" cy="56677"/>
            </a:xfrm>
            <a:custGeom>
              <a:avLst/>
              <a:gdLst/>
              <a:ahLst/>
              <a:cxnLst/>
              <a:rect l="l" t="t" r="r" b="b"/>
              <a:pathLst>
                <a:path w="774" h="1647" extrusionOk="0">
                  <a:moveTo>
                    <a:pt x="773" y="1"/>
                  </a:moveTo>
                  <a:lnTo>
                    <a:pt x="773" y="1"/>
                  </a:lnTo>
                  <a:cubicBezTo>
                    <a:pt x="748" y="21"/>
                    <a:pt x="721" y="40"/>
                    <a:pt x="696" y="56"/>
                  </a:cubicBezTo>
                  <a:cubicBezTo>
                    <a:pt x="642" y="87"/>
                    <a:pt x="593" y="102"/>
                    <a:pt x="546" y="106"/>
                  </a:cubicBezTo>
                  <a:lnTo>
                    <a:pt x="1" y="1332"/>
                  </a:lnTo>
                  <a:lnTo>
                    <a:pt x="2" y="1647"/>
                  </a:lnTo>
                  <a:lnTo>
                    <a:pt x="773" y="1"/>
                  </a:lnTo>
                  <a:close/>
                </a:path>
              </a:pathLst>
            </a:custGeom>
            <a:solidFill>
              <a:srgbClr val="E9EF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40"/>
            <p:cNvSpPr/>
            <p:nvPr/>
          </p:nvSpPr>
          <p:spPr>
            <a:xfrm>
              <a:off x="574633" y="2783513"/>
              <a:ext cx="64455" cy="109191"/>
            </a:xfrm>
            <a:custGeom>
              <a:avLst/>
              <a:gdLst/>
              <a:ahLst/>
              <a:cxnLst/>
              <a:rect l="l" t="t" r="r" b="b"/>
              <a:pathLst>
                <a:path w="1873" h="3173" extrusionOk="0">
                  <a:moveTo>
                    <a:pt x="421" y="832"/>
                  </a:moveTo>
                  <a:lnTo>
                    <a:pt x="242" y="934"/>
                  </a:lnTo>
                  <a:cubicBezTo>
                    <a:pt x="184" y="1050"/>
                    <a:pt x="97" y="1153"/>
                    <a:pt x="1" y="1219"/>
                  </a:cubicBezTo>
                  <a:lnTo>
                    <a:pt x="3" y="2090"/>
                  </a:lnTo>
                  <a:lnTo>
                    <a:pt x="549" y="867"/>
                  </a:lnTo>
                  <a:lnTo>
                    <a:pt x="549" y="867"/>
                  </a:lnTo>
                  <a:cubicBezTo>
                    <a:pt x="542" y="867"/>
                    <a:pt x="536" y="868"/>
                    <a:pt x="529" y="868"/>
                  </a:cubicBezTo>
                  <a:cubicBezTo>
                    <a:pt x="486" y="868"/>
                    <a:pt x="450" y="856"/>
                    <a:pt x="421" y="832"/>
                  </a:cubicBezTo>
                  <a:close/>
                  <a:moveTo>
                    <a:pt x="3" y="2090"/>
                  </a:moveTo>
                  <a:lnTo>
                    <a:pt x="1" y="2096"/>
                  </a:lnTo>
                  <a:lnTo>
                    <a:pt x="2" y="2410"/>
                  </a:lnTo>
                  <a:lnTo>
                    <a:pt x="4" y="2406"/>
                  </a:lnTo>
                  <a:lnTo>
                    <a:pt x="3" y="2090"/>
                  </a:lnTo>
                  <a:close/>
                  <a:moveTo>
                    <a:pt x="1868" y="953"/>
                  </a:moveTo>
                  <a:lnTo>
                    <a:pt x="1315" y="2417"/>
                  </a:lnTo>
                  <a:lnTo>
                    <a:pt x="1315" y="2417"/>
                  </a:lnTo>
                  <a:lnTo>
                    <a:pt x="1872" y="2096"/>
                  </a:lnTo>
                  <a:lnTo>
                    <a:pt x="1868" y="953"/>
                  </a:lnTo>
                  <a:close/>
                  <a:moveTo>
                    <a:pt x="1315" y="2417"/>
                  </a:moveTo>
                  <a:lnTo>
                    <a:pt x="1148" y="2514"/>
                  </a:lnTo>
                  <a:lnTo>
                    <a:pt x="1148" y="2514"/>
                  </a:lnTo>
                  <a:lnTo>
                    <a:pt x="1148" y="2514"/>
                  </a:lnTo>
                  <a:lnTo>
                    <a:pt x="1148" y="2514"/>
                  </a:lnTo>
                  <a:lnTo>
                    <a:pt x="1315" y="2417"/>
                  </a:lnTo>
                  <a:lnTo>
                    <a:pt x="1315" y="2417"/>
                  </a:lnTo>
                  <a:close/>
                  <a:moveTo>
                    <a:pt x="1152" y="410"/>
                  </a:moveTo>
                  <a:lnTo>
                    <a:pt x="974" y="511"/>
                  </a:lnTo>
                  <a:cubicBezTo>
                    <a:pt x="923" y="609"/>
                    <a:pt x="854" y="698"/>
                    <a:pt x="775" y="764"/>
                  </a:cubicBezTo>
                  <a:lnTo>
                    <a:pt x="4" y="2406"/>
                  </a:lnTo>
                  <a:lnTo>
                    <a:pt x="6" y="2865"/>
                  </a:lnTo>
                  <a:lnTo>
                    <a:pt x="6" y="2865"/>
                  </a:lnTo>
                  <a:lnTo>
                    <a:pt x="1152" y="410"/>
                  </a:lnTo>
                  <a:close/>
                  <a:moveTo>
                    <a:pt x="6" y="2865"/>
                  </a:moveTo>
                  <a:lnTo>
                    <a:pt x="4" y="2870"/>
                  </a:lnTo>
                  <a:lnTo>
                    <a:pt x="5" y="3172"/>
                  </a:lnTo>
                  <a:lnTo>
                    <a:pt x="7" y="3172"/>
                  </a:lnTo>
                  <a:lnTo>
                    <a:pt x="7" y="3172"/>
                  </a:lnTo>
                  <a:lnTo>
                    <a:pt x="6" y="2865"/>
                  </a:lnTo>
                  <a:close/>
                  <a:moveTo>
                    <a:pt x="1865" y="1"/>
                  </a:moveTo>
                  <a:lnTo>
                    <a:pt x="1752" y="63"/>
                  </a:lnTo>
                  <a:lnTo>
                    <a:pt x="571" y="2845"/>
                  </a:lnTo>
                  <a:lnTo>
                    <a:pt x="7" y="3172"/>
                  </a:lnTo>
                  <a:lnTo>
                    <a:pt x="7" y="3172"/>
                  </a:lnTo>
                  <a:lnTo>
                    <a:pt x="7" y="3172"/>
                  </a:lnTo>
                  <a:lnTo>
                    <a:pt x="1148" y="2514"/>
                  </a:lnTo>
                  <a:lnTo>
                    <a:pt x="1148" y="2514"/>
                  </a:lnTo>
                  <a:lnTo>
                    <a:pt x="1866" y="616"/>
                  </a:lnTo>
                  <a:lnTo>
                    <a:pt x="1865" y="1"/>
                  </a:lnTo>
                  <a:close/>
                </a:path>
              </a:pathLst>
            </a:custGeom>
            <a:solidFill>
              <a:srgbClr val="4397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40"/>
            <p:cNvSpPr/>
            <p:nvPr/>
          </p:nvSpPr>
          <p:spPr>
            <a:xfrm>
              <a:off x="574805" y="2785784"/>
              <a:ext cx="60187" cy="107023"/>
            </a:xfrm>
            <a:custGeom>
              <a:avLst/>
              <a:gdLst/>
              <a:ahLst/>
              <a:cxnLst/>
              <a:rect l="l" t="t" r="r" b="b"/>
              <a:pathLst>
                <a:path w="1749" h="3110" extrusionOk="0">
                  <a:moveTo>
                    <a:pt x="1749" y="0"/>
                  </a:moveTo>
                  <a:lnTo>
                    <a:pt x="1705" y="25"/>
                  </a:lnTo>
                  <a:cubicBezTo>
                    <a:pt x="1637" y="154"/>
                    <a:pt x="1538" y="267"/>
                    <a:pt x="1427" y="331"/>
                  </a:cubicBezTo>
                  <a:cubicBezTo>
                    <a:pt x="1368" y="366"/>
                    <a:pt x="1311" y="382"/>
                    <a:pt x="1262" y="382"/>
                  </a:cubicBezTo>
                  <a:cubicBezTo>
                    <a:pt x="1220" y="382"/>
                    <a:pt x="1182" y="370"/>
                    <a:pt x="1152" y="347"/>
                  </a:cubicBezTo>
                  <a:lnTo>
                    <a:pt x="0" y="2805"/>
                  </a:lnTo>
                  <a:lnTo>
                    <a:pt x="2" y="3109"/>
                  </a:lnTo>
                  <a:lnTo>
                    <a:pt x="569" y="2782"/>
                  </a:lnTo>
                  <a:lnTo>
                    <a:pt x="1749" y="0"/>
                  </a:lnTo>
                  <a:close/>
                </a:path>
              </a:pathLst>
            </a:custGeom>
            <a:solidFill>
              <a:srgbClr val="E9EF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40"/>
            <p:cNvSpPr/>
            <p:nvPr/>
          </p:nvSpPr>
          <p:spPr>
            <a:xfrm>
              <a:off x="574633" y="2783513"/>
              <a:ext cx="64455" cy="109191"/>
            </a:xfrm>
            <a:custGeom>
              <a:avLst/>
              <a:gdLst/>
              <a:ahLst/>
              <a:cxnLst/>
              <a:rect l="l" t="t" r="r" b="b"/>
              <a:pathLst>
                <a:path w="1873" h="3173" extrusionOk="0">
                  <a:moveTo>
                    <a:pt x="421" y="832"/>
                  </a:moveTo>
                  <a:lnTo>
                    <a:pt x="242" y="934"/>
                  </a:lnTo>
                  <a:cubicBezTo>
                    <a:pt x="184" y="1050"/>
                    <a:pt x="97" y="1153"/>
                    <a:pt x="1" y="1219"/>
                  </a:cubicBezTo>
                  <a:lnTo>
                    <a:pt x="3" y="2090"/>
                  </a:lnTo>
                  <a:lnTo>
                    <a:pt x="549" y="867"/>
                  </a:lnTo>
                  <a:lnTo>
                    <a:pt x="549" y="867"/>
                  </a:lnTo>
                  <a:cubicBezTo>
                    <a:pt x="542" y="867"/>
                    <a:pt x="536" y="868"/>
                    <a:pt x="529" y="868"/>
                  </a:cubicBezTo>
                  <a:cubicBezTo>
                    <a:pt x="486" y="868"/>
                    <a:pt x="450" y="856"/>
                    <a:pt x="421" y="832"/>
                  </a:cubicBezTo>
                  <a:close/>
                  <a:moveTo>
                    <a:pt x="3" y="2090"/>
                  </a:moveTo>
                  <a:lnTo>
                    <a:pt x="1" y="2096"/>
                  </a:lnTo>
                  <a:lnTo>
                    <a:pt x="2" y="2410"/>
                  </a:lnTo>
                  <a:lnTo>
                    <a:pt x="4" y="2406"/>
                  </a:lnTo>
                  <a:lnTo>
                    <a:pt x="3" y="2090"/>
                  </a:lnTo>
                  <a:close/>
                  <a:moveTo>
                    <a:pt x="1868" y="953"/>
                  </a:moveTo>
                  <a:lnTo>
                    <a:pt x="1315" y="2417"/>
                  </a:lnTo>
                  <a:lnTo>
                    <a:pt x="1315" y="2417"/>
                  </a:lnTo>
                  <a:lnTo>
                    <a:pt x="1872" y="2096"/>
                  </a:lnTo>
                  <a:lnTo>
                    <a:pt x="1868" y="953"/>
                  </a:lnTo>
                  <a:close/>
                  <a:moveTo>
                    <a:pt x="1315" y="2417"/>
                  </a:moveTo>
                  <a:lnTo>
                    <a:pt x="1148" y="2514"/>
                  </a:lnTo>
                  <a:lnTo>
                    <a:pt x="1148" y="2514"/>
                  </a:lnTo>
                  <a:lnTo>
                    <a:pt x="1148" y="2514"/>
                  </a:lnTo>
                  <a:lnTo>
                    <a:pt x="1148" y="2514"/>
                  </a:lnTo>
                  <a:lnTo>
                    <a:pt x="1315" y="2417"/>
                  </a:lnTo>
                  <a:lnTo>
                    <a:pt x="1315" y="2417"/>
                  </a:lnTo>
                  <a:close/>
                  <a:moveTo>
                    <a:pt x="1152" y="410"/>
                  </a:moveTo>
                  <a:lnTo>
                    <a:pt x="974" y="511"/>
                  </a:lnTo>
                  <a:cubicBezTo>
                    <a:pt x="923" y="609"/>
                    <a:pt x="854" y="698"/>
                    <a:pt x="775" y="764"/>
                  </a:cubicBezTo>
                  <a:lnTo>
                    <a:pt x="4" y="2406"/>
                  </a:lnTo>
                  <a:lnTo>
                    <a:pt x="6" y="2865"/>
                  </a:lnTo>
                  <a:lnTo>
                    <a:pt x="6" y="2865"/>
                  </a:lnTo>
                  <a:lnTo>
                    <a:pt x="1152" y="410"/>
                  </a:lnTo>
                  <a:close/>
                  <a:moveTo>
                    <a:pt x="6" y="2865"/>
                  </a:moveTo>
                  <a:lnTo>
                    <a:pt x="4" y="2870"/>
                  </a:lnTo>
                  <a:lnTo>
                    <a:pt x="5" y="3172"/>
                  </a:lnTo>
                  <a:lnTo>
                    <a:pt x="7" y="3172"/>
                  </a:lnTo>
                  <a:lnTo>
                    <a:pt x="7" y="3172"/>
                  </a:lnTo>
                  <a:lnTo>
                    <a:pt x="6" y="2865"/>
                  </a:lnTo>
                  <a:close/>
                  <a:moveTo>
                    <a:pt x="1865" y="1"/>
                  </a:moveTo>
                  <a:lnTo>
                    <a:pt x="1752" y="63"/>
                  </a:lnTo>
                  <a:lnTo>
                    <a:pt x="571" y="2845"/>
                  </a:lnTo>
                  <a:lnTo>
                    <a:pt x="7" y="3172"/>
                  </a:lnTo>
                  <a:lnTo>
                    <a:pt x="7" y="3172"/>
                  </a:lnTo>
                  <a:lnTo>
                    <a:pt x="7" y="3172"/>
                  </a:lnTo>
                  <a:lnTo>
                    <a:pt x="1148" y="2514"/>
                  </a:lnTo>
                  <a:lnTo>
                    <a:pt x="1148" y="2514"/>
                  </a:lnTo>
                  <a:lnTo>
                    <a:pt x="1866" y="616"/>
                  </a:lnTo>
                  <a:lnTo>
                    <a:pt x="18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40"/>
            <p:cNvSpPr/>
            <p:nvPr/>
          </p:nvSpPr>
          <p:spPr>
            <a:xfrm>
              <a:off x="574805" y="2783513"/>
              <a:ext cx="64214" cy="96011"/>
            </a:xfrm>
            <a:custGeom>
              <a:avLst/>
              <a:gdLst/>
              <a:ahLst/>
              <a:cxnLst/>
              <a:rect l="l" t="t" r="r" b="b"/>
              <a:pathLst>
                <a:path w="1866" h="2790" extrusionOk="0">
                  <a:moveTo>
                    <a:pt x="1861" y="1"/>
                  </a:moveTo>
                  <a:lnTo>
                    <a:pt x="0" y="1721"/>
                  </a:lnTo>
                  <a:lnTo>
                    <a:pt x="2" y="2789"/>
                  </a:lnTo>
                  <a:cubicBezTo>
                    <a:pt x="114" y="2668"/>
                    <a:pt x="194" y="2493"/>
                    <a:pt x="193" y="2342"/>
                  </a:cubicBezTo>
                  <a:lnTo>
                    <a:pt x="193" y="2342"/>
                  </a:lnTo>
                  <a:cubicBezTo>
                    <a:pt x="195" y="2485"/>
                    <a:pt x="267" y="2568"/>
                    <a:pt x="371" y="2568"/>
                  </a:cubicBezTo>
                  <a:cubicBezTo>
                    <a:pt x="414" y="2568"/>
                    <a:pt x="463" y="2554"/>
                    <a:pt x="514" y="2524"/>
                  </a:cubicBezTo>
                  <a:cubicBezTo>
                    <a:pt x="689" y="2423"/>
                    <a:pt x="830" y="2176"/>
                    <a:pt x="830" y="1976"/>
                  </a:cubicBezTo>
                  <a:cubicBezTo>
                    <a:pt x="830" y="2119"/>
                    <a:pt x="902" y="2201"/>
                    <a:pt x="1007" y="2201"/>
                  </a:cubicBezTo>
                  <a:cubicBezTo>
                    <a:pt x="1050" y="2201"/>
                    <a:pt x="1098" y="2187"/>
                    <a:pt x="1149" y="2159"/>
                  </a:cubicBezTo>
                  <a:cubicBezTo>
                    <a:pt x="1324" y="2056"/>
                    <a:pt x="1466" y="1810"/>
                    <a:pt x="1465" y="1607"/>
                  </a:cubicBezTo>
                  <a:lnTo>
                    <a:pt x="1465" y="1607"/>
                  </a:lnTo>
                  <a:cubicBezTo>
                    <a:pt x="1466" y="1751"/>
                    <a:pt x="1538" y="1834"/>
                    <a:pt x="1642" y="1834"/>
                  </a:cubicBezTo>
                  <a:cubicBezTo>
                    <a:pt x="1685" y="1834"/>
                    <a:pt x="1734" y="1820"/>
                    <a:pt x="1785" y="1790"/>
                  </a:cubicBezTo>
                  <a:cubicBezTo>
                    <a:pt x="1811" y="1774"/>
                    <a:pt x="1839" y="1753"/>
                    <a:pt x="1866" y="1730"/>
                  </a:cubicBezTo>
                  <a:lnTo>
                    <a:pt x="1864" y="954"/>
                  </a:lnTo>
                  <a:lnTo>
                    <a:pt x="1864" y="616"/>
                  </a:lnTo>
                  <a:lnTo>
                    <a:pt x="1861"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40"/>
            <p:cNvSpPr/>
            <p:nvPr/>
          </p:nvSpPr>
          <p:spPr>
            <a:xfrm>
              <a:off x="614104" y="2804746"/>
              <a:ext cx="24880" cy="65384"/>
            </a:xfrm>
            <a:custGeom>
              <a:avLst/>
              <a:gdLst/>
              <a:ahLst/>
              <a:cxnLst/>
              <a:rect l="l" t="t" r="r" b="b"/>
              <a:pathLst>
                <a:path w="723" h="1900" extrusionOk="0">
                  <a:moveTo>
                    <a:pt x="719" y="1"/>
                  </a:moveTo>
                  <a:lnTo>
                    <a:pt x="1" y="1900"/>
                  </a:lnTo>
                  <a:lnTo>
                    <a:pt x="168" y="1802"/>
                  </a:lnTo>
                  <a:lnTo>
                    <a:pt x="722" y="339"/>
                  </a:lnTo>
                  <a:lnTo>
                    <a:pt x="7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40"/>
            <p:cNvSpPr/>
            <p:nvPr/>
          </p:nvSpPr>
          <p:spPr>
            <a:xfrm>
              <a:off x="574805" y="2785784"/>
              <a:ext cx="60187" cy="107023"/>
            </a:xfrm>
            <a:custGeom>
              <a:avLst/>
              <a:gdLst/>
              <a:ahLst/>
              <a:cxnLst/>
              <a:rect l="l" t="t" r="r" b="b"/>
              <a:pathLst>
                <a:path w="1749" h="3110" extrusionOk="0">
                  <a:moveTo>
                    <a:pt x="1749" y="0"/>
                  </a:moveTo>
                  <a:lnTo>
                    <a:pt x="1705" y="25"/>
                  </a:lnTo>
                  <a:cubicBezTo>
                    <a:pt x="1637" y="154"/>
                    <a:pt x="1538" y="267"/>
                    <a:pt x="1427" y="331"/>
                  </a:cubicBezTo>
                  <a:cubicBezTo>
                    <a:pt x="1368" y="366"/>
                    <a:pt x="1311" y="382"/>
                    <a:pt x="1262" y="382"/>
                  </a:cubicBezTo>
                  <a:cubicBezTo>
                    <a:pt x="1220" y="382"/>
                    <a:pt x="1182" y="370"/>
                    <a:pt x="1152" y="347"/>
                  </a:cubicBezTo>
                  <a:lnTo>
                    <a:pt x="0" y="2805"/>
                  </a:lnTo>
                  <a:lnTo>
                    <a:pt x="2" y="3109"/>
                  </a:lnTo>
                  <a:lnTo>
                    <a:pt x="569" y="2782"/>
                  </a:lnTo>
                  <a:lnTo>
                    <a:pt x="17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40"/>
            <p:cNvSpPr/>
            <p:nvPr/>
          </p:nvSpPr>
          <p:spPr>
            <a:xfrm>
              <a:off x="608116" y="2789914"/>
              <a:ext cx="6229" cy="11218"/>
            </a:xfrm>
            <a:custGeom>
              <a:avLst/>
              <a:gdLst/>
              <a:ahLst/>
              <a:cxnLst/>
              <a:rect l="l" t="t" r="r" b="b"/>
              <a:pathLst>
                <a:path w="181" h="326" extrusionOk="0">
                  <a:moveTo>
                    <a:pt x="91" y="0"/>
                  </a:moveTo>
                  <a:cubicBezTo>
                    <a:pt x="91" y="107"/>
                    <a:pt x="58" y="221"/>
                    <a:pt x="1" y="325"/>
                  </a:cubicBezTo>
                  <a:lnTo>
                    <a:pt x="181" y="224"/>
                  </a:lnTo>
                  <a:cubicBezTo>
                    <a:pt x="124" y="183"/>
                    <a:pt x="91" y="107"/>
                    <a:pt x="91" y="0"/>
                  </a:cubicBezTo>
                  <a:close/>
                </a:path>
              </a:pathLst>
            </a:custGeom>
            <a:solidFill>
              <a:srgbClr val="C655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40"/>
            <p:cNvSpPr/>
            <p:nvPr/>
          </p:nvSpPr>
          <p:spPr>
            <a:xfrm>
              <a:off x="582961" y="2804505"/>
              <a:ext cx="6160" cy="11322"/>
            </a:xfrm>
            <a:custGeom>
              <a:avLst/>
              <a:gdLst/>
              <a:ahLst/>
              <a:cxnLst/>
              <a:rect l="l" t="t" r="r" b="b"/>
              <a:pathLst>
                <a:path w="179" h="329" extrusionOk="0">
                  <a:moveTo>
                    <a:pt x="88" y="1"/>
                  </a:moveTo>
                  <a:cubicBezTo>
                    <a:pt x="88" y="104"/>
                    <a:pt x="56" y="222"/>
                    <a:pt x="0" y="328"/>
                  </a:cubicBezTo>
                  <a:lnTo>
                    <a:pt x="179" y="226"/>
                  </a:lnTo>
                  <a:cubicBezTo>
                    <a:pt x="123" y="183"/>
                    <a:pt x="88" y="107"/>
                    <a:pt x="88" y="1"/>
                  </a:cubicBezTo>
                  <a:close/>
                </a:path>
              </a:pathLst>
            </a:custGeom>
            <a:solidFill>
              <a:srgbClr val="C655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40"/>
            <p:cNvSpPr/>
            <p:nvPr/>
          </p:nvSpPr>
          <p:spPr>
            <a:xfrm>
              <a:off x="531961" y="2833927"/>
              <a:ext cx="6160" cy="11287"/>
            </a:xfrm>
            <a:custGeom>
              <a:avLst/>
              <a:gdLst/>
              <a:ahLst/>
              <a:cxnLst/>
              <a:rect l="l" t="t" r="r" b="b"/>
              <a:pathLst>
                <a:path w="179" h="328" extrusionOk="0">
                  <a:moveTo>
                    <a:pt x="89" y="0"/>
                  </a:moveTo>
                  <a:cubicBezTo>
                    <a:pt x="89" y="105"/>
                    <a:pt x="56" y="221"/>
                    <a:pt x="0" y="328"/>
                  </a:cubicBezTo>
                  <a:lnTo>
                    <a:pt x="179" y="225"/>
                  </a:lnTo>
                  <a:cubicBezTo>
                    <a:pt x="125" y="183"/>
                    <a:pt x="91" y="105"/>
                    <a:pt x="89" y="0"/>
                  </a:cubicBezTo>
                  <a:close/>
                </a:path>
              </a:pathLst>
            </a:custGeom>
            <a:solidFill>
              <a:srgbClr val="C655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40"/>
            <p:cNvSpPr/>
            <p:nvPr/>
          </p:nvSpPr>
          <p:spPr>
            <a:xfrm>
              <a:off x="506771" y="2848518"/>
              <a:ext cx="6125" cy="11218"/>
            </a:xfrm>
            <a:custGeom>
              <a:avLst/>
              <a:gdLst/>
              <a:ahLst/>
              <a:cxnLst/>
              <a:rect l="l" t="t" r="r" b="b"/>
              <a:pathLst>
                <a:path w="178" h="326" extrusionOk="0">
                  <a:moveTo>
                    <a:pt x="88" y="0"/>
                  </a:moveTo>
                  <a:cubicBezTo>
                    <a:pt x="88" y="104"/>
                    <a:pt x="56" y="220"/>
                    <a:pt x="1" y="325"/>
                  </a:cubicBezTo>
                  <a:lnTo>
                    <a:pt x="178" y="223"/>
                  </a:lnTo>
                  <a:cubicBezTo>
                    <a:pt x="121" y="183"/>
                    <a:pt x="88" y="104"/>
                    <a:pt x="88" y="0"/>
                  </a:cubicBezTo>
                  <a:close/>
                </a:path>
              </a:pathLst>
            </a:custGeom>
            <a:solidFill>
              <a:srgbClr val="C655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40"/>
            <p:cNvSpPr/>
            <p:nvPr/>
          </p:nvSpPr>
          <p:spPr>
            <a:xfrm>
              <a:off x="457596" y="2856158"/>
              <a:ext cx="64386" cy="104201"/>
            </a:xfrm>
            <a:custGeom>
              <a:avLst/>
              <a:gdLst/>
              <a:ahLst/>
              <a:cxnLst/>
              <a:rect l="l" t="t" r="r" b="b"/>
              <a:pathLst>
                <a:path w="1871" h="3028" extrusionOk="0">
                  <a:moveTo>
                    <a:pt x="776" y="482"/>
                  </a:moveTo>
                  <a:lnTo>
                    <a:pt x="0" y="928"/>
                  </a:lnTo>
                  <a:lnTo>
                    <a:pt x="3" y="2027"/>
                  </a:lnTo>
                  <a:lnTo>
                    <a:pt x="3" y="2027"/>
                  </a:lnTo>
                  <a:lnTo>
                    <a:pt x="776" y="482"/>
                  </a:lnTo>
                  <a:close/>
                  <a:moveTo>
                    <a:pt x="1864" y="86"/>
                  </a:moveTo>
                  <a:lnTo>
                    <a:pt x="752" y="2595"/>
                  </a:lnTo>
                  <a:lnTo>
                    <a:pt x="540" y="2718"/>
                  </a:lnTo>
                  <a:lnTo>
                    <a:pt x="540" y="2718"/>
                  </a:lnTo>
                  <a:lnTo>
                    <a:pt x="1870" y="1949"/>
                  </a:lnTo>
                  <a:lnTo>
                    <a:pt x="1468" y="2181"/>
                  </a:lnTo>
                  <a:lnTo>
                    <a:pt x="1869" y="1391"/>
                  </a:lnTo>
                  <a:lnTo>
                    <a:pt x="1864" y="86"/>
                  </a:lnTo>
                  <a:close/>
                  <a:moveTo>
                    <a:pt x="540" y="2718"/>
                  </a:moveTo>
                  <a:lnTo>
                    <a:pt x="515" y="2732"/>
                  </a:lnTo>
                  <a:lnTo>
                    <a:pt x="515" y="2732"/>
                  </a:lnTo>
                  <a:lnTo>
                    <a:pt x="515" y="2732"/>
                  </a:lnTo>
                  <a:lnTo>
                    <a:pt x="515" y="2732"/>
                  </a:lnTo>
                  <a:lnTo>
                    <a:pt x="540" y="2718"/>
                  </a:lnTo>
                  <a:close/>
                  <a:moveTo>
                    <a:pt x="1608" y="1"/>
                  </a:moveTo>
                  <a:lnTo>
                    <a:pt x="322" y="2843"/>
                  </a:lnTo>
                  <a:lnTo>
                    <a:pt x="215" y="2906"/>
                  </a:lnTo>
                  <a:lnTo>
                    <a:pt x="215" y="2906"/>
                  </a:lnTo>
                  <a:lnTo>
                    <a:pt x="515" y="2732"/>
                  </a:lnTo>
                  <a:lnTo>
                    <a:pt x="515" y="2732"/>
                  </a:lnTo>
                  <a:lnTo>
                    <a:pt x="1740" y="36"/>
                  </a:lnTo>
                  <a:lnTo>
                    <a:pt x="1740" y="36"/>
                  </a:lnTo>
                  <a:cubicBezTo>
                    <a:pt x="1733" y="36"/>
                    <a:pt x="1727" y="37"/>
                    <a:pt x="1721" y="37"/>
                  </a:cubicBezTo>
                  <a:cubicBezTo>
                    <a:pt x="1677" y="37"/>
                    <a:pt x="1639" y="24"/>
                    <a:pt x="1608" y="1"/>
                  </a:cubicBezTo>
                  <a:close/>
                  <a:moveTo>
                    <a:pt x="3" y="2027"/>
                  </a:moveTo>
                  <a:lnTo>
                    <a:pt x="0" y="2033"/>
                  </a:lnTo>
                  <a:lnTo>
                    <a:pt x="5" y="3028"/>
                  </a:lnTo>
                  <a:lnTo>
                    <a:pt x="215" y="2906"/>
                  </a:lnTo>
                  <a:lnTo>
                    <a:pt x="215" y="2906"/>
                  </a:lnTo>
                  <a:lnTo>
                    <a:pt x="6" y="3026"/>
                  </a:lnTo>
                  <a:lnTo>
                    <a:pt x="3" y="202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40"/>
            <p:cNvSpPr/>
            <p:nvPr/>
          </p:nvSpPr>
          <p:spPr>
            <a:xfrm>
              <a:off x="457493" y="2856158"/>
              <a:ext cx="64420" cy="91572"/>
            </a:xfrm>
            <a:custGeom>
              <a:avLst/>
              <a:gdLst/>
              <a:ahLst/>
              <a:cxnLst/>
              <a:rect l="l" t="t" r="r" b="b"/>
              <a:pathLst>
                <a:path w="1872" h="2661" extrusionOk="0">
                  <a:moveTo>
                    <a:pt x="1867" y="1"/>
                  </a:moveTo>
                  <a:cubicBezTo>
                    <a:pt x="1823" y="23"/>
                    <a:pt x="1781" y="36"/>
                    <a:pt x="1743" y="40"/>
                  </a:cubicBezTo>
                  <a:lnTo>
                    <a:pt x="1156" y="413"/>
                  </a:lnTo>
                  <a:cubicBezTo>
                    <a:pt x="1097" y="446"/>
                    <a:pt x="1042" y="462"/>
                    <a:pt x="992" y="462"/>
                  </a:cubicBezTo>
                  <a:cubicBezTo>
                    <a:pt x="949" y="462"/>
                    <a:pt x="910" y="449"/>
                    <a:pt x="878" y="425"/>
                  </a:cubicBezTo>
                  <a:lnTo>
                    <a:pt x="779" y="482"/>
                  </a:lnTo>
                  <a:lnTo>
                    <a:pt x="0" y="930"/>
                  </a:lnTo>
                  <a:lnTo>
                    <a:pt x="3" y="2033"/>
                  </a:lnTo>
                  <a:lnTo>
                    <a:pt x="5" y="2661"/>
                  </a:lnTo>
                  <a:cubicBezTo>
                    <a:pt x="33" y="2655"/>
                    <a:pt x="62" y="2642"/>
                    <a:pt x="91" y="2625"/>
                  </a:cubicBezTo>
                  <a:cubicBezTo>
                    <a:pt x="268" y="2523"/>
                    <a:pt x="410" y="2279"/>
                    <a:pt x="410" y="2075"/>
                  </a:cubicBezTo>
                  <a:cubicBezTo>
                    <a:pt x="410" y="2219"/>
                    <a:pt x="481" y="2302"/>
                    <a:pt x="585" y="2302"/>
                  </a:cubicBezTo>
                  <a:cubicBezTo>
                    <a:pt x="628" y="2302"/>
                    <a:pt x="676" y="2288"/>
                    <a:pt x="727" y="2258"/>
                  </a:cubicBezTo>
                  <a:cubicBezTo>
                    <a:pt x="901" y="2158"/>
                    <a:pt x="1044" y="1918"/>
                    <a:pt x="1044" y="1716"/>
                  </a:cubicBezTo>
                  <a:lnTo>
                    <a:pt x="1044" y="1716"/>
                  </a:lnTo>
                  <a:cubicBezTo>
                    <a:pt x="1046" y="1856"/>
                    <a:pt x="1117" y="1936"/>
                    <a:pt x="1220" y="1936"/>
                  </a:cubicBezTo>
                  <a:cubicBezTo>
                    <a:pt x="1263" y="1936"/>
                    <a:pt x="1311" y="1922"/>
                    <a:pt x="1362" y="1892"/>
                  </a:cubicBezTo>
                  <a:cubicBezTo>
                    <a:pt x="1539" y="1790"/>
                    <a:pt x="1681" y="1544"/>
                    <a:pt x="1681" y="1342"/>
                  </a:cubicBezTo>
                  <a:cubicBezTo>
                    <a:pt x="1681" y="1484"/>
                    <a:pt x="1753" y="1567"/>
                    <a:pt x="1858" y="1567"/>
                  </a:cubicBezTo>
                  <a:cubicBezTo>
                    <a:pt x="1862" y="1567"/>
                    <a:pt x="1867" y="1566"/>
                    <a:pt x="1872" y="1566"/>
                  </a:cubicBezTo>
                  <a:lnTo>
                    <a:pt x="1872" y="1395"/>
                  </a:lnTo>
                  <a:lnTo>
                    <a:pt x="1867" y="88"/>
                  </a:lnTo>
                  <a:lnTo>
                    <a:pt x="1867"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40"/>
            <p:cNvSpPr/>
            <p:nvPr/>
          </p:nvSpPr>
          <p:spPr>
            <a:xfrm>
              <a:off x="508079" y="2904095"/>
              <a:ext cx="13834" cy="27220"/>
            </a:xfrm>
            <a:custGeom>
              <a:avLst/>
              <a:gdLst/>
              <a:ahLst/>
              <a:cxnLst/>
              <a:rect l="l" t="t" r="r" b="b"/>
              <a:pathLst>
                <a:path w="402" h="791" extrusionOk="0">
                  <a:moveTo>
                    <a:pt x="399" y="1"/>
                  </a:moveTo>
                  <a:lnTo>
                    <a:pt x="1" y="791"/>
                  </a:lnTo>
                  <a:lnTo>
                    <a:pt x="402" y="559"/>
                  </a:lnTo>
                  <a:lnTo>
                    <a:pt x="3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40"/>
            <p:cNvSpPr/>
            <p:nvPr/>
          </p:nvSpPr>
          <p:spPr>
            <a:xfrm>
              <a:off x="475318" y="2856124"/>
              <a:ext cx="46457" cy="94118"/>
            </a:xfrm>
            <a:custGeom>
              <a:avLst/>
              <a:gdLst/>
              <a:ahLst/>
              <a:cxnLst/>
              <a:rect l="l" t="t" r="r" b="b"/>
              <a:pathLst>
                <a:path w="1350" h="2735" extrusionOk="0">
                  <a:moveTo>
                    <a:pt x="1349" y="0"/>
                  </a:moveTo>
                  <a:cubicBezTo>
                    <a:pt x="1305" y="22"/>
                    <a:pt x="1263" y="35"/>
                    <a:pt x="1225" y="38"/>
                  </a:cubicBezTo>
                  <a:lnTo>
                    <a:pt x="0" y="2735"/>
                  </a:lnTo>
                  <a:lnTo>
                    <a:pt x="0" y="2735"/>
                  </a:lnTo>
                  <a:lnTo>
                    <a:pt x="237" y="2597"/>
                  </a:lnTo>
                  <a:lnTo>
                    <a:pt x="1349" y="88"/>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40"/>
            <p:cNvSpPr/>
            <p:nvPr/>
          </p:nvSpPr>
          <p:spPr>
            <a:xfrm>
              <a:off x="457596" y="2856158"/>
              <a:ext cx="55370" cy="104201"/>
            </a:xfrm>
            <a:custGeom>
              <a:avLst/>
              <a:gdLst/>
              <a:ahLst/>
              <a:cxnLst/>
              <a:rect l="l" t="t" r="r" b="b"/>
              <a:pathLst>
                <a:path w="1609" h="3028" extrusionOk="0">
                  <a:moveTo>
                    <a:pt x="1608" y="1"/>
                  </a:moveTo>
                  <a:lnTo>
                    <a:pt x="1431" y="106"/>
                  </a:lnTo>
                  <a:cubicBezTo>
                    <a:pt x="1364" y="235"/>
                    <a:pt x="1263" y="349"/>
                    <a:pt x="1153" y="413"/>
                  </a:cubicBezTo>
                  <a:cubicBezTo>
                    <a:pt x="1094" y="446"/>
                    <a:pt x="1039" y="462"/>
                    <a:pt x="989" y="462"/>
                  </a:cubicBezTo>
                  <a:cubicBezTo>
                    <a:pt x="946" y="462"/>
                    <a:pt x="907" y="449"/>
                    <a:pt x="875" y="425"/>
                  </a:cubicBezTo>
                  <a:lnTo>
                    <a:pt x="776" y="482"/>
                  </a:lnTo>
                  <a:lnTo>
                    <a:pt x="0" y="2033"/>
                  </a:lnTo>
                  <a:lnTo>
                    <a:pt x="5" y="3028"/>
                  </a:lnTo>
                  <a:lnTo>
                    <a:pt x="322" y="2843"/>
                  </a:lnTo>
                  <a:lnTo>
                    <a:pt x="16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40"/>
            <p:cNvSpPr/>
            <p:nvPr/>
          </p:nvSpPr>
          <p:spPr>
            <a:xfrm>
              <a:off x="481513" y="2863075"/>
              <a:ext cx="6229" cy="11253"/>
            </a:xfrm>
            <a:custGeom>
              <a:avLst/>
              <a:gdLst/>
              <a:ahLst/>
              <a:cxnLst/>
              <a:rect l="l" t="t" r="r" b="b"/>
              <a:pathLst>
                <a:path w="181" h="327" extrusionOk="0">
                  <a:moveTo>
                    <a:pt x="88" y="0"/>
                  </a:moveTo>
                  <a:cubicBezTo>
                    <a:pt x="88" y="105"/>
                    <a:pt x="56" y="221"/>
                    <a:pt x="0" y="326"/>
                  </a:cubicBezTo>
                  <a:lnTo>
                    <a:pt x="79" y="281"/>
                  </a:lnTo>
                  <a:lnTo>
                    <a:pt x="180" y="224"/>
                  </a:lnTo>
                  <a:cubicBezTo>
                    <a:pt x="125" y="180"/>
                    <a:pt x="91" y="105"/>
                    <a:pt x="88" y="0"/>
                  </a:cubicBezTo>
                  <a:close/>
                </a:path>
              </a:pathLst>
            </a:custGeom>
            <a:solidFill>
              <a:srgbClr val="C655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40"/>
            <p:cNvSpPr/>
            <p:nvPr/>
          </p:nvSpPr>
          <p:spPr>
            <a:xfrm>
              <a:off x="624944" y="2753058"/>
              <a:ext cx="56677" cy="49210"/>
            </a:xfrm>
            <a:custGeom>
              <a:avLst/>
              <a:gdLst/>
              <a:ahLst/>
              <a:cxnLst/>
              <a:rect l="l" t="t" r="r" b="b"/>
              <a:pathLst>
                <a:path w="1647" h="1430" extrusionOk="0">
                  <a:moveTo>
                    <a:pt x="635" y="0"/>
                  </a:moveTo>
                  <a:lnTo>
                    <a:pt x="0" y="369"/>
                  </a:lnTo>
                  <a:lnTo>
                    <a:pt x="1011" y="1430"/>
                  </a:lnTo>
                  <a:lnTo>
                    <a:pt x="1646" y="1063"/>
                  </a:lnTo>
                  <a:lnTo>
                    <a:pt x="6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40"/>
            <p:cNvSpPr/>
            <p:nvPr/>
          </p:nvSpPr>
          <p:spPr>
            <a:xfrm>
              <a:off x="659666" y="2789604"/>
              <a:ext cx="21955" cy="20441"/>
            </a:xfrm>
            <a:custGeom>
              <a:avLst/>
              <a:gdLst/>
              <a:ahLst/>
              <a:cxnLst/>
              <a:rect l="l" t="t" r="r" b="b"/>
              <a:pathLst>
                <a:path w="638" h="594" extrusionOk="0">
                  <a:moveTo>
                    <a:pt x="637" y="1"/>
                  </a:moveTo>
                  <a:lnTo>
                    <a:pt x="1" y="368"/>
                  </a:lnTo>
                  <a:cubicBezTo>
                    <a:pt x="1" y="511"/>
                    <a:pt x="73" y="593"/>
                    <a:pt x="177" y="593"/>
                  </a:cubicBezTo>
                  <a:cubicBezTo>
                    <a:pt x="221" y="593"/>
                    <a:pt x="270" y="579"/>
                    <a:pt x="321" y="549"/>
                  </a:cubicBezTo>
                  <a:cubicBezTo>
                    <a:pt x="497" y="448"/>
                    <a:pt x="637" y="204"/>
                    <a:pt x="6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40"/>
            <p:cNvSpPr/>
            <p:nvPr/>
          </p:nvSpPr>
          <p:spPr>
            <a:xfrm>
              <a:off x="603023" y="2765756"/>
              <a:ext cx="56746" cy="49141"/>
            </a:xfrm>
            <a:custGeom>
              <a:avLst/>
              <a:gdLst/>
              <a:ahLst/>
              <a:cxnLst/>
              <a:rect l="l" t="t" r="r" b="b"/>
              <a:pathLst>
                <a:path w="1649" h="1428" extrusionOk="0">
                  <a:moveTo>
                    <a:pt x="637" y="0"/>
                  </a:moveTo>
                  <a:lnTo>
                    <a:pt x="1" y="366"/>
                  </a:lnTo>
                  <a:lnTo>
                    <a:pt x="1012" y="1428"/>
                  </a:lnTo>
                  <a:lnTo>
                    <a:pt x="1648" y="1061"/>
                  </a:lnTo>
                  <a:lnTo>
                    <a:pt x="6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40"/>
            <p:cNvSpPr/>
            <p:nvPr/>
          </p:nvSpPr>
          <p:spPr>
            <a:xfrm>
              <a:off x="637814" y="2802234"/>
              <a:ext cx="21955" cy="20475"/>
            </a:xfrm>
            <a:custGeom>
              <a:avLst/>
              <a:gdLst/>
              <a:ahLst/>
              <a:cxnLst/>
              <a:rect l="l" t="t" r="r" b="b"/>
              <a:pathLst>
                <a:path w="638" h="595" extrusionOk="0">
                  <a:moveTo>
                    <a:pt x="637" y="1"/>
                  </a:moveTo>
                  <a:lnTo>
                    <a:pt x="1" y="368"/>
                  </a:lnTo>
                  <a:cubicBezTo>
                    <a:pt x="1" y="512"/>
                    <a:pt x="73" y="594"/>
                    <a:pt x="177" y="594"/>
                  </a:cubicBezTo>
                  <a:cubicBezTo>
                    <a:pt x="220" y="594"/>
                    <a:pt x="269" y="580"/>
                    <a:pt x="320" y="551"/>
                  </a:cubicBezTo>
                  <a:cubicBezTo>
                    <a:pt x="495" y="448"/>
                    <a:pt x="637" y="204"/>
                    <a:pt x="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40"/>
            <p:cNvSpPr/>
            <p:nvPr/>
          </p:nvSpPr>
          <p:spPr>
            <a:xfrm>
              <a:off x="559044" y="2790981"/>
              <a:ext cx="56918" cy="49313"/>
            </a:xfrm>
            <a:custGeom>
              <a:avLst/>
              <a:gdLst/>
              <a:ahLst/>
              <a:cxnLst/>
              <a:rect l="l" t="t" r="r" b="b"/>
              <a:pathLst>
                <a:path w="1654" h="1433" extrusionOk="0">
                  <a:moveTo>
                    <a:pt x="643" y="0"/>
                  </a:moveTo>
                  <a:lnTo>
                    <a:pt x="0" y="372"/>
                  </a:lnTo>
                  <a:lnTo>
                    <a:pt x="1013" y="1432"/>
                  </a:lnTo>
                  <a:lnTo>
                    <a:pt x="1654" y="1064"/>
                  </a:lnTo>
                  <a:lnTo>
                    <a:pt x="6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40"/>
            <p:cNvSpPr/>
            <p:nvPr/>
          </p:nvSpPr>
          <p:spPr>
            <a:xfrm>
              <a:off x="581137" y="2778317"/>
              <a:ext cx="56712" cy="49279"/>
            </a:xfrm>
            <a:custGeom>
              <a:avLst/>
              <a:gdLst/>
              <a:ahLst/>
              <a:cxnLst/>
              <a:rect l="l" t="t" r="r" b="b"/>
              <a:pathLst>
                <a:path w="1648" h="1432" extrusionOk="0">
                  <a:moveTo>
                    <a:pt x="637" y="1"/>
                  </a:moveTo>
                  <a:lnTo>
                    <a:pt x="1" y="368"/>
                  </a:lnTo>
                  <a:lnTo>
                    <a:pt x="1012" y="1432"/>
                  </a:lnTo>
                  <a:lnTo>
                    <a:pt x="1648" y="1063"/>
                  </a:lnTo>
                  <a:lnTo>
                    <a:pt x="63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40"/>
            <p:cNvSpPr/>
            <p:nvPr/>
          </p:nvSpPr>
          <p:spPr>
            <a:xfrm>
              <a:off x="615928" y="2814897"/>
              <a:ext cx="21921" cy="20475"/>
            </a:xfrm>
            <a:custGeom>
              <a:avLst/>
              <a:gdLst/>
              <a:ahLst/>
              <a:cxnLst/>
              <a:rect l="l" t="t" r="r" b="b"/>
              <a:pathLst>
                <a:path w="637" h="595" extrusionOk="0">
                  <a:moveTo>
                    <a:pt x="637" y="0"/>
                  </a:moveTo>
                  <a:lnTo>
                    <a:pt x="1" y="369"/>
                  </a:lnTo>
                  <a:cubicBezTo>
                    <a:pt x="1" y="512"/>
                    <a:pt x="74" y="594"/>
                    <a:pt x="179" y="594"/>
                  </a:cubicBezTo>
                  <a:cubicBezTo>
                    <a:pt x="222" y="594"/>
                    <a:pt x="270" y="580"/>
                    <a:pt x="321" y="552"/>
                  </a:cubicBezTo>
                  <a:cubicBezTo>
                    <a:pt x="497" y="449"/>
                    <a:pt x="637" y="203"/>
                    <a:pt x="6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40"/>
            <p:cNvSpPr/>
            <p:nvPr/>
          </p:nvSpPr>
          <p:spPr>
            <a:xfrm>
              <a:off x="593869" y="2827561"/>
              <a:ext cx="22093" cy="20475"/>
            </a:xfrm>
            <a:custGeom>
              <a:avLst/>
              <a:gdLst/>
              <a:ahLst/>
              <a:cxnLst/>
              <a:rect l="l" t="t" r="r" b="b"/>
              <a:pathLst>
                <a:path w="642" h="595" extrusionOk="0">
                  <a:moveTo>
                    <a:pt x="642" y="1"/>
                  </a:moveTo>
                  <a:lnTo>
                    <a:pt x="1" y="371"/>
                  </a:lnTo>
                  <a:cubicBezTo>
                    <a:pt x="1" y="514"/>
                    <a:pt x="75" y="595"/>
                    <a:pt x="180" y="595"/>
                  </a:cubicBezTo>
                  <a:cubicBezTo>
                    <a:pt x="224" y="595"/>
                    <a:pt x="274" y="581"/>
                    <a:pt x="326" y="551"/>
                  </a:cubicBezTo>
                  <a:cubicBezTo>
                    <a:pt x="500" y="448"/>
                    <a:pt x="642" y="203"/>
                    <a:pt x="6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40"/>
            <p:cNvSpPr/>
            <p:nvPr/>
          </p:nvSpPr>
          <p:spPr>
            <a:xfrm>
              <a:off x="536882" y="2803748"/>
              <a:ext cx="57022" cy="49313"/>
            </a:xfrm>
            <a:custGeom>
              <a:avLst/>
              <a:gdLst/>
              <a:ahLst/>
              <a:cxnLst/>
              <a:rect l="l" t="t" r="r" b="b"/>
              <a:pathLst>
                <a:path w="1657" h="1433" extrusionOk="0">
                  <a:moveTo>
                    <a:pt x="644" y="1"/>
                  </a:moveTo>
                  <a:lnTo>
                    <a:pt x="1" y="372"/>
                  </a:lnTo>
                  <a:lnTo>
                    <a:pt x="1013" y="1433"/>
                  </a:lnTo>
                  <a:lnTo>
                    <a:pt x="1657" y="1061"/>
                  </a:lnTo>
                  <a:lnTo>
                    <a:pt x="64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40"/>
            <p:cNvSpPr/>
            <p:nvPr/>
          </p:nvSpPr>
          <p:spPr>
            <a:xfrm>
              <a:off x="571708" y="2840259"/>
              <a:ext cx="22196" cy="20613"/>
            </a:xfrm>
            <a:custGeom>
              <a:avLst/>
              <a:gdLst/>
              <a:ahLst/>
              <a:cxnLst/>
              <a:rect l="l" t="t" r="r" b="b"/>
              <a:pathLst>
                <a:path w="645" h="599" extrusionOk="0">
                  <a:moveTo>
                    <a:pt x="645" y="0"/>
                  </a:moveTo>
                  <a:lnTo>
                    <a:pt x="1" y="372"/>
                  </a:lnTo>
                  <a:cubicBezTo>
                    <a:pt x="2" y="516"/>
                    <a:pt x="73" y="598"/>
                    <a:pt x="177" y="598"/>
                  </a:cubicBezTo>
                  <a:cubicBezTo>
                    <a:pt x="220" y="598"/>
                    <a:pt x="269" y="584"/>
                    <a:pt x="320" y="555"/>
                  </a:cubicBezTo>
                  <a:cubicBezTo>
                    <a:pt x="495" y="452"/>
                    <a:pt x="645" y="204"/>
                    <a:pt x="64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40"/>
            <p:cNvSpPr/>
            <p:nvPr/>
          </p:nvSpPr>
          <p:spPr>
            <a:xfrm>
              <a:off x="493178" y="2829144"/>
              <a:ext cx="56677" cy="49210"/>
            </a:xfrm>
            <a:custGeom>
              <a:avLst/>
              <a:gdLst/>
              <a:ahLst/>
              <a:cxnLst/>
              <a:rect l="l" t="t" r="r" b="b"/>
              <a:pathLst>
                <a:path w="1647" h="1430" extrusionOk="0">
                  <a:moveTo>
                    <a:pt x="637" y="0"/>
                  </a:moveTo>
                  <a:lnTo>
                    <a:pt x="1" y="367"/>
                  </a:lnTo>
                  <a:lnTo>
                    <a:pt x="1010" y="1429"/>
                  </a:lnTo>
                  <a:lnTo>
                    <a:pt x="1647" y="1062"/>
                  </a:lnTo>
                  <a:lnTo>
                    <a:pt x="63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40"/>
            <p:cNvSpPr/>
            <p:nvPr/>
          </p:nvSpPr>
          <p:spPr>
            <a:xfrm>
              <a:off x="549890" y="2853026"/>
              <a:ext cx="21921" cy="20475"/>
            </a:xfrm>
            <a:custGeom>
              <a:avLst/>
              <a:gdLst/>
              <a:ahLst/>
              <a:cxnLst/>
              <a:rect l="l" t="t" r="r" b="b"/>
              <a:pathLst>
                <a:path w="637" h="595" extrusionOk="0">
                  <a:moveTo>
                    <a:pt x="635" y="1"/>
                  </a:moveTo>
                  <a:lnTo>
                    <a:pt x="0" y="368"/>
                  </a:lnTo>
                  <a:cubicBezTo>
                    <a:pt x="0" y="512"/>
                    <a:pt x="71" y="595"/>
                    <a:pt x="175" y="595"/>
                  </a:cubicBezTo>
                  <a:cubicBezTo>
                    <a:pt x="218" y="595"/>
                    <a:pt x="266" y="581"/>
                    <a:pt x="317" y="551"/>
                  </a:cubicBezTo>
                  <a:cubicBezTo>
                    <a:pt x="493" y="449"/>
                    <a:pt x="636" y="204"/>
                    <a:pt x="6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40"/>
            <p:cNvSpPr/>
            <p:nvPr/>
          </p:nvSpPr>
          <p:spPr>
            <a:xfrm>
              <a:off x="515099" y="2816549"/>
              <a:ext cx="56643" cy="49175"/>
            </a:xfrm>
            <a:custGeom>
              <a:avLst/>
              <a:gdLst/>
              <a:ahLst/>
              <a:cxnLst/>
              <a:rect l="l" t="t" r="r" b="b"/>
              <a:pathLst>
                <a:path w="1646" h="1429" extrusionOk="0">
                  <a:moveTo>
                    <a:pt x="634" y="0"/>
                  </a:moveTo>
                  <a:lnTo>
                    <a:pt x="0" y="366"/>
                  </a:lnTo>
                  <a:lnTo>
                    <a:pt x="1010" y="1428"/>
                  </a:lnTo>
                  <a:lnTo>
                    <a:pt x="1646" y="1061"/>
                  </a:lnTo>
                  <a:lnTo>
                    <a:pt x="6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40"/>
            <p:cNvSpPr/>
            <p:nvPr/>
          </p:nvSpPr>
          <p:spPr>
            <a:xfrm>
              <a:off x="527935" y="2865690"/>
              <a:ext cx="21921" cy="20441"/>
            </a:xfrm>
            <a:custGeom>
              <a:avLst/>
              <a:gdLst/>
              <a:ahLst/>
              <a:cxnLst/>
              <a:rect l="l" t="t" r="r" b="b"/>
              <a:pathLst>
                <a:path w="637" h="594" extrusionOk="0">
                  <a:moveTo>
                    <a:pt x="637" y="0"/>
                  </a:moveTo>
                  <a:lnTo>
                    <a:pt x="0" y="367"/>
                  </a:lnTo>
                  <a:cubicBezTo>
                    <a:pt x="0" y="511"/>
                    <a:pt x="72" y="594"/>
                    <a:pt x="176" y="594"/>
                  </a:cubicBezTo>
                  <a:cubicBezTo>
                    <a:pt x="219" y="594"/>
                    <a:pt x="267" y="580"/>
                    <a:pt x="318" y="550"/>
                  </a:cubicBezTo>
                  <a:cubicBezTo>
                    <a:pt x="495" y="448"/>
                    <a:pt x="637" y="204"/>
                    <a:pt x="6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40"/>
            <p:cNvSpPr/>
            <p:nvPr/>
          </p:nvSpPr>
          <p:spPr>
            <a:xfrm>
              <a:off x="471292" y="2841774"/>
              <a:ext cx="56677" cy="49279"/>
            </a:xfrm>
            <a:custGeom>
              <a:avLst/>
              <a:gdLst/>
              <a:ahLst/>
              <a:cxnLst/>
              <a:rect l="l" t="t" r="r" b="b"/>
              <a:pathLst>
                <a:path w="1647" h="1432" extrusionOk="0">
                  <a:moveTo>
                    <a:pt x="637" y="0"/>
                  </a:moveTo>
                  <a:lnTo>
                    <a:pt x="0" y="367"/>
                  </a:lnTo>
                  <a:lnTo>
                    <a:pt x="1011" y="1431"/>
                  </a:lnTo>
                  <a:lnTo>
                    <a:pt x="1646" y="1062"/>
                  </a:lnTo>
                  <a:lnTo>
                    <a:pt x="6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40"/>
            <p:cNvSpPr/>
            <p:nvPr/>
          </p:nvSpPr>
          <p:spPr>
            <a:xfrm>
              <a:off x="506083" y="2878320"/>
              <a:ext cx="21886" cy="20441"/>
            </a:xfrm>
            <a:custGeom>
              <a:avLst/>
              <a:gdLst/>
              <a:ahLst/>
              <a:cxnLst/>
              <a:rect l="l" t="t" r="r" b="b"/>
              <a:pathLst>
                <a:path w="636" h="594" extrusionOk="0">
                  <a:moveTo>
                    <a:pt x="635" y="0"/>
                  </a:moveTo>
                  <a:lnTo>
                    <a:pt x="0" y="366"/>
                  </a:lnTo>
                  <a:cubicBezTo>
                    <a:pt x="0" y="510"/>
                    <a:pt x="71" y="593"/>
                    <a:pt x="175" y="593"/>
                  </a:cubicBezTo>
                  <a:cubicBezTo>
                    <a:pt x="218" y="593"/>
                    <a:pt x="266" y="579"/>
                    <a:pt x="318" y="549"/>
                  </a:cubicBezTo>
                  <a:cubicBezTo>
                    <a:pt x="493" y="450"/>
                    <a:pt x="635" y="204"/>
                    <a:pt x="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40"/>
            <p:cNvSpPr/>
            <p:nvPr/>
          </p:nvSpPr>
          <p:spPr>
            <a:xfrm>
              <a:off x="449268" y="2854403"/>
              <a:ext cx="56849" cy="49279"/>
            </a:xfrm>
            <a:custGeom>
              <a:avLst/>
              <a:gdLst/>
              <a:ahLst/>
              <a:cxnLst/>
              <a:rect l="l" t="t" r="r" b="b"/>
              <a:pathLst>
                <a:path w="1652" h="1432" extrusionOk="0">
                  <a:moveTo>
                    <a:pt x="640" y="0"/>
                  </a:moveTo>
                  <a:lnTo>
                    <a:pt x="1" y="366"/>
                  </a:lnTo>
                  <a:lnTo>
                    <a:pt x="1015" y="1431"/>
                  </a:lnTo>
                  <a:lnTo>
                    <a:pt x="1651" y="1064"/>
                  </a:lnTo>
                  <a:lnTo>
                    <a:pt x="64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40"/>
            <p:cNvSpPr/>
            <p:nvPr/>
          </p:nvSpPr>
          <p:spPr>
            <a:xfrm>
              <a:off x="484231" y="2891018"/>
              <a:ext cx="21886" cy="20441"/>
            </a:xfrm>
            <a:custGeom>
              <a:avLst/>
              <a:gdLst/>
              <a:ahLst/>
              <a:cxnLst/>
              <a:rect l="l" t="t" r="r" b="b"/>
              <a:pathLst>
                <a:path w="636" h="594" extrusionOk="0">
                  <a:moveTo>
                    <a:pt x="635" y="0"/>
                  </a:moveTo>
                  <a:lnTo>
                    <a:pt x="0" y="367"/>
                  </a:lnTo>
                  <a:cubicBezTo>
                    <a:pt x="0" y="511"/>
                    <a:pt x="72" y="593"/>
                    <a:pt x="177" y="593"/>
                  </a:cubicBezTo>
                  <a:cubicBezTo>
                    <a:pt x="220" y="593"/>
                    <a:pt x="268" y="580"/>
                    <a:pt x="319" y="550"/>
                  </a:cubicBezTo>
                  <a:cubicBezTo>
                    <a:pt x="495" y="449"/>
                    <a:pt x="635" y="202"/>
                    <a:pt x="6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40"/>
            <p:cNvSpPr/>
            <p:nvPr/>
          </p:nvSpPr>
          <p:spPr>
            <a:xfrm>
              <a:off x="621571" y="2864383"/>
              <a:ext cx="13386" cy="14384"/>
            </a:xfrm>
            <a:custGeom>
              <a:avLst/>
              <a:gdLst/>
              <a:ahLst/>
              <a:cxnLst/>
              <a:rect l="l" t="t" r="r" b="b"/>
              <a:pathLst>
                <a:path w="389" h="418" extrusionOk="0">
                  <a:moveTo>
                    <a:pt x="388" y="0"/>
                  </a:moveTo>
                  <a:lnTo>
                    <a:pt x="0" y="221"/>
                  </a:lnTo>
                  <a:lnTo>
                    <a:pt x="0" y="417"/>
                  </a:lnTo>
                  <a:lnTo>
                    <a:pt x="385" y="196"/>
                  </a:lnTo>
                  <a:lnTo>
                    <a:pt x="3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40"/>
            <p:cNvSpPr/>
            <p:nvPr/>
          </p:nvSpPr>
          <p:spPr>
            <a:xfrm>
              <a:off x="621571" y="2880316"/>
              <a:ext cx="13386" cy="14384"/>
            </a:xfrm>
            <a:custGeom>
              <a:avLst/>
              <a:gdLst/>
              <a:ahLst/>
              <a:cxnLst/>
              <a:rect l="l" t="t" r="r" b="b"/>
              <a:pathLst>
                <a:path w="389" h="418" extrusionOk="0">
                  <a:moveTo>
                    <a:pt x="388" y="1"/>
                  </a:moveTo>
                  <a:lnTo>
                    <a:pt x="0" y="223"/>
                  </a:lnTo>
                  <a:lnTo>
                    <a:pt x="0" y="418"/>
                  </a:lnTo>
                  <a:lnTo>
                    <a:pt x="385" y="197"/>
                  </a:lnTo>
                  <a:lnTo>
                    <a:pt x="3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40"/>
            <p:cNvSpPr/>
            <p:nvPr/>
          </p:nvSpPr>
          <p:spPr>
            <a:xfrm>
              <a:off x="629521" y="2867858"/>
              <a:ext cx="13318" cy="14384"/>
            </a:xfrm>
            <a:custGeom>
              <a:avLst/>
              <a:gdLst/>
              <a:ahLst/>
              <a:cxnLst/>
              <a:rect l="l" t="t" r="r" b="b"/>
              <a:pathLst>
                <a:path w="387" h="418" extrusionOk="0">
                  <a:moveTo>
                    <a:pt x="387" y="0"/>
                  </a:moveTo>
                  <a:lnTo>
                    <a:pt x="1" y="221"/>
                  </a:lnTo>
                  <a:lnTo>
                    <a:pt x="1" y="417"/>
                  </a:lnTo>
                  <a:lnTo>
                    <a:pt x="387" y="195"/>
                  </a:lnTo>
                  <a:lnTo>
                    <a:pt x="38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40"/>
            <p:cNvSpPr/>
            <p:nvPr/>
          </p:nvSpPr>
          <p:spPr>
            <a:xfrm>
              <a:off x="460246" y="2972231"/>
              <a:ext cx="13386" cy="14350"/>
            </a:xfrm>
            <a:custGeom>
              <a:avLst/>
              <a:gdLst/>
              <a:ahLst/>
              <a:cxnLst/>
              <a:rect l="l" t="t" r="r" b="b"/>
              <a:pathLst>
                <a:path w="389" h="417" extrusionOk="0">
                  <a:moveTo>
                    <a:pt x="388" y="0"/>
                  </a:moveTo>
                  <a:lnTo>
                    <a:pt x="2" y="222"/>
                  </a:lnTo>
                  <a:lnTo>
                    <a:pt x="1" y="417"/>
                  </a:lnTo>
                  <a:lnTo>
                    <a:pt x="1" y="417"/>
                  </a:lnTo>
                  <a:lnTo>
                    <a:pt x="388" y="195"/>
                  </a:lnTo>
                  <a:lnTo>
                    <a:pt x="3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40"/>
            <p:cNvSpPr/>
            <p:nvPr/>
          </p:nvSpPr>
          <p:spPr>
            <a:xfrm>
              <a:off x="506290" y="2936924"/>
              <a:ext cx="13249" cy="14384"/>
            </a:xfrm>
            <a:custGeom>
              <a:avLst/>
              <a:gdLst/>
              <a:ahLst/>
              <a:cxnLst/>
              <a:rect l="l" t="t" r="r" b="b"/>
              <a:pathLst>
                <a:path w="385" h="418" extrusionOk="0">
                  <a:moveTo>
                    <a:pt x="385" y="0"/>
                  </a:moveTo>
                  <a:lnTo>
                    <a:pt x="0" y="221"/>
                  </a:lnTo>
                  <a:lnTo>
                    <a:pt x="0" y="417"/>
                  </a:lnTo>
                  <a:lnTo>
                    <a:pt x="385" y="196"/>
                  </a:lnTo>
                  <a:lnTo>
                    <a:pt x="3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40"/>
            <p:cNvSpPr/>
            <p:nvPr/>
          </p:nvSpPr>
          <p:spPr>
            <a:xfrm>
              <a:off x="486502" y="2938886"/>
              <a:ext cx="13352" cy="14384"/>
            </a:xfrm>
            <a:custGeom>
              <a:avLst/>
              <a:gdLst/>
              <a:ahLst/>
              <a:cxnLst/>
              <a:rect l="l" t="t" r="r" b="b"/>
              <a:pathLst>
                <a:path w="388" h="418" extrusionOk="0">
                  <a:moveTo>
                    <a:pt x="388" y="0"/>
                  </a:moveTo>
                  <a:lnTo>
                    <a:pt x="0" y="221"/>
                  </a:lnTo>
                  <a:lnTo>
                    <a:pt x="0" y="417"/>
                  </a:lnTo>
                  <a:lnTo>
                    <a:pt x="386" y="197"/>
                  </a:lnTo>
                  <a:lnTo>
                    <a:pt x="3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40"/>
            <p:cNvSpPr/>
            <p:nvPr/>
          </p:nvSpPr>
          <p:spPr>
            <a:xfrm>
              <a:off x="453570" y="2968274"/>
              <a:ext cx="13352" cy="14384"/>
            </a:xfrm>
            <a:custGeom>
              <a:avLst/>
              <a:gdLst/>
              <a:ahLst/>
              <a:cxnLst/>
              <a:rect l="l" t="t" r="r" b="b"/>
              <a:pathLst>
                <a:path w="388" h="418" extrusionOk="0">
                  <a:moveTo>
                    <a:pt x="388" y="1"/>
                  </a:moveTo>
                  <a:lnTo>
                    <a:pt x="3" y="222"/>
                  </a:lnTo>
                  <a:lnTo>
                    <a:pt x="0" y="418"/>
                  </a:lnTo>
                  <a:lnTo>
                    <a:pt x="386" y="195"/>
                  </a:lnTo>
                  <a:lnTo>
                    <a:pt x="3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40"/>
            <p:cNvSpPr/>
            <p:nvPr/>
          </p:nvSpPr>
          <p:spPr>
            <a:xfrm>
              <a:off x="468264" y="2959740"/>
              <a:ext cx="13386" cy="14384"/>
            </a:xfrm>
            <a:custGeom>
              <a:avLst/>
              <a:gdLst/>
              <a:ahLst/>
              <a:cxnLst/>
              <a:rect l="l" t="t" r="r" b="b"/>
              <a:pathLst>
                <a:path w="389" h="418" extrusionOk="0">
                  <a:moveTo>
                    <a:pt x="388" y="0"/>
                  </a:moveTo>
                  <a:lnTo>
                    <a:pt x="0" y="221"/>
                  </a:lnTo>
                  <a:lnTo>
                    <a:pt x="0" y="417"/>
                  </a:lnTo>
                  <a:lnTo>
                    <a:pt x="385" y="195"/>
                  </a:lnTo>
                  <a:lnTo>
                    <a:pt x="3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40"/>
            <p:cNvSpPr/>
            <p:nvPr/>
          </p:nvSpPr>
          <p:spPr>
            <a:xfrm>
              <a:off x="556256" y="2678176"/>
              <a:ext cx="51997" cy="18480"/>
            </a:xfrm>
            <a:custGeom>
              <a:avLst/>
              <a:gdLst/>
              <a:ahLst/>
              <a:cxnLst/>
              <a:rect l="l" t="t" r="r" b="b"/>
              <a:pathLst>
                <a:path w="1511" h="537" extrusionOk="0">
                  <a:moveTo>
                    <a:pt x="6" y="448"/>
                  </a:moveTo>
                  <a:cubicBezTo>
                    <a:pt x="4" y="449"/>
                    <a:pt x="3" y="450"/>
                    <a:pt x="1" y="451"/>
                  </a:cubicBezTo>
                  <a:lnTo>
                    <a:pt x="6" y="448"/>
                  </a:lnTo>
                  <a:close/>
                  <a:moveTo>
                    <a:pt x="957" y="1"/>
                  </a:moveTo>
                  <a:cubicBezTo>
                    <a:pt x="836" y="1"/>
                    <a:pt x="727" y="29"/>
                    <a:pt x="633" y="84"/>
                  </a:cubicBezTo>
                  <a:lnTo>
                    <a:pt x="6" y="448"/>
                  </a:lnTo>
                  <a:lnTo>
                    <a:pt x="6" y="448"/>
                  </a:lnTo>
                  <a:cubicBezTo>
                    <a:pt x="99" y="395"/>
                    <a:pt x="207" y="367"/>
                    <a:pt x="326" y="367"/>
                  </a:cubicBezTo>
                  <a:cubicBezTo>
                    <a:pt x="492" y="367"/>
                    <a:pt x="680" y="421"/>
                    <a:pt x="879" y="536"/>
                  </a:cubicBezTo>
                  <a:lnTo>
                    <a:pt x="1511" y="169"/>
                  </a:lnTo>
                  <a:cubicBezTo>
                    <a:pt x="1312" y="55"/>
                    <a:pt x="1124" y="1"/>
                    <a:pt x="9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40"/>
            <p:cNvSpPr/>
            <p:nvPr/>
          </p:nvSpPr>
          <p:spPr>
            <a:xfrm>
              <a:off x="586471" y="2683992"/>
              <a:ext cx="64145" cy="85962"/>
            </a:xfrm>
            <a:custGeom>
              <a:avLst/>
              <a:gdLst/>
              <a:ahLst/>
              <a:cxnLst/>
              <a:rect l="l" t="t" r="r" b="b"/>
              <a:pathLst>
                <a:path w="1864" h="2498" extrusionOk="0">
                  <a:moveTo>
                    <a:pt x="633" y="0"/>
                  </a:moveTo>
                  <a:lnTo>
                    <a:pt x="1" y="369"/>
                  </a:lnTo>
                  <a:cubicBezTo>
                    <a:pt x="681" y="761"/>
                    <a:pt x="1233" y="1715"/>
                    <a:pt x="1230" y="2498"/>
                  </a:cubicBezTo>
                  <a:lnTo>
                    <a:pt x="1862" y="2129"/>
                  </a:lnTo>
                  <a:cubicBezTo>
                    <a:pt x="1863" y="1346"/>
                    <a:pt x="1313" y="394"/>
                    <a:pt x="6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40"/>
            <p:cNvSpPr/>
            <p:nvPr/>
          </p:nvSpPr>
          <p:spPr>
            <a:xfrm>
              <a:off x="543868" y="2690806"/>
              <a:ext cx="85102" cy="79149"/>
            </a:xfrm>
            <a:custGeom>
              <a:avLst/>
              <a:gdLst/>
              <a:ahLst/>
              <a:cxnLst/>
              <a:rect l="l" t="t" r="r" b="b"/>
              <a:pathLst>
                <a:path w="2473" h="2300" extrusionOk="0">
                  <a:moveTo>
                    <a:pt x="684" y="1"/>
                  </a:moveTo>
                  <a:cubicBezTo>
                    <a:pt x="280" y="1"/>
                    <a:pt x="2" y="321"/>
                    <a:pt x="1" y="874"/>
                  </a:cubicBezTo>
                  <a:lnTo>
                    <a:pt x="2468" y="2300"/>
                  </a:lnTo>
                  <a:cubicBezTo>
                    <a:pt x="2472" y="1517"/>
                    <a:pt x="1922" y="563"/>
                    <a:pt x="1239" y="171"/>
                  </a:cubicBezTo>
                  <a:cubicBezTo>
                    <a:pt x="1039" y="55"/>
                    <a:pt x="851" y="1"/>
                    <a:pt x="684" y="1"/>
                  </a:cubicBezTo>
                  <a:close/>
                </a:path>
              </a:pathLst>
            </a:custGeom>
            <a:solidFill>
              <a:srgbClr val="DE3F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40"/>
            <p:cNvSpPr/>
            <p:nvPr/>
          </p:nvSpPr>
          <p:spPr>
            <a:xfrm>
              <a:off x="534508" y="2690771"/>
              <a:ext cx="51963" cy="18480"/>
            </a:xfrm>
            <a:custGeom>
              <a:avLst/>
              <a:gdLst/>
              <a:ahLst/>
              <a:cxnLst/>
              <a:rect l="l" t="t" r="r" b="b"/>
              <a:pathLst>
                <a:path w="1510" h="537" extrusionOk="0">
                  <a:moveTo>
                    <a:pt x="3" y="450"/>
                  </a:moveTo>
                  <a:cubicBezTo>
                    <a:pt x="2" y="450"/>
                    <a:pt x="2" y="451"/>
                    <a:pt x="1" y="451"/>
                  </a:cubicBezTo>
                  <a:lnTo>
                    <a:pt x="3" y="450"/>
                  </a:lnTo>
                  <a:close/>
                  <a:moveTo>
                    <a:pt x="957" y="1"/>
                  </a:moveTo>
                  <a:cubicBezTo>
                    <a:pt x="836" y="1"/>
                    <a:pt x="726" y="29"/>
                    <a:pt x="631" y="84"/>
                  </a:cubicBezTo>
                  <a:lnTo>
                    <a:pt x="3" y="450"/>
                  </a:lnTo>
                  <a:lnTo>
                    <a:pt x="3" y="450"/>
                  </a:lnTo>
                  <a:cubicBezTo>
                    <a:pt x="96" y="396"/>
                    <a:pt x="204" y="368"/>
                    <a:pt x="324" y="368"/>
                  </a:cubicBezTo>
                  <a:cubicBezTo>
                    <a:pt x="491" y="368"/>
                    <a:pt x="679" y="422"/>
                    <a:pt x="879" y="536"/>
                  </a:cubicBezTo>
                  <a:lnTo>
                    <a:pt x="1509" y="169"/>
                  </a:lnTo>
                  <a:cubicBezTo>
                    <a:pt x="1310" y="55"/>
                    <a:pt x="1123" y="1"/>
                    <a:pt x="9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40"/>
            <p:cNvSpPr/>
            <p:nvPr/>
          </p:nvSpPr>
          <p:spPr>
            <a:xfrm>
              <a:off x="564722" y="2696553"/>
              <a:ext cx="64179" cy="86031"/>
            </a:xfrm>
            <a:custGeom>
              <a:avLst/>
              <a:gdLst/>
              <a:ahLst/>
              <a:cxnLst/>
              <a:rect l="l" t="t" r="r" b="b"/>
              <a:pathLst>
                <a:path w="1865" h="2500" extrusionOk="0">
                  <a:moveTo>
                    <a:pt x="631" y="1"/>
                  </a:moveTo>
                  <a:lnTo>
                    <a:pt x="1" y="370"/>
                  </a:lnTo>
                  <a:cubicBezTo>
                    <a:pt x="681" y="762"/>
                    <a:pt x="1231" y="1716"/>
                    <a:pt x="1230" y="2500"/>
                  </a:cubicBezTo>
                  <a:lnTo>
                    <a:pt x="1860" y="2133"/>
                  </a:lnTo>
                  <a:cubicBezTo>
                    <a:pt x="1865" y="1350"/>
                    <a:pt x="1313" y="394"/>
                    <a:pt x="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40"/>
            <p:cNvSpPr/>
            <p:nvPr/>
          </p:nvSpPr>
          <p:spPr>
            <a:xfrm>
              <a:off x="522119" y="2703435"/>
              <a:ext cx="84999" cy="79149"/>
            </a:xfrm>
            <a:custGeom>
              <a:avLst/>
              <a:gdLst/>
              <a:ahLst/>
              <a:cxnLst/>
              <a:rect l="l" t="t" r="r" b="b"/>
              <a:pathLst>
                <a:path w="2470" h="2300" extrusionOk="0">
                  <a:moveTo>
                    <a:pt x="685" y="0"/>
                  </a:moveTo>
                  <a:cubicBezTo>
                    <a:pt x="280" y="0"/>
                    <a:pt x="2" y="320"/>
                    <a:pt x="1" y="875"/>
                  </a:cubicBezTo>
                  <a:lnTo>
                    <a:pt x="2468" y="2300"/>
                  </a:lnTo>
                  <a:cubicBezTo>
                    <a:pt x="2469" y="1517"/>
                    <a:pt x="1920" y="562"/>
                    <a:pt x="1239" y="170"/>
                  </a:cubicBezTo>
                  <a:cubicBezTo>
                    <a:pt x="1040" y="55"/>
                    <a:pt x="851" y="0"/>
                    <a:pt x="6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40"/>
            <p:cNvSpPr/>
            <p:nvPr/>
          </p:nvSpPr>
          <p:spPr>
            <a:xfrm>
              <a:off x="512725" y="2703366"/>
              <a:ext cx="51997" cy="18445"/>
            </a:xfrm>
            <a:custGeom>
              <a:avLst/>
              <a:gdLst/>
              <a:ahLst/>
              <a:cxnLst/>
              <a:rect l="l" t="t" r="r" b="b"/>
              <a:pathLst>
                <a:path w="1511" h="536" extrusionOk="0">
                  <a:moveTo>
                    <a:pt x="957" y="0"/>
                  </a:moveTo>
                  <a:cubicBezTo>
                    <a:pt x="836" y="0"/>
                    <a:pt x="727" y="29"/>
                    <a:pt x="632" y="84"/>
                  </a:cubicBezTo>
                  <a:lnTo>
                    <a:pt x="0" y="451"/>
                  </a:lnTo>
                  <a:cubicBezTo>
                    <a:pt x="95" y="396"/>
                    <a:pt x="205" y="368"/>
                    <a:pt x="326" y="368"/>
                  </a:cubicBezTo>
                  <a:cubicBezTo>
                    <a:pt x="492" y="368"/>
                    <a:pt x="680" y="422"/>
                    <a:pt x="878" y="536"/>
                  </a:cubicBezTo>
                  <a:lnTo>
                    <a:pt x="1510" y="169"/>
                  </a:lnTo>
                  <a:cubicBezTo>
                    <a:pt x="1311" y="54"/>
                    <a:pt x="1123" y="0"/>
                    <a:pt x="9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40"/>
            <p:cNvSpPr/>
            <p:nvPr/>
          </p:nvSpPr>
          <p:spPr>
            <a:xfrm>
              <a:off x="542939" y="2709148"/>
              <a:ext cx="64110" cy="86031"/>
            </a:xfrm>
            <a:custGeom>
              <a:avLst/>
              <a:gdLst/>
              <a:ahLst/>
              <a:cxnLst/>
              <a:rect l="l" t="t" r="r" b="b"/>
              <a:pathLst>
                <a:path w="1863" h="2500" extrusionOk="0">
                  <a:moveTo>
                    <a:pt x="632" y="1"/>
                  </a:moveTo>
                  <a:lnTo>
                    <a:pt x="0" y="369"/>
                  </a:lnTo>
                  <a:cubicBezTo>
                    <a:pt x="683" y="761"/>
                    <a:pt x="1233" y="1717"/>
                    <a:pt x="1229" y="2499"/>
                  </a:cubicBezTo>
                  <a:lnTo>
                    <a:pt x="1861" y="2132"/>
                  </a:lnTo>
                  <a:cubicBezTo>
                    <a:pt x="1863" y="1350"/>
                    <a:pt x="1314" y="394"/>
                    <a:pt x="6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40"/>
            <p:cNvSpPr/>
            <p:nvPr/>
          </p:nvSpPr>
          <p:spPr>
            <a:xfrm>
              <a:off x="500336" y="2715996"/>
              <a:ext cx="84999" cy="79183"/>
            </a:xfrm>
            <a:custGeom>
              <a:avLst/>
              <a:gdLst/>
              <a:ahLst/>
              <a:cxnLst/>
              <a:rect l="l" t="t" r="r" b="b"/>
              <a:pathLst>
                <a:path w="2470" h="2301" extrusionOk="0">
                  <a:moveTo>
                    <a:pt x="685" y="1"/>
                  </a:moveTo>
                  <a:cubicBezTo>
                    <a:pt x="282" y="1"/>
                    <a:pt x="3" y="321"/>
                    <a:pt x="0" y="875"/>
                  </a:cubicBezTo>
                  <a:lnTo>
                    <a:pt x="2467" y="2300"/>
                  </a:lnTo>
                  <a:cubicBezTo>
                    <a:pt x="2470" y="1518"/>
                    <a:pt x="1921" y="562"/>
                    <a:pt x="1238" y="170"/>
                  </a:cubicBezTo>
                  <a:cubicBezTo>
                    <a:pt x="1040" y="55"/>
                    <a:pt x="852" y="1"/>
                    <a:pt x="685" y="1"/>
                  </a:cubicBezTo>
                  <a:close/>
                </a:path>
              </a:pathLst>
            </a:custGeom>
            <a:solidFill>
              <a:srgbClr val="DE3F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40"/>
            <p:cNvSpPr/>
            <p:nvPr/>
          </p:nvSpPr>
          <p:spPr>
            <a:xfrm>
              <a:off x="491010" y="2716030"/>
              <a:ext cx="51963" cy="18480"/>
            </a:xfrm>
            <a:custGeom>
              <a:avLst/>
              <a:gdLst/>
              <a:ahLst/>
              <a:cxnLst/>
              <a:rect l="l" t="t" r="r" b="b"/>
              <a:pathLst>
                <a:path w="1510" h="537" extrusionOk="0">
                  <a:moveTo>
                    <a:pt x="5" y="448"/>
                  </a:moveTo>
                  <a:cubicBezTo>
                    <a:pt x="4" y="448"/>
                    <a:pt x="2" y="449"/>
                    <a:pt x="1" y="450"/>
                  </a:cubicBezTo>
                  <a:lnTo>
                    <a:pt x="5" y="448"/>
                  </a:lnTo>
                  <a:close/>
                  <a:moveTo>
                    <a:pt x="955" y="0"/>
                  </a:moveTo>
                  <a:cubicBezTo>
                    <a:pt x="835" y="0"/>
                    <a:pt x="726" y="28"/>
                    <a:pt x="631" y="83"/>
                  </a:cubicBezTo>
                  <a:lnTo>
                    <a:pt x="5" y="448"/>
                  </a:lnTo>
                  <a:lnTo>
                    <a:pt x="5" y="448"/>
                  </a:lnTo>
                  <a:cubicBezTo>
                    <a:pt x="98" y="394"/>
                    <a:pt x="206" y="366"/>
                    <a:pt x="324" y="366"/>
                  </a:cubicBezTo>
                  <a:cubicBezTo>
                    <a:pt x="491" y="366"/>
                    <a:pt x="679" y="421"/>
                    <a:pt x="879" y="537"/>
                  </a:cubicBezTo>
                  <a:lnTo>
                    <a:pt x="1509" y="169"/>
                  </a:lnTo>
                  <a:cubicBezTo>
                    <a:pt x="1309" y="55"/>
                    <a:pt x="1121" y="0"/>
                    <a:pt x="9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40"/>
            <p:cNvSpPr/>
            <p:nvPr/>
          </p:nvSpPr>
          <p:spPr>
            <a:xfrm>
              <a:off x="521225" y="2721846"/>
              <a:ext cx="64179" cy="86169"/>
            </a:xfrm>
            <a:custGeom>
              <a:avLst/>
              <a:gdLst/>
              <a:ahLst/>
              <a:cxnLst/>
              <a:rect l="l" t="t" r="r" b="b"/>
              <a:pathLst>
                <a:path w="1865" h="2504" extrusionOk="0">
                  <a:moveTo>
                    <a:pt x="631" y="0"/>
                  </a:moveTo>
                  <a:lnTo>
                    <a:pt x="1" y="368"/>
                  </a:lnTo>
                  <a:cubicBezTo>
                    <a:pt x="681" y="761"/>
                    <a:pt x="1221" y="1721"/>
                    <a:pt x="1219" y="2504"/>
                  </a:cubicBezTo>
                  <a:lnTo>
                    <a:pt x="1860" y="2130"/>
                  </a:lnTo>
                  <a:cubicBezTo>
                    <a:pt x="1864" y="1348"/>
                    <a:pt x="1314" y="392"/>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40"/>
            <p:cNvSpPr/>
            <p:nvPr/>
          </p:nvSpPr>
          <p:spPr>
            <a:xfrm>
              <a:off x="478622" y="2728660"/>
              <a:ext cx="84620" cy="79355"/>
            </a:xfrm>
            <a:custGeom>
              <a:avLst/>
              <a:gdLst/>
              <a:ahLst/>
              <a:cxnLst/>
              <a:rect l="l" t="t" r="r" b="b"/>
              <a:pathLst>
                <a:path w="2459" h="2306" extrusionOk="0">
                  <a:moveTo>
                    <a:pt x="684" y="0"/>
                  </a:moveTo>
                  <a:cubicBezTo>
                    <a:pt x="280" y="0"/>
                    <a:pt x="2" y="320"/>
                    <a:pt x="1" y="873"/>
                  </a:cubicBezTo>
                  <a:lnTo>
                    <a:pt x="2457" y="2306"/>
                  </a:lnTo>
                  <a:cubicBezTo>
                    <a:pt x="2459" y="1524"/>
                    <a:pt x="1920" y="563"/>
                    <a:pt x="1239" y="170"/>
                  </a:cubicBezTo>
                  <a:cubicBezTo>
                    <a:pt x="1039" y="55"/>
                    <a:pt x="851" y="0"/>
                    <a:pt x="684" y="0"/>
                  </a:cubicBezTo>
                  <a:close/>
                </a:path>
              </a:pathLst>
            </a:custGeom>
            <a:solidFill>
              <a:srgbClr val="DE3F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40"/>
            <p:cNvSpPr/>
            <p:nvPr/>
          </p:nvSpPr>
          <p:spPr>
            <a:xfrm>
              <a:off x="469330" y="2728591"/>
              <a:ext cx="51928" cy="18514"/>
            </a:xfrm>
            <a:custGeom>
              <a:avLst/>
              <a:gdLst/>
              <a:ahLst/>
              <a:cxnLst/>
              <a:rect l="l" t="t" r="r" b="b"/>
              <a:pathLst>
                <a:path w="1509" h="538" extrusionOk="0">
                  <a:moveTo>
                    <a:pt x="2" y="450"/>
                  </a:moveTo>
                  <a:cubicBezTo>
                    <a:pt x="2" y="450"/>
                    <a:pt x="1" y="451"/>
                    <a:pt x="0" y="451"/>
                  </a:cubicBezTo>
                  <a:lnTo>
                    <a:pt x="2" y="450"/>
                  </a:lnTo>
                  <a:close/>
                  <a:moveTo>
                    <a:pt x="954" y="1"/>
                  </a:moveTo>
                  <a:cubicBezTo>
                    <a:pt x="834" y="1"/>
                    <a:pt x="725" y="29"/>
                    <a:pt x="631" y="84"/>
                  </a:cubicBezTo>
                  <a:lnTo>
                    <a:pt x="2" y="450"/>
                  </a:lnTo>
                  <a:lnTo>
                    <a:pt x="2" y="450"/>
                  </a:lnTo>
                  <a:cubicBezTo>
                    <a:pt x="95" y="396"/>
                    <a:pt x="203" y="368"/>
                    <a:pt x="323" y="368"/>
                  </a:cubicBezTo>
                  <a:cubicBezTo>
                    <a:pt x="489" y="368"/>
                    <a:pt x="678" y="423"/>
                    <a:pt x="878" y="537"/>
                  </a:cubicBezTo>
                  <a:lnTo>
                    <a:pt x="1509" y="170"/>
                  </a:lnTo>
                  <a:cubicBezTo>
                    <a:pt x="1309" y="55"/>
                    <a:pt x="1121" y="1"/>
                    <a:pt x="9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40"/>
            <p:cNvSpPr/>
            <p:nvPr/>
          </p:nvSpPr>
          <p:spPr>
            <a:xfrm>
              <a:off x="499476" y="2734441"/>
              <a:ext cx="63732" cy="86203"/>
            </a:xfrm>
            <a:custGeom>
              <a:avLst/>
              <a:gdLst/>
              <a:ahLst/>
              <a:cxnLst/>
              <a:rect l="l" t="t" r="r" b="b"/>
              <a:pathLst>
                <a:path w="1852" h="2505" extrusionOk="0">
                  <a:moveTo>
                    <a:pt x="631" y="0"/>
                  </a:moveTo>
                  <a:lnTo>
                    <a:pt x="1" y="367"/>
                  </a:lnTo>
                  <a:cubicBezTo>
                    <a:pt x="682" y="762"/>
                    <a:pt x="1222" y="1722"/>
                    <a:pt x="1218" y="2505"/>
                  </a:cubicBezTo>
                  <a:lnTo>
                    <a:pt x="1848" y="2138"/>
                  </a:lnTo>
                  <a:cubicBezTo>
                    <a:pt x="1851" y="1355"/>
                    <a:pt x="1313" y="392"/>
                    <a:pt x="6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40"/>
            <p:cNvSpPr/>
            <p:nvPr/>
          </p:nvSpPr>
          <p:spPr>
            <a:xfrm>
              <a:off x="456839" y="2741220"/>
              <a:ext cx="84620" cy="79390"/>
            </a:xfrm>
            <a:custGeom>
              <a:avLst/>
              <a:gdLst/>
              <a:ahLst/>
              <a:cxnLst/>
              <a:rect l="l" t="t" r="r" b="b"/>
              <a:pathLst>
                <a:path w="2459" h="2307" extrusionOk="0">
                  <a:moveTo>
                    <a:pt x="686" y="1"/>
                  </a:moveTo>
                  <a:cubicBezTo>
                    <a:pt x="282" y="1"/>
                    <a:pt x="3" y="321"/>
                    <a:pt x="0" y="874"/>
                  </a:cubicBezTo>
                  <a:lnTo>
                    <a:pt x="2457" y="2306"/>
                  </a:lnTo>
                  <a:cubicBezTo>
                    <a:pt x="2458" y="1524"/>
                    <a:pt x="1920" y="564"/>
                    <a:pt x="1240" y="170"/>
                  </a:cubicBezTo>
                  <a:cubicBezTo>
                    <a:pt x="1041" y="55"/>
                    <a:pt x="853" y="1"/>
                    <a:pt x="686" y="1"/>
                  </a:cubicBezTo>
                  <a:close/>
                </a:path>
              </a:pathLst>
            </a:custGeom>
            <a:solidFill>
              <a:srgbClr val="DE3F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40"/>
            <p:cNvSpPr/>
            <p:nvPr/>
          </p:nvSpPr>
          <p:spPr>
            <a:xfrm>
              <a:off x="447513" y="2741255"/>
              <a:ext cx="51997" cy="18480"/>
            </a:xfrm>
            <a:custGeom>
              <a:avLst/>
              <a:gdLst/>
              <a:ahLst/>
              <a:cxnLst/>
              <a:rect l="l" t="t" r="r" b="b"/>
              <a:pathLst>
                <a:path w="1511" h="537" extrusionOk="0">
                  <a:moveTo>
                    <a:pt x="956" y="0"/>
                  </a:moveTo>
                  <a:cubicBezTo>
                    <a:pt x="835" y="0"/>
                    <a:pt x="726" y="28"/>
                    <a:pt x="633" y="83"/>
                  </a:cubicBezTo>
                  <a:lnTo>
                    <a:pt x="1" y="450"/>
                  </a:lnTo>
                  <a:cubicBezTo>
                    <a:pt x="95" y="396"/>
                    <a:pt x="205" y="368"/>
                    <a:pt x="326" y="368"/>
                  </a:cubicBezTo>
                  <a:cubicBezTo>
                    <a:pt x="493" y="368"/>
                    <a:pt x="681" y="422"/>
                    <a:pt x="878" y="537"/>
                  </a:cubicBezTo>
                  <a:lnTo>
                    <a:pt x="1511" y="169"/>
                  </a:lnTo>
                  <a:cubicBezTo>
                    <a:pt x="1311" y="55"/>
                    <a:pt x="1122" y="0"/>
                    <a:pt x="9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40"/>
            <p:cNvSpPr/>
            <p:nvPr/>
          </p:nvSpPr>
          <p:spPr>
            <a:xfrm>
              <a:off x="477727" y="2747070"/>
              <a:ext cx="63835" cy="86410"/>
            </a:xfrm>
            <a:custGeom>
              <a:avLst/>
              <a:gdLst/>
              <a:ahLst/>
              <a:cxnLst/>
              <a:rect l="l" t="t" r="r" b="b"/>
              <a:pathLst>
                <a:path w="1855" h="2511" extrusionOk="0">
                  <a:moveTo>
                    <a:pt x="633" y="0"/>
                  </a:moveTo>
                  <a:lnTo>
                    <a:pt x="0" y="368"/>
                  </a:lnTo>
                  <a:cubicBezTo>
                    <a:pt x="684" y="761"/>
                    <a:pt x="1206" y="1730"/>
                    <a:pt x="1205" y="2511"/>
                  </a:cubicBezTo>
                  <a:lnTo>
                    <a:pt x="1850" y="2136"/>
                  </a:lnTo>
                  <a:cubicBezTo>
                    <a:pt x="1854" y="1354"/>
                    <a:pt x="1313" y="394"/>
                    <a:pt x="6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40"/>
            <p:cNvSpPr/>
            <p:nvPr/>
          </p:nvSpPr>
          <p:spPr>
            <a:xfrm>
              <a:off x="435124" y="2753884"/>
              <a:ext cx="84139" cy="79665"/>
            </a:xfrm>
            <a:custGeom>
              <a:avLst/>
              <a:gdLst/>
              <a:ahLst/>
              <a:cxnLst/>
              <a:rect l="l" t="t" r="r" b="b"/>
              <a:pathLst>
                <a:path w="2445" h="2315" extrusionOk="0">
                  <a:moveTo>
                    <a:pt x="687" y="1"/>
                  </a:moveTo>
                  <a:cubicBezTo>
                    <a:pt x="282" y="1"/>
                    <a:pt x="4" y="322"/>
                    <a:pt x="1" y="876"/>
                  </a:cubicBezTo>
                  <a:lnTo>
                    <a:pt x="2443" y="2314"/>
                  </a:lnTo>
                  <a:cubicBezTo>
                    <a:pt x="2444" y="1532"/>
                    <a:pt x="1922" y="563"/>
                    <a:pt x="1238" y="170"/>
                  </a:cubicBezTo>
                  <a:cubicBezTo>
                    <a:pt x="1040" y="55"/>
                    <a:pt x="853" y="1"/>
                    <a:pt x="68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40"/>
            <p:cNvSpPr/>
            <p:nvPr/>
          </p:nvSpPr>
          <p:spPr>
            <a:xfrm>
              <a:off x="425833" y="2753815"/>
              <a:ext cx="51928" cy="18514"/>
            </a:xfrm>
            <a:custGeom>
              <a:avLst/>
              <a:gdLst/>
              <a:ahLst/>
              <a:cxnLst/>
              <a:rect l="l" t="t" r="r" b="b"/>
              <a:pathLst>
                <a:path w="1509" h="538" extrusionOk="0">
                  <a:moveTo>
                    <a:pt x="954" y="1"/>
                  </a:moveTo>
                  <a:cubicBezTo>
                    <a:pt x="834" y="1"/>
                    <a:pt x="725" y="29"/>
                    <a:pt x="631" y="84"/>
                  </a:cubicBezTo>
                  <a:lnTo>
                    <a:pt x="0" y="451"/>
                  </a:lnTo>
                  <a:cubicBezTo>
                    <a:pt x="95" y="397"/>
                    <a:pt x="204" y="369"/>
                    <a:pt x="324" y="369"/>
                  </a:cubicBezTo>
                  <a:cubicBezTo>
                    <a:pt x="491" y="369"/>
                    <a:pt x="678" y="423"/>
                    <a:pt x="878" y="537"/>
                  </a:cubicBezTo>
                  <a:lnTo>
                    <a:pt x="1508" y="170"/>
                  </a:lnTo>
                  <a:cubicBezTo>
                    <a:pt x="1309" y="55"/>
                    <a:pt x="1121" y="1"/>
                    <a:pt x="9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40"/>
            <p:cNvSpPr/>
            <p:nvPr/>
          </p:nvSpPr>
          <p:spPr>
            <a:xfrm>
              <a:off x="456013" y="2759665"/>
              <a:ext cx="63250" cy="86479"/>
            </a:xfrm>
            <a:custGeom>
              <a:avLst/>
              <a:gdLst/>
              <a:ahLst/>
              <a:cxnLst/>
              <a:rect l="l" t="t" r="r" b="b"/>
              <a:pathLst>
                <a:path w="1838" h="2513" extrusionOk="0">
                  <a:moveTo>
                    <a:pt x="631" y="0"/>
                  </a:moveTo>
                  <a:lnTo>
                    <a:pt x="1" y="367"/>
                  </a:lnTo>
                  <a:cubicBezTo>
                    <a:pt x="681" y="761"/>
                    <a:pt x="1206" y="1729"/>
                    <a:pt x="1205" y="2512"/>
                  </a:cubicBezTo>
                  <a:lnTo>
                    <a:pt x="1836" y="2145"/>
                  </a:lnTo>
                  <a:cubicBezTo>
                    <a:pt x="1837" y="1362"/>
                    <a:pt x="1315" y="394"/>
                    <a:pt x="6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40"/>
            <p:cNvSpPr/>
            <p:nvPr/>
          </p:nvSpPr>
          <p:spPr>
            <a:xfrm>
              <a:off x="413445" y="2766479"/>
              <a:ext cx="84104" cy="79665"/>
            </a:xfrm>
            <a:custGeom>
              <a:avLst/>
              <a:gdLst/>
              <a:ahLst/>
              <a:cxnLst/>
              <a:rect l="l" t="t" r="r" b="b"/>
              <a:pathLst>
                <a:path w="2444" h="2315" extrusionOk="0">
                  <a:moveTo>
                    <a:pt x="685" y="0"/>
                  </a:moveTo>
                  <a:cubicBezTo>
                    <a:pt x="280" y="0"/>
                    <a:pt x="1" y="321"/>
                    <a:pt x="0" y="876"/>
                  </a:cubicBezTo>
                  <a:lnTo>
                    <a:pt x="2442" y="2314"/>
                  </a:lnTo>
                  <a:cubicBezTo>
                    <a:pt x="2443" y="1531"/>
                    <a:pt x="1920" y="563"/>
                    <a:pt x="1238" y="169"/>
                  </a:cubicBezTo>
                  <a:cubicBezTo>
                    <a:pt x="1039" y="55"/>
                    <a:pt x="851" y="0"/>
                    <a:pt x="685" y="0"/>
                  </a:cubicBezTo>
                  <a:close/>
                </a:path>
              </a:pathLst>
            </a:custGeom>
            <a:solidFill>
              <a:srgbClr val="DE3F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40"/>
            <p:cNvSpPr/>
            <p:nvPr/>
          </p:nvSpPr>
          <p:spPr>
            <a:xfrm>
              <a:off x="404119" y="2766479"/>
              <a:ext cx="51928" cy="18445"/>
            </a:xfrm>
            <a:custGeom>
              <a:avLst/>
              <a:gdLst/>
              <a:ahLst/>
              <a:cxnLst/>
              <a:rect l="l" t="t" r="r" b="b"/>
              <a:pathLst>
                <a:path w="1509" h="536" extrusionOk="0">
                  <a:moveTo>
                    <a:pt x="6" y="448"/>
                  </a:moveTo>
                  <a:cubicBezTo>
                    <a:pt x="4" y="449"/>
                    <a:pt x="2" y="451"/>
                    <a:pt x="0" y="452"/>
                  </a:cubicBezTo>
                  <a:lnTo>
                    <a:pt x="6" y="448"/>
                  </a:lnTo>
                  <a:close/>
                  <a:moveTo>
                    <a:pt x="955" y="1"/>
                  </a:moveTo>
                  <a:cubicBezTo>
                    <a:pt x="835" y="1"/>
                    <a:pt x="726" y="29"/>
                    <a:pt x="631" y="83"/>
                  </a:cubicBezTo>
                  <a:lnTo>
                    <a:pt x="6" y="448"/>
                  </a:lnTo>
                  <a:lnTo>
                    <a:pt x="6" y="448"/>
                  </a:lnTo>
                  <a:cubicBezTo>
                    <a:pt x="99" y="395"/>
                    <a:pt x="207" y="367"/>
                    <a:pt x="326" y="367"/>
                  </a:cubicBezTo>
                  <a:cubicBezTo>
                    <a:pt x="492" y="367"/>
                    <a:pt x="680" y="421"/>
                    <a:pt x="878" y="535"/>
                  </a:cubicBezTo>
                  <a:lnTo>
                    <a:pt x="1509" y="169"/>
                  </a:lnTo>
                  <a:cubicBezTo>
                    <a:pt x="1309" y="55"/>
                    <a:pt x="1122" y="1"/>
                    <a:pt x="9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40"/>
            <p:cNvSpPr/>
            <p:nvPr/>
          </p:nvSpPr>
          <p:spPr>
            <a:xfrm>
              <a:off x="434264" y="2772295"/>
              <a:ext cx="63216" cy="86616"/>
            </a:xfrm>
            <a:custGeom>
              <a:avLst/>
              <a:gdLst/>
              <a:ahLst/>
              <a:cxnLst/>
              <a:rect l="l" t="t" r="r" b="b"/>
              <a:pathLst>
                <a:path w="1837" h="2517" extrusionOk="0">
                  <a:moveTo>
                    <a:pt x="631" y="0"/>
                  </a:moveTo>
                  <a:lnTo>
                    <a:pt x="1" y="366"/>
                  </a:lnTo>
                  <a:cubicBezTo>
                    <a:pt x="683" y="761"/>
                    <a:pt x="1202" y="1735"/>
                    <a:pt x="1198" y="2517"/>
                  </a:cubicBezTo>
                  <a:lnTo>
                    <a:pt x="1834" y="2145"/>
                  </a:lnTo>
                  <a:cubicBezTo>
                    <a:pt x="1837" y="1362"/>
                    <a:pt x="1313" y="394"/>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40"/>
            <p:cNvSpPr/>
            <p:nvPr/>
          </p:nvSpPr>
          <p:spPr>
            <a:xfrm>
              <a:off x="391696" y="2779108"/>
              <a:ext cx="83967" cy="79803"/>
            </a:xfrm>
            <a:custGeom>
              <a:avLst/>
              <a:gdLst/>
              <a:ahLst/>
              <a:cxnLst/>
              <a:rect l="l" t="t" r="r" b="b"/>
              <a:pathLst>
                <a:path w="2440" h="2319" extrusionOk="0">
                  <a:moveTo>
                    <a:pt x="686" y="0"/>
                  </a:moveTo>
                  <a:cubicBezTo>
                    <a:pt x="281" y="0"/>
                    <a:pt x="2" y="320"/>
                    <a:pt x="0" y="875"/>
                  </a:cubicBezTo>
                  <a:lnTo>
                    <a:pt x="2436" y="2319"/>
                  </a:lnTo>
                  <a:cubicBezTo>
                    <a:pt x="2439" y="1536"/>
                    <a:pt x="1920" y="562"/>
                    <a:pt x="1238" y="168"/>
                  </a:cubicBezTo>
                  <a:cubicBezTo>
                    <a:pt x="1040" y="54"/>
                    <a:pt x="852" y="0"/>
                    <a:pt x="686" y="0"/>
                  </a:cubicBezTo>
                  <a:close/>
                </a:path>
              </a:pathLst>
            </a:custGeom>
            <a:solidFill>
              <a:srgbClr val="DE3F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40"/>
            <p:cNvSpPr/>
            <p:nvPr/>
          </p:nvSpPr>
          <p:spPr>
            <a:xfrm>
              <a:off x="382301" y="2779074"/>
              <a:ext cx="51997" cy="18480"/>
            </a:xfrm>
            <a:custGeom>
              <a:avLst/>
              <a:gdLst/>
              <a:ahLst/>
              <a:cxnLst/>
              <a:rect l="l" t="t" r="r" b="b"/>
              <a:pathLst>
                <a:path w="1511" h="537" extrusionOk="0">
                  <a:moveTo>
                    <a:pt x="956" y="0"/>
                  </a:moveTo>
                  <a:cubicBezTo>
                    <a:pt x="835" y="0"/>
                    <a:pt x="726" y="29"/>
                    <a:pt x="633" y="83"/>
                  </a:cubicBezTo>
                  <a:lnTo>
                    <a:pt x="1" y="451"/>
                  </a:lnTo>
                  <a:cubicBezTo>
                    <a:pt x="96" y="397"/>
                    <a:pt x="206" y="368"/>
                    <a:pt x="327" y="368"/>
                  </a:cubicBezTo>
                  <a:cubicBezTo>
                    <a:pt x="494" y="368"/>
                    <a:pt x="682" y="422"/>
                    <a:pt x="879" y="536"/>
                  </a:cubicBezTo>
                  <a:lnTo>
                    <a:pt x="1511" y="169"/>
                  </a:lnTo>
                  <a:cubicBezTo>
                    <a:pt x="1311" y="54"/>
                    <a:pt x="1123" y="0"/>
                    <a:pt x="9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40"/>
            <p:cNvSpPr/>
            <p:nvPr/>
          </p:nvSpPr>
          <p:spPr>
            <a:xfrm>
              <a:off x="412515" y="2784890"/>
              <a:ext cx="63147" cy="86651"/>
            </a:xfrm>
            <a:custGeom>
              <a:avLst/>
              <a:gdLst/>
              <a:ahLst/>
              <a:cxnLst/>
              <a:rect l="l" t="t" r="r" b="b"/>
              <a:pathLst>
                <a:path w="1835" h="2518" extrusionOk="0">
                  <a:moveTo>
                    <a:pt x="633" y="0"/>
                  </a:moveTo>
                  <a:lnTo>
                    <a:pt x="1" y="367"/>
                  </a:lnTo>
                  <a:cubicBezTo>
                    <a:pt x="684" y="761"/>
                    <a:pt x="1190" y="1735"/>
                    <a:pt x="1187" y="2518"/>
                  </a:cubicBezTo>
                  <a:lnTo>
                    <a:pt x="1831" y="2151"/>
                  </a:lnTo>
                  <a:cubicBezTo>
                    <a:pt x="1834" y="1368"/>
                    <a:pt x="1315" y="394"/>
                    <a:pt x="6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40"/>
            <p:cNvSpPr/>
            <p:nvPr/>
          </p:nvSpPr>
          <p:spPr>
            <a:xfrm>
              <a:off x="369982" y="2791703"/>
              <a:ext cx="83519" cy="79837"/>
            </a:xfrm>
            <a:custGeom>
              <a:avLst/>
              <a:gdLst/>
              <a:ahLst/>
              <a:cxnLst/>
              <a:rect l="l" t="t" r="r" b="b"/>
              <a:pathLst>
                <a:path w="2427" h="2320" extrusionOk="0">
                  <a:moveTo>
                    <a:pt x="685" y="1"/>
                  </a:moveTo>
                  <a:cubicBezTo>
                    <a:pt x="281" y="1"/>
                    <a:pt x="3" y="321"/>
                    <a:pt x="1" y="876"/>
                  </a:cubicBezTo>
                  <a:lnTo>
                    <a:pt x="2425" y="2320"/>
                  </a:lnTo>
                  <a:cubicBezTo>
                    <a:pt x="2426" y="1537"/>
                    <a:pt x="1920" y="563"/>
                    <a:pt x="1237" y="169"/>
                  </a:cubicBezTo>
                  <a:cubicBezTo>
                    <a:pt x="1039" y="55"/>
                    <a:pt x="851" y="1"/>
                    <a:pt x="68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40"/>
            <p:cNvSpPr/>
            <p:nvPr/>
          </p:nvSpPr>
          <p:spPr>
            <a:xfrm>
              <a:off x="1479991" y="2879731"/>
              <a:ext cx="175504" cy="101517"/>
            </a:xfrm>
            <a:custGeom>
              <a:avLst/>
              <a:gdLst/>
              <a:ahLst/>
              <a:cxnLst/>
              <a:rect l="l" t="t" r="r" b="b"/>
              <a:pathLst>
                <a:path w="5100" h="2950" extrusionOk="0">
                  <a:moveTo>
                    <a:pt x="1559" y="0"/>
                  </a:moveTo>
                  <a:lnTo>
                    <a:pt x="0" y="900"/>
                  </a:lnTo>
                  <a:lnTo>
                    <a:pt x="3551" y="2950"/>
                  </a:lnTo>
                  <a:lnTo>
                    <a:pt x="5099" y="2050"/>
                  </a:lnTo>
                  <a:lnTo>
                    <a:pt x="1559"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40"/>
            <p:cNvSpPr/>
            <p:nvPr/>
          </p:nvSpPr>
          <p:spPr>
            <a:xfrm>
              <a:off x="1678964" y="2964557"/>
              <a:ext cx="53615" cy="63766"/>
            </a:xfrm>
            <a:custGeom>
              <a:avLst/>
              <a:gdLst/>
              <a:ahLst/>
              <a:cxnLst/>
              <a:rect l="l" t="t" r="r" b="b"/>
              <a:pathLst>
                <a:path w="1558" h="1853" extrusionOk="0">
                  <a:moveTo>
                    <a:pt x="1557" y="1"/>
                  </a:moveTo>
                  <a:lnTo>
                    <a:pt x="9" y="900"/>
                  </a:lnTo>
                  <a:lnTo>
                    <a:pt x="0" y="1853"/>
                  </a:lnTo>
                  <a:lnTo>
                    <a:pt x="1553" y="968"/>
                  </a:lnTo>
                  <a:lnTo>
                    <a:pt x="15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40"/>
            <p:cNvSpPr/>
            <p:nvPr/>
          </p:nvSpPr>
          <p:spPr>
            <a:xfrm>
              <a:off x="1717541" y="2985824"/>
              <a:ext cx="9532" cy="18135"/>
            </a:xfrm>
            <a:custGeom>
              <a:avLst/>
              <a:gdLst/>
              <a:ahLst/>
              <a:cxnLst/>
              <a:rect l="l" t="t" r="r" b="b"/>
              <a:pathLst>
                <a:path w="277" h="527" extrusionOk="0">
                  <a:moveTo>
                    <a:pt x="275" y="0"/>
                  </a:moveTo>
                  <a:lnTo>
                    <a:pt x="0" y="158"/>
                  </a:lnTo>
                  <a:lnTo>
                    <a:pt x="0" y="527"/>
                  </a:lnTo>
                  <a:lnTo>
                    <a:pt x="277" y="369"/>
                  </a:lnTo>
                  <a:lnTo>
                    <a:pt x="275"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40"/>
            <p:cNvSpPr/>
            <p:nvPr/>
          </p:nvSpPr>
          <p:spPr>
            <a:xfrm>
              <a:off x="1556869" y="2924880"/>
              <a:ext cx="122440" cy="103444"/>
            </a:xfrm>
            <a:custGeom>
              <a:avLst/>
              <a:gdLst/>
              <a:ahLst/>
              <a:cxnLst/>
              <a:rect l="l" t="t" r="r" b="b"/>
              <a:pathLst>
                <a:path w="3558" h="3006" extrusionOk="0">
                  <a:moveTo>
                    <a:pt x="5" y="1"/>
                  </a:moveTo>
                  <a:lnTo>
                    <a:pt x="1" y="969"/>
                  </a:lnTo>
                  <a:lnTo>
                    <a:pt x="3548" y="3006"/>
                  </a:lnTo>
                  <a:lnTo>
                    <a:pt x="3557" y="2053"/>
                  </a:lnTo>
                  <a:lnTo>
                    <a:pt x="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40"/>
            <p:cNvSpPr/>
            <p:nvPr/>
          </p:nvSpPr>
          <p:spPr>
            <a:xfrm>
              <a:off x="1557006" y="2894012"/>
              <a:ext cx="175573" cy="101551"/>
            </a:xfrm>
            <a:custGeom>
              <a:avLst/>
              <a:gdLst/>
              <a:ahLst/>
              <a:cxnLst/>
              <a:rect l="l" t="t" r="r" b="b"/>
              <a:pathLst>
                <a:path w="5102" h="2951" extrusionOk="0">
                  <a:moveTo>
                    <a:pt x="1561" y="1"/>
                  </a:moveTo>
                  <a:lnTo>
                    <a:pt x="1" y="901"/>
                  </a:lnTo>
                  <a:lnTo>
                    <a:pt x="3553" y="2950"/>
                  </a:lnTo>
                  <a:lnTo>
                    <a:pt x="5101" y="2051"/>
                  </a:lnTo>
                  <a:lnTo>
                    <a:pt x="15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40"/>
            <p:cNvSpPr/>
            <p:nvPr/>
          </p:nvSpPr>
          <p:spPr>
            <a:xfrm>
              <a:off x="1646376" y="2978598"/>
              <a:ext cx="9498" cy="18170"/>
            </a:xfrm>
            <a:custGeom>
              <a:avLst/>
              <a:gdLst/>
              <a:ahLst/>
              <a:cxnLst/>
              <a:rect l="l" t="t" r="r" b="b"/>
              <a:pathLst>
                <a:path w="276" h="528" extrusionOk="0">
                  <a:moveTo>
                    <a:pt x="2" y="1"/>
                  </a:moveTo>
                  <a:lnTo>
                    <a:pt x="1" y="368"/>
                  </a:lnTo>
                  <a:lnTo>
                    <a:pt x="276" y="528"/>
                  </a:lnTo>
                  <a:lnTo>
                    <a:pt x="276" y="157"/>
                  </a:lnTo>
                  <a:lnTo>
                    <a:pt x="2"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40"/>
            <p:cNvSpPr/>
            <p:nvPr/>
          </p:nvSpPr>
          <p:spPr>
            <a:xfrm>
              <a:off x="1657353" y="2984964"/>
              <a:ext cx="9567" cy="18135"/>
            </a:xfrm>
            <a:custGeom>
              <a:avLst/>
              <a:gdLst/>
              <a:ahLst/>
              <a:cxnLst/>
              <a:rect l="l" t="t" r="r" b="b"/>
              <a:pathLst>
                <a:path w="278" h="527" extrusionOk="0">
                  <a:moveTo>
                    <a:pt x="4" y="0"/>
                  </a:moveTo>
                  <a:lnTo>
                    <a:pt x="1" y="367"/>
                  </a:lnTo>
                  <a:lnTo>
                    <a:pt x="277" y="527"/>
                  </a:lnTo>
                  <a:lnTo>
                    <a:pt x="277" y="157"/>
                  </a:lnTo>
                  <a:lnTo>
                    <a:pt x="4"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40"/>
            <p:cNvSpPr/>
            <p:nvPr/>
          </p:nvSpPr>
          <p:spPr>
            <a:xfrm>
              <a:off x="1668434" y="2991296"/>
              <a:ext cx="9567" cy="18170"/>
            </a:xfrm>
            <a:custGeom>
              <a:avLst/>
              <a:gdLst/>
              <a:ahLst/>
              <a:cxnLst/>
              <a:rect l="l" t="t" r="r" b="b"/>
              <a:pathLst>
                <a:path w="278" h="528" extrusionOk="0">
                  <a:moveTo>
                    <a:pt x="1" y="1"/>
                  </a:moveTo>
                  <a:lnTo>
                    <a:pt x="1" y="368"/>
                  </a:lnTo>
                  <a:lnTo>
                    <a:pt x="276" y="527"/>
                  </a:lnTo>
                  <a:lnTo>
                    <a:pt x="277" y="160"/>
                  </a:lnTo>
                  <a:lnTo>
                    <a:pt x="1"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40"/>
            <p:cNvSpPr/>
            <p:nvPr/>
          </p:nvSpPr>
          <p:spPr>
            <a:xfrm>
              <a:off x="1613305" y="2959464"/>
              <a:ext cx="9567" cy="18239"/>
            </a:xfrm>
            <a:custGeom>
              <a:avLst/>
              <a:gdLst/>
              <a:ahLst/>
              <a:cxnLst/>
              <a:rect l="l" t="t" r="r" b="b"/>
              <a:pathLst>
                <a:path w="278" h="530" extrusionOk="0">
                  <a:moveTo>
                    <a:pt x="1" y="1"/>
                  </a:moveTo>
                  <a:lnTo>
                    <a:pt x="1" y="370"/>
                  </a:lnTo>
                  <a:lnTo>
                    <a:pt x="276" y="529"/>
                  </a:lnTo>
                  <a:lnTo>
                    <a:pt x="277" y="159"/>
                  </a:lnTo>
                  <a:lnTo>
                    <a:pt x="1"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40"/>
            <p:cNvSpPr/>
            <p:nvPr/>
          </p:nvSpPr>
          <p:spPr>
            <a:xfrm>
              <a:off x="1624317" y="2965831"/>
              <a:ext cx="9567" cy="18204"/>
            </a:xfrm>
            <a:custGeom>
              <a:avLst/>
              <a:gdLst/>
              <a:ahLst/>
              <a:cxnLst/>
              <a:rect l="l" t="t" r="r" b="b"/>
              <a:pathLst>
                <a:path w="278" h="529" extrusionOk="0">
                  <a:moveTo>
                    <a:pt x="2" y="0"/>
                  </a:moveTo>
                  <a:lnTo>
                    <a:pt x="1" y="369"/>
                  </a:lnTo>
                  <a:lnTo>
                    <a:pt x="276" y="528"/>
                  </a:lnTo>
                  <a:lnTo>
                    <a:pt x="278" y="160"/>
                  </a:lnTo>
                  <a:lnTo>
                    <a:pt x="2"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40"/>
            <p:cNvSpPr/>
            <p:nvPr/>
          </p:nvSpPr>
          <p:spPr>
            <a:xfrm>
              <a:off x="1635364" y="2972162"/>
              <a:ext cx="9532" cy="18204"/>
            </a:xfrm>
            <a:custGeom>
              <a:avLst/>
              <a:gdLst/>
              <a:ahLst/>
              <a:cxnLst/>
              <a:rect l="l" t="t" r="r" b="b"/>
              <a:pathLst>
                <a:path w="277" h="529" extrusionOk="0">
                  <a:moveTo>
                    <a:pt x="2" y="1"/>
                  </a:moveTo>
                  <a:lnTo>
                    <a:pt x="0" y="371"/>
                  </a:lnTo>
                  <a:lnTo>
                    <a:pt x="277" y="529"/>
                  </a:lnTo>
                  <a:lnTo>
                    <a:pt x="277" y="160"/>
                  </a:lnTo>
                  <a:lnTo>
                    <a:pt x="2"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40"/>
            <p:cNvSpPr/>
            <p:nvPr/>
          </p:nvSpPr>
          <p:spPr>
            <a:xfrm>
              <a:off x="1580269" y="2940400"/>
              <a:ext cx="9567" cy="18170"/>
            </a:xfrm>
            <a:custGeom>
              <a:avLst/>
              <a:gdLst/>
              <a:ahLst/>
              <a:cxnLst/>
              <a:rect l="l" t="t" r="r" b="b"/>
              <a:pathLst>
                <a:path w="278" h="528" extrusionOk="0">
                  <a:moveTo>
                    <a:pt x="1" y="0"/>
                  </a:moveTo>
                  <a:lnTo>
                    <a:pt x="1" y="368"/>
                  </a:lnTo>
                  <a:lnTo>
                    <a:pt x="276" y="527"/>
                  </a:lnTo>
                  <a:lnTo>
                    <a:pt x="277" y="160"/>
                  </a:lnTo>
                  <a:lnTo>
                    <a:pt x="1"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40"/>
            <p:cNvSpPr/>
            <p:nvPr/>
          </p:nvSpPr>
          <p:spPr>
            <a:xfrm>
              <a:off x="1591316" y="2946732"/>
              <a:ext cx="9532" cy="18170"/>
            </a:xfrm>
            <a:custGeom>
              <a:avLst/>
              <a:gdLst/>
              <a:ahLst/>
              <a:cxnLst/>
              <a:rect l="l" t="t" r="r" b="b"/>
              <a:pathLst>
                <a:path w="277" h="528" extrusionOk="0">
                  <a:moveTo>
                    <a:pt x="0" y="1"/>
                  </a:moveTo>
                  <a:lnTo>
                    <a:pt x="0" y="368"/>
                  </a:lnTo>
                  <a:lnTo>
                    <a:pt x="274" y="527"/>
                  </a:lnTo>
                  <a:lnTo>
                    <a:pt x="277" y="160"/>
                  </a:lnTo>
                  <a:lnTo>
                    <a:pt x="0"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40"/>
            <p:cNvSpPr/>
            <p:nvPr/>
          </p:nvSpPr>
          <p:spPr>
            <a:xfrm>
              <a:off x="1602328" y="2953098"/>
              <a:ext cx="9498" cy="18135"/>
            </a:xfrm>
            <a:custGeom>
              <a:avLst/>
              <a:gdLst/>
              <a:ahLst/>
              <a:cxnLst/>
              <a:rect l="l" t="t" r="r" b="b"/>
              <a:pathLst>
                <a:path w="276" h="527" extrusionOk="0">
                  <a:moveTo>
                    <a:pt x="1" y="0"/>
                  </a:moveTo>
                  <a:lnTo>
                    <a:pt x="1" y="370"/>
                  </a:lnTo>
                  <a:lnTo>
                    <a:pt x="274" y="527"/>
                  </a:lnTo>
                  <a:lnTo>
                    <a:pt x="276" y="160"/>
                  </a:lnTo>
                  <a:lnTo>
                    <a:pt x="1"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40"/>
            <p:cNvSpPr/>
            <p:nvPr/>
          </p:nvSpPr>
          <p:spPr>
            <a:xfrm>
              <a:off x="1558176" y="2927667"/>
              <a:ext cx="9567" cy="18135"/>
            </a:xfrm>
            <a:custGeom>
              <a:avLst/>
              <a:gdLst/>
              <a:ahLst/>
              <a:cxnLst/>
              <a:rect l="l" t="t" r="r" b="b"/>
              <a:pathLst>
                <a:path w="278" h="527" extrusionOk="0">
                  <a:moveTo>
                    <a:pt x="3" y="0"/>
                  </a:moveTo>
                  <a:lnTo>
                    <a:pt x="1" y="369"/>
                  </a:lnTo>
                  <a:lnTo>
                    <a:pt x="277" y="527"/>
                  </a:lnTo>
                  <a:lnTo>
                    <a:pt x="277" y="160"/>
                  </a:lnTo>
                  <a:lnTo>
                    <a:pt x="3"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40"/>
            <p:cNvSpPr/>
            <p:nvPr/>
          </p:nvSpPr>
          <p:spPr>
            <a:xfrm>
              <a:off x="1569257" y="2934068"/>
              <a:ext cx="9498" cy="18135"/>
            </a:xfrm>
            <a:custGeom>
              <a:avLst/>
              <a:gdLst/>
              <a:ahLst/>
              <a:cxnLst/>
              <a:rect l="l" t="t" r="r" b="b"/>
              <a:pathLst>
                <a:path w="276" h="527" extrusionOk="0">
                  <a:moveTo>
                    <a:pt x="0" y="0"/>
                  </a:moveTo>
                  <a:lnTo>
                    <a:pt x="0" y="367"/>
                  </a:lnTo>
                  <a:lnTo>
                    <a:pt x="275" y="527"/>
                  </a:lnTo>
                  <a:lnTo>
                    <a:pt x="275" y="158"/>
                  </a:lnTo>
                  <a:lnTo>
                    <a:pt x="0"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40"/>
            <p:cNvSpPr/>
            <p:nvPr/>
          </p:nvSpPr>
          <p:spPr>
            <a:xfrm>
              <a:off x="1646376" y="2994014"/>
              <a:ext cx="9498" cy="18170"/>
            </a:xfrm>
            <a:custGeom>
              <a:avLst/>
              <a:gdLst/>
              <a:ahLst/>
              <a:cxnLst/>
              <a:rect l="l" t="t" r="r" b="b"/>
              <a:pathLst>
                <a:path w="276" h="528" extrusionOk="0">
                  <a:moveTo>
                    <a:pt x="2" y="1"/>
                  </a:moveTo>
                  <a:lnTo>
                    <a:pt x="1" y="368"/>
                  </a:lnTo>
                  <a:lnTo>
                    <a:pt x="276" y="527"/>
                  </a:lnTo>
                  <a:lnTo>
                    <a:pt x="276" y="160"/>
                  </a:lnTo>
                  <a:lnTo>
                    <a:pt x="2"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40"/>
            <p:cNvSpPr/>
            <p:nvPr/>
          </p:nvSpPr>
          <p:spPr>
            <a:xfrm>
              <a:off x="1657353" y="3000346"/>
              <a:ext cx="9567" cy="18170"/>
            </a:xfrm>
            <a:custGeom>
              <a:avLst/>
              <a:gdLst/>
              <a:ahLst/>
              <a:cxnLst/>
              <a:rect l="l" t="t" r="r" b="b"/>
              <a:pathLst>
                <a:path w="278" h="528" extrusionOk="0">
                  <a:moveTo>
                    <a:pt x="4" y="1"/>
                  </a:moveTo>
                  <a:lnTo>
                    <a:pt x="1" y="368"/>
                  </a:lnTo>
                  <a:lnTo>
                    <a:pt x="277" y="528"/>
                  </a:lnTo>
                  <a:lnTo>
                    <a:pt x="277" y="160"/>
                  </a:lnTo>
                  <a:lnTo>
                    <a:pt x="4"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40"/>
            <p:cNvSpPr/>
            <p:nvPr/>
          </p:nvSpPr>
          <p:spPr>
            <a:xfrm>
              <a:off x="1668434" y="3006713"/>
              <a:ext cx="9567" cy="18135"/>
            </a:xfrm>
            <a:custGeom>
              <a:avLst/>
              <a:gdLst/>
              <a:ahLst/>
              <a:cxnLst/>
              <a:rect l="l" t="t" r="r" b="b"/>
              <a:pathLst>
                <a:path w="278" h="527" extrusionOk="0">
                  <a:moveTo>
                    <a:pt x="1" y="0"/>
                  </a:moveTo>
                  <a:lnTo>
                    <a:pt x="1" y="370"/>
                  </a:lnTo>
                  <a:lnTo>
                    <a:pt x="276" y="527"/>
                  </a:lnTo>
                  <a:lnTo>
                    <a:pt x="277" y="160"/>
                  </a:lnTo>
                  <a:lnTo>
                    <a:pt x="1"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40"/>
            <p:cNvSpPr/>
            <p:nvPr/>
          </p:nvSpPr>
          <p:spPr>
            <a:xfrm>
              <a:off x="1613305" y="2974881"/>
              <a:ext cx="9567" cy="18204"/>
            </a:xfrm>
            <a:custGeom>
              <a:avLst/>
              <a:gdLst/>
              <a:ahLst/>
              <a:cxnLst/>
              <a:rect l="l" t="t" r="r" b="b"/>
              <a:pathLst>
                <a:path w="278" h="529" extrusionOk="0">
                  <a:moveTo>
                    <a:pt x="1" y="1"/>
                  </a:moveTo>
                  <a:lnTo>
                    <a:pt x="1" y="369"/>
                  </a:lnTo>
                  <a:lnTo>
                    <a:pt x="276" y="529"/>
                  </a:lnTo>
                  <a:lnTo>
                    <a:pt x="277" y="160"/>
                  </a:lnTo>
                  <a:lnTo>
                    <a:pt x="1"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40"/>
            <p:cNvSpPr/>
            <p:nvPr/>
          </p:nvSpPr>
          <p:spPr>
            <a:xfrm>
              <a:off x="1624317" y="2981282"/>
              <a:ext cx="9567" cy="18170"/>
            </a:xfrm>
            <a:custGeom>
              <a:avLst/>
              <a:gdLst/>
              <a:ahLst/>
              <a:cxnLst/>
              <a:rect l="l" t="t" r="r" b="b"/>
              <a:pathLst>
                <a:path w="278" h="528" extrusionOk="0">
                  <a:moveTo>
                    <a:pt x="2" y="0"/>
                  </a:moveTo>
                  <a:lnTo>
                    <a:pt x="1" y="369"/>
                  </a:lnTo>
                  <a:lnTo>
                    <a:pt x="276" y="527"/>
                  </a:lnTo>
                  <a:lnTo>
                    <a:pt x="278" y="160"/>
                  </a:lnTo>
                  <a:lnTo>
                    <a:pt x="2"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40"/>
            <p:cNvSpPr/>
            <p:nvPr/>
          </p:nvSpPr>
          <p:spPr>
            <a:xfrm>
              <a:off x="1635364" y="2987683"/>
              <a:ext cx="9532" cy="18135"/>
            </a:xfrm>
            <a:custGeom>
              <a:avLst/>
              <a:gdLst/>
              <a:ahLst/>
              <a:cxnLst/>
              <a:rect l="l" t="t" r="r" b="b"/>
              <a:pathLst>
                <a:path w="277" h="527" extrusionOk="0">
                  <a:moveTo>
                    <a:pt x="2" y="0"/>
                  </a:moveTo>
                  <a:lnTo>
                    <a:pt x="0" y="367"/>
                  </a:lnTo>
                  <a:lnTo>
                    <a:pt x="277" y="527"/>
                  </a:lnTo>
                  <a:lnTo>
                    <a:pt x="277" y="157"/>
                  </a:lnTo>
                  <a:lnTo>
                    <a:pt x="2"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40"/>
            <p:cNvSpPr/>
            <p:nvPr/>
          </p:nvSpPr>
          <p:spPr>
            <a:xfrm>
              <a:off x="1706563" y="2976739"/>
              <a:ext cx="9498" cy="18170"/>
            </a:xfrm>
            <a:custGeom>
              <a:avLst/>
              <a:gdLst/>
              <a:ahLst/>
              <a:cxnLst/>
              <a:rect l="l" t="t" r="r" b="b"/>
              <a:pathLst>
                <a:path w="276" h="528" extrusionOk="0">
                  <a:moveTo>
                    <a:pt x="274" y="1"/>
                  </a:moveTo>
                  <a:lnTo>
                    <a:pt x="0" y="159"/>
                  </a:lnTo>
                  <a:lnTo>
                    <a:pt x="0" y="527"/>
                  </a:lnTo>
                  <a:lnTo>
                    <a:pt x="275" y="369"/>
                  </a:lnTo>
                  <a:lnTo>
                    <a:pt x="274"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40"/>
            <p:cNvSpPr/>
            <p:nvPr/>
          </p:nvSpPr>
          <p:spPr>
            <a:xfrm>
              <a:off x="1695517" y="2983140"/>
              <a:ext cx="9463" cy="18170"/>
            </a:xfrm>
            <a:custGeom>
              <a:avLst/>
              <a:gdLst/>
              <a:ahLst/>
              <a:cxnLst/>
              <a:rect l="l" t="t" r="r" b="b"/>
              <a:pathLst>
                <a:path w="275" h="528" extrusionOk="0">
                  <a:moveTo>
                    <a:pt x="274" y="1"/>
                  </a:moveTo>
                  <a:lnTo>
                    <a:pt x="1" y="159"/>
                  </a:lnTo>
                  <a:lnTo>
                    <a:pt x="1" y="527"/>
                  </a:lnTo>
                  <a:lnTo>
                    <a:pt x="274" y="368"/>
                  </a:lnTo>
                  <a:lnTo>
                    <a:pt x="274"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40"/>
            <p:cNvSpPr/>
            <p:nvPr/>
          </p:nvSpPr>
          <p:spPr>
            <a:xfrm>
              <a:off x="1684436" y="2989472"/>
              <a:ext cx="9567" cy="18170"/>
            </a:xfrm>
            <a:custGeom>
              <a:avLst/>
              <a:gdLst/>
              <a:ahLst/>
              <a:cxnLst/>
              <a:rect l="l" t="t" r="r" b="b"/>
              <a:pathLst>
                <a:path w="278" h="528" extrusionOk="0">
                  <a:moveTo>
                    <a:pt x="277" y="1"/>
                  </a:moveTo>
                  <a:lnTo>
                    <a:pt x="1" y="160"/>
                  </a:lnTo>
                  <a:lnTo>
                    <a:pt x="2" y="528"/>
                  </a:lnTo>
                  <a:lnTo>
                    <a:pt x="277" y="368"/>
                  </a:lnTo>
                  <a:lnTo>
                    <a:pt x="277"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40"/>
            <p:cNvSpPr/>
            <p:nvPr/>
          </p:nvSpPr>
          <p:spPr>
            <a:xfrm>
              <a:off x="1717541" y="2970339"/>
              <a:ext cx="9532" cy="18170"/>
            </a:xfrm>
            <a:custGeom>
              <a:avLst/>
              <a:gdLst/>
              <a:ahLst/>
              <a:cxnLst/>
              <a:rect l="l" t="t" r="r" b="b"/>
              <a:pathLst>
                <a:path w="277" h="528" extrusionOk="0">
                  <a:moveTo>
                    <a:pt x="275" y="1"/>
                  </a:moveTo>
                  <a:lnTo>
                    <a:pt x="0" y="160"/>
                  </a:lnTo>
                  <a:lnTo>
                    <a:pt x="0" y="528"/>
                  </a:lnTo>
                  <a:lnTo>
                    <a:pt x="277" y="370"/>
                  </a:lnTo>
                  <a:lnTo>
                    <a:pt x="275"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40"/>
            <p:cNvSpPr/>
            <p:nvPr/>
          </p:nvSpPr>
          <p:spPr>
            <a:xfrm>
              <a:off x="1706563" y="2992191"/>
              <a:ext cx="9498" cy="18170"/>
            </a:xfrm>
            <a:custGeom>
              <a:avLst/>
              <a:gdLst/>
              <a:ahLst/>
              <a:cxnLst/>
              <a:rect l="l" t="t" r="r" b="b"/>
              <a:pathLst>
                <a:path w="276" h="528" extrusionOk="0">
                  <a:moveTo>
                    <a:pt x="274" y="1"/>
                  </a:moveTo>
                  <a:lnTo>
                    <a:pt x="0" y="159"/>
                  </a:lnTo>
                  <a:lnTo>
                    <a:pt x="0" y="528"/>
                  </a:lnTo>
                  <a:lnTo>
                    <a:pt x="275" y="368"/>
                  </a:lnTo>
                  <a:lnTo>
                    <a:pt x="274"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40"/>
            <p:cNvSpPr/>
            <p:nvPr/>
          </p:nvSpPr>
          <p:spPr>
            <a:xfrm>
              <a:off x="1695517" y="2998557"/>
              <a:ext cx="9463" cy="18135"/>
            </a:xfrm>
            <a:custGeom>
              <a:avLst/>
              <a:gdLst/>
              <a:ahLst/>
              <a:cxnLst/>
              <a:rect l="l" t="t" r="r" b="b"/>
              <a:pathLst>
                <a:path w="275" h="527" extrusionOk="0">
                  <a:moveTo>
                    <a:pt x="274" y="0"/>
                  </a:moveTo>
                  <a:lnTo>
                    <a:pt x="1" y="160"/>
                  </a:lnTo>
                  <a:lnTo>
                    <a:pt x="1" y="527"/>
                  </a:lnTo>
                  <a:lnTo>
                    <a:pt x="274" y="367"/>
                  </a:lnTo>
                  <a:lnTo>
                    <a:pt x="274"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40"/>
            <p:cNvSpPr/>
            <p:nvPr/>
          </p:nvSpPr>
          <p:spPr>
            <a:xfrm>
              <a:off x="1684436" y="3004889"/>
              <a:ext cx="9567" cy="18170"/>
            </a:xfrm>
            <a:custGeom>
              <a:avLst/>
              <a:gdLst/>
              <a:ahLst/>
              <a:cxnLst/>
              <a:rect l="l" t="t" r="r" b="b"/>
              <a:pathLst>
                <a:path w="278" h="528" extrusionOk="0">
                  <a:moveTo>
                    <a:pt x="277" y="1"/>
                  </a:moveTo>
                  <a:lnTo>
                    <a:pt x="1" y="160"/>
                  </a:lnTo>
                  <a:lnTo>
                    <a:pt x="2" y="527"/>
                  </a:lnTo>
                  <a:lnTo>
                    <a:pt x="277" y="368"/>
                  </a:lnTo>
                  <a:lnTo>
                    <a:pt x="277"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40"/>
            <p:cNvSpPr/>
            <p:nvPr/>
          </p:nvSpPr>
          <p:spPr>
            <a:xfrm>
              <a:off x="1580269" y="2955817"/>
              <a:ext cx="9567" cy="18135"/>
            </a:xfrm>
            <a:custGeom>
              <a:avLst/>
              <a:gdLst/>
              <a:ahLst/>
              <a:cxnLst/>
              <a:rect l="l" t="t" r="r" b="b"/>
              <a:pathLst>
                <a:path w="278" h="527" extrusionOk="0">
                  <a:moveTo>
                    <a:pt x="1" y="0"/>
                  </a:moveTo>
                  <a:lnTo>
                    <a:pt x="1" y="367"/>
                  </a:lnTo>
                  <a:lnTo>
                    <a:pt x="276" y="527"/>
                  </a:lnTo>
                  <a:lnTo>
                    <a:pt x="277" y="160"/>
                  </a:lnTo>
                  <a:lnTo>
                    <a:pt x="1"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40"/>
            <p:cNvSpPr/>
            <p:nvPr/>
          </p:nvSpPr>
          <p:spPr>
            <a:xfrm>
              <a:off x="1591316" y="2962148"/>
              <a:ext cx="9532" cy="18170"/>
            </a:xfrm>
            <a:custGeom>
              <a:avLst/>
              <a:gdLst/>
              <a:ahLst/>
              <a:cxnLst/>
              <a:rect l="l" t="t" r="r" b="b"/>
              <a:pathLst>
                <a:path w="277" h="528" extrusionOk="0">
                  <a:moveTo>
                    <a:pt x="0" y="0"/>
                  </a:moveTo>
                  <a:lnTo>
                    <a:pt x="0" y="371"/>
                  </a:lnTo>
                  <a:lnTo>
                    <a:pt x="274" y="527"/>
                  </a:lnTo>
                  <a:lnTo>
                    <a:pt x="277" y="160"/>
                  </a:lnTo>
                  <a:lnTo>
                    <a:pt x="0"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40"/>
            <p:cNvSpPr/>
            <p:nvPr/>
          </p:nvSpPr>
          <p:spPr>
            <a:xfrm>
              <a:off x="1602328" y="2968549"/>
              <a:ext cx="9498" cy="18204"/>
            </a:xfrm>
            <a:custGeom>
              <a:avLst/>
              <a:gdLst/>
              <a:ahLst/>
              <a:cxnLst/>
              <a:rect l="l" t="t" r="r" b="b"/>
              <a:pathLst>
                <a:path w="276" h="529" extrusionOk="0">
                  <a:moveTo>
                    <a:pt x="1" y="0"/>
                  </a:moveTo>
                  <a:lnTo>
                    <a:pt x="1" y="369"/>
                  </a:lnTo>
                  <a:lnTo>
                    <a:pt x="274" y="528"/>
                  </a:lnTo>
                  <a:lnTo>
                    <a:pt x="276" y="158"/>
                  </a:lnTo>
                  <a:lnTo>
                    <a:pt x="1"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40"/>
            <p:cNvSpPr/>
            <p:nvPr/>
          </p:nvSpPr>
          <p:spPr>
            <a:xfrm>
              <a:off x="1558176" y="2943118"/>
              <a:ext cx="9567" cy="18170"/>
            </a:xfrm>
            <a:custGeom>
              <a:avLst/>
              <a:gdLst/>
              <a:ahLst/>
              <a:cxnLst/>
              <a:rect l="l" t="t" r="r" b="b"/>
              <a:pathLst>
                <a:path w="278" h="528" extrusionOk="0">
                  <a:moveTo>
                    <a:pt x="3" y="0"/>
                  </a:moveTo>
                  <a:lnTo>
                    <a:pt x="1" y="368"/>
                  </a:lnTo>
                  <a:lnTo>
                    <a:pt x="277" y="527"/>
                  </a:lnTo>
                  <a:lnTo>
                    <a:pt x="277" y="158"/>
                  </a:lnTo>
                  <a:lnTo>
                    <a:pt x="3"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40"/>
            <p:cNvSpPr/>
            <p:nvPr/>
          </p:nvSpPr>
          <p:spPr>
            <a:xfrm>
              <a:off x="1569257" y="2949450"/>
              <a:ext cx="9498" cy="18170"/>
            </a:xfrm>
            <a:custGeom>
              <a:avLst/>
              <a:gdLst/>
              <a:ahLst/>
              <a:cxnLst/>
              <a:rect l="l" t="t" r="r" b="b"/>
              <a:pathLst>
                <a:path w="276" h="528" extrusionOk="0">
                  <a:moveTo>
                    <a:pt x="0" y="1"/>
                  </a:moveTo>
                  <a:lnTo>
                    <a:pt x="0" y="368"/>
                  </a:lnTo>
                  <a:lnTo>
                    <a:pt x="275" y="527"/>
                  </a:lnTo>
                  <a:lnTo>
                    <a:pt x="275" y="160"/>
                  </a:lnTo>
                  <a:lnTo>
                    <a:pt x="0"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40"/>
            <p:cNvSpPr/>
            <p:nvPr/>
          </p:nvSpPr>
          <p:spPr>
            <a:xfrm>
              <a:off x="1614510" y="2649201"/>
              <a:ext cx="103169" cy="336795"/>
            </a:xfrm>
            <a:custGeom>
              <a:avLst/>
              <a:gdLst/>
              <a:ahLst/>
              <a:cxnLst/>
              <a:rect l="l" t="t" r="r" b="b"/>
              <a:pathLst>
                <a:path w="2998" h="9787" extrusionOk="0">
                  <a:moveTo>
                    <a:pt x="7" y="652"/>
                  </a:moveTo>
                  <a:cubicBezTo>
                    <a:pt x="5" y="653"/>
                    <a:pt x="3" y="654"/>
                    <a:pt x="1" y="656"/>
                  </a:cubicBezTo>
                  <a:cubicBezTo>
                    <a:pt x="3" y="654"/>
                    <a:pt x="5" y="653"/>
                    <a:pt x="7" y="652"/>
                  </a:cubicBezTo>
                  <a:close/>
                  <a:moveTo>
                    <a:pt x="1215" y="0"/>
                  </a:moveTo>
                  <a:cubicBezTo>
                    <a:pt x="1156" y="0"/>
                    <a:pt x="1097" y="18"/>
                    <a:pt x="1039" y="51"/>
                  </a:cubicBezTo>
                  <a:cubicBezTo>
                    <a:pt x="695" y="252"/>
                    <a:pt x="350" y="451"/>
                    <a:pt x="7" y="652"/>
                  </a:cubicBezTo>
                  <a:lnTo>
                    <a:pt x="7" y="652"/>
                  </a:lnTo>
                  <a:cubicBezTo>
                    <a:pt x="62" y="620"/>
                    <a:pt x="119" y="604"/>
                    <a:pt x="177" y="604"/>
                  </a:cubicBezTo>
                  <a:cubicBezTo>
                    <a:pt x="237" y="604"/>
                    <a:pt x="298" y="621"/>
                    <a:pt x="359" y="657"/>
                  </a:cubicBezTo>
                  <a:cubicBezTo>
                    <a:pt x="1249" y="1169"/>
                    <a:pt x="1958" y="5258"/>
                    <a:pt x="1945" y="9786"/>
                  </a:cubicBezTo>
                  <a:lnTo>
                    <a:pt x="2985" y="9181"/>
                  </a:lnTo>
                  <a:cubicBezTo>
                    <a:pt x="2997" y="4653"/>
                    <a:pt x="2287" y="565"/>
                    <a:pt x="1398" y="53"/>
                  </a:cubicBezTo>
                  <a:cubicBezTo>
                    <a:pt x="1336" y="18"/>
                    <a:pt x="1275" y="0"/>
                    <a:pt x="12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40"/>
            <p:cNvSpPr/>
            <p:nvPr/>
          </p:nvSpPr>
          <p:spPr>
            <a:xfrm>
              <a:off x="1570703" y="2669986"/>
              <a:ext cx="111221" cy="316010"/>
            </a:xfrm>
            <a:custGeom>
              <a:avLst/>
              <a:gdLst/>
              <a:ahLst/>
              <a:cxnLst/>
              <a:rect l="l" t="t" r="r" b="b"/>
              <a:pathLst>
                <a:path w="3232" h="9183" extrusionOk="0">
                  <a:moveTo>
                    <a:pt x="1449" y="0"/>
                  </a:moveTo>
                  <a:cubicBezTo>
                    <a:pt x="646" y="0"/>
                    <a:pt x="13" y="3111"/>
                    <a:pt x="1" y="7324"/>
                  </a:cubicBezTo>
                  <a:lnTo>
                    <a:pt x="3218" y="9182"/>
                  </a:lnTo>
                  <a:cubicBezTo>
                    <a:pt x="3231" y="4654"/>
                    <a:pt x="2522" y="565"/>
                    <a:pt x="1632" y="53"/>
                  </a:cubicBezTo>
                  <a:cubicBezTo>
                    <a:pt x="1570" y="17"/>
                    <a:pt x="1509" y="0"/>
                    <a:pt x="1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40"/>
            <p:cNvSpPr/>
            <p:nvPr/>
          </p:nvSpPr>
          <p:spPr>
            <a:xfrm>
              <a:off x="1579684" y="2868959"/>
              <a:ext cx="92707" cy="72782"/>
            </a:xfrm>
            <a:custGeom>
              <a:avLst/>
              <a:gdLst/>
              <a:ahLst/>
              <a:cxnLst/>
              <a:rect l="l" t="t" r="r" b="b"/>
              <a:pathLst>
                <a:path w="2694" h="2115" extrusionOk="0">
                  <a:moveTo>
                    <a:pt x="18" y="0"/>
                  </a:moveTo>
                  <a:cubicBezTo>
                    <a:pt x="11" y="183"/>
                    <a:pt x="5" y="370"/>
                    <a:pt x="0" y="558"/>
                  </a:cubicBezTo>
                  <a:lnTo>
                    <a:pt x="2694" y="2114"/>
                  </a:lnTo>
                  <a:cubicBezTo>
                    <a:pt x="2688" y="1921"/>
                    <a:pt x="2682" y="1727"/>
                    <a:pt x="2673" y="1535"/>
                  </a:cubicBezTo>
                  <a:lnTo>
                    <a:pt x="18"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40"/>
            <p:cNvSpPr/>
            <p:nvPr/>
          </p:nvSpPr>
          <p:spPr>
            <a:xfrm>
              <a:off x="1582747" y="2809735"/>
              <a:ext cx="86582" cy="68619"/>
            </a:xfrm>
            <a:custGeom>
              <a:avLst/>
              <a:gdLst/>
              <a:ahLst/>
              <a:cxnLst/>
              <a:rect l="l" t="t" r="r" b="b"/>
              <a:pathLst>
                <a:path w="2516" h="1994" extrusionOk="0">
                  <a:moveTo>
                    <a:pt x="46" y="1"/>
                  </a:moveTo>
                  <a:cubicBezTo>
                    <a:pt x="30" y="178"/>
                    <a:pt x="14" y="358"/>
                    <a:pt x="1" y="542"/>
                  </a:cubicBezTo>
                  <a:lnTo>
                    <a:pt x="2515" y="1993"/>
                  </a:lnTo>
                  <a:cubicBezTo>
                    <a:pt x="2501" y="1793"/>
                    <a:pt x="2486" y="1594"/>
                    <a:pt x="2466" y="1398"/>
                  </a:cubicBezTo>
                  <a:lnTo>
                    <a:pt x="46"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40"/>
            <p:cNvSpPr/>
            <p:nvPr/>
          </p:nvSpPr>
          <p:spPr>
            <a:xfrm>
              <a:off x="1579168" y="2899208"/>
              <a:ext cx="93774" cy="72129"/>
            </a:xfrm>
            <a:custGeom>
              <a:avLst/>
              <a:gdLst/>
              <a:ahLst/>
              <a:cxnLst/>
              <a:rect l="l" t="t" r="r" b="b"/>
              <a:pathLst>
                <a:path w="2725" h="2096" extrusionOk="0">
                  <a:moveTo>
                    <a:pt x="8" y="1"/>
                  </a:moveTo>
                  <a:cubicBezTo>
                    <a:pt x="4" y="173"/>
                    <a:pt x="2" y="347"/>
                    <a:pt x="1" y="523"/>
                  </a:cubicBezTo>
                  <a:lnTo>
                    <a:pt x="2725" y="2096"/>
                  </a:lnTo>
                  <a:cubicBezTo>
                    <a:pt x="2725" y="1917"/>
                    <a:pt x="2722" y="1742"/>
                    <a:pt x="2718" y="1565"/>
                  </a:cubicBezTo>
                  <a:lnTo>
                    <a:pt x="8"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40"/>
            <p:cNvSpPr/>
            <p:nvPr/>
          </p:nvSpPr>
          <p:spPr>
            <a:xfrm>
              <a:off x="1610002" y="2678452"/>
              <a:ext cx="29664" cy="28906"/>
            </a:xfrm>
            <a:custGeom>
              <a:avLst/>
              <a:gdLst/>
              <a:ahLst/>
              <a:cxnLst/>
              <a:rect l="l" t="t" r="r" b="b"/>
              <a:pathLst>
                <a:path w="862" h="840" extrusionOk="0">
                  <a:moveTo>
                    <a:pt x="306" y="0"/>
                  </a:moveTo>
                  <a:cubicBezTo>
                    <a:pt x="253" y="0"/>
                    <a:pt x="138" y="81"/>
                    <a:pt x="0" y="342"/>
                  </a:cubicBezTo>
                  <a:lnTo>
                    <a:pt x="862" y="840"/>
                  </a:lnTo>
                  <a:cubicBezTo>
                    <a:pt x="680" y="359"/>
                    <a:pt x="506" y="101"/>
                    <a:pt x="366" y="21"/>
                  </a:cubicBezTo>
                  <a:cubicBezTo>
                    <a:pt x="342" y="7"/>
                    <a:pt x="322" y="0"/>
                    <a:pt x="30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40"/>
            <p:cNvSpPr/>
            <p:nvPr/>
          </p:nvSpPr>
          <p:spPr>
            <a:xfrm>
              <a:off x="1580820" y="2839158"/>
              <a:ext cx="90436" cy="71062"/>
            </a:xfrm>
            <a:custGeom>
              <a:avLst/>
              <a:gdLst/>
              <a:ahLst/>
              <a:cxnLst/>
              <a:rect l="l" t="t" r="r" b="b"/>
              <a:pathLst>
                <a:path w="2628" h="2065" extrusionOk="0">
                  <a:moveTo>
                    <a:pt x="35" y="0"/>
                  </a:moveTo>
                  <a:cubicBezTo>
                    <a:pt x="21" y="180"/>
                    <a:pt x="11" y="363"/>
                    <a:pt x="1" y="549"/>
                  </a:cubicBezTo>
                  <a:lnTo>
                    <a:pt x="2627" y="2065"/>
                  </a:lnTo>
                  <a:cubicBezTo>
                    <a:pt x="2617" y="1867"/>
                    <a:pt x="2605" y="1671"/>
                    <a:pt x="2595" y="1478"/>
                  </a:cubicBezTo>
                  <a:lnTo>
                    <a:pt x="35"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40"/>
            <p:cNvSpPr/>
            <p:nvPr/>
          </p:nvSpPr>
          <p:spPr>
            <a:xfrm>
              <a:off x="1593862" y="2725218"/>
              <a:ext cx="63732" cy="54062"/>
            </a:xfrm>
            <a:custGeom>
              <a:avLst/>
              <a:gdLst/>
              <a:ahLst/>
              <a:cxnLst/>
              <a:rect l="l" t="t" r="r" b="b"/>
              <a:pathLst>
                <a:path w="1852" h="1571" extrusionOk="0">
                  <a:moveTo>
                    <a:pt x="114" y="0"/>
                  </a:moveTo>
                  <a:cubicBezTo>
                    <a:pt x="75" y="151"/>
                    <a:pt x="37" y="316"/>
                    <a:pt x="1" y="502"/>
                  </a:cubicBezTo>
                  <a:lnTo>
                    <a:pt x="1852" y="1570"/>
                  </a:lnTo>
                  <a:cubicBezTo>
                    <a:pt x="1850" y="1563"/>
                    <a:pt x="1849" y="1556"/>
                    <a:pt x="1849" y="1550"/>
                  </a:cubicBezTo>
                  <a:cubicBezTo>
                    <a:pt x="1809" y="1330"/>
                    <a:pt x="1771" y="1125"/>
                    <a:pt x="1732" y="934"/>
                  </a:cubicBezTo>
                  <a:lnTo>
                    <a:pt x="114"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40"/>
            <p:cNvSpPr/>
            <p:nvPr/>
          </p:nvSpPr>
          <p:spPr>
            <a:xfrm>
              <a:off x="1600435" y="2699168"/>
              <a:ext cx="50105" cy="45252"/>
            </a:xfrm>
            <a:custGeom>
              <a:avLst/>
              <a:gdLst/>
              <a:ahLst/>
              <a:cxnLst/>
              <a:rect l="l" t="t" r="r" b="b"/>
              <a:pathLst>
                <a:path w="1456" h="1315" extrusionOk="0">
                  <a:moveTo>
                    <a:pt x="161" y="1"/>
                  </a:moveTo>
                  <a:cubicBezTo>
                    <a:pt x="108" y="130"/>
                    <a:pt x="53" y="286"/>
                    <a:pt x="0" y="473"/>
                  </a:cubicBezTo>
                  <a:lnTo>
                    <a:pt x="1456" y="1315"/>
                  </a:lnTo>
                  <a:cubicBezTo>
                    <a:pt x="1396" y="1065"/>
                    <a:pt x="1337" y="842"/>
                    <a:pt x="1276" y="645"/>
                  </a:cubicBezTo>
                  <a:lnTo>
                    <a:pt x="161"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40"/>
            <p:cNvSpPr/>
            <p:nvPr/>
          </p:nvSpPr>
          <p:spPr>
            <a:xfrm>
              <a:off x="1585362" y="2780760"/>
              <a:ext cx="81110" cy="65108"/>
            </a:xfrm>
            <a:custGeom>
              <a:avLst/>
              <a:gdLst/>
              <a:ahLst/>
              <a:cxnLst/>
              <a:rect l="l" t="t" r="r" b="b"/>
              <a:pathLst>
                <a:path w="2357" h="1892" extrusionOk="0">
                  <a:moveTo>
                    <a:pt x="65" y="0"/>
                  </a:moveTo>
                  <a:cubicBezTo>
                    <a:pt x="43" y="176"/>
                    <a:pt x="21" y="353"/>
                    <a:pt x="1" y="534"/>
                  </a:cubicBezTo>
                  <a:lnTo>
                    <a:pt x="2356" y="1892"/>
                  </a:lnTo>
                  <a:cubicBezTo>
                    <a:pt x="2337" y="1687"/>
                    <a:pt x="2312" y="1485"/>
                    <a:pt x="2289" y="1285"/>
                  </a:cubicBezTo>
                  <a:lnTo>
                    <a:pt x="65"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40"/>
            <p:cNvSpPr/>
            <p:nvPr/>
          </p:nvSpPr>
          <p:spPr>
            <a:xfrm>
              <a:off x="1589044" y="2752611"/>
              <a:ext cx="73574" cy="60394"/>
            </a:xfrm>
            <a:custGeom>
              <a:avLst/>
              <a:gdLst/>
              <a:ahLst/>
              <a:cxnLst/>
              <a:rect l="l" t="t" r="r" b="b"/>
              <a:pathLst>
                <a:path w="2138" h="1755" extrusionOk="0">
                  <a:moveTo>
                    <a:pt x="84" y="0"/>
                  </a:moveTo>
                  <a:cubicBezTo>
                    <a:pt x="55" y="167"/>
                    <a:pt x="25" y="338"/>
                    <a:pt x="0" y="520"/>
                  </a:cubicBezTo>
                  <a:lnTo>
                    <a:pt x="2138" y="1754"/>
                  </a:lnTo>
                  <a:cubicBezTo>
                    <a:pt x="2110" y="1542"/>
                    <a:pt x="2081" y="1336"/>
                    <a:pt x="2049" y="1134"/>
                  </a:cubicBezTo>
                  <a:lnTo>
                    <a:pt x="84"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40"/>
            <p:cNvSpPr/>
            <p:nvPr/>
          </p:nvSpPr>
          <p:spPr>
            <a:xfrm>
              <a:off x="333332" y="2401018"/>
              <a:ext cx="275919" cy="157816"/>
            </a:xfrm>
            <a:custGeom>
              <a:avLst/>
              <a:gdLst/>
              <a:ahLst/>
              <a:cxnLst/>
              <a:rect l="l" t="t" r="r" b="b"/>
              <a:pathLst>
                <a:path w="8018" h="4586" extrusionOk="0">
                  <a:moveTo>
                    <a:pt x="3348" y="1"/>
                  </a:moveTo>
                  <a:lnTo>
                    <a:pt x="0" y="1936"/>
                  </a:lnTo>
                  <a:lnTo>
                    <a:pt x="4675" y="4586"/>
                  </a:lnTo>
                  <a:lnTo>
                    <a:pt x="8018" y="2666"/>
                  </a:lnTo>
                  <a:lnTo>
                    <a:pt x="3348"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40"/>
            <p:cNvSpPr/>
            <p:nvPr/>
          </p:nvSpPr>
          <p:spPr>
            <a:xfrm>
              <a:off x="493798" y="2261751"/>
              <a:ext cx="115454" cy="297083"/>
            </a:xfrm>
            <a:custGeom>
              <a:avLst/>
              <a:gdLst/>
              <a:ahLst/>
              <a:cxnLst/>
              <a:rect l="l" t="t" r="r" b="b"/>
              <a:pathLst>
                <a:path w="3355" h="8633" extrusionOk="0">
                  <a:moveTo>
                    <a:pt x="3349" y="1"/>
                  </a:moveTo>
                  <a:lnTo>
                    <a:pt x="1608" y="1008"/>
                  </a:lnTo>
                  <a:lnTo>
                    <a:pt x="1608" y="1009"/>
                  </a:lnTo>
                  <a:lnTo>
                    <a:pt x="0" y="1938"/>
                  </a:lnTo>
                  <a:lnTo>
                    <a:pt x="10" y="8633"/>
                  </a:lnTo>
                  <a:lnTo>
                    <a:pt x="1749" y="7642"/>
                  </a:lnTo>
                  <a:lnTo>
                    <a:pt x="1749" y="7629"/>
                  </a:lnTo>
                  <a:lnTo>
                    <a:pt x="3355" y="6713"/>
                  </a:lnTo>
                  <a:lnTo>
                    <a:pt x="33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40"/>
            <p:cNvSpPr/>
            <p:nvPr/>
          </p:nvSpPr>
          <p:spPr>
            <a:xfrm>
              <a:off x="434264" y="2227166"/>
              <a:ext cx="174850" cy="101207"/>
            </a:xfrm>
            <a:custGeom>
              <a:avLst/>
              <a:gdLst/>
              <a:ahLst/>
              <a:cxnLst/>
              <a:rect l="l" t="t" r="r" b="b"/>
              <a:pathLst>
                <a:path w="5081" h="2941" extrusionOk="0">
                  <a:moveTo>
                    <a:pt x="3337" y="1"/>
                  </a:moveTo>
                  <a:lnTo>
                    <a:pt x="1" y="1935"/>
                  </a:lnTo>
                  <a:lnTo>
                    <a:pt x="1730" y="2940"/>
                  </a:lnTo>
                  <a:lnTo>
                    <a:pt x="5081" y="1006"/>
                  </a:lnTo>
                  <a:lnTo>
                    <a:pt x="333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40"/>
            <p:cNvSpPr/>
            <p:nvPr/>
          </p:nvSpPr>
          <p:spPr>
            <a:xfrm>
              <a:off x="434264" y="2293720"/>
              <a:ext cx="59912" cy="265079"/>
            </a:xfrm>
            <a:custGeom>
              <a:avLst/>
              <a:gdLst/>
              <a:ahLst/>
              <a:cxnLst/>
              <a:rect l="l" t="t" r="r" b="b"/>
              <a:pathLst>
                <a:path w="1741" h="7703" extrusionOk="0">
                  <a:moveTo>
                    <a:pt x="1" y="1"/>
                  </a:moveTo>
                  <a:lnTo>
                    <a:pt x="5" y="6711"/>
                  </a:lnTo>
                  <a:lnTo>
                    <a:pt x="1740" y="7702"/>
                  </a:lnTo>
                  <a:lnTo>
                    <a:pt x="1730" y="1006"/>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40"/>
            <p:cNvSpPr/>
            <p:nvPr/>
          </p:nvSpPr>
          <p:spPr>
            <a:xfrm>
              <a:off x="493798" y="2261751"/>
              <a:ext cx="115454" cy="297049"/>
            </a:xfrm>
            <a:custGeom>
              <a:avLst/>
              <a:gdLst/>
              <a:ahLst/>
              <a:cxnLst/>
              <a:rect l="l" t="t" r="r" b="b"/>
              <a:pathLst>
                <a:path w="3355" h="8632" extrusionOk="0">
                  <a:moveTo>
                    <a:pt x="3349" y="1"/>
                  </a:moveTo>
                  <a:lnTo>
                    <a:pt x="0" y="1937"/>
                  </a:lnTo>
                  <a:lnTo>
                    <a:pt x="12" y="8631"/>
                  </a:lnTo>
                  <a:lnTo>
                    <a:pt x="3355" y="6713"/>
                  </a:lnTo>
                  <a:lnTo>
                    <a:pt x="33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40"/>
            <p:cNvSpPr/>
            <p:nvPr/>
          </p:nvSpPr>
          <p:spPr>
            <a:xfrm>
              <a:off x="434264" y="2227166"/>
              <a:ext cx="174850" cy="101207"/>
            </a:xfrm>
            <a:custGeom>
              <a:avLst/>
              <a:gdLst/>
              <a:ahLst/>
              <a:cxnLst/>
              <a:rect l="l" t="t" r="r" b="b"/>
              <a:pathLst>
                <a:path w="5081" h="2941" extrusionOk="0">
                  <a:moveTo>
                    <a:pt x="3337" y="1"/>
                  </a:moveTo>
                  <a:lnTo>
                    <a:pt x="1" y="1935"/>
                  </a:lnTo>
                  <a:lnTo>
                    <a:pt x="1730" y="2940"/>
                  </a:lnTo>
                  <a:lnTo>
                    <a:pt x="5081" y="1006"/>
                  </a:lnTo>
                  <a:lnTo>
                    <a:pt x="33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40"/>
            <p:cNvSpPr/>
            <p:nvPr/>
          </p:nvSpPr>
          <p:spPr>
            <a:xfrm>
              <a:off x="463893" y="2272143"/>
              <a:ext cx="39643" cy="35927"/>
            </a:xfrm>
            <a:custGeom>
              <a:avLst/>
              <a:gdLst/>
              <a:ahLst/>
              <a:cxnLst/>
              <a:rect l="l" t="t" r="r" b="b"/>
              <a:pathLst>
                <a:path w="1152" h="1044" extrusionOk="0">
                  <a:moveTo>
                    <a:pt x="0" y="0"/>
                  </a:moveTo>
                  <a:lnTo>
                    <a:pt x="5" y="388"/>
                  </a:lnTo>
                  <a:lnTo>
                    <a:pt x="1152" y="1044"/>
                  </a:lnTo>
                  <a:lnTo>
                    <a:pt x="1144" y="665"/>
                  </a:lnTo>
                  <a:lnTo>
                    <a:pt x="0" y="0"/>
                  </a:lnTo>
                  <a:close/>
                </a:path>
              </a:pathLst>
            </a:custGeom>
            <a:solidFill>
              <a:srgbClr val="9CDD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40"/>
            <p:cNvSpPr/>
            <p:nvPr/>
          </p:nvSpPr>
          <p:spPr>
            <a:xfrm>
              <a:off x="503296" y="2251083"/>
              <a:ext cx="76258" cy="57022"/>
            </a:xfrm>
            <a:custGeom>
              <a:avLst/>
              <a:gdLst/>
              <a:ahLst/>
              <a:cxnLst/>
              <a:rect l="l" t="t" r="r" b="b"/>
              <a:pathLst>
                <a:path w="2216" h="1657" extrusionOk="0">
                  <a:moveTo>
                    <a:pt x="2211" y="1"/>
                  </a:moveTo>
                  <a:lnTo>
                    <a:pt x="1" y="1278"/>
                  </a:lnTo>
                  <a:lnTo>
                    <a:pt x="8" y="1657"/>
                  </a:lnTo>
                  <a:lnTo>
                    <a:pt x="2216" y="389"/>
                  </a:lnTo>
                  <a:lnTo>
                    <a:pt x="22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40"/>
            <p:cNvSpPr/>
            <p:nvPr/>
          </p:nvSpPr>
          <p:spPr>
            <a:xfrm>
              <a:off x="463893" y="2228199"/>
              <a:ext cx="115523" cy="66829"/>
            </a:xfrm>
            <a:custGeom>
              <a:avLst/>
              <a:gdLst/>
              <a:ahLst/>
              <a:cxnLst/>
              <a:rect l="l" t="t" r="r" b="b"/>
              <a:pathLst>
                <a:path w="3357" h="1942" extrusionOk="0">
                  <a:moveTo>
                    <a:pt x="2205" y="0"/>
                  </a:moveTo>
                  <a:lnTo>
                    <a:pt x="0" y="1277"/>
                  </a:lnTo>
                  <a:lnTo>
                    <a:pt x="1144" y="1942"/>
                  </a:lnTo>
                  <a:lnTo>
                    <a:pt x="3356" y="666"/>
                  </a:lnTo>
                  <a:lnTo>
                    <a:pt x="22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40"/>
            <p:cNvSpPr/>
            <p:nvPr/>
          </p:nvSpPr>
          <p:spPr>
            <a:xfrm>
              <a:off x="598653" y="2270732"/>
              <a:ext cx="4474" cy="7674"/>
            </a:xfrm>
            <a:custGeom>
              <a:avLst/>
              <a:gdLst/>
              <a:ahLst/>
              <a:cxnLst/>
              <a:rect l="l" t="t" r="r" b="b"/>
              <a:pathLst>
                <a:path w="130" h="223" extrusionOk="0">
                  <a:moveTo>
                    <a:pt x="129" y="0"/>
                  </a:moveTo>
                  <a:lnTo>
                    <a:pt x="1" y="75"/>
                  </a:lnTo>
                  <a:lnTo>
                    <a:pt x="1" y="223"/>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40"/>
            <p:cNvSpPr/>
            <p:nvPr/>
          </p:nvSpPr>
          <p:spPr>
            <a:xfrm>
              <a:off x="598653" y="2277581"/>
              <a:ext cx="4474" cy="7777"/>
            </a:xfrm>
            <a:custGeom>
              <a:avLst/>
              <a:gdLst/>
              <a:ahLst/>
              <a:cxnLst/>
              <a:rect l="l" t="t" r="r" b="b"/>
              <a:pathLst>
                <a:path w="130" h="226" extrusionOk="0">
                  <a:moveTo>
                    <a:pt x="129" y="0"/>
                  </a:moveTo>
                  <a:lnTo>
                    <a:pt x="1" y="75"/>
                  </a:lnTo>
                  <a:lnTo>
                    <a:pt x="1" y="226"/>
                  </a:lnTo>
                  <a:lnTo>
                    <a:pt x="129"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40"/>
            <p:cNvSpPr/>
            <p:nvPr/>
          </p:nvSpPr>
          <p:spPr>
            <a:xfrm>
              <a:off x="598721" y="2284463"/>
              <a:ext cx="4405" cy="7743"/>
            </a:xfrm>
            <a:custGeom>
              <a:avLst/>
              <a:gdLst/>
              <a:ahLst/>
              <a:cxnLst/>
              <a:rect l="l" t="t" r="r" b="b"/>
              <a:pathLst>
                <a:path w="128" h="225" extrusionOk="0">
                  <a:moveTo>
                    <a:pt x="127" y="1"/>
                  </a:moveTo>
                  <a:lnTo>
                    <a:pt x="0" y="77"/>
                  </a:lnTo>
                  <a:lnTo>
                    <a:pt x="0" y="225"/>
                  </a:lnTo>
                  <a:lnTo>
                    <a:pt x="127" y="150"/>
                  </a:lnTo>
                  <a:lnTo>
                    <a:pt x="1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40"/>
            <p:cNvSpPr/>
            <p:nvPr/>
          </p:nvSpPr>
          <p:spPr>
            <a:xfrm>
              <a:off x="598721" y="2291414"/>
              <a:ext cx="4508" cy="7708"/>
            </a:xfrm>
            <a:custGeom>
              <a:avLst/>
              <a:gdLst/>
              <a:ahLst/>
              <a:cxnLst/>
              <a:rect l="l" t="t" r="r" b="b"/>
              <a:pathLst>
                <a:path w="131" h="224" extrusionOk="0">
                  <a:moveTo>
                    <a:pt x="130" y="1"/>
                  </a:moveTo>
                  <a:lnTo>
                    <a:pt x="0" y="75"/>
                  </a:lnTo>
                  <a:lnTo>
                    <a:pt x="0" y="223"/>
                  </a:lnTo>
                  <a:lnTo>
                    <a:pt x="130" y="148"/>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40"/>
            <p:cNvSpPr/>
            <p:nvPr/>
          </p:nvSpPr>
          <p:spPr>
            <a:xfrm>
              <a:off x="598756" y="2325965"/>
              <a:ext cx="4508" cy="7743"/>
            </a:xfrm>
            <a:custGeom>
              <a:avLst/>
              <a:gdLst/>
              <a:ahLst/>
              <a:cxnLst/>
              <a:rect l="l" t="t" r="r" b="b"/>
              <a:pathLst>
                <a:path w="131" h="225" extrusionOk="0">
                  <a:moveTo>
                    <a:pt x="131" y="0"/>
                  </a:moveTo>
                  <a:lnTo>
                    <a:pt x="1" y="75"/>
                  </a:lnTo>
                  <a:lnTo>
                    <a:pt x="2"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40"/>
            <p:cNvSpPr/>
            <p:nvPr/>
          </p:nvSpPr>
          <p:spPr>
            <a:xfrm>
              <a:off x="598756" y="2319048"/>
              <a:ext cx="4508" cy="7708"/>
            </a:xfrm>
            <a:custGeom>
              <a:avLst/>
              <a:gdLst/>
              <a:ahLst/>
              <a:cxnLst/>
              <a:rect l="l" t="t" r="r" b="b"/>
              <a:pathLst>
                <a:path w="131" h="224" extrusionOk="0">
                  <a:moveTo>
                    <a:pt x="131" y="1"/>
                  </a:moveTo>
                  <a:lnTo>
                    <a:pt x="1" y="76"/>
                  </a:lnTo>
                  <a:lnTo>
                    <a:pt x="1"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40"/>
            <p:cNvSpPr/>
            <p:nvPr/>
          </p:nvSpPr>
          <p:spPr>
            <a:xfrm>
              <a:off x="598756" y="2312131"/>
              <a:ext cx="4508" cy="7708"/>
            </a:xfrm>
            <a:custGeom>
              <a:avLst/>
              <a:gdLst/>
              <a:ahLst/>
              <a:cxnLst/>
              <a:rect l="l" t="t" r="r" b="b"/>
              <a:pathLst>
                <a:path w="131" h="224" extrusionOk="0">
                  <a:moveTo>
                    <a:pt x="131" y="0"/>
                  </a:moveTo>
                  <a:lnTo>
                    <a:pt x="1" y="75"/>
                  </a:lnTo>
                  <a:lnTo>
                    <a:pt x="1"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40"/>
            <p:cNvSpPr/>
            <p:nvPr/>
          </p:nvSpPr>
          <p:spPr>
            <a:xfrm>
              <a:off x="598721" y="2305214"/>
              <a:ext cx="4542" cy="7743"/>
            </a:xfrm>
            <a:custGeom>
              <a:avLst/>
              <a:gdLst/>
              <a:ahLst/>
              <a:cxnLst/>
              <a:rect l="l" t="t" r="r" b="b"/>
              <a:pathLst>
                <a:path w="132" h="225" extrusionOk="0">
                  <a:moveTo>
                    <a:pt x="130" y="1"/>
                  </a:moveTo>
                  <a:lnTo>
                    <a:pt x="0" y="75"/>
                  </a:lnTo>
                  <a:lnTo>
                    <a:pt x="2" y="224"/>
                  </a:lnTo>
                  <a:lnTo>
                    <a:pt x="132"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40"/>
            <p:cNvSpPr/>
            <p:nvPr/>
          </p:nvSpPr>
          <p:spPr>
            <a:xfrm>
              <a:off x="598721" y="2298331"/>
              <a:ext cx="4508" cy="7708"/>
            </a:xfrm>
            <a:custGeom>
              <a:avLst/>
              <a:gdLst/>
              <a:ahLst/>
              <a:cxnLst/>
              <a:rect l="l" t="t" r="r" b="b"/>
              <a:pathLst>
                <a:path w="131" h="224" extrusionOk="0">
                  <a:moveTo>
                    <a:pt x="130" y="0"/>
                  </a:moveTo>
                  <a:lnTo>
                    <a:pt x="0" y="76"/>
                  </a:lnTo>
                  <a:lnTo>
                    <a:pt x="0" y="224"/>
                  </a:lnTo>
                  <a:lnTo>
                    <a:pt x="130" y="149"/>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40"/>
            <p:cNvSpPr/>
            <p:nvPr/>
          </p:nvSpPr>
          <p:spPr>
            <a:xfrm>
              <a:off x="598825" y="2346646"/>
              <a:ext cx="4508" cy="7743"/>
            </a:xfrm>
            <a:custGeom>
              <a:avLst/>
              <a:gdLst/>
              <a:ahLst/>
              <a:cxnLst/>
              <a:rect l="l" t="t" r="r" b="b"/>
              <a:pathLst>
                <a:path w="131" h="225" extrusionOk="0">
                  <a:moveTo>
                    <a:pt x="130" y="1"/>
                  </a:moveTo>
                  <a:lnTo>
                    <a:pt x="0" y="77"/>
                  </a:lnTo>
                  <a:lnTo>
                    <a:pt x="3" y="225"/>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40"/>
            <p:cNvSpPr/>
            <p:nvPr/>
          </p:nvSpPr>
          <p:spPr>
            <a:xfrm>
              <a:off x="598825" y="2339764"/>
              <a:ext cx="4508" cy="7674"/>
            </a:xfrm>
            <a:custGeom>
              <a:avLst/>
              <a:gdLst/>
              <a:ahLst/>
              <a:cxnLst/>
              <a:rect l="l" t="t" r="r" b="b"/>
              <a:pathLst>
                <a:path w="131" h="223" extrusionOk="0">
                  <a:moveTo>
                    <a:pt x="130" y="0"/>
                  </a:moveTo>
                  <a:lnTo>
                    <a:pt x="0" y="75"/>
                  </a:lnTo>
                  <a:lnTo>
                    <a:pt x="0" y="223"/>
                  </a:lnTo>
                  <a:lnTo>
                    <a:pt x="130" y="149"/>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40"/>
            <p:cNvSpPr/>
            <p:nvPr/>
          </p:nvSpPr>
          <p:spPr>
            <a:xfrm>
              <a:off x="598825" y="2332813"/>
              <a:ext cx="4508" cy="7777"/>
            </a:xfrm>
            <a:custGeom>
              <a:avLst/>
              <a:gdLst/>
              <a:ahLst/>
              <a:cxnLst/>
              <a:rect l="l" t="t" r="r" b="b"/>
              <a:pathLst>
                <a:path w="131" h="226" extrusionOk="0">
                  <a:moveTo>
                    <a:pt x="129" y="0"/>
                  </a:moveTo>
                  <a:lnTo>
                    <a:pt x="0" y="76"/>
                  </a:lnTo>
                  <a:lnTo>
                    <a:pt x="0" y="226"/>
                  </a:lnTo>
                  <a:lnTo>
                    <a:pt x="130" y="151"/>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40"/>
            <p:cNvSpPr/>
            <p:nvPr/>
          </p:nvSpPr>
          <p:spPr>
            <a:xfrm>
              <a:off x="598928" y="2353598"/>
              <a:ext cx="4439" cy="7674"/>
            </a:xfrm>
            <a:custGeom>
              <a:avLst/>
              <a:gdLst/>
              <a:ahLst/>
              <a:cxnLst/>
              <a:rect l="l" t="t" r="r" b="b"/>
              <a:pathLst>
                <a:path w="129" h="223" extrusionOk="0">
                  <a:moveTo>
                    <a:pt x="127" y="1"/>
                  </a:moveTo>
                  <a:lnTo>
                    <a:pt x="0" y="75"/>
                  </a:lnTo>
                  <a:lnTo>
                    <a:pt x="0" y="223"/>
                  </a:lnTo>
                  <a:lnTo>
                    <a:pt x="129" y="148"/>
                  </a:lnTo>
                  <a:lnTo>
                    <a:pt x="1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40"/>
            <p:cNvSpPr/>
            <p:nvPr/>
          </p:nvSpPr>
          <p:spPr>
            <a:xfrm>
              <a:off x="598928" y="2360446"/>
              <a:ext cx="4439" cy="7777"/>
            </a:xfrm>
            <a:custGeom>
              <a:avLst/>
              <a:gdLst/>
              <a:ahLst/>
              <a:cxnLst/>
              <a:rect l="l" t="t" r="r" b="b"/>
              <a:pathLst>
                <a:path w="129" h="226" extrusionOk="0">
                  <a:moveTo>
                    <a:pt x="129" y="1"/>
                  </a:moveTo>
                  <a:lnTo>
                    <a:pt x="0" y="75"/>
                  </a:lnTo>
                  <a:lnTo>
                    <a:pt x="0" y="226"/>
                  </a:lnTo>
                  <a:lnTo>
                    <a:pt x="129" y="151"/>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40"/>
            <p:cNvSpPr/>
            <p:nvPr/>
          </p:nvSpPr>
          <p:spPr>
            <a:xfrm>
              <a:off x="598928" y="2367328"/>
              <a:ext cx="4439" cy="7743"/>
            </a:xfrm>
            <a:custGeom>
              <a:avLst/>
              <a:gdLst/>
              <a:ahLst/>
              <a:cxnLst/>
              <a:rect l="l" t="t" r="r" b="b"/>
              <a:pathLst>
                <a:path w="129" h="225" extrusionOk="0">
                  <a:moveTo>
                    <a:pt x="129" y="1"/>
                  </a:moveTo>
                  <a:lnTo>
                    <a:pt x="0" y="77"/>
                  </a:lnTo>
                  <a:lnTo>
                    <a:pt x="1" y="225"/>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40"/>
            <p:cNvSpPr/>
            <p:nvPr/>
          </p:nvSpPr>
          <p:spPr>
            <a:xfrm>
              <a:off x="598962" y="2374280"/>
              <a:ext cx="4508" cy="7743"/>
            </a:xfrm>
            <a:custGeom>
              <a:avLst/>
              <a:gdLst/>
              <a:ahLst/>
              <a:cxnLst/>
              <a:rect l="l" t="t" r="r" b="b"/>
              <a:pathLst>
                <a:path w="131" h="225" extrusionOk="0">
                  <a:moveTo>
                    <a:pt x="128" y="1"/>
                  </a:moveTo>
                  <a:lnTo>
                    <a:pt x="0" y="75"/>
                  </a:lnTo>
                  <a:lnTo>
                    <a:pt x="0" y="225"/>
                  </a:lnTo>
                  <a:lnTo>
                    <a:pt x="131" y="149"/>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40"/>
            <p:cNvSpPr/>
            <p:nvPr/>
          </p:nvSpPr>
          <p:spPr>
            <a:xfrm>
              <a:off x="598962" y="2381197"/>
              <a:ext cx="4508" cy="7743"/>
            </a:xfrm>
            <a:custGeom>
              <a:avLst/>
              <a:gdLst/>
              <a:ahLst/>
              <a:cxnLst/>
              <a:rect l="l" t="t" r="r" b="b"/>
              <a:pathLst>
                <a:path w="131" h="225" extrusionOk="0">
                  <a:moveTo>
                    <a:pt x="131" y="0"/>
                  </a:moveTo>
                  <a:lnTo>
                    <a:pt x="0" y="73"/>
                  </a:lnTo>
                  <a:lnTo>
                    <a:pt x="0"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40"/>
            <p:cNvSpPr/>
            <p:nvPr/>
          </p:nvSpPr>
          <p:spPr>
            <a:xfrm>
              <a:off x="598997" y="2401947"/>
              <a:ext cx="4542" cy="7674"/>
            </a:xfrm>
            <a:custGeom>
              <a:avLst/>
              <a:gdLst/>
              <a:ahLst/>
              <a:cxnLst/>
              <a:rect l="l" t="t" r="r" b="b"/>
              <a:pathLst>
                <a:path w="132" h="223" extrusionOk="0">
                  <a:moveTo>
                    <a:pt x="131" y="0"/>
                  </a:moveTo>
                  <a:lnTo>
                    <a:pt x="1" y="75"/>
                  </a:lnTo>
                  <a:lnTo>
                    <a:pt x="1" y="222"/>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40"/>
            <p:cNvSpPr/>
            <p:nvPr/>
          </p:nvSpPr>
          <p:spPr>
            <a:xfrm>
              <a:off x="598997" y="2394996"/>
              <a:ext cx="4474" cy="7743"/>
            </a:xfrm>
            <a:custGeom>
              <a:avLst/>
              <a:gdLst/>
              <a:ahLst/>
              <a:cxnLst/>
              <a:rect l="l" t="t" r="r" b="b"/>
              <a:pathLst>
                <a:path w="130" h="225" extrusionOk="0">
                  <a:moveTo>
                    <a:pt x="130" y="0"/>
                  </a:moveTo>
                  <a:lnTo>
                    <a:pt x="1" y="75"/>
                  </a:lnTo>
                  <a:lnTo>
                    <a:pt x="1"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40"/>
            <p:cNvSpPr/>
            <p:nvPr/>
          </p:nvSpPr>
          <p:spPr>
            <a:xfrm>
              <a:off x="598962" y="2388079"/>
              <a:ext cx="4508" cy="7812"/>
            </a:xfrm>
            <a:custGeom>
              <a:avLst/>
              <a:gdLst/>
              <a:ahLst/>
              <a:cxnLst/>
              <a:rect l="l" t="t" r="r" b="b"/>
              <a:pathLst>
                <a:path w="131" h="227" extrusionOk="0">
                  <a:moveTo>
                    <a:pt x="131" y="1"/>
                  </a:moveTo>
                  <a:lnTo>
                    <a:pt x="0" y="75"/>
                  </a:lnTo>
                  <a:lnTo>
                    <a:pt x="0" y="226"/>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40"/>
            <p:cNvSpPr/>
            <p:nvPr/>
          </p:nvSpPr>
          <p:spPr>
            <a:xfrm>
              <a:off x="598997" y="2415712"/>
              <a:ext cx="4542" cy="7743"/>
            </a:xfrm>
            <a:custGeom>
              <a:avLst/>
              <a:gdLst/>
              <a:ahLst/>
              <a:cxnLst/>
              <a:rect l="l" t="t" r="r" b="b"/>
              <a:pathLst>
                <a:path w="132" h="225" extrusionOk="0">
                  <a:moveTo>
                    <a:pt x="131" y="1"/>
                  </a:moveTo>
                  <a:lnTo>
                    <a:pt x="1" y="76"/>
                  </a:lnTo>
                  <a:lnTo>
                    <a:pt x="2"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40"/>
            <p:cNvSpPr/>
            <p:nvPr/>
          </p:nvSpPr>
          <p:spPr>
            <a:xfrm>
              <a:off x="598997" y="2408830"/>
              <a:ext cx="4542" cy="7743"/>
            </a:xfrm>
            <a:custGeom>
              <a:avLst/>
              <a:gdLst/>
              <a:ahLst/>
              <a:cxnLst/>
              <a:rect l="l" t="t" r="r" b="b"/>
              <a:pathLst>
                <a:path w="132" h="225" extrusionOk="0">
                  <a:moveTo>
                    <a:pt x="131" y="1"/>
                  </a:moveTo>
                  <a:lnTo>
                    <a:pt x="1" y="74"/>
                  </a:lnTo>
                  <a:lnTo>
                    <a:pt x="1" y="224"/>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40"/>
            <p:cNvSpPr/>
            <p:nvPr/>
          </p:nvSpPr>
          <p:spPr>
            <a:xfrm>
              <a:off x="599066" y="2429581"/>
              <a:ext cx="4508" cy="7674"/>
            </a:xfrm>
            <a:custGeom>
              <a:avLst/>
              <a:gdLst/>
              <a:ahLst/>
              <a:cxnLst/>
              <a:rect l="l" t="t" r="r" b="b"/>
              <a:pathLst>
                <a:path w="131" h="223" extrusionOk="0">
                  <a:moveTo>
                    <a:pt x="131" y="0"/>
                  </a:moveTo>
                  <a:lnTo>
                    <a:pt x="0" y="75"/>
                  </a:lnTo>
                  <a:lnTo>
                    <a:pt x="0"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40"/>
            <p:cNvSpPr/>
            <p:nvPr/>
          </p:nvSpPr>
          <p:spPr>
            <a:xfrm>
              <a:off x="599066" y="2422629"/>
              <a:ext cx="4508" cy="7674"/>
            </a:xfrm>
            <a:custGeom>
              <a:avLst/>
              <a:gdLst/>
              <a:ahLst/>
              <a:cxnLst/>
              <a:rect l="l" t="t" r="r" b="b"/>
              <a:pathLst>
                <a:path w="131" h="223" extrusionOk="0">
                  <a:moveTo>
                    <a:pt x="129" y="0"/>
                  </a:moveTo>
                  <a:lnTo>
                    <a:pt x="0" y="75"/>
                  </a:lnTo>
                  <a:lnTo>
                    <a:pt x="0" y="223"/>
                  </a:lnTo>
                  <a:lnTo>
                    <a:pt x="131"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40"/>
            <p:cNvSpPr/>
            <p:nvPr/>
          </p:nvSpPr>
          <p:spPr>
            <a:xfrm>
              <a:off x="599203" y="2464062"/>
              <a:ext cx="4542" cy="7743"/>
            </a:xfrm>
            <a:custGeom>
              <a:avLst/>
              <a:gdLst/>
              <a:ahLst/>
              <a:cxnLst/>
              <a:rect l="l" t="t" r="r" b="b"/>
              <a:pathLst>
                <a:path w="132" h="225" extrusionOk="0">
                  <a:moveTo>
                    <a:pt x="128" y="0"/>
                  </a:moveTo>
                  <a:lnTo>
                    <a:pt x="1" y="75"/>
                  </a:lnTo>
                  <a:lnTo>
                    <a:pt x="1" y="224"/>
                  </a:lnTo>
                  <a:lnTo>
                    <a:pt x="131" y="150"/>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40"/>
            <p:cNvSpPr/>
            <p:nvPr/>
          </p:nvSpPr>
          <p:spPr>
            <a:xfrm>
              <a:off x="599169" y="2457179"/>
              <a:ext cx="4474" cy="7708"/>
            </a:xfrm>
            <a:custGeom>
              <a:avLst/>
              <a:gdLst/>
              <a:ahLst/>
              <a:cxnLst/>
              <a:rect l="l" t="t" r="r" b="b"/>
              <a:pathLst>
                <a:path w="130" h="224" extrusionOk="0">
                  <a:moveTo>
                    <a:pt x="129" y="0"/>
                  </a:moveTo>
                  <a:lnTo>
                    <a:pt x="0" y="76"/>
                  </a:lnTo>
                  <a:lnTo>
                    <a:pt x="2" y="224"/>
                  </a:lnTo>
                  <a:lnTo>
                    <a:pt x="129" y="149"/>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40"/>
            <p:cNvSpPr/>
            <p:nvPr/>
          </p:nvSpPr>
          <p:spPr>
            <a:xfrm>
              <a:off x="599169" y="2450263"/>
              <a:ext cx="4474" cy="7674"/>
            </a:xfrm>
            <a:custGeom>
              <a:avLst/>
              <a:gdLst/>
              <a:ahLst/>
              <a:cxnLst/>
              <a:rect l="l" t="t" r="r" b="b"/>
              <a:pathLst>
                <a:path w="130" h="223" extrusionOk="0">
                  <a:moveTo>
                    <a:pt x="129" y="1"/>
                  </a:moveTo>
                  <a:lnTo>
                    <a:pt x="0" y="75"/>
                  </a:lnTo>
                  <a:lnTo>
                    <a:pt x="0" y="223"/>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40"/>
            <p:cNvSpPr/>
            <p:nvPr/>
          </p:nvSpPr>
          <p:spPr>
            <a:xfrm>
              <a:off x="599169" y="2443311"/>
              <a:ext cx="4474" cy="7743"/>
            </a:xfrm>
            <a:custGeom>
              <a:avLst/>
              <a:gdLst/>
              <a:ahLst/>
              <a:cxnLst/>
              <a:rect l="l" t="t" r="r" b="b"/>
              <a:pathLst>
                <a:path w="130" h="225" extrusionOk="0">
                  <a:moveTo>
                    <a:pt x="128" y="1"/>
                  </a:moveTo>
                  <a:lnTo>
                    <a:pt x="0" y="77"/>
                  </a:lnTo>
                  <a:lnTo>
                    <a:pt x="0" y="225"/>
                  </a:lnTo>
                  <a:lnTo>
                    <a:pt x="129" y="151"/>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40"/>
            <p:cNvSpPr/>
            <p:nvPr/>
          </p:nvSpPr>
          <p:spPr>
            <a:xfrm>
              <a:off x="599066" y="2436463"/>
              <a:ext cx="4508" cy="7708"/>
            </a:xfrm>
            <a:custGeom>
              <a:avLst/>
              <a:gdLst/>
              <a:ahLst/>
              <a:cxnLst/>
              <a:rect l="l" t="t" r="r" b="b"/>
              <a:pathLst>
                <a:path w="131" h="224" extrusionOk="0">
                  <a:moveTo>
                    <a:pt x="131" y="1"/>
                  </a:moveTo>
                  <a:lnTo>
                    <a:pt x="0" y="74"/>
                  </a:lnTo>
                  <a:lnTo>
                    <a:pt x="3"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40"/>
            <p:cNvSpPr/>
            <p:nvPr/>
          </p:nvSpPr>
          <p:spPr>
            <a:xfrm>
              <a:off x="599272" y="2484813"/>
              <a:ext cx="4474" cy="7743"/>
            </a:xfrm>
            <a:custGeom>
              <a:avLst/>
              <a:gdLst/>
              <a:ahLst/>
              <a:cxnLst/>
              <a:rect l="l" t="t" r="r" b="b"/>
              <a:pathLst>
                <a:path w="130" h="225" extrusionOk="0">
                  <a:moveTo>
                    <a:pt x="129" y="0"/>
                  </a:moveTo>
                  <a:lnTo>
                    <a:pt x="0" y="75"/>
                  </a:lnTo>
                  <a:lnTo>
                    <a:pt x="0" y="224"/>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40"/>
            <p:cNvSpPr/>
            <p:nvPr/>
          </p:nvSpPr>
          <p:spPr>
            <a:xfrm>
              <a:off x="599203" y="2477896"/>
              <a:ext cx="4542" cy="7708"/>
            </a:xfrm>
            <a:custGeom>
              <a:avLst/>
              <a:gdLst/>
              <a:ahLst/>
              <a:cxnLst/>
              <a:rect l="l" t="t" r="r" b="b"/>
              <a:pathLst>
                <a:path w="132" h="224" extrusionOk="0">
                  <a:moveTo>
                    <a:pt x="131" y="1"/>
                  </a:moveTo>
                  <a:lnTo>
                    <a:pt x="1" y="75"/>
                  </a:lnTo>
                  <a:lnTo>
                    <a:pt x="2"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40"/>
            <p:cNvSpPr/>
            <p:nvPr/>
          </p:nvSpPr>
          <p:spPr>
            <a:xfrm>
              <a:off x="599203" y="2470944"/>
              <a:ext cx="4542" cy="7743"/>
            </a:xfrm>
            <a:custGeom>
              <a:avLst/>
              <a:gdLst/>
              <a:ahLst/>
              <a:cxnLst/>
              <a:rect l="l" t="t" r="r" b="b"/>
              <a:pathLst>
                <a:path w="132" h="225" extrusionOk="0">
                  <a:moveTo>
                    <a:pt x="131" y="1"/>
                  </a:moveTo>
                  <a:lnTo>
                    <a:pt x="1" y="76"/>
                  </a:lnTo>
                  <a:lnTo>
                    <a:pt x="1" y="225"/>
                  </a:lnTo>
                  <a:lnTo>
                    <a:pt x="131" y="152"/>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40"/>
            <p:cNvSpPr/>
            <p:nvPr/>
          </p:nvSpPr>
          <p:spPr>
            <a:xfrm>
              <a:off x="591598" y="2281710"/>
              <a:ext cx="4474" cy="7743"/>
            </a:xfrm>
            <a:custGeom>
              <a:avLst/>
              <a:gdLst/>
              <a:ahLst/>
              <a:cxnLst/>
              <a:rect l="l" t="t" r="r" b="b"/>
              <a:pathLst>
                <a:path w="130" h="225" extrusionOk="0">
                  <a:moveTo>
                    <a:pt x="130" y="0"/>
                  </a:moveTo>
                  <a:lnTo>
                    <a:pt x="1" y="73"/>
                  </a:lnTo>
                  <a:lnTo>
                    <a:pt x="1"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40"/>
            <p:cNvSpPr/>
            <p:nvPr/>
          </p:nvSpPr>
          <p:spPr>
            <a:xfrm>
              <a:off x="591495" y="2274793"/>
              <a:ext cx="4577" cy="7708"/>
            </a:xfrm>
            <a:custGeom>
              <a:avLst/>
              <a:gdLst/>
              <a:ahLst/>
              <a:cxnLst/>
              <a:rect l="l" t="t" r="r" b="b"/>
              <a:pathLst>
                <a:path w="133" h="224" extrusionOk="0">
                  <a:moveTo>
                    <a:pt x="131" y="1"/>
                  </a:moveTo>
                  <a:lnTo>
                    <a:pt x="1" y="76"/>
                  </a:lnTo>
                  <a:lnTo>
                    <a:pt x="4" y="223"/>
                  </a:lnTo>
                  <a:lnTo>
                    <a:pt x="133"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40"/>
            <p:cNvSpPr/>
            <p:nvPr/>
          </p:nvSpPr>
          <p:spPr>
            <a:xfrm>
              <a:off x="591667" y="2316191"/>
              <a:ext cx="4508" cy="7743"/>
            </a:xfrm>
            <a:custGeom>
              <a:avLst/>
              <a:gdLst/>
              <a:ahLst/>
              <a:cxnLst/>
              <a:rect l="l" t="t" r="r" b="b"/>
              <a:pathLst>
                <a:path w="131" h="225" extrusionOk="0">
                  <a:moveTo>
                    <a:pt x="131" y="1"/>
                  </a:moveTo>
                  <a:lnTo>
                    <a:pt x="0" y="77"/>
                  </a:lnTo>
                  <a:lnTo>
                    <a:pt x="2" y="224"/>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40"/>
            <p:cNvSpPr/>
            <p:nvPr/>
          </p:nvSpPr>
          <p:spPr>
            <a:xfrm>
              <a:off x="591667" y="2309309"/>
              <a:ext cx="4508" cy="7674"/>
            </a:xfrm>
            <a:custGeom>
              <a:avLst/>
              <a:gdLst/>
              <a:ahLst/>
              <a:cxnLst/>
              <a:rect l="l" t="t" r="r" b="b"/>
              <a:pathLst>
                <a:path w="131" h="223" extrusionOk="0">
                  <a:moveTo>
                    <a:pt x="131" y="0"/>
                  </a:moveTo>
                  <a:lnTo>
                    <a:pt x="0" y="75"/>
                  </a:lnTo>
                  <a:lnTo>
                    <a:pt x="0" y="222"/>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40"/>
            <p:cNvSpPr/>
            <p:nvPr/>
          </p:nvSpPr>
          <p:spPr>
            <a:xfrm>
              <a:off x="591667" y="2302358"/>
              <a:ext cx="4508" cy="7777"/>
            </a:xfrm>
            <a:custGeom>
              <a:avLst/>
              <a:gdLst/>
              <a:ahLst/>
              <a:cxnLst/>
              <a:rect l="l" t="t" r="r" b="b"/>
              <a:pathLst>
                <a:path w="131" h="226" extrusionOk="0">
                  <a:moveTo>
                    <a:pt x="131" y="0"/>
                  </a:moveTo>
                  <a:lnTo>
                    <a:pt x="0" y="76"/>
                  </a:lnTo>
                  <a:lnTo>
                    <a:pt x="0" y="225"/>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40"/>
            <p:cNvSpPr/>
            <p:nvPr/>
          </p:nvSpPr>
          <p:spPr>
            <a:xfrm>
              <a:off x="591598" y="2295509"/>
              <a:ext cx="4474" cy="7674"/>
            </a:xfrm>
            <a:custGeom>
              <a:avLst/>
              <a:gdLst/>
              <a:ahLst/>
              <a:cxnLst/>
              <a:rect l="l" t="t" r="r" b="b"/>
              <a:pathLst>
                <a:path w="130" h="223" extrusionOk="0">
                  <a:moveTo>
                    <a:pt x="130" y="0"/>
                  </a:moveTo>
                  <a:lnTo>
                    <a:pt x="1" y="75"/>
                  </a:lnTo>
                  <a:lnTo>
                    <a:pt x="2"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40"/>
            <p:cNvSpPr/>
            <p:nvPr/>
          </p:nvSpPr>
          <p:spPr>
            <a:xfrm>
              <a:off x="591598" y="2288593"/>
              <a:ext cx="4474" cy="7708"/>
            </a:xfrm>
            <a:custGeom>
              <a:avLst/>
              <a:gdLst/>
              <a:ahLst/>
              <a:cxnLst/>
              <a:rect l="l" t="t" r="r" b="b"/>
              <a:pathLst>
                <a:path w="130" h="224" extrusionOk="0">
                  <a:moveTo>
                    <a:pt x="130" y="1"/>
                  </a:moveTo>
                  <a:lnTo>
                    <a:pt x="1" y="75"/>
                  </a:lnTo>
                  <a:lnTo>
                    <a:pt x="1" y="223"/>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40"/>
            <p:cNvSpPr/>
            <p:nvPr/>
          </p:nvSpPr>
          <p:spPr>
            <a:xfrm>
              <a:off x="591701" y="2323143"/>
              <a:ext cx="4542" cy="7674"/>
            </a:xfrm>
            <a:custGeom>
              <a:avLst/>
              <a:gdLst/>
              <a:ahLst/>
              <a:cxnLst/>
              <a:rect l="l" t="t" r="r" b="b"/>
              <a:pathLst>
                <a:path w="132" h="223" extrusionOk="0">
                  <a:moveTo>
                    <a:pt x="130" y="0"/>
                  </a:moveTo>
                  <a:lnTo>
                    <a:pt x="1" y="75"/>
                  </a:lnTo>
                  <a:lnTo>
                    <a:pt x="1" y="223"/>
                  </a:lnTo>
                  <a:lnTo>
                    <a:pt x="131"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40"/>
            <p:cNvSpPr/>
            <p:nvPr/>
          </p:nvSpPr>
          <p:spPr>
            <a:xfrm>
              <a:off x="591770" y="2343825"/>
              <a:ext cx="4508" cy="7743"/>
            </a:xfrm>
            <a:custGeom>
              <a:avLst/>
              <a:gdLst/>
              <a:ahLst/>
              <a:cxnLst/>
              <a:rect l="l" t="t" r="r" b="b"/>
              <a:pathLst>
                <a:path w="131" h="225" extrusionOk="0">
                  <a:moveTo>
                    <a:pt x="129" y="1"/>
                  </a:moveTo>
                  <a:lnTo>
                    <a:pt x="0" y="75"/>
                  </a:lnTo>
                  <a:lnTo>
                    <a:pt x="0" y="225"/>
                  </a:lnTo>
                  <a:lnTo>
                    <a:pt x="130"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40"/>
            <p:cNvSpPr/>
            <p:nvPr/>
          </p:nvSpPr>
          <p:spPr>
            <a:xfrm>
              <a:off x="591701" y="2336942"/>
              <a:ext cx="4542" cy="7743"/>
            </a:xfrm>
            <a:custGeom>
              <a:avLst/>
              <a:gdLst/>
              <a:ahLst/>
              <a:cxnLst/>
              <a:rect l="l" t="t" r="r" b="b"/>
              <a:pathLst>
                <a:path w="132" h="225" extrusionOk="0">
                  <a:moveTo>
                    <a:pt x="131" y="0"/>
                  </a:moveTo>
                  <a:lnTo>
                    <a:pt x="1" y="75"/>
                  </a:lnTo>
                  <a:lnTo>
                    <a:pt x="2"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40"/>
            <p:cNvSpPr/>
            <p:nvPr/>
          </p:nvSpPr>
          <p:spPr>
            <a:xfrm>
              <a:off x="591701" y="2330025"/>
              <a:ext cx="4542" cy="7743"/>
            </a:xfrm>
            <a:custGeom>
              <a:avLst/>
              <a:gdLst/>
              <a:ahLst/>
              <a:cxnLst/>
              <a:rect l="l" t="t" r="r" b="b"/>
              <a:pathLst>
                <a:path w="132" h="225" extrusionOk="0">
                  <a:moveTo>
                    <a:pt x="131" y="1"/>
                  </a:moveTo>
                  <a:lnTo>
                    <a:pt x="1" y="74"/>
                  </a:lnTo>
                  <a:lnTo>
                    <a:pt x="1"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40"/>
            <p:cNvSpPr/>
            <p:nvPr/>
          </p:nvSpPr>
          <p:spPr>
            <a:xfrm>
              <a:off x="591770" y="2350776"/>
              <a:ext cx="4508" cy="7708"/>
            </a:xfrm>
            <a:custGeom>
              <a:avLst/>
              <a:gdLst/>
              <a:ahLst/>
              <a:cxnLst/>
              <a:rect l="l" t="t" r="r" b="b"/>
              <a:pathLst>
                <a:path w="131" h="224" extrusionOk="0">
                  <a:moveTo>
                    <a:pt x="130" y="1"/>
                  </a:moveTo>
                  <a:lnTo>
                    <a:pt x="0" y="75"/>
                  </a:lnTo>
                  <a:lnTo>
                    <a:pt x="0" y="223"/>
                  </a:lnTo>
                  <a:lnTo>
                    <a:pt x="130" y="148"/>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40"/>
            <p:cNvSpPr/>
            <p:nvPr/>
          </p:nvSpPr>
          <p:spPr>
            <a:xfrm>
              <a:off x="591770" y="2357693"/>
              <a:ext cx="4508" cy="7708"/>
            </a:xfrm>
            <a:custGeom>
              <a:avLst/>
              <a:gdLst/>
              <a:ahLst/>
              <a:cxnLst/>
              <a:rect l="l" t="t" r="r" b="b"/>
              <a:pathLst>
                <a:path w="131" h="224" extrusionOk="0">
                  <a:moveTo>
                    <a:pt x="130" y="0"/>
                  </a:moveTo>
                  <a:lnTo>
                    <a:pt x="0" y="75"/>
                  </a:lnTo>
                  <a:lnTo>
                    <a:pt x="3"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40"/>
            <p:cNvSpPr/>
            <p:nvPr/>
          </p:nvSpPr>
          <p:spPr>
            <a:xfrm>
              <a:off x="591873" y="2385257"/>
              <a:ext cx="4542" cy="7743"/>
            </a:xfrm>
            <a:custGeom>
              <a:avLst/>
              <a:gdLst/>
              <a:ahLst/>
              <a:cxnLst/>
              <a:rect l="l" t="t" r="r" b="b"/>
              <a:pathLst>
                <a:path w="132" h="225" extrusionOk="0">
                  <a:moveTo>
                    <a:pt x="129" y="1"/>
                  </a:moveTo>
                  <a:lnTo>
                    <a:pt x="0" y="75"/>
                  </a:lnTo>
                  <a:lnTo>
                    <a:pt x="2" y="225"/>
                  </a:lnTo>
                  <a:lnTo>
                    <a:pt x="132"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40"/>
            <p:cNvSpPr/>
            <p:nvPr/>
          </p:nvSpPr>
          <p:spPr>
            <a:xfrm>
              <a:off x="591873" y="2378375"/>
              <a:ext cx="4439" cy="7743"/>
            </a:xfrm>
            <a:custGeom>
              <a:avLst/>
              <a:gdLst/>
              <a:ahLst/>
              <a:cxnLst/>
              <a:rect l="l" t="t" r="r" b="b"/>
              <a:pathLst>
                <a:path w="129" h="225" extrusionOk="0">
                  <a:moveTo>
                    <a:pt x="129" y="0"/>
                  </a:moveTo>
                  <a:lnTo>
                    <a:pt x="0" y="76"/>
                  </a:lnTo>
                  <a:lnTo>
                    <a:pt x="0" y="224"/>
                  </a:lnTo>
                  <a:lnTo>
                    <a:pt x="129"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40"/>
            <p:cNvSpPr/>
            <p:nvPr/>
          </p:nvSpPr>
          <p:spPr>
            <a:xfrm>
              <a:off x="591873" y="2371458"/>
              <a:ext cx="4439" cy="7708"/>
            </a:xfrm>
            <a:custGeom>
              <a:avLst/>
              <a:gdLst/>
              <a:ahLst/>
              <a:cxnLst/>
              <a:rect l="l" t="t" r="r" b="b"/>
              <a:pathLst>
                <a:path w="129" h="224" extrusionOk="0">
                  <a:moveTo>
                    <a:pt x="129" y="1"/>
                  </a:moveTo>
                  <a:lnTo>
                    <a:pt x="0" y="76"/>
                  </a:lnTo>
                  <a:lnTo>
                    <a:pt x="0" y="223"/>
                  </a:lnTo>
                  <a:lnTo>
                    <a:pt x="129"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40"/>
            <p:cNvSpPr/>
            <p:nvPr/>
          </p:nvSpPr>
          <p:spPr>
            <a:xfrm>
              <a:off x="591873" y="2364541"/>
              <a:ext cx="4439" cy="7708"/>
            </a:xfrm>
            <a:custGeom>
              <a:avLst/>
              <a:gdLst/>
              <a:ahLst/>
              <a:cxnLst/>
              <a:rect l="l" t="t" r="r" b="b"/>
              <a:pathLst>
                <a:path w="129" h="224" extrusionOk="0">
                  <a:moveTo>
                    <a:pt x="127" y="0"/>
                  </a:moveTo>
                  <a:lnTo>
                    <a:pt x="0" y="76"/>
                  </a:lnTo>
                  <a:lnTo>
                    <a:pt x="0" y="224"/>
                  </a:lnTo>
                  <a:lnTo>
                    <a:pt x="129" y="151"/>
                  </a:lnTo>
                  <a:lnTo>
                    <a:pt x="1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40"/>
            <p:cNvSpPr/>
            <p:nvPr/>
          </p:nvSpPr>
          <p:spPr>
            <a:xfrm>
              <a:off x="591977" y="2419807"/>
              <a:ext cx="4508" cy="7777"/>
            </a:xfrm>
            <a:custGeom>
              <a:avLst/>
              <a:gdLst/>
              <a:ahLst/>
              <a:cxnLst/>
              <a:rect l="l" t="t" r="r" b="b"/>
              <a:pathLst>
                <a:path w="131" h="226" extrusionOk="0">
                  <a:moveTo>
                    <a:pt x="130" y="0"/>
                  </a:moveTo>
                  <a:lnTo>
                    <a:pt x="0" y="75"/>
                  </a:lnTo>
                  <a:lnTo>
                    <a:pt x="0" y="226"/>
                  </a:lnTo>
                  <a:lnTo>
                    <a:pt x="130" y="150"/>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40"/>
            <p:cNvSpPr/>
            <p:nvPr/>
          </p:nvSpPr>
          <p:spPr>
            <a:xfrm>
              <a:off x="591977" y="2412856"/>
              <a:ext cx="4508" cy="7777"/>
            </a:xfrm>
            <a:custGeom>
              <a:avLst/>
              <a:gdLst/>
              <a:ahLst/>
              <a:cxnLst/>
              <a:rect l="l" t="t" r="r" b="b"/>
              <a:pathLst>
                <a:path w="131" h="226" extrusionOk="0">
                  <a:moveTo>
                    <a:pt x="129" y="1"/>
                  </a:moveTo>
                  <a:lnTo>
                    <a:pt x="0" y="77"/>
                  </a:lnTo>
                  <a:lnTo>
                    <a:pt x="0" y="226"/>
                  </a:lnTo>
                  <a:lnTo>
                    <a:pt x="130" y="151"/>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40"/>
            <p:cNvSpPr/>
            <p:nvPr/>
          </p:nvSpPr>
          <p:spPr>
            <a:xfrm>
              <a:off x="591908" y="2406008"/>
              <a:ext cx="4508" cy="7743"/>
            </a:xfrm>
            <a:custGeom>
              <a:avLst/>
              <a:gdLst/>
              <a:ahLst/>
              <a:cxnLst/>
              <a:rect l="l" t="t" r="r" b="b"/>
              <a:pathLst>
                <a:path w="131" h="225" extrusionOk="0">
                  <a:moveTo>
                    <a:pt x="131" y="1"/>
                  </a:moveTo>
                  <a:lnTo>
                    <a:pt x="1" y="75"/>
                  </a:lnTo>
                  <a:lnTo>
                    <a:pt x="2" y="224"/>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40"/>
            <p:cNvSpPr/>
            <p:nvPr/>
          </p:nvSpPr>
          <p:spPr>
            <a:xfrm>
              <a:off x="591908" y="2399126"/>
              <a:ext cx="4508" cy="7674"/>
            </a:xfrm>
            <a:custGeom>
              <a:avLst/>
              <a:gdLst/>
              <a:ahLst/>
              <a:cxnLst/>
              <a:rect l="l" t="t" r="r" b="b"/>
              <a:pathLst>
                <a:path w="131" h="223" extrusionOk="0">
                  <a:moveTo>
                    <a:pt x="131" y="0"/>
                  </a:moveTo>
                  <a:lnTo>
                    <a:pt x="1" y="75"/>
                  </a:lnTo>
                  <a:lnTo>
                    <a:pt x="1"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40"/>
            <p:cNvSpPr/>
            <p:nvPr/>
          </p:nvSpPr>
          <p:spPr>
            <a:xfrm>
              <a:off x="591908" y="2392174"/>
              <a:ext cx="4508" cy="7743"/>
            </a:xfrm>
            <a:custGeom>
              <a:avLst/>
              <a:gdLst/>
              <a:ahLst/>
              <a:cxnLst/>
              <a:rect l="l" t="t" r="r" b="b"/>
              <a:pathLst>
                <a:path w="131" h="225" extrusionOk="0">
                  <a:moveTo>
                    <a:pt x="131" y="0"/>
                  </a:moveTo>
                  <a:lnTo>
                    <a:pt x="1" y="75"/>
                  </a:lnTo>
                  <a:lnTo>
                    <a:pt x="1"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40"/>
            <p:cNvSpPr/>
            <p:nvPr/>
          </p:nvSpPr>
          <p:spPr>
            <a:xfrm>
              <a:off x="592114" y="2468123"/>
              <a:ext cx="4474" cy="7708"/>
            </a:xfrm>
            <a:custGeom>
              <a:avLst/>
              <a:gdLst/>
              <a:ahLst/>
              <a:cxnLst/>
              <a:rect l="l" t="t" r="r" b="b"/>
              <a:pathLst>
                <a:path w="130" h="224" extrusionOk="0">
                  <a:moveTo>
                    <a:pt x="129" y="1"/>
                  </a:moveTo>
                  <a:lnTo>
                    <a:pt x="1" y="76"/>
                  </a:lnTo>
                  <a:lnTo>
                    <a:pt x="1" y="223"/>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40"/>
            <p:cNvSpPr/>
            <p:nvPr/>
          </p:nvSpPr>
          <p:spPr>
            <a:xfrm>
              <a:off x="592114" y="2461309"/>
              <a:ext cx="4474" cy="7674"/>
            </a:xfrm>
            <a:custGeom>
              <a:avLst/>
              <a:gdLst/>
              <a:ahLst/>
              <a:cxnLst/>
              <a:rect l="l" t="t" r="r" b="b"/>
              <a:pathLst>
                <a:path w="130" h="223" extrusionOk="0">
                  <a:moveTo>
                    <a:pt x="129" y="0"/>
                  </a:moveTo>
                  <a:lnTo>
                    <a:pt x="1" y="75"/>
                  </a:lnTo>
                  <a:lnTo>
                    <a:pt x="1" y="222"/>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40"/>
            <p:cNvSpPr/>
            <p:nvPr/>
          </p:nvSpPr>
          <p:spPr>
            <a:xfrm>
              <a:off x="592114" y="2454358"/>
              <a:ext cx="4474" cy="7708"/>
            </a:xfrm>
            <a:custGeom>
              <a:avLst/>
              <a:gdLst/>
              <a:ahLst/>
              <a:cxnLst/>
              <a:rect l="l" t="t" r="r" b="b"/>
              <a:pathLst>
                <a:path w="130" h="224" extrusionOk="0">
                  <a:moveTo>
                    <a:pt x="128" y="0"/>
                  </a:moveTo>
                  <a:lnTo>
                    <a:pt x="1" y="75"/>
                  </a:lnTo>
                  <a:lnTo>
                    <a:pt x="1" y="224"/>
                  </a:lnTo>
                  <a:lnTo>
                    <a:pt x="129" y="148"/>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40"/>
            <p:cNvSpPr/>
            <p:nvPr/>
          </p:nvSpPr>
          <p:spPr>
            <a:xfrm>
              <a:off x="592011" y="2447441"/>
              <a:ext cx="4508" cy="7708"/>
            </a:xfrm>
            <a:custGeom>
              <a:avLst/>
              <a:gdLst/>
              <a:ahLst/>
              <a:cxnLst/>
              <a:rect l="l" t="t" r="r" b="b"/>
              <a:pathLst>
                <a:path w="131" h="224" extrusionOk="0">
                  <a:moveTo>
                    <a:pt x="131" y="1"/>
                  </a:moveTo>
                  <a:lnTo>
                    <a:pt x="1" y="75"/>
                  </a:lnTo>
                  <a:lnTo>
                    <a:pt x="4" y="223"/>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40"/>
            <p:cNvSpPr/>
            <p:nvPr/>
          </p:nvSpPr>
          <p:spPr>
            <a:xfrm>
              <a:off x="592011" y="2440558"/>
              <a:ext cx="4508" cy="7743"/>
            </a:xfrm>
            <a:custGeom>
              <a:avLst/>
              <a:gdLst/>
              <a:ahLst/>
              <a:cxnLst/>
              <a:rect l="l" t="t" r="r" b="b"/>
              <a:pathLst>
                <a:path w="131" h="225" extrusionOk="0">
                  <a:moveTo>
                    <a:pt x="131" y="0"/>
                  </a:moveTo>
                  <a:lnTo>
                    <a:pt x="1" y="73"/>
                  </a:lnTo>
                  <a:lnTo>
                    <a:pt x="1" y="224"/>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40"/>
            <p:cNvSpPr/>
            <p:nvPr/>
          </p:nvSpPr>
          <p:spPr>
            <a:xfrm>
              <a:off x="592011" y="2433641"/>
              <a:ext cx="4508" cy="7708"/>
            </a:xfrm>
            <a:custGeom>
              <a:avLst/>
              <a:gdLst/>
              <a:ahLst/>
              <a:cxnLst/>
              <a:rect l="l" t="t" r="r" b="b"/>
              <a:pathLst>
                <a:path w="131" h="224" extrusionOk="0">
                  <a:moveTo>
                    <a:pt x="129" y="1"/>
                  </a:moveTo>
                  <a:lnTo>
                    <a:pt x="1" y="75"/>
                  </a:lnTo>
                  <a:lnTo>
                    <a:pt x="1" y="223"/>
                  </a:lnTo>
                  <a:lnTo>
                    <a:pt x="131"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40"/>
            <p:cNvSpPr/>
            <p:nvPr/>
          </p:nvSpPr>
          <p:spPr>
            <a:xfrm>
              <a:off x="591977" y="2426690"/>
              <a:ext cx="4508" cy="7743"/>
            </a:xfrm>
            <a:custGeom>
              <a:avLst/>
              <a:gdLst/>
              <a:ahLst/>
              <a:cxnLst/>
              <a:rect l="l" t="t" r="r" b="b"/>
              <a:pathLst>
                <a:path w="131" h="225" extrusionOk="0">
                  <a:moveTo>
                    <a:pt x="130" y="1"/>
                  </a:moveTo>
                  <a:lnTo>
                    <a:pt x="0" y="77"/>
                  </a:lnTo>
                  <a:lnTo>
                    <a:pt x="2" y="225"/>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40"/>
            <p:cNvSpPr/>
            <p:nvPr/>
          </p:nvSpPr>
          <p:spPr>
            <a:xfrm>
              <a:off x="592149" y="2475040"/>
              <a:ext cx="4439" cy="7743"/>
            </a:xfrm>
            <a:custGeom>
              <a:avLst/>
              <a:gdLst/>
              <a:ahLst/>
              <a:cxnLst/>
              <a:rect l="l" t="t" r="r" b="b"/>
              <a:pathLst>
                <a:path w="129" h="225" extrusionOk="0">
                  <a:moveTo>
                    <a:pt x="128" y="0"/>
                  </a:moveTo>
                  <a:lnTo>
                    <a:pt x="1" y="77"/>
                  </a:lnTo>
                  <a:lnTo>
                    <a:pt x="1" y="224"/>
                  </a:lnTo>
                  <a:lnTo>
                    <a:pt x="128" y="150"/>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40"/>
            <p:cNvSpPr/>
            <p:nvPr/>
          </p:nvSpPr>
          <p:spPr>
            <a:xfrm>
              <a:off x="592149" y="2481991"/>
              <a:ext cx="4542" cy="7674"/>
            </a:xfrm>
            <a:custGeom>
              <a:avLst/>
              <a:gdLst/>
              <a:ahLst/>
              <a:cxnLst/>
              <a:rect l="l" t="t" r="r" b="b"/>
              <a:pathLst>
                <a:path w="132" h="223" extrusionOk="0">
                  <a:moveTo>
                    <a:pt x="131" y="0"/>
                  </a:moveTo>
                  <a:lnTo>
                    <a:pt x="1" y="75"/>
                  </a:lnTo>
                  <a:lnTo>
                    <a:pt x="1"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40"/>
            <p:cNvSpPr/>
            <p:nvPr/>
          </p:nvSpPr>
          <p:spPr>
            <a:xfrm>
              <a:off x="592149" y="2488873"/>
              <a:ext cx="4542" cy="7743"/>
            </a:xfrm>
            <a:custGeom>
              <a:avLst/>
              <a:gdLst/>
              <a:ahLst/>
              <a:cxnLst/>
              <a:rect l="l" t="t" r="r" b="b"/>
              <a:pathLst>
                <a:path w="132" h="225" extrusionOk="0">
                  <a:moveTo>
                    <a:pt x="131" y="1"/>
                  </a:moveTo>
                  <a:lnTo>
                    <a:pt x="1" y="74"/>
                  </a:lnTo>
                  <a:lnTo>
                    <a:pt x="1"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40"/>
            <p:cNvSpPr/>
            <p:nvPr/>
          </p:nvSpPr>
          <p:spPr>
            <a:xfrm>
              <a:off x="584475" y="2278888"/>
              <a:ext cx="4508" cy="7743"/>
            </a:xfrm>
            <a:custGeom>
              <a:avLst/>
              <a:gdLst/>
              <a:ahLst/>
              <a:cxnLst/>
              <a:rect l="l" t="t" r="r" b="b"/>
              <a:pathLst>
                <a:path w="131" h="225" extrusionOk="0">
                  <a:moveTo>
                    <a:pt x="130" y="0"/>
                  </a:moveTo>
                  <a:lnTo>
                    <a:pt x="0" y="74"/>
                  </a:lnTo>
                  <a:lnTo>
                    <a:pt x="0"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40"/>
            <p:cNvSpPr/>
            <p:nvPr/>
          </p:nvSpPr>
          <p:spPr>
            <a:xfrm>
              <a:off x="584578" y="2299570"/>
              <a:ext cx="4439" cy="7743"/>
            </a:xfrm>
            <a:custGeom>
              <a:avLst/>
              <a:gdLst/>
              <a:ahLst/>
              <a:cxnLst/>
              <a:rect l="l" t="t" r="r" b="b"/>
              <a:pathLst>
                <a:path w="129" h="225" extrusionOk="0">
                  <a:moveTo>
                    <a:pt x="129" y="1"/>
                  </a:moveTo>
                  <a:lnTo>
                    <a:pt x="0" y="77"/>
                  </a:lnTo>
                  <a:lnTo>
                    <a:pt x="0" y="225"/>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40"/>
            <p:cNvSpPr/>
            <p:nvPr/>
          </p:nvSpPr>
          <p:spPr>
            <a:xfrm>
              <a:off x="584578" y="2292688"/>
              <a:ext cx="4439" cy="7674"/>
            </a:xfrm>
            <a:custGeom>
              <a:avLst/>
              <a:gdLst/>
              <a:ahLst/>
              <a:cxnLst/>
              <a:rect l="l" t="t" r="r" b="b"/>
              <a:pathLst>
                <a:path w="129" h="223" extrusionOk="0">
                  <a:moveTo>
                    <a:pt x="129" y="0"/>
                  </a:moveTo>
                  <a:lnTo>
                    <a:pt x="0" y="75"/>
                  </a:lnTo>
                  <a:lnTo>
                    <a:pt x="0" y="223"/>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40"/>
            <p:cNvSpPr/>
            <p:nvPr/>
          </p:nvSpPr>
          <p:spPr>
            <a:xfrm>
              <a:off x="584578" y="2285736"/>
              <a:ext cx="4405" cy="7743"/>
            </a:xfrm>
            <a:custGeom>
              <a:avLst/>
              <a:gdLst/>
              <a:ahLst/>
              <a:cxnLst/>
              <a:rect l="l" t="t" r="r" b="b"/>
              <a:pathLst>
                <a:path w="128" h="225" extrusionOk="0">
                  <a:moveTo>
                    <a:pt x="127" y="0"/>
                  </a:moveTo>
                  <a:lnTo>
                    <a:pt x="0" y="76"/>
                  </a:lnTo>
                  <a:lnTo>
                    <a:pt x="0" y="224"/>
                  </a:lnTo>
                  <a:lnTo>
                    <a:pt x="127" y="151"/>
                  </a:lnTo>
                  <a:lnTo>
                    <a:pt x="1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40"/>
            <p:cNvSpPr/>
            <p:nvPr/>
          </p:nvSpPr>
          <p:spPr>
            <a:xfrm>
              <a:off x="584578" y="2306487"/>
              <a:ext cx="4439" cy="7708"/>
            </a:xfrm>
            <a:custGeom>
              <a:avLst/>
              <a:gdLst/>
              <a:ahLst/>
              <a:cxnLst/>
              <a:rect l="l" t="t" r="r" b="b"/>
              <a:pathLst>
                <a:path w="129" h="224" extrusionOk="0">
                  <a:moveTo>
                    <a:pt x="129" y="0"/>
                  </a:moveTo>
                  <a:lnTo>
                    <a:pt x="0" y="75"/>
                  </a:lnTo>
                  <a:lnTo>
                    <a:pt x="2" y="224"/>
                  </a:lnTo>
                  <a:lnTo>
                    <a:pt x="129" y="149"/>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40"/>
            <p:cNvSpPr/>
            <p:nvPr/>
          </p:nvSpPr>
          <p:spPr>
            <a:xfrm>
              <a:off x="584612" y="2320321"/>
              <a:ext cx="4508" cy="7674"/>
            </a:xfrm>
            <a:custGeom>
              <a:avLst/>
              <a:gdLst/>
              <a:ahLst/>
              <a:cxnLst/>
              <a:rect l="l" t="t" r="r" b="b"/>
              <a:pathLst>
                <a:path w="131" h="223" extrusionOk="0">
                  <a:moveTo>
                    <a:pt x="131" y="0"/>
                  </a:moveTo>
                  <a:lnTo>
                    <a:pt x="1" y="75"/>
                  </a:lnTo>
                  <a:lnTo>
                    <a:pt x="1"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40"/>
            <p:cNvSpPr/>
            <p:nvPr/>
          </p:nvSpPr>
          <p:spPr>
            <a:xfrm>
              <a:off x="584612" y="2313370"/>
              <a:ext cx="4508" cy="7743"/>
            </a:xfrm>
            <a:custGeom>
              <a:avLst/>
              <a:gdLst/>
              <a:ahLst/>
              <a:cxnLst/>
              <a:rect l="l" t="t" r="r" b="b"/>
              <a:pathLst>
                <a:path w="131" h="225" extrusionOk="0">
                  <a:moveTo>
                    <a:pt x="128" y="1"/>
                  </a:moveTo>
                  <a:lnTo>
                    <a:pt x="1" y="75"/>
                  </a:lnTo>
                  <a:lnTo>
                    <a:pt x="1" y="224"/>
                  </a:lnTo>
                  <a:lnTo>
                    <a:pt x="131" y="151"/>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40"/>
            <p:cNvSpPr/>
            <p:nvPr/>
          </p:nvSpPr>
          <p:spPr>
            <a:xfrm>
              <a:off x="584612" y="2327203"/>
              <a:ext cx="4508" cy="7743"/>
            </a:xfrm>
            <a:custGeom>
              <a:avLst/>
              <a:gdLst/>
              <a:ahLst/>
              <a:cxnLst/>
              <a:rect l="l" t="t" r="r" b="b"/>
              <a:pathLst>
                <a:path w="131" h="225" extrusionOk="0">
                  <a:moveTo>
                    <a:pt x="131" y="1"/>
                  </a:moveTo>
                  <a:lnTo>
                    <a:pt x="1" y="76"/>
                  </a:lnTo>
                  <a:lnTo>
                    <a:pt x="1" y="225"/>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40"/>
            <p:cNvSpPr/>
            <p:nvPr/>
          </p:nvSpPr>
          <p:spPr>
            <a:xfrm>
              <a:off x="584716" y="2361719"/>
              <a:ext cx="4508" cy="7777"/>
            </a:xfrm>
            <a:custGeom>
              <a:avLst/>
              <a:gdLst/>
              <a:ahLst/>
              <a:cxnLst/>
              <a:rect l="l" t="t" r="r" b="b"/>
              <a:pathLst>
                <a:path w="131" h="226" extrusionOk="0">
                  <a:moveTo>
                    <a:pt x="129" y="0"/>
                  </a:moveTo>
                  <a:lnTo>
                    <a:pt x="0" y="75"/>
                  </a:lnTo>
                  <a:lnTo>
                    <a:pt x="0" y="225"/>
                  </a:lnTo>
                  <a:lnTo>
                    <a:pt x="131" y="151"/>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40"/>
            <p:cNvSpPr/>
            <p:nvPr/>
          </p:nvSpPr>
          <p:spPr>
            <a:xfrm>
              <a:off x="584647" y="2354871"/>
              <a:ext cx="4542" cy="7674"/>
            </a:xfrm>
            <a:custGeom>
              <a:avLst/>
              <a:gdLst/>
              <a:ahLst/>
              <a:cxnLst/>
              <a:rect l="l" t="t" r="r" b="b"/>
              <a:pathLst>
                <a:path w="132" h="223" extrusionOk="0">
                  <a:moveTo>
                    <a:pt x="131" y="0"/>
                  </a:moveTo>
                  <a:lnTo>
                    <a:pt x="1" y="75"/>
                  </a:lnTo>
                  <a:lnTo>
                    <a:pt x="2"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40"/>
            <p:cNvSpPr/>
            <p:nvPr/>
          </p:nvSpPr>
          <p:spPr>
            <a:xfrm>
              <a:off x="584647" y="2347920"/>
              <a:ext cx="4542" cy="7743"/>
            </a:xfrm>
            <a:custGeom>
              <a:avLst/>
              <a:gdLst/>
              <a:ahLst/>
              <a:cxnLst/>
              <a:rect l="l" t="t" r="r" b="b"/>
              <a:pathLst>
                <a:path w="132" h="225" extrusionOk="0">
                  <a:moveTo>
                    <a:pt x="131" y="0"/>
                  </a:moveTo>
                  <a:lnTo>
                    <a:pt x="1" y="76"/>
                  </a:lnTo>
                  <a:lnTo>
                    <a:pt x="1" y="224"/>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40"/>
            <p:cNvSpPr/>
            <p:nvPr/>
          </p:nvSpPr>
          <p:spPr>
            <a:xfrm>
              <a:off x="584647" y="2341003"/>
              <a:ext cx="4542" cy="7812"/>
            </a:xfrm>
            <a:custGeom>
              <a:avLst/>
              <a:gdLst/>
              <a:ahLst/>
              <a:cxnLst/>
              <a:rect l="l" t="t" r="r" b="b"/>
              <a:pathLst>
                <a:path w="132" h="227" extrusionOk="0">
                  <a:moveTo>
                    <a:pt x="131" y="1"/>
                  </a:moveTo>
                  <a:lnTo>
                    <a:pt x="1" y="75"/>
                  </a:lnTo>
                  <a:lnTo>
                    <a:pt x="1" y="226"/>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40"/>
            <p:cNvSpPr/>
            <p:nvPr/>
          </p:nvSpPr>
          <p:spPr>
            <a:xfrm>
              <a:off x="584647" y="2334155"/>
              <a:ext cx="4474" cy="7708"/>
            </a:xfrm>
            <a:custGeom>
              <a:avLst/>
              <a:gdLst/>
              <a:ahLst/>
              <a:cxnLst/>
              <a:rect l="l" t="t" r="r" b="b"/>
              <a:pathLst>
                <a:path w="130" h="224" extrusionOk="0">
                  <a:moveTo>
                    <a:pt x="130" y="1"/>
                  </a:moveTo>
                  <a:lnTo>
                    <a:pt x="1" y="74"/>
                  </a:lnTo>
                  <a:lnTo>
                    <a:pt x="1"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40"/>
            <p:cNvSpPr/>
            <p:nvPr/>
          </p:nvSpPr>
          <p:spPr>
            <a:xfrm>
              <a:off x="584716" y="2368602"/>
              <a:ext cx="4508" cy="7743"/>
            </a:xfrm>
            <a:custGeom>
              <a:avLst/>
              <a:gdLst/>
              <a:ahLst/>
              <a:cxnLst/>
              <a:rect l="l" t="t" r="r" b="b"/>
              <a:pathLst>
                <a:path w="131" h="225" extrusionOk="0">
                  <a:moveTo>
                    <a:pt x="131" y="1"/>
                  </a:moveTo>
                  <a:lnTo>
                    <a:pt x="0" y="77"/>
                  </a:lnTo>
                  <a:lnTo>
                    <a:pt x="0" y="224"/>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40"/>
            <p:cNvSpPr/>
            <p:nvPr/>
          </p:nvSpPr>
          <p:spPr>
            <a:xfrm>
              <a:off x="584819" y="2382435"/>
              <a:ext cx="4474" cy="7743"/>
            </a:xfrm>
            <a:custGeom>
              <a:avLst/>
              <a:gdLst/>
              <a:ahLst/>
              <a:cxnLst/>
              <a:rect l="l" t="t" r="r" b="b"/>
              <a:pathLst>
                <a:path w="130" h="225" extrusionOk="0">
                  <a:moveTo>
                    <a:pt x="129" y="1"/>
                  </a:moveTo>
                  <a:lnTo>
                    <a:pt x="0" y="77"/>
                  </a:lnTo>
                  <a:lnTo>
                    <a:pt x="0" y="225"/>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40"/>
            <p:cNvSpPr/>
            <p:nvPr/>
          </p:nvSpPr>
          <p:spPr>
            <a:xfrm>
              <a:off x="584716" y="2375553"/>
              <a:ext cx="4577" cy="7743"/>
            </a:xfrm>
            <a:custGeom>
              <a:avLst/>
              <a:gdLst/>
              <a:ahLst/>
              <a:cxnLst/>
              <a:rect l="l" t="t" r="r" b="b"/>
              <a:pathLst>
                <a:path w="133" h="225" extrusionOk="0">
                  <a:moveTo>
                    <a:pt x="131" y="0"/>
                  </a:moveTo>
                  <a:lnTo>
                    <a:pt x="0" y="75"/>
                  </a:lnTo>
                  <a:lnTo>
                    <a:pt x="3" y="224"/>
                  </a:lnTo>
                  <a:lnTo>
                    <a:pt x="132"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40"/>
            <p:cNvSpPr/>
            <p:nvPr/>
          </p:nvSpPr>
          <p:spPr>
            <a:xfrm>
              <a:off x="584819" y="2396235"/>
              <a:ext cx="4474" cy="7743"/>
            </a:xfrm>
            <a:custGeom>
              <a:avLst/>
              <a:gdLst/>
              <a:ahLst/>
              <a:cxnLst/>
              <a:rect l="l" t="t" r="r" b="b"/>
              <a:pathLst>
                <a:path w="130" h="225" extrusionOk="0">
                  <a:moveTo>
                    <a:pt x="129" y="1"/>
                  </a:moveTo>
                  <a:lnTo>
                    <a:pt x="0" y="75"/>
                  </a:lnTo>
                  <a:lnTo>
                    <a:pt x="2" y="225"/>
                  </a:lnTo>
                  <a:lnTo>
                    <a:pt x="129"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40"/>
            <p:cNvSpPr/>
            <p:nvPr/>
          </p:nvSpPr>
          <p:spPr>
            <a:xfrm>
              <a:off x="584819" y="2389387"/>
              <a:ext cx="4474" cy="7743"/>
            </a:xfrm>
            <a:custGeom>
              <a:avLst/>
              <a:gdLst/>
              <a:ahLst/>
              <a:cxnLst/>
              <a:rect l="l" t="t" r="r" b="b"/>
              <a:pathLst>
                <a:path w="130" h="225" extrusionOk="0">
                  <a:moveTo>
                    <a:pt x="129" y="1"/>
                  </a:moveTo>
                  <a:lnTo>
                    <a:pt x="0" y="74"/>
                  </a:lnTo>
                  <a:lnTo>
                    <a:pt x="0" y="225"/>
                  </a:lnTo>
                  <a:lnTo>
                    <a:pt x="129"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40"/>
            <p:cNvSpPr/>
            <p:nvPr/>
          </p:nvSpPr>
          <p:spPr>
            <a:xfrm>
              <a:off x="584853" y="2403186"/>
              <a:ext cx="4542" cy="7708"/>
            </a:xfrm>
            <a:custGeom>
              <a:avLst/>
              <a:gdLst/>
              <a:ahLst/>
              <a:cxnLst/>
              <a:rect l="l" t="t" r="r" b="b"/>
              <a:pathLst>
                <a:path w="132" h="224" extrusionOk="0">
                  <a:moveTo>
                    <a:pt x="128" y="1"/>
                  </a:moveTo>
                  <a:lnTo>
                    <a:pt x="1" y="75"/>
                  </a:lnTo>
                  <a:lnTo>
                    <a:pt x="1" y="223"/>
                  </a:lnTo>
                  <a:lnTo>
                    <a:pt x="131" y="148"/>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40"/>
            <p:cNvSpPr/>
            <p:nvPr/>
          </p:nvSpPr>
          <p:spPr>
            <a:xfrm>
              <a:off x="584853" y="2410103"/>
              <a:ext cx="4542" cy="7708"/>
            </a:xfrm>
            <a:custGeom>
              <a:avLst/>
              <a:gdLst/>
              <a:ahLst/>
              <a:cxnLst/>
              <a:rect l="l" t="t" r="r" b="b"/>
              <a:pathLst>
                <a:path w="132" h="224" extrusionOk="0">
                  <a:moveTo>
                    <a:pt x="131" y="0"/>
                  </a:moveTo>
                  <a:lnTo>
                    <a:pt x="1" y="75"/>
                  </a:lnTo>
                  <a:lnTo>
                    <a:pt x="1"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40"/>
            <p:cNvSpPr/>
            <p:nvPr/>
          </p:nvSpPr>
          <p:spPr>
            <a:xfrm>
              <a:off x="584853" y="2423868"/>
              <a:ext cx="4577" cy="7812"/>
            </a:xfrm>
            <a:custGeom>
              <a:avLst/>
              <a:gdLst/>
              <a:ahLst/>
              <a:cxnLst/>
              <a:rect l="l" t="t" r="r" b="b"/>
              <a:pathLst>
                <a:path w="133" h="227" extrusionOk="0">
                  <a:moveTo>
                    <a:pt x="131" y="1"/>
                  </a:moveTo>
                  <a:lnTo>
                    <a:pt x="1" y="76"/>
                  </a:lnTo>
                  <a:lnTo>
                    <a:pt x="2" y="226"/>
                  </a:lnTo>
                  <a:lnTo>
                    <a:pt x="133"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40"/>
            <p:cNvSpPr/>
            <p:nvPr/>
          </p:nvSpPr>
          <p:spPr>
            <a:xfrm>
              <a:off x="584853" y="2416986"/>
              <a:ext cx="4542" cy="7743"/>
            </a:xfrm>
            <a:custGeom>
              <a:avLst/>
              <a:gdLst/>
              <a:ahLst/>
              <a:cxnLst/>
              <a:rect l="l" t="t" r="r" b="b"/>
              <a:pathLst>
                <a:path w="132" h="225" extrusionOk="0">
                  <a:moveTo>
                    <a:pt x="131" y="1"/>
                  </a:moveTo>
                  <a:lnTo>
                    <a:pt x="1" y="75"/>
                  </a:lnTo>
                  <a:lnTo>
                    <a:pt x="1" y="224"/>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40"/>
            <p:cNvSpPr/>
            <p:nvPr/>
          </p:nvSpPr>
          <p:spPr>
            <a:xfrm>
              <a:off x="584956" y="2444584"/>
              <a:ext cx="4508" cy="7777"/>
            </a:xfrm>
            <a:custGeom>
              <a:avLst/>
              <a:gdLst/>
              <a:ahLst/>
              <a:cxnLst/>
              <a:rect l="l" t="t" r="r" b="b"/>
              <a:pathLst>
                <a:path w="131" h="226" extrusionOk="0">
                  <a:moveTo>
                    <a:pt x="130" y="0"/>
                  </a:moveTo>
                  <a:lnTo>
                    <a:pt x="1" y="76"/>
                  </a:lnTo>
                  <a:lnTo>
                    <a:pt x="1" y="226"/>
                  </a:lnTo>
                  <a:lnTo>
                    <a:pt x="131" y="151"/>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40"/>
            <p:cNvSpPr/>
            <p:nvPr/>
          </p:nvSpPr>
          <p:spPr>
            <a:xfrm>
              <a:off x="584922" y="2437736"/>
              <a:ext cx="4508" cy="7674"/>
            </a:xfrm>
            <a:custGeom>
              <a:avLst/>
              <a:gdLst/>
              <a:ahLst/>
              <a:cxnLst/>
              <a:rect l="l" t="t" r="r" b="b"/>
              <a:pathLst>
                <a:path w="131" h="223" extrusionOk="0">
                  <a:moveTo>
                    <a:pt x="131" y="0"/>
                  </a:moveTo>
                  <a:lnTo>
                    <a:pt x="0" y="73"/>
                  </a:lnTo>
                  <a:lnTo>
                    <a:pt x="0"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40"/>
            <p:cNvSpPr/>
            <p:nvPr/>
          </p:nvSpPr>
          <p:spPr>
            <a:xfrm>
              <a:off x="584922" y="2430819"/>
              <a:ext cx="4508" cy="7708"/>
            </a:xfrm>
            <a:custGeom>
              <a:avLst/>
              <a:gdLst/>
              <a:ahLst/>
              <a:cxnLst/>
              <a:rect l="l" t="t" r="r" b="b"/>
              <a:pathLst>
                <a:path w="131" h="224" extrusionOk="0">
                  <a:moveTo>
                    <a:pt x="131" y="1"/>
                  </a:moveTo>
                  <a:lnTo>
                    <a:pt x="0" y="75"/>
                  </a:lnTo>
                  <a:lnTo>
                    <a:pt x="0"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40"/>
            <p:cNvSpPr/>
            <p:nvPr/>
          </p:nvSpPr>
          <p:spPr>
            <a:xfrm>
              <a:off x="584956" y="2458418"/>
              <a:ext cx="4508" cy="7743"/>
            </a:xfrm>
            <a:custGeom>
              <a:avLst/>
              <a:gdLst/>
              <a:ahLst/>
              <a:cxnLst/>
              <a:rect l="l" t="t" r="r" b="b"/>
              <a:pathLst>
                <a:path w="131" h="225" extrusionOk="0">
                  <a:moveTo>
                    <a:pt x="131" y="1"/>
                  </a:moveTo>
                  <a:lnTo>
                    <a:pt x="1" y="77"/>
                  </a:lnTo>
                  <a:lnTo>
                    <a:pt x="1" y="224"/>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40"/>
            <p:cNvSpPr/>
            <p:nvPr/>
          </p:nvSpPr>
          <p:spPr>
            <a:xfrm>
              <a:off x="584956" y="2451536"/>
              <a:ext cx="4508" cy="7674"/>
            </a:xfrm>
            <a:custGeom>
              <a:avLst/>
              <a:gdLst/>
              <a:ahLst/>
              <a:cxnLst/>
              <a:rect l="l" t="t" r="r" b="b"/>
              <a:pathLst>
                <a:path w="131" h="223" extrusionOk="0">
                  <a:moveTo>
                    <a:pt x="131" y="0"/>
                  </a:moveTo>
                  <a:lnTo>
                    <a:pt x="1" y="75"/>
                  </a:lnTo>
                  <a:lnTo>
                    <a:pt x="1"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40"/>
            <p:cNvSpPr/>
            <p:nvPr/>
          </p:nvSpPr>
          <p:spPr>
            <a:xfrm>
              <a:off x="585060" y="2472218"/>
              <a:ext cx="4474" cy="7777"/>
            </a:xfrm>
            <a:custGeom>
              <a:avLst/>
              <a:gdLst/>
              <a:ahLst/>
              <a:cxnLst/>
              <a:rect l="l" t="t" r="r" b="b"/>
              <a:pathLst>
                <a:path w="130" h="226" extrusionOk="0">
                  <a:moveTo>
                    <a:pt x="128" y="1"/>
                  </a:moveTo>
                  <a:lnTo>
                    <a:pt x="1" y="75"/>
                  </a:lnTo>
                  <a:lnTo>
                    <a:pt x="1" y="226"/>
                  </a:lnTo>
                  <a:lnTo>
                    <a:pt x="129" y="151"/>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40"/>
            <p:cNvSpPr/>
            <p:nvPr/>
          </p:nvSpPr>
          <p:spPr>
            <a:xfrm>
              <a:off x="585060" y="2465370"/>
              <a:ext cx="4405" cy="7674"/>
            </a:xfrm>
            <a:custGeom>
              <a:avLst/>
              <a:gdLst/>
              <a:ahLst/>
              <a:cxnLst/>
              <a:rect l="l" t="t" r="r" b="b"/>
              <a:pathLst>
                <a:path w="128" h="223" extrusionOk="0">
                  <a:moveTo>
                    <a:pt x="128" y="1"/>
                  </a:moveTo>
                  <a:lnTo>
                    <a:pt x="1" y="75"/>
                  </a:lnTo>
                  <a:lnTo>
                    <a:pt x="1" y="223"/>
                  </a:lnTo>
                  <a:lnTo>
                    <a:pt x="128" y="148"/>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40"/>
            <p:cNvSpPr/>
            <p:nvPr/>
          </p:nvSpPr>
          <p:spPr>
            <a:xfrm>
              <a:off x="585129" y="2493003"/>
              <a:ext cx="4508" cy="7708"/>
            </a:xfrm>
            <a:custGeom>
              <a:avLst/>
              <a:gdLst/>
              <a:ahLst/>
              <a:cxnLst/>
              <a:rect l="l" t="t" r="r" b="b"/>
              <a:pathLst>
                <a:path w="131" h="224" extrusionOk="0">
                  <a:moveTo>
                    <a:pt x="127" y="1"/>
                  </a:moveTo>
                  <a:lnTo>
                    <a:pt x="0" y="74"/>
                  </a:lnTo>
                  <a:lnTo>
                    <a:pt x="0" y="223"/>
                  </a:lnTo>
                  <a:lnTo>
                    <a:pt x="130" y="149"/>
                  </a:lnTo>
                  <a:lnTo>
                    <a:pt x="1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40"/>
            <p:cNvSpPr/>
            <p:nvPr/>
          </p:nvSpPr>
          <p:spPr>
            <a:xfrm>
              <a:off x="585060" y="2486052"/>
              <a:ext cx="4474" cy="7743"/>
            </a:xfrm>
            <a:custGeom>
              <a:avLst/>
              <a:gdLst/>
              <a:ahLst/>
              <a:cxnLst/>
              <a:rect l="l" t="t" r="r" b="b"/>
              <a:pathLst>
                <a:path w="130" h="225" extrusionOk="0">
                  <a:moveTo>
                    <a:pt x="129" y="1"/>
                  </a:moveTo>
                  <a:lnTo>
                    <a:pt x="1" y="75"/>
                  </a:lnTo>
                  <a:lnTo>
                    <a:pt x="2" y="225"/>
                  </a:lnTo>
                  <a:lnTo>
                    <a:pt x="129"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40"/>
            <p:cNvSpPr/>
            <p:nvPr/>
          </p:nvSpPr>
          <p:spPr>
            <a:xfrm>
              <a:off x="585060" y="2479169"/>
              <a:ext cx="4474" cy="7674"/>
            </a:xfrm>
            <a:custGeom>
              <a:avLst/>
              <a:gdLst/>
              <a:ahLst/>
              <a:cxnLst/>
              <a:rect l="l" t="t" r="r" b="b"/>
              <a:pathLst>
                <a:path w="130" h="223" extrusionOk="0">
                  <a:moveTo>
                    <a:pt x="129" y="0"/>
                  </a:moveTo>
                  <a:lnTo>
                    <a:pt x="1" y="75"/>
                  </a:lnTo>
                  <a:lnTo>
                    <a:pt x="1" y="223"/>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40"/>
            <p:cNvSpPr/>
            <p:nvPr/>
          </p:nvSpPr>
          <p:spPr>
            <a:xfrm>
              <a:off x="570331" y="2286975"/>
              <a:ext cx="4508" cy="7812"/>
            </a:xfrm>
            <a:custGeom>
              <a:avLst/>
              <a:gdLst/>
              <a:ahLst/>
              <a:cxnLst/>
              <a:rect l="l" t="t" r="r" b="b"/>
              <a:pathLst>
                <a:path w="131" h="227" extrusionOk="0">
                  <a:moveTo>
                    <a:pt x="130" y="1"/>
                  </a:moveTo>
                  <a:lnTo>
                    <a:pt x="0" y="77"/>
                  </a:lnTo>
                  <a:lnTo>
                    <a:pt x="0" y="226"/>
                  </a:lnTo>
                  <a:lnTo>
                    <a:pt x="130" y="152"/>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40"/>
            <p:cNvSpPr/>
            <p:nvPr/>
          </p:nvSpPr>
          <p:spPr>
            <a:xfrm>
              <a:off x="570366" y="2293927"/>
              <a:ext cx="4508" cy="7708"/>
            </a:xfrm>
            <a:custGeom>
              <a:avLst/>
              <a:gdLst/>
              <a:ahLst/>
              <a:cxnLst/>
              <a:rect l="l" t="t" r="r" b="b"/>
              <a:pathLst>
                <a:path w="131" h="224" extrusionOk="0">
                  <a:moveTo>
                    <a:pt x="129" y="1"/>
                  </a:moveTo>
                  <a:lnTo>
                    <a:pt x="0" y="75"/>
                  </a:lnTo>
                  <a:lnTo>
                    <a:pt x="0" y="223"/>
                  </a:lnTo>
                  <a:lnTo>
                    <a:pt x="131"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40"/>
            <p:cNvSpPr/>
            <p:nvPr/>
          </p:nvSpPr>
          <p:spPr>
            <a:xfrm>
              <a:off x="570366" y="2300843"/>
              <a:ext cx="4508" cy="7743"/>
            </a:xfrm>
            <a:custGeom>
              <a:avLst/>
              <a:gdLst/>
              <a:ahLst/>
              <a:cxnLst/>
              <a:rect l="l" t="t" r="r" b="b"/>
              <a:pathLst>
                <a:path w="131" h="225" extrusionOk="0">
                  <a:moveTo>
                    <a:pt x="131" y="0"/>
                  </a:moveTo>
                  <a:lnTo>
                    <a:pt x="0" y="76"/>
                  </a:lnTo>
                  <a:lnTo>
                    <a:pt x="0"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40"/>
            <p:cNvSpPr/>
            <p:nvPr/>
          </p:nvSpPr>
          <p:spPr>
            <a:xfrm>
              <a:off x="570469" y="2328477"/>
              <a:ext cx="4474" cy="7743"/>
            </a:xfrm>
            <a:custGeom>
              <a:avLst/>
              <a:gdLst/>
              <a:ahLst/>
              <a:cxnLst/>
              <a:rect l="l" t="t" r="r" b="b"/>
              <a:pathLst>
                <a:path w="130" h="225" extrusionOk="0">
                  <a:moveTo>
                    <a:pt x="129" y="1"/>
                  </a:moveTo>
                  <a:lnTo>
                    <a:pt x="0" y="75"/>
                  </a:lnTo>
                  <a:lnTo>
                    <a:pt x="0" y="224"/>
                  </a:lnTo>
                  <a:lnTo>
                    <a:pt x="129"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40"/>
            <p:cNvSpPr/>
            <p:nvPr/>
          </p:nvSpPr>
          <p:spPr>
            <a:xfrm>
              <a:off x="570469" y="2321594"/>
              <a:ext cx="4474" cy="7674"/>
            </a:xfrm>
            <a:custGeom>
              <a:avLst/>
              <a:gdLst/>
              <a:ahLst/>
              <a:cxnLst/>
              <a:rect l="l" t="t" r="r" b="b"/>
              <a:pathLst>
                <a:path w="130" h="223" extrusionOk="0">
                  <a:moveTo>
                    <a:pt x="129" y="0"/>
                  </a:moveTo>
                  <a:lnTo>
                    <a:pt x="0" y="75"/>
                  </a:lnTo>
                  <a:lnTo>
                    <a:pt x="0" y="222"/>
                  </a:lnTo>
                  <a:lnTo>
                    <a:pt x="129" y="149"/>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40"/>
            <p:cNvSpPr/>
            <p:nvPr/>
          </p:nvSpPr>
          <p:spPr>
            <a:xfrm>
              <a:off x="570366" y="2314643"/>
              <a:ext cx="4508" cy="7743"/>
            </a:xfrm>
            <a:custGeom>
              <a:avLst/>
              <a:gdLst/>
              <a:ahLst/>
              <a:cxnLst/>
              <a:rect l="l" t="t" r="r" b="b"/>
              <a:pathLst>
                <a:path w="131" h="225" extrusionOk="0">
                  <a:moveTo>
                    <a:pt x="131" y="0"/>
                  </a:moveTo>
                  <a:lnTo>
                    <a:pt x="0" y="75"/>
                  </a:lnTo>
                  <a:lnTo>
                    <a:pt x="3" y="224"/>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40"/>
            <p:cNvSpPr/>
            <p:nvPr/>
          </p:nvSpPr>
          <p:spPr>
            <a:xfrm>
              <a:off x="570366" y="2307795"/>
              <a:ext cx="4508" cy="7674"/>
            </a:xfrm>
            <a:custGeom>
              <a:avLst/>
              <a:gdLst/>
              <a:ahLst/>
              <a:cxnLst/>
              <a:rect l="l" t="t" r="r" b="b"/>
              <a:pathLst>
                <a:path w="131" h="223" extrusionOk="0">
                  <a:moveTo>
                    <a:pt x="131" y="0"/>
                  </a:moveTo>
                  <a:lnTo>
                    <a:pt x="0" y="73"/>
                  </a:lnTo>
                  <a:lnTo>
                    <a:pt x="0"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40"/>
            <p:cNvSpPr/>
            <p:nvPr/>
          </p:nvSpPr>
          <p:spPr>
            <a:xfrm>
              <a:off x="570503" y="2342276"/>
              <a:ext cx="4542" cy="7674"/>
            </a:xfrm>
            <a:custGeom>
              <a:avLst/>
              <a:gdLst/>
              <a:ahLst/>
              <a:cxnLst/>
              <a:rect l="l" t="t" r="r" b="b"/>
              <a:pathLst>
                <a:path w="132" h="223" extrusionOk="0">
                  <a:moveTo>
                    <a:pt x="131" y="0"/>
                  </a:moveTo>
                  <a:lnTo>
                    <a:pt x="1" y="75"/>
                  </a:lnTo>
                  <a:lnTo>
                    <a:pt x="1" y="223"/>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40"/>
            <p:cNvSpPr/>
            <p:nvPr/>
          </p:nvSpPr>
          <p:spPr>
            <a:xfrm>
              <a:off x="570469" y="2335428"/>
              <a:ext cx="4474" cy="7674"/>
            </a:xfrm>
            <a:custGeom>
              <a:avLst/>
              <a:gdLst/>
              <a:ahLst/>
              <a:cxnLst/>
              <a:rect l="l" t="t" r="r" b="b"/>
              <a:pathLst>
                <a:path w="130" h="223" extrusionOk="0">
                  <a:moveTo>
                    <a:pt x="129" y="0"/>
                  </a:moveTo>
                  <a:lnTo>
                    <a:pt x="0" y="74"/>
                  </a:lnTo>
                  <a:lnTo>
                    <a:pt x="2" y="223"/>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40"/>
            <p:cNvSpPr/>
            <p:nvPr/>
          </p:nvSpPr>
          <p:spPr>
            <a:xfrm>
              <a:off x="570503" y="2356110"/>
              <a:ext cx="4542" cy="7708"/>
            </a:xfrm>
            <a:custGeom>
              <a:avLst/>
              <a:gdLst/>
              <a:ahLst/>
              <a:cxnLst/>
              <a:rect l="l" t="t" r="r" b="b"/>
              <a:pathLst>
                <a:path w="132" h="224" extrusionOk="0">
                  <a:moveTo>
                    <a:pt x="131" y="1"/>
                  </a:moveTo>
                  <a:lnTo>
                    <a:pt x="1" y="75"/>
                  </a:lnTo>
                  <a:lnTo>
                    <a:pt x="2" y="223"/>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40"/>
            <p:cNvSpPr/>
            <p:nvPr/>
          </p:nvSpPr>
          <p:spPr>
            <a:xfrm>
              <a:off x="570503" y="2349159"/>
              <a:ext cx="4542" cy="7743"/>
            </a:xfrm>
            <a:custGeom>
              <a:avLst/>
              <a:gdLst/>
              <a:ahLst/>
              <a:cxnLst/>
              <a:rect l="l" t="t" r="r" b="b"/>
              <a:pathLst>
                <a:path w="132" h="225" extrusionOk="0">
                  <a:moveTo>
                    <a:pt x="131" y="1"/>
                  </a:moveTo>
                  <a:lnTo>
                    <a:pt x="1" y="77"/>
                  </a:lnTo>
                  <a:lnTo>
                    <a:pt x="1"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40"/>
            <p:cNvSpPr/>
            <p:nvPr/>
          </p:nvSpPr>
          <p:spPr>
            <a:xfrm>
              <a:off x="570710" y="2411342"/>
              <a:ext cx="4474" cy="7743"/>
            </a:xfrm>
            <a:custGeom>
              <a:avLst/>
              <a:gdLst/>
              <a:ahLst/>
              <a:cxnLst/>
              <a:rect l="l" t="t" r="r" b="b"/>
              <a:pathLst>
                <a:path w="130" h="225" extrusionOk="0">
                  <a:moveTo>
                    <a:pt x="129" y="1"/>
                  </a:moveTo>
                  <a:lnTo>
                    <a:pt x="1" y="75"/>
                  </a:lnTo>
                  <a:lnTo>
                    <a:pt x="1" y="225"/>
                  </a:lnTo>
                  <a:lnTo>
                    <a:pt x="129"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40"/>
            <p:cNvSpPr/>
            <p:nvPr/>
          </p:nvSpPr>
          <p:spPr>
            <a:xfrm>
              <a:off x="570710" y="2404459"/>
              <a:ext cx="4474" cy="7674"/>
            </a:xfrm>
            <a:custGeom>
              <a:avLst/>
              <a:gdLst/>
              <a:ahLst/>
              <a:cxnLst/>
              <a:rect l="l" t="t" r="r" b="b"/>
              <a:pathLst>
                <a:path w="130" h="223" extrusionOk="0">
                  <a:moveTo>
                    <a:pt x="128" y="0"/>
                  </a:moveTo>
                  <a:lnTo>
                    <a:pt x="1" y="75"/>
                  </a:lnTo>
                  <a:lnTo>
                    <a:pt x="1" y="223"/>
                  </a:lnTo>
                  <a:lnTo>
                    <a:pt x="129" y="148"/>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40"/>
            <p:cNvSpPr/>
            <p:nvPr/>
          </p:nvSpPr>
          <p:spPr>
            <a:xfrm>
              <a:off x="570606" y="2397508"/>
              <a:ext cx="4542" cy="7777"/>
            </a:xfrm>
            <a:custGeom>
              <a:avLst/>
              <a:gdLst/>
              <a:ahLst/>
              <a:cxnLst/>
              <a:rect l="l" t="t" r="r" b="b"/>
              <a:pathLst>
                <a:path w="132" h="226" extrusionOk="0">
                  <a:moveTo>
                    <a:pt x="131" y="0"/>
                  </a:moveTo>
                  <a:lnTo>
                    <a:pt x="1" y="75"/>
                  </a:lnTo>
                  <a:lnTo>
                    <a:pt x="1" y="226"/>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40"/>
            <p:cNvSpPr/>
            <p:nvPr/>
          </p:nvSpPr>
          <p:spPr>
            <a:xfrm>
              <a:off x="570606" y="2390660"/>
              <a:ext cx="4542" cy="7743"/>
            </a:xfrm>
            <a:custGeom>
              <a:avLst/>
              <a:gdLst/>
              <a:ahLst/>
              <a:cxnLst/>
              <a:rect l="l" t="t" r="r" b="b"/>
              <a:pathLst>
                <a:path w="132" h="225" extrusionOk="0">
                  <a:moveTo>
                    <a:pt x="131" y="0"/>
                  </a:moveTo>
                  <a:lnTo>
                    <a:pt x="1" y="74"/>
                  </a:lnTo>
                  <a:lnTo>
                    <a:pt x="1"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40"/>
            <p:cNvSpPr/>
            <p:nvPr/>
          </p:nvSpPr>
          <p:spPr>
            <a:xfrm>
              <a:off x="570606" y="2383709"/>
              <a:ext cx="4542" cy="7743"/>
            </a:xfrm>
            <a:custGeom>
              <a:avLst/>
              <a:gdLst/>
              <a:ahLst/>
              <a:cxnLst/>
              <a:rect l="l" t="t" r="r" b="b"/>
              <a:pathLst>
                <a:path w="132" h="225" extrusionOk="0">
                  <a:moveTo>
                    <a:pt x="130" y="0"/>
                  </a:moveTo>
                  <a:lnTo>
                    <a:pt x="1" y="77"/>
                  </a:lnTo>
                  <a:lnTo>
                    <a:pt x="1" y="224"/>
                  </a:lnTo>
                  <a:lnTo>
                    <a:pt x="131" y="150"/>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40"/>
            <p:cNvSpPr/>
            <p:nvPr/>
          </p:nvSpPr>
          <p:spPr>
            <a:xfrm>
              <a:off x="570572" y="2376826"/>
              <a:ext cx="4508" cy="7708"/>
            </a:xfrm>
            <a:custGeom>
              <a:avLst/>
              <a:gdLst/>
              <a:ahLst/>
              <a:cxnLst/>
              <a:rect l="l" t="t" r="r" b="b"/>
              <a:pathLst>
                <a:path w="131" h="224" extrusionOk="0">
                  <a:moveTo>
                    <a:pt x="131" y="0"/>
                  </a:moveTo>
                  <a:lnTo>
                    <a:pt x="0" y="75"/>
                  </a:lnTo>
                  <a:lnTo>
                    <a:pt x="2"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40"/>
            <p:cNvSpPr/>
            <p:nvPr/>
          </p:nvSpPr>
          <p:spPr>
            <a:xfrm>
              <a:off x="570572" y="2369875"/>
              <a:ext cx="4508" cy="7708"/>
            </a:xfrm>
            <a:custGeom>
              <a:avLst/>
              <a:gdLst/>
              <a:ahLst/>
              <a:cxnLst/>
              <a:rect l="l" t="t" r="r" b="b"/>
              <a:pathLst>
                <a:path w="131" h="224" extrusionOk="0">
                  <a:moveTo>
                    <a:pt x="131" y="0"/>
                  </a:moveTo>
                  <a:lnTo>
                    <a:pt x="0" y="76"/>
                  </a:lnTo>
                  <a:lnTo>
                    <a:pt x="0" y="224"/>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40"/>
            <p:cNvSpPr/>
            <p:nvPr/>
          </p:nvSpPr>
          <p:spPr>
            <a:xfrm>
              <a:off x="570572" y="2362958"/>
              <a:ext cx="4508" cy="7777"/>
            </a:xfrm>
            <a:custGeom>
              <a:avLst/>
              <a:gdLst/>
              <a:ahLst/>
              <a:cxnLst/>
              <a:rect l="l" t="t" r="r" b="b"/>
              <a:pathLst>
                <a:path w="131" h="226" extrusionOk="0">
                  <a:moveTo>
                    <a:pt x="129" y="1"/>
                  </a:moveTo>
                  <a:lnTo>
                    <a:pt x="0" y="75"/>
                  </a:lnTo>
                  <a:lnTo>
                    <a:pt x="0" y="226"/>
                  </a:lnTo>
                  <a:lnTo>
                    <a:pt x="131" y="151"/>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40"/>
            <p:cNvSpPr/>
            <p:nvPr/>
          </p:nvSpPr>
          <p:spPr>
            <a:xfrm>
              <a:off x="570779" y="2425141"/>
              <a:ext cx="4405" cy="7674"/>
            </a:xfrm>
            <a:custGeom>
              <a:avLst/>
              <a:gdLst/>
              <a:ahLst/>
              <a:cxnLst/>
              <a:rect l="l" t="t" r="r" b="b"/>
              <a:pathLst>
                <a:path w="128" h="223" extrusionOk="0">
                  <a:moveTo>
                    <a:pt x="127" y="1"/>
                  </a:moveTo>
                  <a:lnTo>
                    <a:pt x="0" y="75"/>
                  </a:lnTo>
                  <a:lnTo>
                    <a:pt x="0" y="223"/>
                  </a:lnTo>
                  <a:lnTo>
                    <a:pt x="127" y="148"/>
                  </a:lnTo>
                  <a:lnTo>
                    <a:pt x="1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40"/>
            <p:cNvSpPr/>
            <p:nvPr/>
          </p:nvSpPr>
          <p:spPr>
            <a:xfrm>
              <a:off x="570710" y="2418259"/>
              <a:ext cx="4474" cy="7708"/>
            </a:xfrm>
            <a:custGeom>
              <a:avLst/>
              <a:gdLst/>
              <a:ahLst/>
              <a:cxnLst/>
              <a:rect l="l" t="t" r="r" b="b"/>
              <a:pathLst>
                <a:path w="130" h="224" extrusionOk="0">
                  <a:moveTo>
                    <a:pt x="129" y="0"/>
                  </a:moveTo>
                  <a:lnTo>
                    <a:pt x="1" y="75"/>
                  </a:lnTo>
                  <a:lnTo>
                    <a:pt x="1" y="224"/>
                  </a:lnTo>
                  <a:lnTo>
                    <a:pt x="129" y="149"/>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40"/>
            <p:cNvSpPr/>
            <p:nvPr/>
          </p:nvSpPr>
          <p:spPr>
            <a:xfrm>
              <a:off x="570779" y="2445823"/>
              <a:ext cx="4508" cy="7812"/>
            </a:xfrm>
            <a:custGeom>
              <a:avLst/>
              <a:gdLst/>
              <a:ahLst/>
              <a:cxnLst/>
              <a:rect l="l" t="t" r="r" b="b"/>
              <a:pathLst>
                <a:path w="131" h="227" extrusionOk="0">
                  <a:moveTo>
                    <a:pt x="130" y="1"/>
                  </a:moveTo>
                  <a:lnTo>
                    <a:pt x="0" y="77"/>
                  </a:lnTo>
                  <a:lnTo>
                    <a:pt x="2" y="226"/>
                  </a:lnTo>
                  <a:lnTo>
                    <a:pt x="130" y="152"/>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40"/>
            <p:cNvSpPr/>
            <p:nvPr/>
          </p:nvSpPr>
          <p:spPr>
            <a:xfrm>
              <a:off x="570779" y="2438975"/>
              <a:ext cx="4508" cy="7708"/>
            </a:xfrm>
            <a:custGeom>
              <a:avLst/>
              <a:gdLst/>
              <a:ahLst/>
              <a:cxnLst/>
              <a:rect l="l" t="t" r="r" b="b"/>
              <a:pathLst>
                <a:path w="131" h="224" extrusionOk="0">
                  <a:moveTo>
                    <a:pt x="130" y="1"/>
                  </a:moveTo>
                  <a:lnTo>
                    <a:pt x="0" y="76"/>
                  </a:lnTo>
                  <a:lnTo>
                    <a:pt x="0"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40"/>
            <p:cNvSpPr/>
            <p:nvPr/>
          </p:nvSpPr>
          <p:spPr>
            <a:xfrm>
              <a:off x="570779" y="2432093"/>
              <a:ext cx="4508" cy="7674"/>
            </a:xfrm>
            <a:custGeom>
              <a:avLst/>
              <a:gdLst/>
              <a:ahLst/>
              <a:cxnLst/>
              <a:rect l="l" t="t" r="r" b="b"/>
              <a:pathLst>
                <a:path w="131" h="223" extrusionOk="0">
                  <a:moveTo>
                    <a:pt x="130" y="0"/>
                  </a:moveTo>
                  <a:lnTo>
                    <a:pt x="0" y="75"/>
                  </a:lnTo>
                  <a:lnTo>
                    <a:pt x="0"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40"/>
            <p:cNvSpPr/>
            <p:nvPr/>
          </p:nvSpPr>
          <p:spPr>
            <a:xfrm>
              <a:off x="570813" y="2452775"/>
              <a:ext cx="4508" cy="7708"/>
            </a:xfrm>
            <a:custGeom>
              <a:avLst/>
              <a:gdLst/>
              <a:ahLst/>
              <a:cxnLst/>
              <a:rect l="l" t="t" r="r" b="b"/>
              <a:pathLst>
                <a:path w="131" h="224" extrusionOk="0">
                  <a:moveTo>
                    <a:pt x="131" y="1"/>
                  </a:moveTo>
                  <a:lnTo>
                    <a:pt x="1" y="75"/>
                  </a:lnTo>
                  <a:lnTo>
                    <a:pt x="1" y="223"/>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40"/>
            <p:cNvSpPr/>
            <p:nvPr/>
          </p:nvSpPr>
          <p:spPr>
            <a:xfrm>
              <a:off x="570813" y="2459692"/>
              <a:ext cx="4508" cy="7743"/>
            </a:xfrm>
            <a:custGeom>
              <a:avLst/>
              <a:gdLst/>
              <a:ahLst/>
              <a:cxnLst/>
              <a:rect l="l" t="t" r="r" b="b"/>
              <a:pathLst>
                <a:path w="131" h="225" extrusionOk="0">
                  <a:moveTo>
                    <a:pt x="131" y="0"/>
                  </a:moveTo>
                  <a:lnTo>
                    <a:pt x="1" y="76"/>
                  </a:lnTo>
                  <a:lnTo>
                    <a:pt x="1" y="224"/>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40"/>
            <p:cNvSpPr/>
            <p:nvPr/>
          </p:nvSpPr>
          <p:spPr>
            <a:xfrm>
              <a:off x="570813" y="2466643"/>
              <a:ext cx="4508" cy="7674"/>
            </a:xfrm>
            <a:custGeom>
              <a:avLst/>
              <a:gdLst/>
              <a:ahLst/>
              <a:cxnLst/>
              <a:rect l="l" t="t" r="r" b="b"/>
              <a:pathLst>
                <a:path w="131" h="223" extrusionOk="0">
                  <a:moveTo>
                    <a:pt x="131" y="0"/>
                  </a:moveTo>
                  <a:lnTo>
                    <a:pt x="1" y="75"/>
                  </a:lnTo>
                  <a:lnTo>
                    <a:pt x="1" y="222"/>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40"/>
            <p:cNvSpPr/>
            <p:nvPr/>
          </p:nvSpPr>
          <p:spPr>
            <a:xfrm>
              <a:off x="570882" y="2473491"/>
              <a:ext cx="4508" cy="7777"/>
            </a:xfrm>
            <a:custGeom>
              <a:avLst/>
              <a:gdLst/>
              <a:ahLst/>
              <a:cxnLst/>
              <a:rect l="l" t="t" r="r" b="b"/>
              <a:pathLst>
                <a:path w="131" h="226" extrusionOk="0">
                  <a:moveTo>
                    <a:pt x="129" y="0"/>
                  </a:moveTo>
                  <a:lnTo>
                    <a:pt x="0" y="75"/>
                  </a:lnTo>
                  <a:lnTo>
                    <a:pt x="0" y="225"/>
                  </a:lnTo>
                  <a:lnTo>
                    <a:pt x="130" y="151"/>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40"/>
            <p:cNvSpPr/>
            <p:nvPr/>
          </p:nvSpPr>
          <p:spPr>
            <a:xfrm>
              <a:off x="570882" y="2480408"/>
              <a:ext cx="4508" cy="7708"/>
            </a:xfrm>
            <a:custGeom>
              <a:avLst/>
              <a:gdLst/>
              <a:ahLst/>
              <a:cxnLst/>
              <a:rect l="l" t="t" r="r" b="b"/>
              <a:pathLst>
                <a:path w="131" h="224" extrusionOk="0">
                  <a:moveTo>
                    <a:pt x="130" y="1"/>
                  </a:moveTo>
                  <a:lnTo>
                    <a:pt x="0" y="76"/>
                  </a:lnTo>
                  <a:lnTo>
                    <a:pt x="0" y="223"/>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40"/>
            <p:cNvSpPr/>
            <p:nvPr/>
          </p:nvSpPr>
          <p:spPr>
            <a:xfrm>
              <a:off x="570882" y="2487325"/>
              <a:ext cx="4508" cy="7743"/>
            </a:xfrm>
            <a:custGeom>
              <a:avLst/>
              <a:gdLst/>
              <a:ahLst/>
              <a:cxnLst/>
              <a:rect l="l" t="t" r="r" b="b"/>
              <a:pathLst>
                <a:path w="131" h="225" extrusionOk="0">
                  <a:moveTo>
                    <a:pt x="130" y="0"/>
                  </a:moveTo>
                  <a:lnTo>
                    <a:pt x="0" y="75"/>
                  </a:lnTo>
                  <a:lnTo>
                    <a:pt x="0"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40"/>
            <p:cNvSpPr/>
            <p:nvPr/>
          </p:nvSpPr>
          <p:spPr>
            <a:xfrm>
              <a:off x="570985" y="2501124"/>
              <a:ext cx="4439" cy="7777"/>
            </a:xfrm>
            <a:custGeom>
              <a:avLst/>
              <a:gdLst/>
              <a:ahLst/>
              <a:cxnLst/>
              <a:rect l="l" t="t" r="r" b="b"/>
              <a:pathLst>
                <a:path w="129" h="226" extrusionOk="0">
                  <a:moveTo>
                    <a:pt x="129" y="0"/>
                  </a:moveTo>
                  <a:lnTo>
                    <a:pt x="0" y="75"/>
                  </a:lnTo>
                  <a:lnTo>
                    <a:pt x="0" y="226"/>
                  </a:lnTo>
                  <a:lnTo>
                    <a:pt x="129"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0"/>
            <p:cNvSpPr/>
            <p:nvPr/>
          </p:nvSpPr>
          <p:spPr>
            <a:xfrm>
              <a:off x="570882" y="2494276"/>
              <a:ext cx="4542" cy="7674"/>
            </a:xfrm>
            <a:custGeom>
              <a:avLst/>
              <a:gdLst/>
              <a:ahLst/>
              <a:cxnLst/>
              <a:rect l="l" t="t" r="r" b="b"/>
              <a:pathLst>
                <a:path w="132" h="223" extrusionOk="0">
                  <a:moveTo>
                    <a:pt x="130" y="0"/>
                  </a:moveTo>
                  <a:lnTo>
                    <a:pt x="0" y="73"/>
                  </a:lnTo>
                  <a:lnTo>
                    <a:pt x="3" y="223"/>
                  </a:lnTo>
                  <a:lnTo>
                    <a:pt x="132"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40"/>
            <p:cNvSpPr/>
            <p:nvPr/>
          </p:nvSpPr>
          <p:spPr>
            <a:xfrm>
              <a:off x="563311" y="2304973"/>
              <a:ext cx="4474" cy="7674"/>
            </a:xfrm>
            <a:custGeom>
              <a:avLst/>
              <a:gdLst/>
              <a:ahLst/>
              <a:cxnLst/>
              <a:rect l="l" t="t" r="r" b="b"/>
              <a:pathLst>
                <a:path w="130" h="223" extrusionOk="0">
                  <a:moveTo>
                    <a:pt x="129" y="0"/>
                  </a:moveTo>
                  <a:lnTo>
                    <a:pt x="1" y="75"/>
                  </a:lnTo>
                  <a:lnTo>
                    <a:pt x="1" y="223"/>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40"/>
            <p:cNvSpPr/>
            <p:nvPr/>
          </p:nvSpPr>
          <p:spPr>
            <a:xfrm>
              <a:off x="563277" y="2298022"/>
              <a:ext cx="4508" cy="7674"/>
            </a:xfrm>
            <a:custGeom>
              <a:avLst/>
              <a:gdLst/>
              <a:ahLst/>
              <a:cxnLst/>
              <a:rect l="l" t="t" r="r" b="b"/>
              <a:pathLst>
                <a:path w="131" h="223" extrusionOk="0">
                  <a:moveTo>
                    <a:pt x="130" y="0"/>
                  </a:moveTo>
                  <a:lnTo>
                    <a:pt x="0" y="75"/>
                  </a:lnTo>
                  <a:lnTo>
                    <a:pt x="0"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40"/>
            <p:cNvSpPr/>
            <p:nvPr/>
          </p:nvSpPr>
          <p:spPr>
            <a:xfrm>
              <a:off x="563277" y="2291105"/>
              <a:ext cx="4508" cy="7708"/>
            </a:xfrm>
            <a:custGeom>
              <a:avLst/>
              <a:gdLst/>
              <a:ahLst/>
              <a:cxnLst/>
              <a:rect l="l" t="t" r="r" b="b"/>
              <a:pathLst>
                <a:path w="131" h="224" extrusionOk="0">
                  <a:moveTo>
                    <a:pt x="130" y="1"/>
                  </a:moveTo>
                  <a:lnTo>
                    <a:pt x="0" y="76"/>
                  </a:lnTo>
                  <a:lnTo>
                    <a:pt x="0"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40"/>
            <p:cNvSpPr/>
            <p:nvPr/>
          </p:nvSpPr>
          <p:spPr>
            <a:xfrm>
              <a:off x="563414" y="2332572"/>
              <a:ext cx="4474" cy="7708"/>
            </a:xfrm>
            <a:custGeom>
              <a:avLst/>
              <a:gdLst/>
              <a:ahLst/>
              <a:cxnLst/>
              <a:rect l="l" t="t" r="r" b="b"/>
              <a:pathLst>
                <a:path w="130" h="224" extrusionOk="0">
                  <a:moveTo>
                    <a:pt x="128" y="0"/>
                  </a:moveTo>
                  <a:lnTo>
                    <a:pt x="1" y="76"/>
                  </a:lnTo>
                  <a:lnTo>
                    <a:pt x="1" y="224"/>
                  </a:lnTo>
                  <a:lnTo>
                    <a:pt x="129" y="149"/>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40"/>
            <p:cNvSpPr/>
            <p:nvPr/>
          </p:nvSpPr>
          <p:spPr>
            <a:xfrm>
              <a:off x="563311" y="2325655"/>
              <a:ext cx="4508" cy="7674"/>
            </a:xfrm>
            <a:custGeom>
              <a:avLst/>
              <a:gdLst/>
              <a:ahLst/>
              <a:cxnLst/>
              <a:rect l="l" t="t" r="r" b="b"/>
              <a:pathLst>
                <a:path w="131" h="223" extrusionOk="0">
                  <a:moveTo>
                    <a:pt x="131" y="1"/>
                  </a:moveTo>
                  <a:lnTo>
                    <a:pt x="1" y="75"/>
                  </a:lnTo>
                  <a:lnTo>
                    <a:pt x="4" y="223"/>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40"/>
            <p:cNvSpPr/>
            <p:nvPr/>
          </p:nvSpPr>
          <p:spPr>
            <a:xfrm>
              <a:off x="563311" y="2318704"/>
              <a:ext cx="4508" cy="7777"/>
            </a:xfrm>
            <a:custGeom>
              <a:avLst/>
              <a:gdLst/>
              <a:ahLst/>
              <a:cxnLst/>
              <a:rect l="l" t="t" r="r" b="b"/>
              <a:pathLst>
                <a:path w="131" h="226" extrusionOk="0">
                  <a:moveTo>
                    <a:pt x="131" y="1"/>
                  </a:moveTo>
                  <a:lnTo>
                    <a:pt x="1" y="77"/>
                  </a:lnTo>
                  <a:lnTo>
                    <a:pt x="1" y="226"/>
                  </a:lnTo>
                  <a:lnTo>
                    <a:pt x="131" y="151"/>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40"/>
            <p:cNvSpPr/>
            <p:nvPr/>
          </p:nvSpPr>
          <p:spPr>
            <a:xfrm>
              <a:off x="563311" y="2311855"/>
              <a:ext cx="4508" cy="7708"/>
            </a:xfrm>
            <a:custGeom>
              <a:avLst/>
              <a:gdLst/>
              <a:ahLst/>
              <a:cxnLst/>
              <a:rect l="l" t="t" r="r" b="b"/>
              <a:pathLst>
                <a:path w="131" h="224" extrusionOk="0">
                  <a:moveTo>
                    <a:pt x="129" y="1"/>
                  </a:moveTo>
                  <a:lnTo>
                    <a:pt x="1" y="74"/>
                  </a:lnTo>
                  <a:lnTo>
                    <a:pt x="1" y="223"/>
                  </a:lnTo>
                  <a:lnTo>
                    <a:pt x="131"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40"/>
            <p:cNvSpPr/>
            <p:nvPr/>
          </p:nvSpPr>
          <p:spPr>
            <a:xfrm>
              <a:off x="563414" y="2339454"/>
              <a:ext cx="4474" cy="7743"/>
            </a:xfrm>
            <a:custGeom>
              <a:avLst/>
              <a:gdLst/>
              <a:ahLst/>
              <a:cxnLst/>
              <a:rect l="l" t="t" r="r" b="b"/>
              <a:pathLst>
                <a:path w="130" h="225" extrusionOk="0">
                  <a:moveTo>
                    <a:pt x="129" y="0"/>
                  </a:moveTo>
                  <a:lnTo>
                    <a:pt x="1" y="75"/>
                  </a:lnTo>
                  <a:lnTo>
                    <a:pt x="1" y="224"/>
                  </a:lnTo>
                  <a:lnTo>
                    <a:pt x="129"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40"/>
            <p:cNvSpPr/>
            <p:nvPr/>
          </p:nvSpPr>
          <p:spPr>
            <a:xfrm>
              <a:off x="563483" y="2367053"/>
              <a:ext cx="4508" cy="7777"/>
            </a:xfrm>
            <a:custGeom>
              <a:avLst/>
              <a:gdLst/>
              <a:ahLst/>
              <a:cxnLst/>
              <a:rect l="l" t="t" r="r" b="b"/>
              <a:pathLst>
                <a:path w="131" h="226" extrusionOk="0">
                  <a:moveTo>
                    <a:pt x="130" y="0"/>
                  </a:moveTo>
                  <a:lnTo>
                    <a:pt x="0" y="76"/>
                  </a:lnTo>
                  <a:lnTo>
                    <a:pt x="0" y="226"/>
                  </a:lnTo>
                  <a:lnTo>
                    <a:pt x="130" y="151"/>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40"/>
            <p:cNvSpPr/>
            <p:nvPr/>
          </p:nvSpPr>
          <p:spPr>
            <a:xfrm>
              <a:off x="563483" y="2360205"/>
              <a:ext cx="4508" cy="7743"/>
            </a:xfrm>
            <a:custGeom>
              <a:avLst/>
              <a:gdLst/>
              <a:ahLst/>
              <a:cxnLst/>
              <a:rect l="l" t="t" r="r" b="b"/>
              <a:pathLst>
                <a:path w="131" h="225" extrusionOk="0">
                  <a:moveTo>
                    <a:pt x="130" y="0"/>
                  </a:moveTo>
                  <a:lnTo>
                    <a:pt x="0" y="73"/>
                  </a:lnTo>
                  <a:lnTo>
                    <a:pt x="0"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40"/>
            <p:cNvSpPr/>
            <p:nvPr/>
          </p:nvSpPr>
          <p:spPr>
            <a:xfrm>
              <a:off x="563483" y="2353288"/>
              <a:ext cx="4508" cy="7708"/>
            </a:xfrm>
            <a:custGeom>
              <a:avLst/>
              <a:gdLst/>
              <a:ahLst/>
              <a:cxnLst/>
              <a:rect l="l" t="t" r="r" b="b"/>
              <a:pathLst>
                <a:path w="131" h="224" extrusionOk="0">
                  <a:moveTo>
                    <a:pt x="127" y="1"/>
                  </a:moveTo>
                  <a:lnTo>
                    <a:pt x="0" y="75"/>
                  </a:lnTo>
                  <a:lnTo>
                    <a:pt x="0" y="223"/>
                  </a:lnTo>
                  <a:lnTo>
                    <a:pt x="130" y="149"/>
                  </a:lnTo>
                  <a:lnTo>
                    <a:pt x="1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40"/>
            <p:cNvSpPr/>
            <p:nvPr/>
          </p:nvSpPr>
          <p:spPr>
            <a:xfrm>
              <a:off x="563414" y="2346337"/>
              <a:ext cx="4474" cy="7743"/>
            </a:xfrm>
            <a:custGeom>
              <a:avLst/>
              <a:gdLst/>
              <a:ahLst/>
              <a:cxnLst/>
              <a:rect l="l" t="t" r="r" b="b"/>
              <a:pathLst>
                <a:path w="130" h="225" extrusionOk="0">
                  <a:moveTo>
                    <a:pt x="129" y="1"/>
                  </a:moveTo>
                  <a:lnTo>
                    <a:pt x="1" y="75"/>
                  </a:lnTo>
                  <a:lnTo>
                    <a:pt x="2" y="225"/>
                  </a:lnTo>
                  <a:lnTo>
                    <a:pt x="129"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40"/>
            <p:cNvSpPr/>
            <p:nvPr/>
          </p:nvSpPr>
          <p:spPr>
            <a:xfrm>
              <a:off x="563518" y="2380887"/>
              <a:ext cx="4508" cy="7743"/>
            </a:xfrm>
            <a:custGeom>
              <a:avLst/>
              <a:gdLst/>
              <a:ahLst/>
              <a:cxnLst/>
              <a:rect l="l" t="t" r="r" b="b"/>
              <a:pathLst>
                <a:path w="131" h="225" extrusionOk="0">
                  <a:moveTo>
                    <a:pt x="131" y="1"/>
                  </a:moveTo>
                  <a:lnTo>
                    <a:pt x="1" y="77"/>
                  </a:lnTo>
                  <a:lnTo>
                    <a:pt x="1" y="224"/>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40"/>
            <p:cNvSpPr/>
            <p:nvPr/>
          </p:nvSpPr>
          <p:spPr>
            <a:xfrm>
              <a:off x="563518" y="2374004"/>
              <a:ext cx="4508" cy="7674"/>
            </a:xfrm>
            <a:custGeom>
              <a:avLst/>
              <a:gdLst/>
              <a:ahLst/>
              <a:cxnLst/>
              <a:rect l="l" t="t" r="r" b="b"/>
              <a:pathLst>
                <a:path w="131" h="223" extrusionOk="0">
                  <a:moveTo>
                    <a:pt x="129" y="0"/>
                  </a:moveTo>
                  <a:lnTo>
                    <a:pt x="1" y="75"/>
                  </a:lnTo>
                  <a:lnTo>
                    <a:pt x="1" y="222"/>
                  </a:lnTo>
                  <a:lnTo>
                    <a:pt x="131"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40"/>
            <p:cNvSpPr/>
            <p:nvPr/>
          </p:nvSpPr>
          <p:spPr>
            <a:xfrm>
              <a:off x="563518" y="2387838"/>
              <a:ext cx="4508" cy="7674"/>
            </a:xfrm>
            <a:custGeom>
              <a:avLst/>
              <a:gdLst/>
              <a:ahLst/>
              <a:cxnLst/>
              <a:rect l="l" t="t" r="r" b="b"/>
              <a:pathLst>
                <a:path w="131" h="223" extrusionOk="0">
                  <a:moveTo>
                    <a:pt x="131" y="0"/>
                  </a:moveTo>
                  <a:lnTo>
                    <a:pt x="1" y="75"/>
                  </a:lnTo>
                  <a:lnTo>
                    <a:pt x="1"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40"/>
            <p:cNvSpPr/>
            <p:nvPr/>
          </p:nvSpPr>
          <p:spPr>
            <a:xfrm>
              <a:off x="563552" y="2394686"/>
              <a:ext cx="4474" cy="7777"/>
            </a:xfrm>
            <a:custGeom>
              <a:avLst/>
              <a:gdLst/>
              <a:ahLst/>
              <a:cxnLst/>
              <a:rect l="l" t="t" r="r" b="b"/>
              <a:pathLst>
                <a:path w="130" h="226" extrusionOk="0">
                  <a:moveTo>
                    <a:pt x="130" y="0"/>
                  </a:moveTo>
                  <a:lnTo>
                    <a:pt x="1" y="75"/>
                  </a:lnTo>
                  <a:lnTo>
                    <a:pt x="1" y="226"/>
                  </a:lnTo>
                  <a:lnTo>
                    <a:pt x="130" y="151"/>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40"/>
            <p:cNvSpPr/>
            <p:nvPr/>
          </p:nvSpPr>
          <p:spPr>
            <a:xfrm>
              <a:off x="563552" y="2408520"/>
              <a:ext cx="4542" cy="7743"/>
            </a:xfrm>
            <a:custGeom>
              <a:avLst/>
              <a:gdLst/>
              <a:ahLst/>
              <a:cxnLst/>
              <a:rect l="l" t="t" r="r" b="b"/>
              <a:pathLst>
                <a:path w="132" h="225" extrusionOk="0">
                  <a:moveTo>
                    <a:pt x="131" y="1"/>
                  </a:moveTo>
                  <a:lnTo>
                    <a:pt x="1" y="75"/>
                  </a:lnTo>
                  <a:lnTo>
                    <a:pt x="1" y="225"/>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40"/>
            <p:cNvSpPr/>
            <p:nvPr/>
          </p:nvSpPr>
          <p:spPr>
            <a:xfrm>
              <a:off x="563552" y="2401638"/>
              <a:ext cx="4542" cy="7674"/>
            </a:xfrm>
            <a:custGeom>
              <a:avLst/>
              <a:gdLst/>
              <a:ahLst/>
              <a:cxnLst/>
              <a:rect l="l" t="t" r="r" b="b"/>
              <a:pathLst>
                <a:path w="132" h="223" extrusionOk="0">
                  <a:moveTo>
                    <a:pt x="131" y="0"/>
                  </a:moveTo>
                  <a:lnTo>
                    <a:pt x="1" y="75"/>
                  </a:lnTo>
                  <a:lnTo>
                    <a:pt x="1" y="223"/>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40"/>
            <p:cNvSpPr/>
            <p:nvPr/>
          </p:nvSpPr>
          <p:spPr>
            <a:xfrm>
              <a:off x="563552" y="2415471"/>
              <a:ext cx="4542" cy="7708"/>
            </a:xfrm>
            <a:custGeom>
              <a:avLst/>
              <a:gdLst/>
              <a:ahLst/>
              <a:cxnLst/>
              <a:rect l="l" t="t" r="r" b="b"/>
              <a:pathLst>
                <a:path w="132" h="224" extrusionOk="0">
                  <a:moveTo>
                    <a:pt x="131" y="1"/>
                  </a:moveTo>
                  <a:lnTo>
                    <a:pt x="1" y="74"/>
                  </a:lnTo>
                  <a:lnTo>
                    <a:pt x="4" y="223"/>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40"/>
            <p:cNvSpPr/>
            <p:nvPr/>
          </p:nvSpPr>
          <p:spPr>
            <a:xfrm>
              <a:off x="563655" y="2429236"/>
              <a:ext cx="4474" cy="7708"/>
            </a:xfrm>
            <a:custGeom>
              <a:avLst/>
              <a:gdLst/>
              <a:ahLst/>
              <a:cxnLst/>
              <a:rect l="l" t="t" r="r" b="b"/>
              <a:pathLst>
                <a:path w="130" h="224" extrusionOk="0">
                  <a:moveTo>
                    <a:pt x="130" y="0"/>
                  </a:moveTo>
                  <a:lnTo>
                    <a:pt x="1" y="76"/>
                  </a:lnTo>
                  <a:lnTo>
                    <a:pt x="1" y="224"/>
                  </a:lnTo>
                  <a:lnTo>
                    <a:pt x="130" y="149"/>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40"/>
            <p:cNvSpPr/>
            <p:nvPr/>
          </p:nvSpPr>
          <p:spPr>
            <a:xfrm>
              <a:off x="563655" y="2422388"/>
              <a:ext cx="4474" cy="7605"/>
            </a:xfrm>
            <a:custGeom>
              <a:avLst/>
              <a:gdLst/>
              <a:ahLst/>
              <a:cxnLst/>
              <a:rect l="l" t="t" r="r" b="b"/>
              <a:pathLst>
                <a:path w="130" h="221" extrusionOk="0">
                  <a:moveTo>
                    <a:pt x="130" y="0"/>
                  </a:moveTo>
                  <a:lnTo>
                    <a:pt x="1" y="73"/>
                  </a:lnTo>
                  <a:lnTo>
                    <a:pt x="1" y="221"/>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40"/>
            <p:cNvSpPr/>
            <p:nvPr/>
          </p:nvSpPr>
          <p:spPr>
            <a:xfrm>
              <a:off x="563724" y="2449953"/>
              <a:ext cx="4508" cy="7708"/>
            </a:xfrm>
            <a:custGeom>
              <a:avLst/>
              <a:gdLst/>
              <a:ahLst/>
              <a:cxnLst/>
              <a:rect l="l" t="t" r="r" b="b"/>
              <a:pathLst>
                <a:path w="131" h="224" extrusionOk="0">
                  <a:moveTo>
                    <a:pt x="131" y="1"/>
                  </a:moveTo>
                  <a:lnTo>
                    <a:pt x="0" y="75"/>
                  </a:lnTo>
                  <a:lnTo>
                    <a:pt x="0" y="223"/>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40"/>
            <p:cNvSpPr/>
            <p:nvPr/>
          </p:nvSpPr>
          <p:spPr>
            <a:xfrm>
              <a:off x="563724" y="2443001"/>
              <a:ext cx="4508" cy="7812"/>
            </a:xfrm>
            <a:custGeom>
              <a:avLst/>
              <a:gdLst/>
              <a:ahLst/>
              <a:cxnLst/>
              <a:rect l="l" t="t" r="r" b="b"/>
              <a:pathLst>
                <a:path w="131" h="227" extrusionOk="0">
                  <a:moveTo>
                    <a:pt x="128" y="1"/>
                  </a:moveTo>
                  <a:lnTo>
                    <a:pt x="0" y="76"/>
                  </a:lnTo>
                  <a:lnTo>
                    <a:pt x="0" y="226"/>
                  </a:lnTo>
                  <a:lnTo>
                    <a:pt x="131" y="152"/>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40"/>
            <p:cNvSpPr/>
            <p:nvPr/>
          </p:nvSpPr>
          <p:spPr>
            <a:xfrm>
              <a:off x="563655" y="2436153"/>
              <a:ext cx="4474" cy="7708"/>
            </a:xfrm>
            <a:custGeom>
              <a:avLst/>
              <a:gdLst/>
              <a:ahLst/>
              <a:cxnLst/>
              <a:rect l="l" t="t" r="r" b="b"/>
              <a:pathLst>
                <a:path w="130" h="224" extrusionOk="0">
                  <a:moveTo>
                    <a:pt x="130" y="1"/>
                  </a:moveTo>
                  <a:lnTo>
                    <a:pt x="1" y="76"/>
                  </a:lnTo>
                  <a:lnTo>
                    <a:pt x="2"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40"/>
            <p:cNvSpPr/>
            <p:nvPr/>
          </p:nvSpPr>
          <p:spPr>
            <a:xfrm>
              <a:off x="563724" y="2456870"/>
              <a:ext cx="4508" cy="7743"/>
            </a:xfrm>
            <a:custGeom>
              <a:avLst/>
              <a:gdLst/>
              <a:ahLst/>
              <a:cxnLst/>
              <a:rect l="l" t="t" r="r" b="b"/>
              <a:pathLst>
                <a:path w="131" h="225" extrusionOk="0">
                  <a:moveTo>
                    <a:pt x="131" y="0"/>
                  </a:moveTo>
                  <a:lnTo>
                    <a:pt x="0" y="75"/>
                  </a:lnTo>
                  <a:lnTo>
                    <a:pt x="2" y="224"/>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40"/>
            <p:cNvSpPr/>
            <p:nvPr/>
          </p:nvSpPr>
          <p:spPr>
            <a:xfrm>
              <a:off x="563758" y="2463821"/>
              <a:ext cx="4542" cy="7674"/>
            </a:xfrm>
            <a:custGeom>
              <a:avLst/>
              <a:gdLst/>
              <a:ahLst/>
              <a:cxnLst/>
              <a:rect l="l" t="t" r="r" b="b"/>
              <a:pathLst>
                <a:path w="132" h="223" extrusionOk="0">
                  <a:moveTo>
                    <a:pt x="130" y="0"/>
                  </a:moveTo>
                  <a:lnTo>
                    <a:pt x="1" y="75"/>
                  </a:lnTo>
                  <a:lnTo>
                    <a:pt x="1" y="223"/>
                  </a:lnTo>
                  <a:lnTo>
                    <a:pt x="131"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40"/>
            <p:cNvSpPr/>
            <p:nvPr/>
          </p:nvSpPr>
          <p:spPr>
            <a:xfrm>
              <a:off x="563758" y="2470704"/>
              <a:ext cx="4542" cy="7743"/>
            </a:xfrm>
            <a:custGeom>
              <a:avLst/>
              <a:gdLst/>
              <a:ahLst/>
              <a:cxnLst/>
              <a:rect l="l" t="t" r="r" b="b"/>
              <a:pathLst>
                <a:path w="132" h="225" extrusionOk="0">
                  <a:moveTo>
                    <a:pt x="131" y="1"/>
                  </a:moveTo>
                  <a:lnTo>
                    <a:pt x="1" y="74"/>
                  </a:lnTo>
                  <a:lnTo>
                    <a:pt x="1" y="224"/>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40"/>
            <p:cNvSpPr/>
            <p:nvPr/>
          </p:nvSpPr>
          <p:spPr>
            <a:xfrm>
              <a:off x="563758" y="2477552"/>
              <a:ext cx="4542" cy="7777"/>
            </a:xfrm>
            <a:custGeom>
              <a:avLst/>
              <a:gdLst/>
              <a:ahLst/>
              <a:cxnLst/>
              <a:rect l="l" t="t" r="r" b="b"/>
              <a:pathLst>
                <a:path w="132" h="226" extrusionOk="0">
                  <a:moveTo>
                    <a:pt x="131" y="1"/>
                  </a:moveTo>
                  <a:lnTo>
                    <a:pt x="1" y="77"/>
                  </a:lnTo>
                  <a:lnTo>
                    <a:pt x="1" y="226"/>
                  </a:lnTo>
                  <a:lnTo>
                    <a:pt x="131" y="151"/>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40"/>
            <p:cNvSpPr/>
            <p:nvPr/>
          </p:nvSpPr>
          <p:spPr>
            <a:xfrm>
              <a:off x="563827" y="2484503"/>
              <a:ext cx="4508" cy="7674"/>
            </a:xfrm>
            <a:custGeom>
              <a:avLst/>
              <a:gdLst/>
              <a:ahLst/>
              <a:cxnLst/>
              <a:rect l="l" t="t" r="r" b="b"/>
              <a:pathLst>
                <a:path w="131" h="223" extrusionOk="0">
                  <a:moveTo>
                    <a:pt x="129" y="0"/>
                  </a:moveTo>
                  <a:lnTo>
                    <a:pt x="0" y="75"/>
                  </a:lnTo>
                  <a:lnTo>
                    <a:pt x="0" y="223"/>
                  </a:lnTo>
                  <a:lnTo>
                    <a:pt x="130"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40"/>
            <p:cNvSpPr/>
            <p:nvPr/>
          </p:nvSpPr>
          <p:spPr>
            <a:xfrm>
              <a:off x="563827" y="2491385"/>
              <a:ext cx="4508" cy="7743"/>
            </a:xfrm>
            <a:custGeom>
              <a:avLst/>
              <a:gdLst/>
              <a:ahLst/>
              <a:cxnLst/>
              <a:rect l="l" t="t" r="r" b="b"/>
              <a:pathLst>
                <a:path w="131" h="225" extrusionOk="0">
                  <a:moveTo>
                    <a:pt x="130" y="1"/>
                  </a:moveTo>
                  <a:lnTo>
                    <a:pt x="0" y="77"/>
                  </a:lnTo>
                  <a:lnTo>
                    <a:pt x="0" y="225"/>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40"/>
            <p:cNvSpPr/>
            <p:nvPr/>
          </p:nvSpPr>
          <p:spPr>
            <a:xfrm>
              <a:off x="563930" y="2505185"/>
              <a:ext cx="4405" cy="7743"/>
            </a:xfrm>
            <a:custGeom>
              <a:avLst/>
              <a:gdLst/>
              <a:ahLst/>
              <a:cxnLst/>
              <a:rect l="l" t="t" r="r" b="b"/>
              <a:pathLst>
                <a:path w="128" h="225" extrusionOk="0">
                  <a:moveTo>
                    <a:pt x="127" y="1"/>
                  </a:moveTo>
                  <a:lnTo>
                    <a:pt x="0" y="75"/>
                  </a:lnTo>
                  <a:lnTo>
                    <a:pt x="0" y="225"/>
                  </a:lnTo>
                  <a:lnTo>
                    <a:pt x="127" y="149"/>
                  </a:lnTo>
                  <a:lnTo>
                    <a:pt x="1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40"/>
            <p:cNvSpPr/>
            <p:nvPr/>
          </p:nvSpPr>
          <p:spPr>
            <a:xfrm>
              <a:off x="563827" y="2498337"/>
              <a:ext cx="4508" cy="7708"/>
            </a:xfrm>
            <a:custGeom>
              <a:avLst/>
              <a:gdLst/>
              <a:ahLst/>
              <a:cxnLst/>
              <a:rect l="l" t="t" r="r" b="b"/>
              <a:pathLst>
                <a:path w="131" h="224" extrusionOk="0">
                  <a:moveTo>
                    <a:pt x="130" y="1"/>
                  </a:moveTo>
                  <a:lnTo>
                    <a:pt x="0" y="74"/>
                  </a:lnTo>
                  <a:lnTo>
                    <a:pt x="0"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40"/>
            <p:cNvSpPr/>
            <p:nvPr/>
          </p:nvSpPr>
          <p:spPr>
            <a:xfrm>
              <a:off x="556222" y="2315882"/>
              <a:ext cx="4508" cy="7812"/>
            </a:xfrm>
            <a:custGeom>
              <a:avLst/>
              <a:gdLst/>
              <a:ahLst/>
              <a:cxnLst/>
              <a:rect l="l" t="t" r="r" b="b"/>
              <a:pathLst>
                <a:path w="131" h="227" extrusionOk="0">
                  <a:moveTo>
                    <a:pt x="131" y="1"/>
                  </a:moveTo>
                  <a:lnTo>
                    <a:pt x="0" y="75"/>
                  </a:lnTo>
                  <a:lnTo>
                    <a:pt x="2" y="226"/>
                  </a:lnTo>
                  <a:lnTo>
                    <a:pt x="131" y="151"/>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40"/>
            <p:cNvSpPr/>
            <p:nvPr/>
          </p:nvSpPr>
          <p:spPr>
            <a:xfrm>
              <a:off x="556222" y="2309034"/>
              <a:ext cx="4508" cy="7708"/>
            </a:xfrm>
            <a:custGeom>
              <a:avLst/>
              <a:gdLst/>
              <a:ahLst/>
              <a:cxnLst/>
              <a:rect l="l" t="t" r="r" b="b"/>
              <a:pathLst>
                <a:path w="131" h="224" extrusionOk="0">
                  <a:moveTo>
                    <a:pt x="131" y="1"/>
                  </a:moveTo>
                  <a:lnTo>
                    <a:pt x="0" y="75"/>
                  </a:lnTo>
                  <a:lnTo>
                    <a:pt x="0"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40"/>
            <p:cNvSpPr/>
            <p:nvPr/>
          </p:nvSpPr>
          <p:spPr>
            <a:xfrm>
              <a:off x="556222" y="2302082"/>
              <a:ext cx="4508" cy="7743"/>
            </a:xfrm>
            <a:custGeom>
              <a:avLst/>
              <a:gdLst/>
              <a:ahLst/>
              <a:cxnLst/>
              <a:rect l="l" t="t" r="r" b="b"/>
              <a:pathLst>
                <a:path w="131" h="225" extrusionOk="0">
                  <a:moveTo>
                    <a:pt x="129" y="1"/>
                  </a:moveTo>
                  <a:lnTo>
                    <a:pt x="0" y="77"/>
                  </a:lnTo>
                  <a:lnTo>
                    <a:pt x="0" y="225"/>
                  </a:lnTo>
                  <a:lnTo>
                    <a:pt x="131"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40"/>
            <p:cNvSpPr/>
            <p:nvPr/>
          </p:nvSpPr>
          <p:spPr>
            <a:xfrm>
              <a:off x="556222" y="2295200"/>
              <a:ext cx="4474" cy="7674"/>
            </a:xfrm>
            <a:custGeom>
              <a:avLst/>
              <a:gdLst/>
              <a:ahLst/>
              <a:cxnLst/>
              <a:rect l="l" t="t" r="r" b="b"/>
              <a:pathLst>
                <a:path w="130" h="223" extrusionOk="0">
                  <a:moveTo>
                    <a:pt x="129" y="0"/>
                  </a:moveTo>
                  <a:lnTo>
                    <a:pt x="0" y="75"/>
                  </a:lnTo>
                  <a:lnTo>
                    <a:pt x="0" y="223"/>
                  </a:lnTo>
                  <a:lnTo>
                    <a:pt x="129"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40"/>
            <p:cNvSpPr/>
            <p:nvPr/>
          </p:nvSpPr>
          <p:spPr>
            <a:xfrm>
              <a:off x="556256" y="2329750"/>
              <a:ext cx="4542" cy="7708"/>
            </a:xfrm>
            <a:custGeom>
              <a:avLst/>
              <a:gdLst/>
              <a:ahLst/>
              <a:cxnLst/>
              <a:rect l="l" t="t" r="r" b="b"/>
              <a:pathLst>
                <a:path w="132" h="224" extrusionOk="0">
                  <a:moveTo>
                    <a:pt x="131" y="0"/>
                  </a:moveTo>
                  <a:lnTo>
                    <a:pt x="1" y="75"/>
                  </a:lnTo>
                  <a:lnTo>
                    <a:pt x="1"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40"/>
            <p:cNvSpPr/>
            <p:nvPr/>
          </p:nvSpPr>
          <p:spPr>
            <a:xfrm>
              <a:off x="556256" y="2322833"/>
              <a:ext cx="4542" cy="7708"/>
            </a:xfrm>
            <a:custGeom>
              <a:avLst/>
              <a:gdLst/>
              <a:ahLst/>
              <a:cxnLst/>
              <a:rect l="l" t="t" r="r" b="b"/>
              <a:pathLst>
                <a:path w="132" h="224" extrusionOk="0">
                  <a:moveTo>
                    <a:pt x="130" y="1"/>
                  </a:moveTo>
                  <a:lnTo>
                    <a:pt x="1" y="75"/>
                  </a:lnTo>
                  <a:lnTo>
                    <a:pt x="1" y="223"/>
                  </a:lnTo>
                  <a:lnTo>
                    <a:pt x="131" y="148"/>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40"/>
            <p:cNvSpPr/>
            <p:nvPr/>
          </p:nvSpPr>
          <p:spPr>
            <a:xfrm>
              <a:off x="556360" y="2343515"/>
              <a:ext cx="4474" cy="7708"/>
            </a:xfrm>
            <a:custGeom>
              <a:avLst/>
              <a:gdLst/>
              <a:ahLst/>
              <a:cxnLst/>
              <a:rect l="l" t="t" r="r" b="b"/>
              <a:pathLst>
                <a:path w="130" h="224" extrusionOk="0">
                  <a:moveTo>
                    <a:pt x="128" y="1"/>
                  </a:moveTo>
                  <a:lnTo>
                    <a:pt x="1" y="76"/>
                  </a:lnTo>
                  <a:lnTo>
                    <a:pt x="1" y="223"/>
                  </a:lnTo>
                  <a:lnTo>
                    <a:pt x="129" y="150"/>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40"/>
            <p:cNvSpPr/>
            <p:nvPr/>
          </p:nvSpPr>
          <p:spPr>
            <a:xfrm>
              <a:off x="556256" y="2336667"/>
              <a:ext cx="4542" cy="7708"/>
            </a:xfrm>
            <a:custGeom>
              <a:avLst/>
              <a:gdLst/>
              <a:ahLst/>
              <a:cxnLst/>
              <a:rect l="l" t="t" r="r" b="b"/>
              <a:pathLst>
                <a:path w="132" h="224" extrusionOk="0">
                  <a:moveTo>
                    <a:pt x="131" y="1"/>
                  </a:moveTo>
                  <a:lnTo>
                    <a:pt x="1" y="74"/>
                  </a:lnTo>
                  <a:lnTo>
                    <a:pt x="4"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40"/>
            <p:cNvSpPr/>
            <p:nvPr/>
          </p:nvSpPr>
          <p:spPr>
            <a:xfrm>
              <a:off x="556429" y="2378065"/>
              <a:ext cx="4508" cy="7743"/>
            </a:xfrm>
            <a:custGeom>
              <a:avLst/>
              <a:gdLst/>
              <a:ahLst/>
              <a:cxnLst/>
              <a:rect l="l" t="t" r="r" b="b"/>
              <a:pathLst>
                <a:path w="131" h="225" extrusionOk="0">
                  <a:moveTo>
                    <a:pt x="130" y="1"/>
                  </a:moveTo>
                  <a:lnTo>
                    <a:pt x="0" y="75"/>
                  </a:lnTo>
                  <a:lnTo>
                    <a:pt x="0" y="224"/>
                  </a:lnTo>
                  <a:lnTo>
                    <a:pt x="130" y="148"/>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40"/>
            <p:cNvSpPr/>
            <p:nvPr/>
          </p:nvSpPr>
          <p:spPr>
            <a:xfrm>
              <a:off x="556429" y="2371114"/>
              <a:ext cx="4508" cy="7743"/>
            </a:xfrm>
            <a:custGeom>
              <a:avLst/>
              <a:gdLst/>
              <a:ahLst/>
              <a:cxnLst/>
              <a:rect l="l" t="t" r="r" b="b"/>
              <a:pathLst>
                <a:path w="131" h="225" extrusionOk="0">
                  <a:moveTo>
                    <a:pt x="130" y="1"/>
                  </a:moveTo>
                  <a:lnTo>
                    <a:pt x="0" y="77"/>
                  </a:lnTo>
                  <a:lnTo>
                    <a:pt x="0" y="225"/>
                  </a:lnTo>
                  <a:lnTo>
                    <a:pt x="130" y="151"/>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40"/>
            <p:cNvSpPr/>
            <p:nvPr/>
          </p:nvSpPr>
          <p:spPr>
            <a:xfrm>
              <a:off x="556360" y="2364266"/>
              <a:ext cx="4577" cy="7743"/>
            </a:xfrm>
            <a:custGeom>
              <a:avLst/>
              <a:gdLst/>
              <a:ahLst/>
              <a:cxnLst/>
              <a:rect l="l" t="t" r="r" b="b"/>
              <a:pathLst>
                <a:path w="133" h="225" extrusionOk="0">
                  <a:moveTo>
                    <a:pt x="129" y="1"/>
                  </a:moveTo>
                  <a:lnTo>
                    <a:pt x="1" y="74"/>
                  </a:lnTo>
                  <a:lnTo>
                    <a:pt x="2" y="225"/>
                  </a:lnTo>
                  <a:lnTo>
                    <a:pt x="132"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40"/>
            <p:cNvSpPr/>
            <p:nvPr/>
          </p:nvSpPr>
          <p:spPr>
            <a:xfrm>
              <a:off x="556360" y="2357383"/>
              <a:ext cx="4474" cy="7674"/>
            </a:xfrm>
            <a:custGeom>
              <a:avLst/>
              <a:gdLst/>
              <a:ahLst/>
              <a:cxnLst/>
              <a:rect l="l" t="t" r="r" b="b"/>
              <a:pathLst>
                <a:path w="130" h="223" extrusionOk="0">
                  <a:moveTo>
                    <a:pt x="129" y="0"/>
                  </a:moveTo>
                  <a:lnTo>
                    <a:pt x="1" y="75"/>
                  </a:lnTo>
                  <a:lnTo>
                    <a:pt x="1" y="223"/>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40"/>
            <p:cNvSpPr/>
            <p:nvPr/>
          </p:nvSpPr>
          <p:spPr>
            <a:xfrm>
              <a:off x="556360" y="2350432"/>
              <a:ext cx="4474" cy="7743"/>
            </a:xfrm>
            <a:custGeom>
              <a:avLst/>
              <a:gdLst/>
              <a:ahLst/>
              <a:cxnLst/>
              <a:rect l="l" t="t" r="r" b="b"/>
              <a:pathLst>
                <a:path w="130" h="225" extrusionOk="0">
                  <a:moveTo>
                    <a:pt x="129" y="0"/>
                  </a:moveTo>
                  <a:lnTo>
                    <a:pt x="1" y="76"/>
                  </a:lnTo>
                  <a:lnTo>
                    <a:pt x="1" y="224"/>
                  </a:lnTo>
                  <a:lnTo>
                    <a:pt x="129"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40"/>
            <p:cNvSpPr/>
            <p:nvPr/>
          </p:nvSpPr>
          <p:spPr>
            <a:xfrm>
              <a:off x="556463" y="2391899"/>
              <a:ext cx="4508" cy="7743"/>
            </a:xfrm>
            <a:custGeom>
              <a:avLst/>
              <a:gdLst/>
              <a:ahLst/>
              <a:cxnLst/>
              <a:rect l="l" t="t" r="r" b="b"/>
              <a:pathLst>
                <a:path w="131" h="225" extrusionOk="0">
                  <a:moveTo>
                    <a:pt x="131" y="1"/>
                  </a:moveTo>
                  <a:lnTo>
                    <a:pt x="1" y="74"/>
                  </a:lnTo>
                  <a:lnTo>
                    <a:pt x="1" y="225"/>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40"/>
            <p:cNvSpPr/>
            <p:nvPr/>
          </p:nvSpPr>
          <p:spPr>
            <a:xfrm>
              <a:off x="556429" y="2384982"/>
              <a:ext cx="4508" cy="7708"/>
            </a:xfrm>
            <a:custGeom>
              <a:avLst/>
              <a:gdLst/>
              <a:ahLst/>
              <a:cxnLst/>
              <a:rect l="l" t="t" r="r" b="b"/>
              <a:pathLst>
                <a:path w="131" h="224" extrusionOk="0">
                  <a:moveTo>
                    <a:pt x="130" y="0"/>
                  </a:moveTo>
                  <a:lnTo>
                    <a:pt x="0" y="76"/>
                  </a:lnTo>
                  <a:lnTo>
                    <a:pt x="2" y="224"/>
                  </a:lnTo>
                  <a:lnTo>
                    <a:pt x="130" y="149"/>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0"/>
            <p:cNvSpPr/>
            <p:nvPr/>
          </p:nvSpPr>
          <p:spPr>
            <a:xfrm>
              <a:off x="556635" y="2433366"/>
              <a:ext cx="4439" cy="7674"/>
            </a:xfrm>
            <a:custGeom>
              <a:avLst/>
              <a:gdLst/>
              <a:ahLst/>
              <a:cxnLst/>
              <a:rect l="l" t="t" r="r" b="b"/>
              <a:pathLst>
                <a:path w="129" h="223" extrusionOk="0">
                  <a:moveTo>
                    <a:pt x="127" y="0"/>
                  </a:moveTo>
                  <a:lnTo>
                    <a:pt x="0" y="75"/>
                  </a:lnTo>
                  <a:lnTo>
                    <a:pt x="0" y="222"/>
                  </a:lnTo>
                  <a:lnTo>
                    <a:pt x="129" y="148"/>
                  </a:lnTo>
                  <a:lnTo>
                    <a:pt x="1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40"/>
            <p:cNvSpPr/>
            <p:nvPr/>
          </p:nvSpPr>
          <p:spPr>
            <a:xfrm>
              <a:off x="556532" y="2426415"/>
              <a:ext cx="4508" cy="7674"/>
            </a:xfrm>
            <a:custGeom>
              <a:avLst/>
              <a:gdLst/>
              <a:ahLst/>
              <a:cxnLst/>
              <a:rect l="l" t="t" r="r" b="b"/>
              <a:pathLst>
                <a:path w="131" h="223" extrusionOk="0">
                  <a:moveTo>
                    <a:pt x="130" y="0"/>
                  </a:moveTo>
                  <a:lnTo>
                    <a:pt x="0" y="75"/>
                  </a:lnTo>
                  <a:lnTo>
                    <a:pt x="3"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40"/>
            <p:cNvSpPr/>
            <p:nvPr/>
          </p:nvSpPr>
          <p:spPr>
            <a:xfrm>
              <a:off x="556532" y="2419567"/>
              <a:ext cx="4508" cy="7674"/>
            </a:xfrm>
            <a:custGeom>
              <a:avLst/>
              <a:gdLst/>
              <a:ahLst/>
              <a:cxnLst/>
              <a:rect l="l" t="t" r="r" b="b"/>
              <a:pathLst>
                <a:path w="131" h="223" extrusionOk="0">
                  <a:moveTo>
                    <a:pt x="130" y="0"/>
                  </a:moveTo>
                  <a:lnTo>
                    <a:pt x="0" y="73"/>
                  </a:lnTo>
                  <a:lnTo>
                    <a:pt x="0" y="223"/>
                  </a:lnTo>
                  <a:lnTo>
                    <a:pt x="130" y="146"/>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40"/>
            <p:cNvSpPr/>
            <p:nvPr/>
          </p:nvSpPr>
          <p:spPr>
            <a:xfrm>
              <a:off x="556532" y="2412615"/>
              <a:ext cx="4508" cy="7743"/>
            </a:xfrm>
            <a:custGeom>
              <a:avLst/>
              <a:gdLst/>
              <a:ahLst/>
              <a:cxnLst/>
              <a:rect l="l" t="t" r="r" b="b"/>
              <a:pathLst>
                <a:path w="131" h="225" extrusionOk="0">
                  <a:moveTo>
                    <a:pt x="129" y="0"/>
                  </a:moveTo>
                  <a:lnTo>
                    <a:pt x="0" y="75"/>
                  </a:lnTo>
                  <a:lnTo>
                    <a:pt x="0" y="224"/>
                  </a:lnTo>
                  <a:lnTo>
                    <a:pt x="130"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0"/>
            <p:cNvSpPr/>
            <p:nvPr/>
          </p:nvSpPr>
          <p:spPr>
            <a:xfrm>
              <a:off x="556463" y="2405698"/>
              <a:ext cx="4508" cy="7708"/>
            </a:xfrm>
            <a:custGeom>
              <a:avLst/>
              <a:gdLst/>
              <a:ahLst/>
              <a:cxnLst/>
              <a:rect l="l" t="t" r="r" b="b"/>
              <a:pathLst>
                <a:path w="131" h="224" extrusionOk="0">
                  <a:moveTo>
                    <a:pt x="131" y="1"/>
                  </a:moveTo>
                  <a:lnTo>
                    <a:pt x="1" y="75"/>
                  </a:lnTo>
                  <a:lnTo>
                    <a:pt x="2"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0"/>
            <p:cNvSpPr/>
            <p:nvPr/>
          </p:nvSpPr>
          <p:spPr>
            <a:xfrm>
              <a:off x="556463" y="2398747"/>
              <a:ext cx="4508" cy="7743"/>
            </a:xfrm>
            <a:custGeom>
              <a:avLst/>
              <a:gdLst/>
              <a:ahLst/>
              <a:cxnLst/>
              <a:rect l="l" t="t" r="r" b="b"/>
              <a:pathLst>
                <a:path w="131" h="225" extrusionOk="0">
                  <a:moveTo>
                    <a:pt x="131" y="1"/>
                  </a:moveTo>
                  <a:lnTo>
                    <a:pt x="1" y="76"/>
                  </a:lnTo>
                  <a:lnTo>
                    <a:pt x="1" y="225"/>
                  </a:lnTo>
                  <a:lnTo>
                    <a:pt x="131" y="152"/>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40"/>
            <p:cNvSpPr/>
            <p:nvPr/>
          </p:nvSpPr>
          <p:spPr>
            <a:xfrm>
              <a:off x="556635" y="2447097"/>
              <a:ext cx="4439" cy="7777"/>
            </a:xfrm>
            <a:custGeom>
              <a:avLst/>
              <a:gdLst/>
              <a:ahLst/>
              <a:cxnLst/>
              <a:rect l="l" t="t" r="r" b="b"/>
              <a:pathLst>
                <a:path w="129" h="226" extrusionOk="0">
                  <a:moveTo>
                    <a:pt x="129" y="0"/>
                  </a:moveTo>
                  <a:lnTo>
                    <a:pt x="0" y="77"/>
                  </a:lnTo>
                  <a:lnTo>
                    <a:pt x="2" y="226"/>
                  </a:lnTo>
                  <a:lnTo>
                    <a:pt x="129" y="151"/>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40"/>
            <p:cNvSpPr/>
            <p:nvPr/>
          </p:nvSpPr>
          <p:spPr>
            <a:xfrm>
              <a:off x="556635" y="2440248"/>
              <a:ext cx="4439" cy="7674"/>
            </a:xfrm>
            <a:custGeom>
              <a:avLst/>
              <a:gdLst/>
              <a:ahLst/>
              <a:cxnLst/>
              <a:rect l="l" t="t" r="r" b="b"/>
              <a:pathLst>
                <a:path w="129" h="223" extrusionOk="0">
                  <a:moveTo>
                    <a:pt x="129" y="0"/>
                  </a:moveTo>
                  <a:lnTo>
                    <a:pt x="0" y="74"/>
                  </a:lnTo>
                  <a:lnTo>
                    <a:pt x="0" y="223"/>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40"/>
            <p:cNvSpPr/>
            <p:nvPr/>
          </p:nvSpPr>
          <p:spPr>
            <a:xfrm>
              <a:off x="556669" y="2454048"/>
              <a:ext cx="4508" cy="7674"/>
            </a:xfrm>
            <a:custGeom>
              <a:avLst/>
              <a:gdLst/>
              <a:ahLst/>
              <a:cxnLst/>
              <a:rect l="l" t="t" r="r" b="b"/>
              <a:pathLst>
                <a:path w="131" h="223" extrusionOk="0">
                  <a:moveTo>
                    <a:pt x="128" y="0"/>
                  </a:moveTo>
                  <a:lnTo>
                    <a:pt x="1" y="75"/>
                  </a:lnTo>
                  <a:lnTo>
                    <a:pt x="1" y="223"/>
                  </a:lnTo>
                  <a:lnTo>
                    <a:pt x="131" y="148"/>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40"/>
            <p:cNvSpPr/>
            <p:nvPr/>
          </p:nvSpPr>
          <p:spPr>
            <a:xfrm>
              <a:off x="556669" y="2474730"/>
              <a:ext cx="4577" cy="7777"/>
            </a:xfrm>
            <a:custGeom>
              <a:avLst/>
              <a:gdLst/>
              <a:ahLst/>
              <a:cxnLst/>
              <a:rect l="l" t="t" r="r" b="b"/>
              <a:pathLst>
                <a:path w="133" h="226" extrusionOk="0">
                  <a:moveTo>
                    <a:pt x="131" y="1"/>
                  </a:moveTo>
                  <a:lnTo>
                    <a:pt x="1" y="75"/>
                  </a:lnTo>
                  <a:lnTo>
                    <a:pt x="2" y="226"/>
                  </a:lnTo>
                  <a:lnTo>
                    <a:pt x="132" y="151"/>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40"/>
            <p:cNvSpPr/>
            <p:nvPr/>
          </p:nvSpPr>
          <p:spPr>
            <a:xfrm>
              <a:off x="556669" y="2467882"/>
              <a:ext cx="4508" cy="7708"/>
            </a:xfrm>
            <a:custGeom>
              <a:avLst/>
              <a:gdLst/>
              <a:ahLst/>
              <a:cxnLst/>
              <a:rect l="l" t="t" r="r" b="b"/>
              <a:pathLst>
                <a:path w="131" h="224" extrusionOk="0">
                  <a:moveTo>
                    <a:pt x="131" y="1"/>
                  </a:moveTo>
                  <a:lnTo>
                    <a:pt x="1" y="75"/>
                  </a:lnTo>
                  <a:lnTo>
                    <a:pt x="1" y="223"/>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40"/>
            <p:cNvSpPr/>
            <p:nvPr/>
          </p:nvSpPr>
          <p:spPr>
            <a:xfrm>
              <a:off x="556669" y="2460930"/>
              <a:ext cx="4508" cy="7743"/>
            </a:xfrm>
            <a:custGeom>
              <a:avLst/>
              <a:gdLst/>
              <a:ahLst/>
              <a:cxnLst/>
              <a:rect l="l" t="t" r="r" b="b"/>
              <a:pathLst>
                <a:path w="131" h="225" extrusionOk="0">
                  <a:moveTo>
                    <a:pt x="131" y="1"/>
                  </a:moveTo>
                  <a:lnTo>
                    <a:pt x="1" y="77"/>
                  </a:lnTo>
                  <a:lnTo>
                    <a:pt x="1"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40"/>
            <p:cNvSpPr/>
            <p:nvPr/>
          </p:nvSpPr>
          <p:spPr>
            <a:xfrm>
              <a:off x="556704" y="2481681"/>
              <a:ext cx="4542" cy="7674"/>
            </a:xfrm>
            <a:custGeom>
              <a:avLst/>
              <a:gdLst/>
              <a:ahLst/>
              <a:cxnLst/>
              <a:rect l="l" t="t" r="r" b="b"/>
              <a:pathLst>
                <a:path w="132" h="223" extrusionOk="0">
                  <a:moveTo>
                    <a:pt x="131" y="1"/>
                  </a:moveTo>
                  <a:lnTo>
                    <a:pt x="1" y="75"/>
                  </a:lnTo>
                  <a:lnTo>
                    <a:pt x="1" y="223"/>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0"/>
            <p:cNvSpPr/>
            <p:nvPr/>
          </p:nvSpPr>
          <p:spPr>
            <a:xfrm>
              <a:off x="556704" y="2495515"/>
              <a:ext cx="4542" cy="7708"/>
            </a:xfrm>
            <a:custGeom>
              <a:avLst/>
              <a:gdLst/>
              <a:ahLst/>
              <a:cxnLst/>
              <a:rect l="l" t="t" r="r" b="b"/>
              <a:pathLst>
                <a:path w="132" h="224" extrusionOk="0">
                  <a:moveTo>
                    <a:pt x="131" y="1"/>
                  </a:moveTo>
                  <a:lnTo>
                    <a:pt x="1" y="76"/>
                  </a:lnTo>
                  <a:lnTo>
                    <a:pt x="2"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0"/>
            <p:cNvSpPr/>
            <p:nvPr/>
          </p:nvSpPr>
          <p:spPr>
            <a:xfrm>
              <a:off x="556704" y="2488564"/>
              <a:ext cx="4542" cy="7743"/>
            </a:xfrm>
            <a:custGeom>
              <a:avLst/>
              <a:gdLst/>
              <a:ahLst/>
              <a:cxnLst/>
              <a:rect l="l" t="t" r="r" b="b"/>
              <a:pathLst>
                <a:path w="132" h="225" extrusionOk="0">
                  <a:moveTo>
                    <a:pt x="131" y="1"/>
                  </a:moveTo>
                  <a:lnTo>
                    <a:pt x="1" y="76"/>
                  </a:lnTo>
                  <a:lnTo>
                    <a:pt x="1" y="225"/>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0"/>
            <p:cNvSpPr/>
            <p:nvPr/>
          </p:nvSpPr>
          <p:spPr>
            <a:xfrm>
              <a:off x="556773" y="2502363"/>
              <a:ext cx="4508" cy="7812"/>
            </a:xfrm>
            <a:custGeom>
              <a:avLst/>
              <a:gdLst/>
              <a:ahLst/>
              <a:cxnLst/>
              <a:rect l="l" t="t" r="r" b="b"/>
              <a:pathLst>
                <a:path w="131" h="227" extrusionOk="0">
                  <a:moveTo>
                    <a:pt x="131" y="1"/>
                  </a:moveTo>
                  <a:lnTo>
                    <a:pt x="0" y="75"/>
                  </a:lnTo>
                  <a:lnTo>
                    <a:pt x="0" y="226"/>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0"/>
            <p:cNvSpPr/>
            <p:nvPr/>
          </p:nvSpPr>
          <p:spPr>
            <a:xfrm>
              <a:off x="556773" y="2509280"/>
              <a:ext cx="4508" cy="7743"/>
            </a:xfrm>
            <a:custGeom>
              <a:avLst/>
              <a:gdLst/>
              <a:ahLst/>
              <a:cxnLst/>
              <a:rect l="l" t="t" r="r" b="b"/>
              <a:pathLst>
                <a:path w="131" h="225" extrusionOk="0">
                  <a:moveTo>
                    <a:pt x="131" y="0"/>
                  </a:moveTo>
                  <a:lnTo>
                    <a:pt x="0" y="76"/>
                  </a:lnTo>
                  <a:lnTo>
                    <a:pt x="0"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0"/>
            <p:cNvSpPr/>
            <p:nvPr/>
          </p:nvSpPr>
          <p:spPr>
            <a:xfrm>
              <a:off x="542079" y="2310307"/>
              <a:ext cx="4508" cy="7674"/>
            </a:xfrm>
            <a:custGeom>
              <a:avLst/>
              <a:gdLst/>
              <a:ahLst/>
              <a:cxnLst/>
              <a:rect l="l" t="t" r="r" b="b"/>
              <a:pathLst>
                <a:path w="131" h="223" extrusionOk="0">
                  <a:moveTo>
                    <a:pt x="130" y="0"/>
                  </a:moveTo>
                  <a:lnTo>
                    <a:pt x="0" y="75"/>
                  </a:lnTo>
                  <a:lnTo>
                    <a:pt x="0"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0"/>
            <p:cNvSpPr/>
            <p:nvPr/>
          </p:nvSpPr>
          <p:spPr>
            <a:xfrm>
              <a:off x="542079" y="2303356"/>
              <a:ext cx="4508" cy="7743"/>
            </a:xfrm>
            <a:custGeom>
              <a:avLst/>
              <a:gdLst/>
              <a:ahLst/>
              <a:cxnLst/>
              <a:rect l="l" t="t" r="r" b="b"/>
              <a:pathLst>
                <a:path w="131" h="225" extrusionOk="0">
                  <a:moveTo>
                    <a:pt x="128" y="0"/>
                  </a:moveTo>
                  <a:lnTo>
                    <a:pt x="0" y="77"/>
                  </a:lnTo>
                  <a:lnTo>
                    <a:pt x="0" y="224"/>
                  </a:lnTo>
                  <a:lnTo>
                    <a:pt x="130" y="150"/>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0"/>
            <p:cNvSpPr/>
            <p:nvPr/>
          </p:nvSpPr>
          <p:spPr>
            <a:xfrm>
              <a:off x="542113" y="2324106"/>
              <a:ext cx="4508" cy="7674"/>
            </a:xfrm>
            <a:custGeom>
              <a:avLst/>
              <a:gdLst/>
              <a:ahLst/>
              <a:cxnLst/>
              <a:rect l="l" t="t" r="r" b="b"/>
              <a:pathLst>
                <a:path w="131" h="223" extrusionOk="0">
                  <a:moveTo>
                    <a:pt x="129" y="0"/>
                  </a:moveTo>
                  <a:lnTo>
                    <a:pt x="1" y="75"/>
                  </a:lnTo>
                  <a:lnTo>
                    <a:pt x="1" y="223"/>
                  </a:lnTo>
                  <a:lnTo>
                    <a:pt x="131" y="149"/>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0"/>
            <p:cNvSpPr/>
            <p:nvPr/>
          </p:nvSpPr>
          <p:spPr>
            <a:xfrm>
              <a:off x="542079" y="2317155"/>
              <a:ext cx="4508" cy="7777"/>
            </a:xfrm>
            <a:custGeom>
              <a:avLst/>
              <a:gdLst/>
              <a:ahLst/>
              <a:cxnLst/>
              <a:rect l="l" t="t" r="r" b="b"/>
              <a:pathLst>
                <a:path w="131" h="226" extrusionOk="0">
                  <a:moveTo>
                    <a:pt x="130" y="0"/>
                  </a:moveTo>
                  <a:lnTo>
                    <a:pt x="0" y="75"/>
                  </a:lnTo>
                  <a:lnTo>
                    <a:pt x="2" y="226"/>
                  </a:lnTo>
                  <a:lnTo>
                    <a:pt x="130" y="151"/>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0"/>
            <p:cNvSpPr/>
            <p:nvPr/>
          </p:nvSpPr>
          <p:spPr>
            <a:xfrm>
              <a:off x="542182" y="2344788"/>
              <a:ext cx="4508" cy="7674"/>
            </a:xfrm>
            <a:custGeom>
              <a:avLst/>
              <a:gdLst/>
              <a:ahLst/>
              <a:cxnLst/>
              <a:rect l="l" t="t" r="r" b="b"/>
              <a:pathLst>
                <a:path w="131" h="223" extrusionOk="0">
                  <a:moveTo>
                    <a:pt x="129" y="1"/>
                  </a:moveTo>
                  <a:lnTo>
                    <a:pt x="0" y="75"/>
                  </a:lnTo>
                  <a:lnTo>
                    <a:pt x="0" y="223"/>
                  </a:lnTo>
                  <a:lnTo>
                    <a:pt x="130"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0"/>
            <p:cNvSpPr/>
            <p:nvPr/>
          </p:nvSpPr>
          <p:spPr>
            <a:xfrm>
              <a:off x="542113" y="2337940"/>
              <a:ext cx="4508" cy="7674"/>
            </a:xfrm>
            <a:custGeom>
              <a:avLst/>
              <a:gdLst/>
              <a:ahLst/>
              <a:cxnLst/>
              <a:rect l="l" t="t" r="r" b="b"/>
              <a:pathLst>
                <a:path w="131" h="223" extrusionOk="0">
                  <a:moveTo>
                    <a:pt x="131" y="1"/>
                  </a:moveTo>
                  <a:lnTo>
                    <a:pt x="1" y="74"/>
                  </a:lnTo>
                  <a:lnTo>
                    <a:pt x="1" y="223"/>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0"/>
            <p:cNvSpPr/>
            <p:nvPr/>
          </p:nvSpPr>
          <p:spPr>
            <a:xfrm>
              <a:off x="542113" y="2330989"/>
              <a:ext cx="4508" cy="7743"/>
            </a:xfrm>
            <a:custGeom>
              <a:avLst/>
              <a:gdLst/>
              <a:ahLst/>
              <a:cxnLst/>
              <a:rect l="l" t="t" r="r" b="b"/>
              <a:pathLst>
                <a:path w="131" h="225" extrusionOk="0">
                  <a:moveTo>
                    <a:pt x="131" y="1"/>
                  </a:moveTo>
                  <a:lnTo>
                    <a:pt x="1" y="75"/>
                  </a:lnTo>
                  <a:lnTo>
                    <a:pt x="1" y="224"/>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0"/>
            <p:cNvSpPr/>
            <p:nvPr/>
          </p:nvSpPr>
          <p:spPr>
            <a:xfrm>
              <a:off x="542285" y="2372490"/>
              <a:ext cx="4439" cy="7674"/>
            </a:xfrm>
            <a:custGeom>
              <a:avLst/>
              <a:gdLst/>
              <a:ahLst/>
              <a:cxnLst/>
              <a:rect l="l" t="t" r="r" b="b"/>
              <a:pathLst>
                <a:path w="129" h="223" extrusionOk="0">
                  <a:moveTo>
                    <a:pt x="127" y="0"/>
                  </a:moveTo>
                  <a:lnTo>
                    <a:pt x="0" y="73"/>
                  </a:lnTo>
                  <a:lnTo>
                    <a:pt x="0" y="223"/>
                  </a:lnTo>
                  <a:lnTo>
                    <a:pt x="129" y="148"/>
                  </a:lnTo>
                  <a:lnTo>
                    <a:pt x="1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0"/>
            <p:cNvSpPr/>
            <p:nvPr/>
          </p:nvSpPr>
          <p:spPr>
            <a:xfrm>
              <a:off x="542182" y="2365539"/>
              <a:ext cx="4508" cy="7743"/>
            </a:xfrm>
            <a:custGeom>
              <a:avLst/>
              <a:gdLst/>
              <a:ahLst/>
              <a:cxnLst/>
              <a:rect l="l" t="t" r="r" b="b"/>
              <a:pathLst>
                <a:path w="131" h="225" extrusionOk="0">
                  <a:moveTo>
                    <a:pt x="130" y="0"/>
                  </a:moveTo>
                  <a:lnTo>
                    <a:pt x="0" y="73"/>
                  </a:lnTo>
                  <a:lnTo>
                    <a:pt x="3" y="224"/>
                  </a:lnTo>
                  <a:lnTo>
                    <a:pt x="130" y="150"/>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0"/>
            <p:cNvSpPr/>
            <p:nvPr/>
          </p:nvSpPr>
          <p:spPr>
            <a:xfrm>
              <a:off x="542182" y="2358622"/>
              <a:ext cx="4508" cy="7708"/>
            </a:xfrm>
            <a:custGeom>
              <a:avLst/>
              <a:gdLst/>
              <a:ahLst/>
              <a:cxnLst/>
              <a:rect l="l" t="t" r="r" b="b"/>
              <a:pathLst>
                <a:path w="131" h="224" extrusionOk="0">
                  <a:moveTo>
                    <a:pt x="130" y="1"/>
                  </a:moveTo>
                  <a:lnTo>
                    <a:pt x="0" y="75"/>
                  </a:lnTo>
                  <a:lnTo>
                    <a:pt x="0"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0"/>
            <p:cNvSpPr/>
            <p:nvPr/>
          </p:nvSpPr>
          <p:spPr>
            <a:xfrm>
              <a:off x="542182" y="2351671"/>
              <a:ext cx="4508" cy="7743"/>
            </a:xfrm>
            <a:custGeom>
              <a:avLst/>
              <a:gdLst/>
              <a:ahLst/>
              <a:cxnLst/>
              <a:rect l="l" t="t" r="r" b="b"/>
              <a:pathLst>
                <a:path w="131" h="225" extrusionOk="0">
                  <a:moveTo>
                    <a:pt x="130" y="1"/>
                  </a:moveTo>
                  <a:lnTo>
                    <a:pt x="0" y="77"/>
                  </a:lnTo>
                  <a:lnTo>
                    <a:pt x="0" y="225"/>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0"/>
            <p:cNvSpPr/>
            <p:nvPr/>
          </p:nvSpPr>
          <p:spPr>
            <a:xfrm>
              <a:off x="542285" y="2379338"/>
              <a:ext cx="4439" cy="7743"/>
            </a:xfrm>
            <a:custGeom>
              <a:avLst/>
              <a:gdLst/>
              <a:ahLst/>
              <a:cxnLst/>
              <a:rect l="l" t="t" r="r" b="b"/>
              <a:pathLst>
                <a:path w="129" h="225" extrusionOk="0">
                  <a:moveTo>
                    <a:pt x="129" y="0"/>
                  </a:moveTo>
                  <a:lnTo>
                    <a:pt x="0" y="75"/>
                  </a:lnTo>
                  <a:lnTo>
                    <a:pt x="0" y="224"/>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0"/>
            <p:cNvSpPr/>
            <p:nvPr/>
          </p:nvSpPr>
          <p:spPr>
            <a:xfrm>
              <a:off x="542319" y="2406972"/>
              <a:ext cx="4508" cy="7674"/>
            </a:xfrm>
            <a:custGeom>
              <a:avLst/>
              <a:gdLst/>
              <a:ahLst/>
              <a:cxnLst/>
              <a:rect l="l" t="t" r="r" b="b"/>
              <a:pathLst>
                <a:path w="131" h="223" extrusionOk="0">
                  <a:moveTo>
                    <a:pt x="131" y="0"/>
                  </a:moveTo>
                  <a:lnTo>
                    <a:pt x="1" y="75"/>
                  </a:lnTo>
                  <a:lnTo>
                    <a:pt x="2"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0"/>
            <p:cNvSpPr/>
            <p:nvPr/>
          </p:nvSpPr>
          <p:spPr>
            <a:xfrm>
              <a:off x="542319" y="2400020"/>
              <a:ext cx="4508" cy="7743"/>
            </a:xfrm>
            <a:custGeom>
              <a:avLst/>
              <a:gdLst/>
              <a:ahLst/>
              <a:cxnLst/>
              <a:rect l="l" t="t" r="r" b="b"/>
              <a:pathLst>
                <a:path w="131" h="225" extrusionOk="0">
                  <a:moveTo>
                    <a:pt x="131" y="0"/>
                  </a:moveTo>
                  <a:lnTo>
                    <a:pt x="1" y="75"/>
                  </a:lnTo>
                  <a:lnTo>
                    <a:pt x="1" y="224"/>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0"/>
            <p:cNvSpPr/>
            <p:nvPr/>
          </p:nvSpPr>
          <p:spPr>
            <a:xfrm>
              <a:off x="542319" y="2393172"/>
              <a:ext cx="4508" cy="7743"/>
            </a:xfrm>
            <a:custGeom>
              <a:avLst/>
              <a:gdLst/>
              <a:ahLst/>
              <a:cxnLst/>
              <a:rect l="l" t="t" r="r" b="b"/>
              <a:pathLst>
                <a:path w="131" h="225" extrusionOk="0">
                  <a:moveTo>
                    <a:pt x="128" y="1"/>
                  </a:moveTo>
                  <a:lnTo>
                    <a:pt x="1" y="75"/>
                  </a:lnTo>
                  <a:lnTo>
                    <a:pt x="1" y="224"/>
                  </a:lnTo>
                  <a:lnTo>
                    <a:pt x="131" y="148"/>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0"/>
            <p:cNvSpPr/>
            <p:nvPr/>
          </p:nvSpPr>
          <p:spPr>
            <a:xfrm>
              <a:off x="542285" y="2386221"/>
              <a:ext cx="4439" cy="7743"/>
            </a:xfrm>
            <a:custGeom>
              <a:avLst/>
              <a:gdLst/>
              <a:ahLst/>
              <a:cxnLst/>
              <a:rect l="l" t="t" r="r" b="b"/>
              <a:pathLst>
                <a:path w="129" h="225" extrusionOk="0">
                  <a:moveTo>
                    <a:pt x="129" y="1"/>
                  </a:moveTo>
                  <a:lnTo>
                    <a:pt x="0" y="77"/>
                  </a:lnTo>
                  <a:lnTo>
                    <a:pt x="2" y="224"/>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0"/>
            <p:cNvSpPr/>
            <p:nvPr/>
          </p:nvSpPr>
          <p:spPr>
            <a:xfrm>
              <a:off x="542388" y="2427653"/>
              <a:ext cx="4508" cy="7708"/>
            </a:xfrm>
            <a:custGeom>
              <a:avLst/>
              <a:gdLst/>
              <a:ahLst/>
              <a:cxnLst/>
              <a:rect l="l" t="t" r="r" b="b"/>
              <a:pathLst>
                <a:path w="131" h="224" extrusionOk="0">
                  <a:moveTo>
                    <a:pt x="130" y="1"/>
                  </a:moveTo>
                  <a:lnTo>
                    <a:pt x="0" y="75"/>
                  </a:lnTo>
                  <a:lnTo>
                    <a:pt x="0" y="223"/>
                  </a:lnTo>
                  <a:lnTo>
                    <a:pt x="130" y="148"/>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0"/>
            <p:cNvSpPr/>
            <p:nvPr/>
          </p:nvSpPr>
          <p:spPr>
            <a:xfrm>
              <a:off x="542388" y="2420771"/>
              <a:ext cx="4508" cy="7743"/>
            </a:xfrm>
            <a:custGeom>
              <a:avLst/>
              <a:gdLst/>
              <a:ahLst/>
              <a:cxnLst/>
              <a:rect l="l" t="t" r="r" b="b"/>
              <a:pathLst>
                <a:path w="131" h="225" extrusionOk="0">
                  <a:moveTo>
                    <a:pt x="130" y="0"/>
                  </a:moveTo>
                  <a:lnTo>
                    <a:pt x="0" y="75"/>
                  </a:lnTo>
                  <a:lnTo>
                    <a:pt x="0" y="224"/>
                  </a:lnTo>
                  <a:lnTo>
                    <a:pt x="130" y="149"/>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0"/>
            <p:cNvSpPr/>
            <p:nvPr/>
          </p:nvSpPr>
          <p:spPr>
            <a:xfrm>
              <a:off x="542388" y="2413854"/>
              <a:ext cx="4508" cy="7743"/>
            </a:xfrm>
            <a:custGeom>
              <a:avLst/>
              <a:gdLst/>
              <a:ahLst/>
              <a:cxnLst/>
              <a:rect l="l" t="t" r="r" b="b"/>
              <a:pathLst>
                <a:path w="131" h="225" extrusionOk="0">
                  <a:moveTo>
                    <a:pt x="129" y="1"/>
                  </a:moveTo>
                  <a:lnTo>
                    <a:pt x="0" y="75"/>
                  </a:lnTo>
                  <a:lnTo>
                    <a:pt x="0" y="225"/>
                  </a:lnTo>
                  <a:lnTo>
                    <a:pt x="130"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0"/>
            <p:cNvSpPr/>
            <p:nvPr/>
          </p:nvSpPr>
          <p:spPr>
            <a:xfrm>
              <a:off x="542388" y="2434605"/>
              <a:ext cx="4542" cy="7674"/>
            </a:xfrm>
            <a:custGeom>
              <a:avLst/>
              <a:gdLst/>
              <a:ahLst/>
              <a:cxnLst/>
              <a:rect l="l" t="t" r="r" b="b"/>
              <a:pathLst>
                <a:path w="132" h="223" extrusionOk="0">
                  <a:moveTo>
                    <a:pt x="130" y="1"/>
                  </a:moveTo>
                  <a:lnTo>
                    <a:pt x="0" y="75"/>
                  </a:lnTo>
                  <a:lnTo>
                    <a:pt x="1" y="223"/>
                  </a:lnTo>
                  <a:lnTo>
                    <a:pt x="132" y="148"/>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0"/>
            <p:cNvSpPr/>
            <p:nvPr/>
          </p:nvSpPr>
          <p:spPr>
            <a:xfrm>
              <a:off x="542423" y="2448439"/>
              <a:ext cx="4508" cy="7708"/>
            </a:xfrm>
            <a:custGeom>
              <a:avLst/>
              <a:gdLst/>
              <a:ahLst/>
              <a:cxnLst/>
              <a:rect l="l" t="t" r="r" b="b"/>
              <a:pathLst>
                <a:path w="131" h="224" extrusionOk="0">
                  <a:moveTo>
                    <a:pt x="131" y="1"/>
                  </a:moveTo>
                  <a:lnTo>
                    <a:pt x="0" y="74"/>
                  </a:lnTo>
                  <a:lnTo>
                    <a:pt x="0"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0"/>
            <p:cNvSpPr/>
            <p:nvPr/>
          </p:nvSpPr>
          <p:spPr>
            <a:xfrm>
              <a:off x="542423" y="2441522"/>
              <a:ext cx="4508" cy="7674"/>
            </a:xfrm>
            <a:custGeom>
              <a:avLst/>
              <a:gdLst/>
              <a:ahLst/>
              <a:cxnLst/>
              <a:rect l="l" t="t" r="r" b="b"/>
              <a:pathLst>
                <a:path w="131" h="223" extrusionOk="0">
                  <a:moveTo>
                    <a:pt x="131" y="0"/>
                  </a:moveTo>
                  <a:lnTo>
                    <a:pt x="0" y="75"/>
                  </a:lnTo>
                  <a:lnTo>
                    <a:pt x="0" y="222"/>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0"/>
            <p:cNvSpPr/>
            <p:nvPr/>
          </p:nvSpPr>
          <p:spPr>
            <a:xfrm>
              <a:off x="542423" y="2455287"/>
              <a:ext cx="4508" cy="7708"/>
            </a:xfrm>
            <a:custGeom>
              <a:avLst/>
              <a:gdLst/>
              <a:ahLst/>
              <a:cxnLst/>
              <a:rect l="l" t="t" r="r" b="b"/>
              <a:pathLst>
                <a:path w="131" h="224" extrusionOk="0">
                  <a:moveTo>
                    <a:pt x="131" y="1"/>
                  </a:moveTo>
                  <a:lnTo>
                    <a:pt x="0" y="76"/>
                  </a:lnTo>
                  <a:lnTo>
                    <a:pt x="3" y="223"/>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0"/>
            <p:cNvSpPr/>
            <p:nvPr/>
          </p:nvSpPr>
          <p:spPr>
            <a:xfrm>
              <a:off x="542526" y="2469155"/>
              <a:ext cx="4474" cy="7674"/>
            </a:xfrm>
            <a:custGeom>
              <a:avLst/>
              <a:gdLst/>
              <a:ahLst/>
              <a:cxnLst/>
              <a:rect l="l" t="t" r="r" b="b"/>
              <a:pathLst>
                <a:path w="130" h="223" extrusionOk="0">
                  <a:moveTo>
                    <a:pt x="129" y="0"/>
                  </a:moveTo>
                  <a:lnTo>
                    <a:pt x="0" y="75"/>
                  </a:lnTo>
                  <a:lnTo>
                    <a:pt x="0" y="223"/>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0"/>
            <p:cNvSpPr/>
            <p:nvPr/>
          </p:nvSpPr>
          <p:spPr>
            <a:xfrm>
              <a:off x="542526" y="2462204"/>
              <a:ext cx="4474" cy="7743"/>
            </a:xfrm>
            <a:custGeom>
              <a:avLst/>
              <a:gdLst/>
              <a:ahLst/>
              <a:cxnLst/>
              <a:rect l="l" t="t" r="r" b="b"/>
              <a:pathLst>
                <a:path w="130" h="225" extrusionOk="0">
                  <a:moveTo>
                    <a:pt x="129" y="0"/>
                  </a:moveTo>
                  <a:lnTo>
                    <a:pt x="0" y="76"/>
                  </a:lnTo>
                  <a:lnTo>
                    <a:pt x="0" y="224"/>
                  </a:lnTo>
                  <a:lnTo>
                    <a:pt x="129"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0"/>
            <p:cNvSpPr/>
            <p:nvPr/>
          </p:nvSpPr>
          <p:spPr>
            <a:xfrm>
              <a:off x="542560" y="2482954"/>
              <a:ext cx="4542" cy="7674"/>
            </a:xfrm>
            <a:custGeom>
              <a:avLst/>
              <a:gdLst/>
              <a:ahLst/>
              <a:cxnLst/>
              <a:rect l="l" t="t" r="r" b="b"/>
              <a:pathLst>
                <a:path w="132" h="223" extrusionOk="0">
                  <a:moveTo>
                    <a:pt x="128" y="0"/>
                  </a:moveTo>
                  <a:lnTo>
                    <a:pt x="1" y="75"/>
                  </a:lnTo>
                  <a:lnTo>
                    <a:pt x="1" y="223"/>
                  </a:lnTo>
                  <a:lnTo>
                    <a:pt x="131" y="149"/>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0"/>
            <p:cNvSpPr/>
            <p:nvPr/>
          </p:nvSpPr>
          <p:spPr>
            <a:xfrm>
              <a:off x="542526" y="2476037"/>
              <a:ext cx="4474" cy="7743"/>
            </a:xfrm>
            <a:custGeom>
              <a:avLst/>
              <a:gdLst/>
              <a:ahLst/>
              <a:cxnLst/>
              <a:rect l="l" t="t" r="r" b="b"/>
              <a:pathLst>
                <a:path w="130" h="225" extrusionOk="0">
                  <a:moveTo>
                    <a:pt x="129" y="1"/>
                  </a:moveTo>
                  <a:lnTo>
                    <a:pt x="0" y="74"/>
                  </a:lnTo>
                  <a:lnTo>
                    <a:pt x="2" y="225"/>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0"/>
            <p:cNvSpPr/>
            <p:nvPr/>
          </p:nvSpPr>
          <p:spPr>
            <a:xfrm>
              <a:off x="542560" y="2496788"/>
              <a:ext cx="4542" cy="7674"/>
            </a:xfrm>
            <a:custGeom>
              <a:avLst/>
              <a:gdLst/>
              <a:ahLst/>
              <a:cxnLst/>
              <a:rect l="l" t="t" r="r" b="b"/>
              <a:pathLst>
                <a:path w="132" h="223" extrusionOk="0">
                  <a:moveTo>
                    <a:pt x="131" y="0"/>
                  </a:moveTo>
                  <a:lnTo>
                    <a:pt x="1" y="75"/>
                  </a:lnTo>
                  <a:lnTo>
                    <a:pt x="2"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0"/>
            <p:cNvSpPr/>
            <p:nvPr/>
          </p:nvSpPr>
          <p:spPr>
            <a:xfrm>
              <a:off x="542560" y="2489837"/>
              <a:ext cx="4542" cy="7743"/>
            </a:xfrm>
            <a:custGeom>
              <a:avLst/>
              <a:gdLst/>
              <a:ahLst/>
              <a:cxnLst/>
              <a:rect l="l" t="t" r="r" b="b"/>
              <a:pathLst>
                <a:path w="132" h="225" extrusionOk="0">
                  <a:moveTo>
                    <a:pt x="131" y="1"/>
                  </a:moveTo>
                  <a:lnTo>
                    <a:pt x="1" y="75"/>
                  </a:lnTo>
                  <a:lnTo>
                    <a:pt x="1" y="224"/>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0"/>
            <p:cNvSpPr/>
            <p:nvPr/>
          </p:nvSpPr>
          <p:spPr>
            <a:xfrm>
              <a:off x="542629" y="2517470"/>
              <a:ext cx="4508" cy="7708"/>
            </a:xfrm>
            <a:custGeom>
              <a:avLst/>
              <a:gdLst/>
              <a:ahLst/>
              <a:cxnLst/>
              <a:rect l="l" t="t" r="r" b="b"/>
              <a:pathLst>
                <a:path w="131" h="224" extrusionOk="0">
                  <a:moveTo>
                    <a:pt x="131" y="1"/>
                  </a:moveTo>
                  <a:lnTo>
                    <a:pt x="0" y="75"/>
                  </a:lnTo>
                  <a:lnTo>
                    <a:pt x="2"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0"/>
            <p:cNvSpPr/>
            <p:nvPr/>
          </p:nvSpPr>
          <p:spPr>
            <a:xfrm>
              <a:off x="542629" y="2510519"/>
              <a:ext cx="4508" cy="7743"/>
            </a:xfrm>
            <a:custGeom>
              <a:avLst/>
              <a:gdLst/>
              <a:ahLst/>
              <a:cxnLst/>
              <a:rect l="l" t="t" r="r" b="b"/>
              <a:pathLst>
                <a:path w="131" h="225" extrusionOk="0">
                  <a:moveTo>
                    <a:pt x="131" y="1"/>
                  </a:moveTo>
                  <a:lnTo>
                    <a:pt x="0" y="77"/>
                  </a:lnTo>
                  <a:lnTo>
                    <a:pt x="0" y="225"/>
                  </a:lnTo>
                  <a:lnTo>
                    <a:pt x="131" y="152"/>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0"/>
            <p:cNvSpPr/>
            <p:nvPr/>
          </p:nvSpPr>
          <p:spPr>
            <a:xfrm>
              <a:off x="542629" y="2503636"/>
              <a:ext cx="4508" cy="7777"/>
            </a:xfrm>
            <a:custGeom>
              <a:avLst/>
              <a:gdLst/>
              <a:ahLst/>
              <a:cxnLst/>
              <a:rect l="l" t="t" r="r" b="b"/>
              <a:pathLst>
                <a:path w="131" h="226" extrusionOk="0">
                  <a:moveTo>
                    <a:pt x="129" y="0"/>
                  </a:moveTo>
                  <a:lnTo>
                    <a:pt x="0" y="75"/>
                  </a:lnTo>
                  <a:lnTo>
                    <a:pt x="0" y="226"/>
                  </a:lnTo>
                  <a:lnTo>
                    <a:pt x="131"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0"/>
            <p:cNvSpPr/>
            <p:nvPr/>
          </p:nvSpPr>
          <p:spPr>
            <a:xfrm>
              <a:off x="534955" y="2314333"/>
              <a:ext cx="4474" cy="7743"/>
            </a:xfrm>
            <a:custGeom>
              <a:avLst/>
              <a:gdLst/>
              <a:ahLst/>
              <a:cxnLst/>
              <a:rect l="l" t="t" r="r" b="b"/>
              <a:pathLst>
                <a:path w="130" h="225" extrusionOk="0">
                  <a:moveTo>
                    <a:pt x="130" y="0"/>
                  </a:moveTo>
                  <a:lnTo>
                    <a:pt x="1" y="75"/>
                  </a:lnTo>
                  <a:lnTo>
                    <a:pt x="2" y="224"/>
                  </a:lnTo>
                  <a:lnTo>
                    <a:pt x="130" y="150"/>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0"/>
            <p:cNvSpPr/>
            <p:nvPr/>
          </p:nvSpPr>
          <p:spPr>
            <a:xfrm>
              <a:off x="534955" y="2307485"/>
              <a:ext cx="4474" cy="7674"/>
            </a:xfrm>
            <a:custGeom>
              <a:avLst/>
              <a:gdLst/>
              <a:ahLst/>
              <a:cxnLst/>
              <a:rect l="l" t="t" r="r" b="b"/>
              <a:pathLst>
                <a:path w="130" h="223" extrusionOk="0">
                  <a:moveTo>
                    <a:pt x="130" y="0"/>
                  </a:moveTo>
                  <a:lnTo>
                    <a:pt x="1" y="75"/>
                  </a:lnTo>
                  <a:lnTo>
                    <a:pt x="1"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0"/>
            <p:cNvSpPr/>
            <p:nvPr/>
          </p:nvSpPr>
          <p:spPr>
            <a:xfrm>
              <a:off x="535024" y="2328167"/>
              <a:ext cx="4508" cy="7708"/>
            </a:xfrm>
            <a:custGeom>
              <a:avLst/>
              <a:gdLst/>
              <a:ahLst/>
              <a:cxnLst/>
              <a:rect l="l" t="t" r="r" b="b"/>
              <a:pathLst>
                <a:path w="131" h="224" extrusionOk="0">
                  <a:moveTo>
                    <a:pt x="131" y="1"/>
                  </a:moveTo>
                  <a:lnTo>
                    <a:pt x="0" y="75"/>
                  </a:lnTo>
                  <a:lnTo>
                    <a:pt x="0" y="223"/>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0"/>
            <p:cNvSpPr/>
            <p:nvPr/>
          </p:nvSpPr>
          <p:spPr>
            <a:xfrm>
              <a:off x="535024" y="2321216"/>
              <a:ext cx="4508" cy="7743"/>
            </a:xfrm>
            <a:custGeom>
              <a:avLst/>
              <a:gdLst/>
              <a:ahLst/>
              <a:cxnLst/>
              <a:rect l="l" t="t" r="r" b="b"/>
              <a:pathLst>
                <a:path w="131" h="225" extrusionOk="0">
                  <a:moveTo>
                    <a:pt x="128" y="1"/>
                  </a:moveTo>
                  <a:lnTo>
                    <a:pt x="0" y="77"/>
                  </a:lnTo>
                  <a:lnTo>
                    <a:pt x="0" y="225"/>
                  </a:lnTo>
                  <a:lnTo>
                    <a:pt x="131" y="152"/>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0"/>
            <p:cNvSpPr/>
            <p:nvPr/>
          </p:nvSpPr>
          <p:spPr>
            <a:xfrm>
              <a:off x="535024" y="2335084"/>
              <a:ext cx="4508" cy="7708"/>
            </a:xfrm>
            <a:custGeom>
              <a:avLst/>
              <a:gdLst/>
              <a:ahLst/>
              <a:cxnLst/>
              <a:rect l="l" t="t" r="r" b="b"/>
              <a:pathLst>
                <a:path w="131" h="224" extrusionOk="0">
                  <a:moveTo>
                    <a:pt x="131" y="0"/>
                  </a:moveTo>
                  <a:lnTo>
                    <a:pt x="0" y="76"/>
                  </a:lnTo>
                  <a:lnTo>
                    <a:pt x="2" y="224"/>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0"/>
            <p:cNvSpPr/>
            <p:nvPr/>
          </p:nvSpPr>
          <p:spPr>
            <a:xfrm>
              <a:off x="535058" y="2348883"/>
              <a:ext cx="4542" cy="7708"/>
            </a:xfrm>
            <a:custGeom>
              <a:avLst/>
              <a:gdLst/>
              <a:ahLst/>
              <a:cxnLst/>
              <a:rect l="l" t="t" r="r" b="b"/>
              <a:pathLst>
                <a:path w="132" h="224" extrusionOk="0">
                  <a:moveTo>
                    <a:pt x="131" y="0"/>
                  </a:moveTo>
                  <a:lnTo>
                    <a:pt x="1" y="75"/>
                  </a:lnTo>
                  <a:lnTo>
                    <a:pt x="1" y="224"/>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0"/>
            <p:cNvSpPr/>
            <p:nvPr/>
          </p:nvSpPr>
          <p:spPr>
            <a:xfrm>
              <a:off x="535058" y="2342035"/>
              <a:ext cx="4542" cy="7674"/>
            </a:xfrm>
            <a:custGeom>
              <a:avLst/>
              <a:gdLst/>
              <a:ahLst/>
              <a:cxnLst/>
              <a:rect l="l" t="t" r="r" b="b"/>
              <a:pathLst>
                <a:path w="132" h="223" extrusionOk="0">
                  <a:moveTo>
                    <a:pt x="130" y="0"/>
                  </a:moveTo>
                  <a:lnTo>
                    <a:pt x="1" y="73"/>
                  </a:lnTo>
                  <a:lnTo>
                    <a:pt x="1" y="222"/>
                  </a:lnTo>
                  <a:lnTo>
                    <a:pt x="131"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0"/>
            <p:cNvSpPr/>
            <p:nvPr/>
          </p:nvSpPr>
          <p:spPr>
            <a:xfrm>
              <a:off x="535127" y="2376517"/>
              <a:ext cx="4508" cy="7777"/>
            </a:xfrm>
            <a:custGeom>
              <a:avLst/>
              <a:gdLst/>
              <a:ahLst/>
              <a:cxnLst/>
              <a:rect l="l" t="t" r="r" b="b"/>
              <a:pathLst>
                <a:path w="131" h="226" extrusionOk="0">
                  <a:moveTo>
                    <a:pt x="131" y="0"/>
                  </a:moveTo>
                  <a:lnTo>
                    <a:pt x="0" y="75"/>
                  </a:lnTo>
                  <a:lnTo>
                    <a:pt x="3" y="226"/>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0"/>
            <p:cNvSpPr/>
            <p:nvPr/>
          </p:nvSpPr>
          <p:spPr>
            <a:xfrm>
              <a:off x="535127" y="2369668"/>
              <a:ext cx="4508" cy="7674"/>
            </a:xfrm>
            <a:custGeom>
              <a:avLst/>
              <a:gdLst/>
              <a:ahLst/>
              <a:cxnLst/>
              <a:rect l="l" t="t" r="r" b="b"/>
              <a:pathLst>
                <a:path w="131" h="223" extrusionOk="0">
                  <a:moveTo>
                    <a:pt x="131" y="0"/>
                  </a:moveTo>
                  <a:lnTo>
                    <a:pt x="0" y="75"/>
                  </a:lnTo>
                  <a:lnTo>
                    <a:pt x="0"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0"/>
            <p:cNvSpPr/>
            <p:nvPr/>
          </p:nvSpPr>
          <p:spPr>
            <a:xfrm>
              <a:off x="535127" y="2362717"/>
              <a:ext cx="4508" cy="7743"/>
            </a:xfrm>
            <a:custGeom>
              <a:avLst/>
              <a:gdLst/>
              <a:ahLst/>
              <a:cxnLst/>
              <a:rect l="l" t="t" r="r" b="b"/>
              <a:pathLst>
                <a:path w="131" h="225" extrusionOk="0">
                  <a:moveTo>
                    <a:pt x="129" y="0"/>
                  </a:moveTo>
                  <a:lnTo>
                    <a:pt x="0" y="75"/>
                  </a:lnTo>
                  <a:lnTo>
                    <a:pt x="0" y="224"/>
                  </a:lnTo>
                  <a:lnTo>
                    <a:pt x="131"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0"/>
            <p:cNvSpPr/>
            <p:nvPr/>
          </p:nvSpPr>
          <p:spPr>
            <a:xfrm>
              <a:off x="535058" y="2355800"/>
              <a:ext cx="4542" cy="7708"/>
            </a:xfrm>
            <a:custGeom>
              <a:avLst/>
              <a:gdLst/>
              <a:ahLst/>
              <a:cxnLst/>
              <a:rect l="l" t="t" r="r" b="b"/>
              <a:pathLst>
                <a:path w="132" h="224" extrusionOk="0">
                  <a:moveTo>
                    <a:pt x="131" y="1"/>
                  </a:moveTo>
                  <a:lnTo>
                    <a:pt x="1" y="76"/>
                  </a:lnTo>
                  <a:lnTo>
                    <a:pt x="2"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0"/>
            <p:cNvSpPr/>
            <p:nvPr/>
          </p:nvSpPr>
          <p:spPr>
            <a:xfrm>
              <a:off x="535230" y="2390350"/>
              <a:ext cx="4474" cy="7674"/>
            </a:xfrm>
            <a:custGeom>
              <a:avLst/>
              <a:gdLst/>
              <a:ahLst/>
              <a:cxnLst/>
              <a:rect l="l" t="t" r="r" b="b"/>
              <a:pathLst>
                <a:path w="130" h="223" extrusionOk="0">
                  <a:moveTo>
                    <a:pt x="129" y="1"/>
                  </a:moveTo>
                  <a:lnTo>
                    <a:pt x="0" y="75"/>
                  </a:lnTo>
                  <a:lnTo>
                    <a:pt x="0" y="223"/>
                  </a:lnTo>
                  <a:lnTo>
                    <a:pt x="129"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0"/>
            <p:cNvSpPr/>
            <p:nvPr/>
          </p:nvSpPr>
          <p:spPr>
            <a:xfrm>
              <a:off x="535230" y="2383399"/>
              <a:ext cx="4474" cy="7743"/>
            </a:xfrm>
            <a:custGeom>
              <a:avLst/>
              <a:gdLst/>
              <a:ahLst/>
              <a:cxnLst/>
              <a:rect l="l" t="t" r="r" b="b"/>
              <a:pathLst>
                <a:path w="130" h="225" extrusionOk="0">
                  <a:moveTo>
                    <a:pt x="128" y="1"/>
                  </a:moveTo>
                  <a:lnTo>
                    <a:pt x="0" y="77"/>
                  </a:lnTo>
                  <a:lnTo>
                    <a:pt x="0" y="225"/>
                  </a:lnTo>
                  <a:lnTo>
                    <a:pt x="129" y="150"/>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0"/>
            <p:cNvSpPr/>
            <p:nvPr/>
          </p:nvSpPr>
          <p:spPr>
            <a:xfrm>
              <a:off x="535334" y="2438700"/>
              <a:ext cx="4508" cy="7674"/>
            </a:xfrm>
            <a:custGeom>
              <a:avLst/>
              <a:gdLst/>
              <a:ahLst/>
              <a:cxnLst/>
              <a:rect l="l" t="t" r="r" b="b"/>
              <a:pathLst>
                <a:path w="131" h="223" extrusionOk="0">
                  <a:moveTo>
                    <a:pt x="130" y="0"/>
                  </a:moveTo>
                  <a:lnTo>
                    <a:pt x="0" y="75"/>
                  </a:lnTo>
                  <a:lnTo>
                    <a:pt x="0" y="222"/>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0"/>
            <p:cNvSpPr/>
            <p:nvPr/>
          </p:nvSpPr>
          <p:spPr>
            <a:xfrm>
              <a:off x="535334" y="2431749"/>
              <a:ext cx="4508" cy="7743"/>
            </a:xfrm>
            <a:custGeom>
              <a:avLst/>
              <a:gdLst/>
              <a:ahLst/>
              <a:cxnLst/>
              <a:rect l="l" t="t" r="r" b="b"/>
              <a:pathLst>
                <a:path w="131" h="225" extrusionOk="0">
                  <a:moveTo>
                    <a:pt x="130" y="0"/>
                  </a:moveTo>
                  <a:lnTo>
                    <a:pt x="0" y="76"/>
                  </a:lnTo>
                  <a:lnTo>
                    <a:pt x="0" y="224"/>
                  </a:lnTo>
                  <a:lnTo>
                    <a:pt x="130" y="149"/>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0"/>
            <p:cNvSpPr/>
            <p:nvPr/>
          </p:nvSpPr>
          <p:spPr>
            <a:xfrm>
              <a:off x="535265" y="2424832"/>
              <a:ext cx="4508" cy="7812"/>
            </a:xfrm>
            <a:custGeom>
              <a:avLst/>
              <a:gdLst/>
              <a:ahLst/>
              <a:cxnLst/>
              <a:rect l="l" t="t" r="r" b="b"/>
              <a:pathLst>
                <a:path w="131" h="227" extrusionOk="0">
                  <a:moveTo>
                    <a:pt x="131" y="1"/>
                  </a:moveTo>
                  <a:lnTo>
                    <a:pt x="1" y="75"/>
                  </a:lnTo>
                  <a:lnTo>
                    <a:pt x="2" y="226"/>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0"/>
            <p:cNvSpPr/>
            <p:nvPr/>
          </p:nvSpPr>
          <p:spPr>
            <a:xfrm>
              <a:off x="535265" y="2417984"/>
              <a:ext cx="4508" cy="7708"/>
            </a:xfrm>
            <a:custGeom>
              <a:avLst/>
              <a:gdLst/>
              <a:ahLst/>
              <a:cxnLst/>
              <a:rect l="l" t="t" r="r" b="b"/>
              <a:pathLst>
                <a:path w="131" h="224" extrusionOk="0">
                  <a:moveTo>
                    <a:pt x="131" y="1"/>
                  </a:moveTo>
                  <a:lnTo>
                    <a:pt x="1" y="75"/>
                  </a:lnTo>
                  <a:lnTo>
                    <a:pt x="1"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0"/>
            <p:cNvSpPr/>
            <p:nvPr/>
          </p:nvSpPr>
          <p:spPr>
            <a:xfrm>
              <a:off x="535265" y="2411032"/>
              <a:ext cx="4508" cy="7743"/>
            </a:xfrm>
            <a:custGeom>
              <a:avLst/>
              <a:gdLst/>
              <a:ahLst/>
              <a:cxnLst/>
              <a:rect l="l" t="t" r="r" b="b"/>
              <a:pathLst>
                <a:path w="131" h="225" extrusionOk="0">
                  <a:moveTo>
                    <a:pt x="131" y="1"/>
                  </a:moveTo>
                  <a:lnTo>
                    <a:pt x="1" y="76"/>
                  </a:lnTo>
                  <a:lnTo>
                    <a:pt x="1" y="225"/>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0"/>
            <p:cNvSpPr/>
            <p:nvPr/>
          </p:nvSpPr>
          <p:spPr>
            <a:xfrm>
              <a:off x="535265" y="2404150"/>
              <a:ext cx="4508" cy="7674"/>
            </a:xfrm>
            <a:custGeom>
              <a:avLst/>
              <a:gdLst/>
              <a:ahLst/>
              <a:cxnLst/>
              <a:rect l="l" t="t" r="r" b="b"/>
              <a:pathLst>
                <a:path w="131" h="223" extrusionOk="0">
                  <a:moveTo>
                    <a:pt x="128" y="0"/>
                  </a:moveTo>
                  <a:lnTo>
                    <a:pt x="1" y="75"/>
                  </a:lnTo>
                  <a:lnTo>
                    <a:pt x="1" y="223"/>
                  </a:lnTo>
                  <a:lnTo>
                    <a:pt x="131" y="150"/>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0"/>
            <p:cNvSpPr/>
            <p:nvPr/>
          </p:nvSpPr>
          <p:spPr>
            <a:xfrm>
              <a:off x="535230" y="2397267"/>
              <a:ext cx="4474" cy="7708"/>
            </a:xfrm>
            <a:custGeom>
              <a:avLst/>
              <a:gdLst/>
              <a:ahLst/>
              <a:cxnLst/>
              <a:rect l="l" t="t" r="r" b="b"/>
              <a:pathLst>
                <a:path w="130" h="224" extrusionOk="0">
                  <a:moveTo>
                    <a:pt x="129" y="0"/>
                  </a:moveTo>
                  <a:lnTo>
                    <a:pt x="0" y="73"/>
                  </a:lnTo>
                  <a:lnTo>
                    <a:pt x="2" y="224"/>
                  </a:lnTo>
                  <a:lnTo>
                    <a:pt x="129" y="149"/>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0"/>
            <p:cNvSpPr/>
            <p:nvPr/>
          </p:nvSpPr>
          <p:spPr>
            <a:xfrm>
              <a:off x="535334" y="2445582"/>
              <a:ext cx="4508" cy="7743"/>
            </a:xfrm>
            <a:custGeom>
              <a:avLst/>
              <a:gdLst/>
              <a:ahLst/>
              <a:cxnLst/>
              <a:rect l="l" t="t" r="r" b="b"/>
              <a:pathLst>
                <a:path w="131" h="225" extrusionOk="0">
                  <a:moveTo>
                    <a:pt x="130" y="1"/>
                  </a:moveTo>
                  <a:lnTo>
                    <a:pt x="0" y="77"/>
                  </a:lnTo>
                  <a:lnTo>
                    <a:pt x="2" y="224"/>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0"/>
            <p:cNvSpPr/>
            <p:nvPr/>
          </p:nvSpPr>
          <p:spPr>
            <a:xfrm>
              <a:off x="535368" y="2459382"/>
              <a:ext cx="4508" cy="7777"/>
            </a:xfrm>
            <a:custGeom>
              <a:avLst/>
              <a:gdLst/>
              <a:ahLst/>
              <a:cxnLst/>
              <a:rect l="l" t="t" r="r" b="b"/>
              <a:pathLst>
                <a:path w="131" h="226" extrusionOk="0">
                  <a:moveTo>
                    <a:pt x="131" y="0"/>
                  </a:moveTo>
                  <a:lnTo>
                    <a:pt x="1" y="75"/>
                  </a:lnTo>
                  <a:lnTo>
                    <a:pt x="1" y="226"/>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0"/>
            <p:cNvSpPr/>
            <p:nvPr/>
          </p:nvSpPr>
          <p:spPr>
            <a:xfrm>
              <a:off x="535368" y="2452534"/>
              <a:ext cx="4508" cy="7674"/>
            </a:xfrm>
            <a:custGeom>
              <a:avLst/>
              <a:gdLst/>
              <a:ahLst/>
              <a:cxnLst/>
              <a:rect l="l" t="t" r="r" b="b"/>
              <a:pathLst>
                <a:path w="131" h="223" extrusionOk="0">
                  <a:moveTo>
                    <a:pt x="129" y="0"/>
                  </a:moveTo>
                  <a:lnTo>
                    <a:pt x="1" y="75"/>
                  </a:lnTo>
                  <a:lnTo>
                    <a:pt x="1" y="223"/>
                  </a:lnTo>
                  <a:lnTo>
                    <a:pt x="131"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0"/>
            <p:cNvSpPr/>
            <p:nvPr/>
          </p:nvSpPr>
          <p:spPr>
            <a:xfrm>
              <a:off x="535368" y="2466333"/>
              <a:ext cx="4508" cy="7674"/>
            </a:xfrm>
            <a:custGeom>
              <a:avLst/>
              <a:gdLst/>
              <a:ahLst/>
              <a:cxnLst/>
              <a:rect l="l" t="t" r="r" b="b"/>
              <a:pathLst>
                <a:path w="131" h="223" extrusionOk="0">
                  <a:moveTo>
                    <a:pt x="131" y="0"/>
                  </a:moveTo>
                  <a:lnTo>
                    <a:pt x="1" y="75"/>
                  </a:lnTo>
                  <a:lnTo>
                    <a:pt x="4"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0"/>
            <p:cNvSpPr/>
            <p:nvPr/>
          </p:nvSpPr>
          <p:spPr>
            <a:xfrm>
              <a:off x="535471" y="2473216"/>
              <a:ext cx="4474" cy="7743"/>
            </a:xfrm>
            <a:custGeom>
              <a:avLst/>
              <a:gdLst/>
              <a:ahLst/>
              <a:cxnLst/>
              <a:rect l="l" t="t" r="r" b="b"/>
              <a:pathLst>
                <a:path w="130" h="225" extrusionOk="0">
                  <a:moveTo>
                    <a:pt x="128" y="1"/>
                  </a:moveTo>
                  <a:lnTo>
                    <a:pt x="1" y="74"/>
                  </a:lnTo>
                  <a:lnTo>
                    <a:pt x="1" y="225"/>
                  </a:lnTo>
                  <a:lnTo>
                    <a:pt x="129" y="149"/>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0"/>
            <p:cNvSpPr/>
            <p:nvPr/>
          </p:nvSpPr>
          <p:spPr>
            <a:xfrm>
              <a:off x="535471" y="2480064"/>
              <a:ext cx="4474" cy="7743"/>
            </a:xfrm>
            <a:custGeom>
              <a:avLst/>
              <a:gdLst/>
              <a:ahLst/>
              <a:cxnLst/>
              <a:rect l="l" t="t" r="r" b="b"/>
              <a:pathLst>
                <a:path w="130" h="225" extrusionOk="0">
                  <a:moveTo>
                    <a:pt x="129" y="1"/>
                  </a:moveTo>
                  <a:lnTo>
                    <a:pt x="1" y="77"/>
                  </a:lnTo>
                  <a:lnTo>
                    <a:pt x="1" y="225"/>
                  </a:lnTo>
                  <a:lnTo>
                    <a:pt x="129" y="151"/>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0"/>
            <p:cNvSpPr/>
            <p:nvPr/>
          </p:nvSpPr>
          <p:spPr>
            <a:xfrm>
              <a:off x="535471" y="2487015"/>
              <a:ext cx="4474" cy="7708"/>
            </a:xfrm>
            <a:custGeom>
              <a:avLst/>
              <a:gdLst/>
              <a:ahLst/>
              <a:cxnLst/>
              <a:rect l="l" t="t" r="r" b="b"/>
              <a:pathLst>
                <a:path w="130" h="224" extrusionOk="0">
                  <a:moveTo>
                    <a:pt x="129" y="1"/>
                  </a:moveTo>
                  <a:lnTo>
                    <a:pt x="1" y="75"/>
                  </a:lnTo>
                  <a:lnTo>
                    <a:pt x="2" y="223"/>
                  </a:lnTo>
                  <a:lnTo>
                    <a:pt x="129"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0"/>
            <p:cNvSpPr/>
            <p:nvPr/>
          </p:nvSpPr>
          <p:spPr>
            <a:xfrm>
              <a:off x="535540" y="2493932"/>
              <a:ext cx="4405" cy="7708"/>
            </a:xfrm>
            <a:custGeom>
              <a:avLst/>
              <a:gdLst/>
              <a:ahLst/>
              <a:cxnLst/>
              <a:rect l="l" t="t" r="r" b="b"/>
              <a:pathLst>
                <a:path w="128" h="224" extrusionOk="0">
                  <a:moveTo>
                    <a:pt x="127" y="0"/>
                  </a:moveTo>
                  <a:lnTo>
                    <a:pt x="0" y="76"/>
                  </a:lnTo>
                  <a:lnTo>
                    <a:pt x="0" y="224"/>
                  </a:lnTo>
                  <a:lnTo>
                    <a:pt x="127" y="149"/>
                  </a:lnTo>
                  <a:lnTo>
                    <a:pt x="1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40"/>
            <p:cNvSpPr/>
            <p:nvPr/>
          </p:nvSpPr>
          <p:spPr>
            <a:xfrm>
              <a:off x="535540" y="2507697"/>
              <a:ext cx="4508" cy="7812"/>
            </a:xfrm>
            <a:custGeom>
              <a:avLst/>
              <a:gdLst/>
              <a:ahLst/>
              <a:cxnLst/>
              <a:rect l="l" t="t" r="r" b="b"/>
              <a:pathLst>
                <a:path w="131" h="227" extrusionOk="0">
                  <a:moveTo>
                    <a:pt x="130" y="1"/>
                  </a:moveTo>
                  <a:lnTo>
                    <a:pt x="0" y="76"/>
                  </a:lnTo>
                  <a:lnTo>
                    <a:pt x="0" y="226"/>
                  </a:lnTo>
                  <a:lnTo>
                    <a:pt x="130" y="152"/>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40"/>
            <p:cNvSpPr/>
            <p:nvPr/>
          </p:nvSpPr>
          <p:spPr>
            <a:xfrm>
              <a:off x="535540" y="2500849"/>
              <a:ext cx="4508" cy="7708"/>
            </a:xfrm>
            <a:custGeom>
              <a:avLst/>
              <a:gdLst/>
              <a:ahLst/>
              <a:cxnLst/>
              <a:rect l="l" t="t" r="r" b="b"/>
              <a:pathLst>
                <a:path w="131" h="224" extrusionOk="0">
                  <a:moveTo>
                    <a:pt x="130" y="1"/>
                  </a:moveTo>
                  <a:lnTo>
                    <a:pt x="0" y="74"/>
                  </a:lnTo>
                  <a:lnTo>
                    <a:pt x="0"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0"/>
            <p:cNvSpPr/>
            <p:nvPr/>
          </p:nvSpPr>
          <p:spPr>
            <a:xfrm>
              <a:off x="535575" y="2521565"/>
              <a:ext cx="4508" cy="7743"/>
            </a:xfrm>
            <a:custGeom>
              <a:avLst/>
              <a:gdLst/>
              <a:ahLst/>
              <a:cxnLst/>
              <a:rect l="l" t="t" r="r" b="b"/>
              <a:pathLst>
                <a:path w="131" h="225" extrusionOk="0">
                  <a:moveTo>
                    <a:pt x="131" y="0"/>
                  </a:moveTo>
                  <a:lnTo>
                    <a:pt x="1" y="75"/>
                  </a:lnTo>
                  <a:lnTo>
                    <a:pt x="1"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0"/>
            <p:cNvSpPr/>
            <p:nvPr/>
          </p:nvSpPr>
          <p:spPr>
            <a:xfrm>
              <a:off x="535575" y="2514614"/>
              <a:ext cx="4474" cy="7743"/>
            </a:xfrm>
            <a:custGeom>
              <a:avLst/>
              <a:gdLst/>
              <a:ahLst/>
              <a:cxnLst/>
              <a:rect l="l" t="t" r="r" b="b"/>
              <a:pathLst>
                <a:path w="130" h="225" extrusionOk="0">
                  <a:moveTo>
                    <a:pt x="129" y="0"/>
                  </a:moveTo>
                  <a:lnTo>
                    <a:pt x="1" y="76"/>
                  </a:lnTo>
                  <a:lnTo>
                    <a:pt x="1" y="224"/>
                  </a:lnTo>
                  <a:lnTo>
                    <a:pt x="129" y="151"/>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40"/>
            <p:cNvSpPr/>
            <p:nvPr/>
          </p:nvSpPr>
          <p:spPr>
            <a:xfrm>
              <a:off x="527935" y="2318394"/>
              <a:ext cx="4439" cy="7812"/>
            </a:xfrm>
            <a:custGeom>
              <a:avLst/>
              <a:gdLst/>
              <a:ahLst/>
              <a:cxnLst/>
              <a:rect l="l" t="t" r="r" b="b"/>
              <a:pathLst>
                <a:path w="129" h="227" extrusionOk="0">
                  <a:moveTo>
                    <a:pt x="129" y="1"/>
                  </a:moveTo>
                  <a:lnTo>
                    <a:pt x="0" y="76"/>
                  </a:lnTo>
                  <a:lnTo>
                    <a:pt x="0" y="226"/>
                  </a:lnTo>
                  <a:lnTo>
                    <a:pt x="129" y="152"/>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40"/>
            <p:cNvSpPr/>
            <p:nvPr/>
          </p:nvSpPr>
          <p:spPr>
            <a:xfrm>
              <a:off x="527935" y="2311546"/>
              <a:ext cx="4439" cy="7708"/>
            </a:xfrm>
            <a:custGeom>
              <a:avLst/>
              <a:gdLst/>
              <a:ahLst/>
              <a:cxnLst/>
              <a:rect l="l" t="t" r="r" b="b"/>
              <a:pathLst>
                <a:path w="129" h="224" extrusionOk="0">
                  <a:moveTo>
                    <a:pt x="129" y="1"/>
                  </a:moveTo>
                  <a:lnTo>
                    <a:pt x="0" y="76"/>
                  </a:lnTo>
                  <a:lnTo>
                    <a:pt x="0" y="223"/>
                  </a:lnTo>
                  <a:lnTo>
                    <a:pt x="129"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0"/>
            <p:cNvSpPr/>
            <p:nvPr/>
          </p:nvSpPr>
          <p:spPr>
            <a:xfrm>
              <a:off x="527935" y="2325345"/>
              <a:ext cx="4439" cy="7708"/>
            </a:xfrm>
            <a:custGeom>
              <a:avLst/>
              <a:gdLst/>
              <a:ahLst/>
              <a:cxnLst/>
              <a:rect l="l" t="t" r="r" b="b"/>
              <a:pathLst>
                <a:path w="129" h="224" extrusionOk="0">
                  <a:moveTo>
                    <a:pt x="129" y="1"/>
                  </a:moveTo>
                  <a:lnTo>
                    <a:pt x="0" y="75"/>
                  </a:lnTo>
                  <a:lnTo>
                    <a:pt x="2" y="223"/>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40"/>
            <p:cNvSpPr/>
            <p:nvPr/>
          </p:nvSpPr>
          <p:spPr>
            <a:xfrm>
              <a:off x="527969" y="2339213"/>
              <a:ext cx="4508" cy="7674"/>
            </a:xfrm>
            <a:custGeom>
              <a:avLst/>
              <a:gdLst/>
              <a:ahLst/>
              <a:cxnLst/>
              <a:rect l="l" t="t" r="r" b="b"/>
              <a:pathLst>
                <a:path w="131" h="223" extrusionOk="0">
                  <a:moveTo>
                    <a:pt x="131" y="0"/>
                  </a:moveTo>
                  <a:lnTo>
                    <a:pt x="1" y="75"/>
                  </a:lnTo>
                  <a:lnTo>
                    <a:pt x="1"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0"/>
            <p:cNvSpPr/>
            <p:nvPr/>
          </p:nvSpPr>
          <p:spPr>
            <a:xfrm>
              <a:off x="527969" y="2332262"/>
              <a:ext cx="4508" cy="7743"/>
            </a:xfrm>
            <a:custGeom>
              <a:avLst/>
              <a:gdLst/>
              <a:ahLst/>
              <a:cxnLst/>
              <a:rect l="l" t="t" r="r" b="b"/>
              <a:pathLst>
                <a:path w="131" h="225" extrusionOk="0">
                  <a:moveTo>
                    <a:pt x="131" y="0"/>
                  </a:moveTo>
                  <a:lnTo>
                    <a:pt x="1" y="75"/>
                  </a:lnTo>
                  <a:lnTo>
                    <a:pt x="1"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0"/>
            <p:cNvSpPr/>
            <p:nvPr/>
          </p:nvSpPr>
          <p:spPr>
            <a:xfrm>
              <a:off x="528073" y="2373626"/>
              <a:ext cx="4474" cy="7812"/>
            </a:xfrm>
            <a:custGeom>
              <a:avLst/>
              <a:gdLst/>
              <a:ahLst/>
              <a:cxnLst/>
              <a:rect l="l" t="t" r="r" b="b"/>
              <a:pathLst>
                <a:path w="130" h="227" extrusionOk="0">
                  <a:moveTo>
                    <a:pt x="129" y="1"/>
                  </a:moveTo>
                  <a:lnTo>
                    <a:pt x="1" y="77"/>
                  </a:lnTo>
                  <a:lnTo>
                    <a:pt x="1" y="226"/>
                  </a:lnTo>
                  <a:lnTo>
                    <a:pt x="129" y="152"/>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0"/>
            <p:cNvSpPr/>
            <p:nvPr/>
          </p:nvSpPr>
          <p:spPr>
            <a:xfrm>
              <a:off x="528038" y="2366778"/>
              <a:ext cx="4508" cy="7743"/>
            </a:xfrm>
            <a:custGeom>
              <a:avLst/>
              <a:gdLst/>
              <a:ahLst/>
              <a:cxnLst/>
              <a:rect l="l" t="t" r="r" b="b"/>
              <a:pathLst>
                <a:path w="131" h="225" extrusionOk="0">
                  <a:moveTo>
                    <a:pt x="130" y="1"/>
                  </a:moveTo>
                  <a:lnTo>
                    <a:pt x="0" y="77"/>
                  </a:lnTo>
                  <a:lnTo>
                    <a:pt x="2" y="225"/>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0"/>
            <p:cNvSpPr/>
            <p:nvPr/>
          </p:nvSpPr>
          <p:spPr>
            <a:xfrm>
              <a:off x="528038" y="2359895"/>
              <a:ext cx="4508" cy="7674"/>
            </a:xfrm>
            <a:custGeom>
              <a:avLst/>
              <a:gdLst/>
              <a:ahLst/>
              <a:cxnLst/>
              <a:rect l="l" t="t" r="r" b="b"/>
              <a:pathLst>
                <a:path w="131" h="223" extrusionOk="0">
                  <a:moveTo>
                    <a:pt x="130" y="0"/>
                  </a:moveTo>
                  <a:lnTo>
                    <a:pt x="0" y="75"/>
                  </a:lnTo>
                  <a:lnTo>
                    <a:pt x="0"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0"/>
            <p:cNvSpPr/>
            <p:nvPr/>
          </p:nvSpPr>
          <p:spPr>
            <a:xfrm>
              <a:off x="528038" y="2352944"/>
              <a:ext cx="4508" cy="7743"/>
            </a:xfrm>
            <a:custGeom>
              <a:avLst/>
              <a:gdLst/>
              <a:ahLst/>
              <a:cxnLst/>
              <a:rect l="l" t="t" r="r" b="b"/>
              <a:pathLst>
                <a:path w="131" h="225" extrusionOk="0">
                  <a:moveTo>
                    <a:pt x="129" y="1"/>
                  </a:moveTo>
                  <a:lnTo>
                    <a:pt x="0" y="77"/>
                  </a:lnTo>
                  <a:lnTo>
                    <a:pt x="0" y="224"/>
                  </a:lnTo>
                  <a:lnTo>
                    <a:pt x="130"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0"/>
            <p:cNvSpPr/>
            <p:nvPr/>
          </p:nvSpPr>
          <p:spPr>
            <a:xfrm>
              <a:off x="527969" y="2346061"/>
              <a:ext cx="4508" cy="7777"/>
            </a:xfrm>
            <a:custGeom>
              <a:avLst/>
              <a:gdLst/>
              <a:ahLst/>
              <a:cxnLst/>
              <a:rect l="l" t="t" r="r" b="b"/>
              <a:pathLst>
                <a:path w="131" h="226" extrusionOk="0">
                  <a:moveTo>
                    <a:pt x="131" y="0"/>
                  </a:moveTo>
                  <a:lnTo>
                    <a:pt x="1" y="75"/>
                  </a:lnTo>
                  <a:lnTo>
                    <a:pt x="2" y="225"/>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0"/>
            <p:cNvSpPr/>
            <p:nvPr/>
          </p:nvSpPr>
          <p:spPr>
            <a:xfrm>
              <a:off x="528073" y="2387494"/>
              <a:ext cx="4508" cy="7743"/>
            </a:xfrm>
            <a:custGeom>
              <a:avLst/>
              <a:gdLst/>
              <a:ahLst/>
              <a:cxnLst/>
              <a:rect l="l" t="t" r="r" b="b"/>
              <a:pathLst>
                <a:path w="131" h="225" extrusionOk="0">
                  <a:moveTo>
                    <a:pt x="131" y="0"/>
                  </a:moveTo>
                  <a:lnTo>
                    <a:pt x="1" y="76"/>
                  </a:lnTo>
                  <a:lnTo>
                    <a:pt x="1" y="224"/>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0"/>
            <p:cNvSpPr/>
            <p:nvPr/>
          </p:nvSpPr>
          <p:spPr>
            <a:xfrm>
              <a:off x="528073" y="2380577"/>
              <a:ext cx="4508" cy="7743"/>
            </a:xfrm>
            <a:custGeom>
              <a:avLst/>
              <a:gdLst/>
              <a:ahLst/>
              <a:cxnLst/>
              <a:rect l="l" t="t" r="r" b="b"/>
              <a:pathLst>
                <a:path w="131" h="225" extrusionOk="0">
                  <a:moveTo>
                    <a:pt x="131" y="1"/>
                  </a:moveTo>
                  <a:lnTo>
                    <a:pt x="1" y="75"/>
                  </a:lnTo>
                  <a:lnTo>
                    <a:pt x="1" y="225"/>
                  </a:lnTo>
                  <a:lnTo>
                    <a:pt x="131" y="151"/>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0"/>
            <p:cNvSpPr/>
            <p:nvPr/>
          </p:nvSpPr>
          <p:spPr>
            <a:xfrm>
              <a:off x="528176" y="2415127"/>
              <a:ext cx="4474" cy="7743"/>
            </a:xfrm>
            <a:custGeom>
              <a:avLst/>
              <a:gdLst/>
              <a:ahLst/>
              <a:cxnLst/>
              <a:rect l="l" t="t" r="r" b="b"/>
              <a:pathLst>
                <a:path w="130" h="225" extrusionOk="0">
                  <a:moveTo>
                    <a:pt x="129" y="0"/>
                  </a:moveTo>
                  <a:lnTo>
                    <a:pt x="0" y="75"/>
                  </a:lnTo>
                  <a:lnTo>
                    <a:pt x="2" y="224"/>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0"/>
            <p:cNvSpPr/>
            <p:nvPr/>
          </p:nvSpPr>
          <p:spPr>
            <a:xfrm>
              <a:off x="528176" y="2408210"/>
              <a:ext cx="4474" cy="7708"/>
            </a:xfrm>
            <a:custGeom>
              <a:avLst/>
              <a:gdLst/>
              <a:ahLst/>
              <a:cxnLst/>
              <a:rect l="l" t="t" r="r" b="b"/>
              <a:pathLst>
                <a:path w="130" h="224" extrusionOk="0">
                  <a:moveTo>
                    <a:pt x="129" y="1"/>
                  </a:moveTo>
                  <a:lnTo>
                    <a:pt x="0" y="76"/>
                  </a:lnTo>
                  <a:lnTo>
                    <a:pt x="0" y="223"/>
                  </a:lnTo>
                  <a:lnTo>
                    <a:pt x="129"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0"/>
            <p:cNvSpPr/>
            <p:nvPr/>
          </p:nvSpPr>
          <p:spPr>
            <a:xfrm>
              <a:off x="528176" y="2401294"/>
              <a:ext cx="4474" cy="7708"/>
            </a:xfrm>
            <a:custGeom>
              <a:avLst/>
              <a:gdLst/>
              <a:ahLst/>
              <a:cxnLst/>
              <a:rect l="l" t="t" r="r" b="b"/>
              <a:pathLst>
                <a:path w="130" h="224" extrusionOk="0">
                  <a:moveTo>
                    <a:pt x="129" y="0"/>
                  </a:moveTo>
                  <a:lnTo>
                    <a:pt x="0" y="75"/>
                  </a:lnTo>
                  <a:lnTo>
                    <a:pt x="0" y="224"/>
                  </a:lnTo>
                  <a:lnTo>
                    <a:pt x="129" y="151"/>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0"/>
            <p:cNvSpPr/>
            <p:nvPr/>
          </p:nvSpPr>
          <p:spPr>
            <a:xfrm>
              <a:off x="528176" y="2394445"/>
              <a:ext cx="4405" cy="7708"/>
            </a:xfrm>
            <a:custGeom>
              <a:avLst/>
              <a:gdLst/>
              <a:ahLst/>
              <a:cxnLst/>
              <a:rect l="l" t="t" r="r" b="b"/>
              <a:pathLst>
                <a:path w="128" h="224" extrusionOk="0">
                  <a:moveTo>
                    <a:pt x="128" y="0"/>
                  </a:moveTo>
                  <a:lnTo>
                    <a:pt x="0" y="73"/>
                  </a:lnTo>
                  <a:lnTo>
                    <a:pt x="0" y="224"/>
                  </a:lnTo>
                  <a:lnTo>
                    <a:pt x="128" y="148"/>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0"/>
            <p:cNvSpPr/>
            <p:nvPr/>
          </p:nvSpPr>
          <p:spPr>
            <a:xfrm>
              <a:off x="528279" y="2449712"/>
              <a:ext cx="4508" cy="7674"/>
            </a:xfrm>
            <a:custGeom>
              <a:avLst/>
              <a:gdLst/>
              <a:ahLst/>
              <a:cxnLst/>
              <a:rect l="l" t="t" r="r" b="b"/>
              <a:pathLst>
                <a:path w="131" h="223" extrusionOk="0">
                  <a:moveTo>
                    <a:pt x="131" y="1"/>
                  </a:moveTo>
                  <a:lnTo>
                    <a:pt x="0" y="75"/>
                  </a:lnTo>
                  <a:lnTo>
                    <a:pt x="0" y="223"/>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0"/>
            <p:cNvSpPr/>
            <p:nvPr/>
          </p:nvSpPr>
          <p:spPr>
            <a:xfrm>
              <a:off x="528279" y="2442761"/>
              <a:ext cx="4508" cy="7674"/>
            </a:xfrm>
            <a:custGeom>
              <a:avLst/>
              <a:gdLst/>
              <a:ahLst/>
              <a:cxnLst/>
              <a:rect l="l" t="t" r="r" b="b"/>
              <a:pathLst>
                <a:path w="131" h="223" extrusionOk="0">
                  <a:moveTo>
                    <a:pt x="129" y="1"/>
                  </a:moveTo>
                  <a:lnTo>
                    <a:pt x="0" y="75"/>
                  </a:lnTo>
                  <a:lnTo>
                    <a:pt x="0" y="223"/>
                  </a:lnTo>
                  <a:lnTo>
                    <a:pt x="131"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40"/>
            <p:cNvSpPr/>
            <p:nvPr/>
          </p:nvSpPr>
          <p:spPr>
            <a:xfrm>
              <a:off x="528210" y="2435878"/>
              <a:ext cx="4542" cy="7674"/>
            </a:xfrm>
            <a:custGeom>
              <a:avLst/>
              <a:gdLst/>
              <a:ahLst/>
              <a:cxnLst/>
              <a:rect l="l" t="t" r="r" b="b"/>
              <a:pathLst>
                <a:path w="132" h="223" extrusionOk="0">
                  <a:moveTo>
                    <a:pt x="131" y="0"/>
                  </a:moveTo>
                  <a:lnTo>
                    <a:pt x="1" y="75"/>
                  </a:lnTo>
                  <a:lnTo>
                    <a:pt x="2"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40"/>
            <p:cNvSpPr/>
            <p:nvPr/>
          </p:nvSpPr>
          <p:spPr>
            <a:xfrm>
              <a:off x="528210" y="2428927"/>
              <a:ext cx="4542" cy="7777"/>
            </a:xfrm>
            <a:custGeom>
              <a:avLst/>
              <a:gdLst/>
              <a:ahLst/>
              <a:cxnLst/>
              <a:rect l="l" t="t" r="r" b="b"/>
              <a:pathLst>
                <a:path w="132" h="226" extrusionOk="0">
                  <a:moveTo>
                    <a:pt x="131" y="0"/>
                  </a:moveTo>
                  <a:lnTo>
                    <a:pt x="1" y="75"/>
                  </a:lnTo>
                  <a:lnTo>
                    <a:pt x="1" y="226"/>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0"/>
            <p:cNvSpPr/>
            <p:nvPr/>
          </p:nvSpPr>
          <p:spPr>
            <a:xfrm>
              <a:off x="528210" y="2422079"/>
              <a:ext cx="4542" cy="7674"/>
            </a:xfrm>
            <a:custGeom>
              <a:avLst/>
              <a:gdLst/>
              <a:ahLst/>
              <a:cxnLst/>
              <a:rect l="l" t="t" r="r" b="b"/>
              <a:pathLst>
                <a:path w="132" h="223" extrusionOk="0">
                  <a:moveTo>
                    <a:pt x="131" y="0"/>
                  </a:moveTo>
                  <a:lnTo>
                    <a:pt x="1" y="73"/>
                  </a:lnTo>
                  <a:lnTo>
                    <a:pt x="1"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0"/>
            <p:cNvSpPr/>
            <p:nvPr/>
          </p:nvSpPr>
          <p:spPr>
            <a:xfrm>
              <a:off x="528417" y="2484193"/>
              <a:ext cx="4474" cy="7708"/>
            </a:xfrm>
            <a:custGeom>
              <a:avLst/>
              <a:gdLst/>
              <a:ahLst/>
              <a:cxnLst/>
              <a:rect l="l" t="t" r="r" b="b"/>
              <a:pathLst>
                <a:path w="130" h="224" extrusionOk="0">
                  <a:moveTo>
                    <a:pt x="128" y="1"/>
                  </a:moveTo>
                  <a:lnTo>
                    <a:pt x="1" y="75"/>
                  </a:lnTo>
                  <a:lnTo>
                    <a:pt x="1" y="223"/>
                  </a:lnTo>
                  <a:lnTo>
                    <a:pt x="130" y="150"/>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40"/>
            <p:cNvSpPr/>
            <p:nvPr/>
          </p:nvSpPr>
          <p:spPr>
            <a:xfrm>
              <a:off x="528314" y="2477242"/>
              <a:ext cx="4542" cy="7812"/>
            </a:xfrm>
            <a:custGeom>
              <a:avLst/>
              <a:gdLst/>
              <a:ahLst/>
              <a:cxnLst/>
              <a:rect l="l" t="t" r="r" b="b"/>
              <a:pathLst>
                <a:path w="132" h="227" extrusionOk="0">
                  <a:moveTo>
                    <a:pt x="131" y="1"/>
                  </a:moveTo>
                  <a:lnTo>
                    <a:pt x="1" y="75"/>
                  </a:lnTo>
                  <a:lnTo>
                    <a:pt x="1" y="226"/>
                  </a:lnTo>
                  <a:lnTo>
                    <a:pt x="131" y="152"/>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40"/>
            <p:cNvSpPr/>
            <p:nvPr/>
          </p:nvSpPr>
          <p:spPr>
            <a:xfrm>
              <a:off x="528314" y="2470394"/>
              <a:ext cx="4542" cy="7708"/>
            </a:xfrm>
            <a:custGeom>
              <a:avLst/>
              <a:gdLst/>
              <a:ahLst/>
              <a:cxnLst/>
              <a:rect l="l" t="t" r="r" b="b"/>
              <a:pathLst>
                <a:path w="132" h="224" extrusionOk="0">
                  <a:moveTo>
                    <a:pt x="131" y="1"/>
                  </a:moveTo>
                  <a:lnTo>
                    <a:pt x="1" y="75"/>
                  </a:lnTo>
                  <a:lnTo>
                    <a:pt x="1" y="223"/>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40"/>
            <p:cNvSpPr/>
            <p:nvPr/>
          </p:nvSpPr>
          <p:spPr>
            <a:xfrm>
              <a:off x="528314" y="2463442"/>
              <a:ext cx="4542" cy="7743"/>
            </a:xfrm>
            <a:custGeom>
              <a:avLst/>
              <a:gdLst/>
              <a:ahLst/>
              <a:cxnLst/>
              <a:rect l="l" t="t" r="r" b="b"/>
              <a:pathLst>
                <a:path w="132" h="225" extrusionOk="0">
                  <a:moveTo>
                    <a:pt x="130" y="1"/>
                  </a:moveTo>
                  <a:lnTo>
                    <a:pt x="1" y="77"/>
                  </a:lnTo>
                  <a:lnTo>
                    <a:pt x="1" y="225"/>
                  </a:lnTo>
                  <a:lnTo>
                    <a:pt x="131"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40"/>
            <p:cNvSpPr/>
            <p:nvPr/>
          </p:nvSpPr>
          <p:spPr>
            <a:xfrm>
              <a:off x="528279" y="2456560"/>
              <a:ext cx="4508" cy="7743"/>
            </a:xfrm>
            <a:custGeom>
              <a:avLst/>
              <a:gdLst/>
              <a:ahLst/>
              <a:cxnLst/>
              <a:rect l="l" t="t" r="r" b="b"/>
              <a:pathLst>
                <a:path w="131" h="225" extrusionOk="0">
                  <a:moveTo>
                    <a:pt x="131" y="0"/>
                  </a:moveTo>
                  <a:lnTo>
                    <a:pt x="0" y="75"/>
                  </a:lnTo>
                  <a:lnTo>
                    <a:pt x="2"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40"/>
            <p:cNvSpPr/>
            <p:nvPr/>
          </p:nvSpPr>
          <p:spPr>
            <a:xfrm>
              <a:off x="528417" y="2491110"/>
              <a:ext cx="4474" cy="7708"/>
            </a:xfrm>
            <a:custGeom>
              <a:avLst/>
              <a:gdLst/>
              <a:ahLst/>
              <a:cxnLst/>
              <a:rect l="l" t="t" r="r" b="b"/>
              <a:pathLst>
                <a:path w="130" h="224" extrusionOk="0">
                  <a:moveTo>
                    <a:pt x="130" y="0"/>
                  </a:moveTo>
                  <a:lnTo>
                    <a:pt x="1" y="75"/>
                  </a:lnTo>
                  <a:lnTo>
                    <a:pt x="1"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40"/>
            <p:cNvSpPr/>
            <p:nvPr/>
          </p:nvSpPr>
          <p:spPr>
            <a:xfrm>
              <a:off x="528417" y="2498061"/>
              <a:ext cx="4474" cy="7674"/>
            </a:xfrm>
            <a:custGeom>
              <a:avLst/>
              <a:gdLst/>
              <a:ahLst/>
              <a:cxnLst/>
              <a:rect l="l" t="t" r="r" b="b"/>
              <a:pathLst>
                <a:path w="130" h="223" extrusionOk="0">
                  <a:moveTo>
                    <a:pt x="130" y="0"/>
                  </a:moveTo>
                  <a:lnTo>
                    <a:pt x="1" y="75"/>
                  </a:lnTo>
                  <a:lnTo>
                    <a:pt x="1" y="222"/>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40"/>
            <p:cNvSpPr/>
            <p:nvPr/>
          </p:nvSpPr>
          <p:spPr>
            <a:xfrm>
              <a:off x="528486" y="2511792"/>
              <a:ext cx="4508" cy="7777"/>
            </a:xfrm>
            <a:custGeom>
              <a:avLst/>
              <a:gdLst/>
              <a:ahLst/>
              <a:cxnLst/>
              <a:rect l="l" t="t" r="r" b="b"/>
              <a:pathLst>
                <a:path w="131" h="226" extrusionOk="0">
                  <a:moveTo>
                    <a:pt x="130" y="0"/>
                  </a:moveTo>
                  <a:lnTo>
                    <a:pt x="0" y="77"/>
                  </a:lnTo>
                  <a:lnTo>
                    <a:pt x="0" y="226"/>
                  </a:lnTo>
                  <a:lnTo>
                    <a:pt x="130" y="151"/>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40"/>
            <p:cNvSpPr/>
            <p:nvPr/>
          </p:nvSpPr>
          <p:spPr>
            <a:xfrm>
              <a:off x="528417" y="2504944"/>
              <a:ext cx="4577" cy="7743"/>
            </a:xfrm>
            <a:custGeom>
              <a:avLst/>
              <a:gdLst/>
              <a:ahLst/>
              <a:cxnLst/>
              <a:rect l="l" t="t" r="r" b="b"/>
              <a:pathLst>
                <a:path w="133" h="225" extrusionOk="0">
                  <a:moveTo>
                    <a:pt x="130" y="0"/>
                  </a:moveTo>
                  <a:lnTo>
                    <a:pt x="1" y="74"/>
                  </a:lnTo>
                  <a:lnTo>
                    <a:pt x="2" y="224"/>
                  </a:lnTo>
                  <a:lnTo>
                    <a:pt x="132"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40"/>
            <p:cNvSpPr/>
            <p:nvPr/>
          </p:nvSpPr>
          <p:spPr>
            <a:xfrm>
              <a:off x="528486" y="2525626"/>
              <a:ext cx="4508" cy="7743"/>
            </a:xfrm>
            <a:custGeom>
              <a:avLst/>
              <a:gdLst/>
              <a:ahLst/>
              <a:cxnLst/>
              <a:rect l="l" t="t" r="r" b="b"/>
              <a:pathLst>
                <a:path w="131" h="225" extrusionOk="0">
                  <a:moveTo>
                    <a:pt x="130" y="1"/>
                  </a:moveTo>
                  <a:lnTo>
                    <a:pt x="0" y="77"/>
                  </a:lnTo>
                  <a:lnTo>
                    <a:pt x="2" y="225"/>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40"/>
            <p:cNvSpPr/>
            <p:nvPr/>
          </p:nvSpPr>
          <p:spPr>
            <a:xfrm>
              <a:off x="528486" y="2518743"/>
              <a:ext cx="4508" cy="7674"/>
            </a:xfrm>
            <a:custGeom>
              <a:avLst/>
              <a:gdLst/>
              <a:ahLst/>
              <a:cxnLst/>
              <a:rect l="l" t="t" r="r" b="b"/>
              <a:pathLst>
                <a:path w="131" h="223" extrusionOk="0">
                  <a:moveTo>
                    <a:pt x="130" y="0"/>
                  </a:moveTo>
                  <a:lnTo>
                    <a:pt x="0" y="75"/>
                  </a:lnTo>
                  <a:lnTo>
                    <a:pt x="0"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40"/>
            <p:cNvSpPr/>
            <p:nvPr/>
          </p:nvSpPr>
          <p:spPr>
            <a:xfrm>
              <a:off x="577420" y="2282915"/>
              <a:ext cx="5059" cy="221857"/>
            </a:xfrm>
            <a:custGeom>
              <a:avLst/>
              <a:gdLst/>
              <a:ahLst/>
              <a:cxnLst/>
              <a:rect l="l" t="t" r="r" b="b"/>
              <a:pathLst>
                <a:path w="147" h="6447" extrusionOk="0">
                  <a:moveTo>
                    <a:pt x="129" y="0"/>
                  </a:moveTo>
                  <a:lnTo>
                    <a:pt x="0" y="75"/>
                  </a:lnTo>
                  <a:lnTo>
                    <a:pt x="19" y="6447"/>
                  </a:lnTo>
                  <a:lnTo>
                    <a:pt x="147" y="6372"/>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40"/>
            <p:cNvSpPr/>
            <p:nvPr/>
          </p:nvSpPr>
          <p:spPr>
            <a:xfrm>
              <a:off x="549133" y="2299260"/>
              <a:ext cx="5093" cy="221823"/>
            </a:xfrm>
            <a:custGeom>
              <a:avLst/>
              <a:gdLst/>
              <a:ahLst/>
              <a:cxnLst/>
              <a:rect l="l" t="t" r="r" b="b"/>
              <a:pathLst>
                <a:path w="148" h="6446" extrusionOk="0">
                  <a:moveTo>
                    <a:pt x="130" y="1"/>
                  </a:moveTo>
                  <a:lnTo>
                    <a:pt x="0" y="76"/>
                  </a:lnTo>
                  <a:lnTo>
                    <a:pt x="18" y="6446"/>
                  </a:lnTo>
                  <a:lnTo>
                    <a:pt x="148" y="6371"/>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40"/>
            <p:cNvSpPr/>
            <p:nvPr/>
          </p:nvSpPr>
          <p:spPr>
            <a:xfrm>
              <a:off x="520777" y="2315641"/>
              <a:ext cx="5162" cy="221823"/>
            </a:xfrm>
            <a:custGeom>
              <a:avLst/>
              <a:gdLst/>
              <a:ahLst/>
              <a:cxnLst/>
              <a:rect l="l" t="t" r="r" b="b"/>
              <a:pathLst>
                <a:path w="150" h="6446" extrusionOk="0">
                  <a:moveTo>
                    <a:pt x="131" y="0"/>
                  </a:moveTo>
                  <a:lnTo>
                    <a:pt x="0" y="74"/>
                  </a:lnTo>
                  <a:lnTo>
                    <a:pt x="19" y="6445"/>
                  </a:lnTo>
                  <a:lnTo>
                    <a:pt x="150" y="637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40"/>
            <p:cNvSpPr/>
            <p:nvPr/>
          </p:nvSpPr>
          <p:spPr>
            <a:xfrm>
              <a:off x="513723" y="2319701"/>
              <a:ext cx="4508" cy="7743"/>
            </a:xfrm>
            <a:custGeom>
              <a:avLst/>
              <a:gdLst/>
              <a:ahLst/>
              <a:cxnLst/>
              <a:rect l="l" t="t" r="r" b="b"/>
              <a:pathLst>
                <a:path w="131" h="225" extrusionOk="0">
                  <a:moveTo>
                    <a:pt x="131" y="1"/>
                  </a:moveTo>
                  <a:lnTo>
                    <a:pt x="1" y="74"/>
                  </a:lnTo>
                  <a:lnTo>
                    <a:pt x="1"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40"/>
            <p:cNvSpPr/>
            <p:nvPr/>
          </p:nvSpPr>
          <p:spPr>
            <a:xfrm>
              <a:off x="513723" y="2326618"/>
              <a:ext cx="4508" cy="7743"/>
            </a:xfrm>
            <a:custGeom>
              <a:avLst/>
              <a:gdLst/>
              <a:ahLst/>
              <a:cxnLst/>
              <a:rect l="l" t="t" r="r" b="b"/>
              <a:pathLst>
                <a:path w="131" h="225" extrusionOk="0">
                  <a:moveTo>
                    <a:pt x="131" y="0"/>
                  </a:moveTo>
                  <a:lnTo>
                    <a:pt x="1" y="75"/>
                  </a:lnTo>
                  <a:lnTo>
                    <a:pt x="3"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40"/>
            <p:cNvSpPr/>
            <p:nvPr/>
          </p:nvSpPr>
          <p:spPr>
            <a:xfrm>
              <a:off x="513826" y="2340452"/>
              <a:ext cx="4474" cy="7708"/>
            </a:xfrm>
            <a:custGeom>
              <a:avLst/>
              <a:gdLst/>
              <a:ahLst/>
              <a:cxnLst/>
              <a:rect l="l" t="t" r="r" b="b"/>
              <a:pathLst>
                <a:path w="130" h="224" extrusionOk="0">
                  <a:moveTo>
                    <a:pt x="129" y="1"/>
                  </a:moveTo>
                  <a:lnTo>
                    <a:pt x="0" y="75"/>
                  </a:lnTo>
                  <a:lnTo>
                    <a:pt x="0" y="223"/>
                  </a:lnTo>
                  <a:lnTo>
                    <a:pt x="129"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40"/>
            <p:cNvSpPr/>
            <p:nvPr/>
          </p:nvSpPr>
          <p:spPr>
            <a:xfrm>
              <a:off x="513826" y="2333501"/>
              <a:ext cx="4474" cy="7743"/>
            </a:xfrm>
            <a:custGeom>
              <a:avLst/>
              <a:gdLst/>
              <a:ahLst/>
              <a:cxnLst/>
              <a:rect l="l" t="t" r="r" b="b"/>
              <a:pathLst>
                <a:path w="130" h="225" extrusionOk="0">
                  <a:moveTo>
                    <a:pt x="128" y="1"/>
                  </a:moveTo>
                  <a:lnTo>
                    <a:pt x="0" y="75"/>
                  </a:lnTo>
                  <a:lnTo>
                    <a:pt x="0" y="225"/>
                  </a:lnTo>
                  <a:lnTo>
                    <a:pt x="129" y="149"/>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40"/>
            <p:cNvSpPr/>
            <p:nvPr/>
          </p:nvSpPr>
          <p:spPr>
            <a:xfrm>
              <a:off x="513860" y="2368051"/>
              <a:ext cx="4542" cy="7743"/>
            </a:xfrm>
            <a:custGeom>
              <a:avLst/>
              <a:gdLst/>
              <a:ahLst/>
              <a:cxnLst/>
              <a:rect l="l" t="t" r="r" b="b"/>
              <a:pathLst>
                <a:path w="132" h="225" extrusionOk="0">
                  <a:moveTo>
                    <a:pt x="131" y="0"/>
                  </a:moveTo>
                  <a:lnTo>
                    <a:pt x="1" y="77"/>
                  </a:lnTo>
                  <a:lnTo>
                    <a:pt x="1"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40"/>
            <p:cNvSpPr/>
            <p:nvPr/>
          </p:nvSpPr>
          <p:spPr>
            <a:xfrm>
              <a:off x="513860" y="2361169"/>
              <a:ext cx="4542" cy="7674"/>
            </a:xfrm>
            <a:custGeom>
              <a:avLst/>
              <a:gdLst/>
              <a:ahLst/>
              <a:cxnLst/>
              <a:rect l="l" t="t" r="r" b="b"/>
              <a:pathLst>
                <a:path w="132" h="223" extrusionOk="0">
                  <a:moveTo>
                    <a:pt x="128" y="0"/>
                  </a:moveTo>
                  <a:lnTo>
                    <a:pt x="1" y="75"/>
                  </a:lnTo>
                  <a:lnTo>
                    <a:pt x="1" y="222"/>
                  </a:lnTo>
                  <a:lnTo>
                    <a:pt x="131" y="148"/>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40"/>
            <p:cNvSpPr/>
            <p:nvPr/>
          </p:nvSpPr>
          <p:spPr>
            <a:xfrm>
              <a:off x="513826" y="2354217"/>
              <a:ext cx="4474" cy="7777"/>
            </a:xfrm>
            <a:custGeom>
              <a:avLst/>
              <a:gdLst/>
              <a:ahLst/>
              <a:cxnLst/>
              <a:rect l="l" t="t" r="r" b="b"/>
              <a:pathLst>
                <a:path w="130" h="226" extrusionOk="0">
                  <a:moveTo>
                    <a:pt x="129" y="0"/>
                  </a:moveTo>
                  <a:lnTo>
                    <a:pt x="0" y="76"/>
                  </a:lnTo>
                  <a:lnTo>
                    <a:pt x="2" y="225"/>
                  </a:lnTo>
                  <a:lnTo>
                    <a:pt x="129" y="151"/>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40"/>
            <p:cNvSpPr/>
            <p:nvPr/>
          </p:nvSpPr>
          <p:spPr>
            <a:xfrm>
              <a:off x="513826" y="2347369"/>
              <a:ext cx="4474" cy="7708"/>
            </a:xfrm>
            <a:custGeom>
              <a:avLst/>
              <a:gdLst/>
              <a:ahLst/>
              <a:cxnLst/>
              <a:rect l="l" t="t" r="r" b="b"/>
              <a:pathLst>
                <a:path w="130" h="224" extrusionOk="0">
                  <a:moveTo>
                    <a:pt x="129" y="0"/>
                  </a:moveTo>
                  <a:lnTo>
                    <a:pt x="0" y="73"/>
                  </a:lnTo>
                  <a:lnTo>
                    <a:pt x="0" y="224"/>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40"/>
            <p:cNvSpPr/>
            <p:nvPr/>
          </p:nvSpPr>
          <p:spPr>
            <a:xfrm>
              <a:off x="513929" y="2388733"/>
              <a:ext cx="4508" cy="7743"/>
            </a:xfrm>
            <a:custGeom>
              <a:avLst/>
              <a:gdLst/>
              <a:ahLst/>
              <a:cxnLst/>
              <a:rect l="l" t="t" r="r" b="b"/>
              <a:pathLst>
                <a:path w="131" h="225" extrusionOk="0">
                  <a:moveTo>
                    <a:pt x="131" y="1"/>
                  </a:moveTo>
                  <a:lnTo>
                    <a:pt x="0" y="77"/>
                  </a:lnTo>
                  <a:lnTo>
                    <a:pt x="0"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40"/>
            <p:cNvSpPr/>
            <p:nvPr/>
          </p:nvSpPr>
          <p:spPr>
            <a:xfrm>
              <a:off x="513929" y="2381850"/>
              <a:ext cx="4508" cy="7743"/>
            </a:xfrm>
            <a:custGeom>
              <a:avLst/>
              <a:gdLst/>
              <a:ahLst/>
              <a:cxnLst/>
              <a:rect l="l" t="t" r="r" b="b"/>
              <a:pathLst>
                <a:path w="131" h="225" extrusionOk="0">
                  <a:moveTo>
                    <a:pt x="131" y="0"/>
                  </a:moveTo>
                  <a:lnTo>
                    <a:pt x="0" y="75"/>
                  </a:lnTo>
                  <a:lnTo>
                    <a:pt x="0"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40"/>
            <p:cNvSpPr/>
            <p:nvPr/>
          </p:nvSpPr>
          <p:spPr>
            <a:xfrm>
              <a:off x="513860" y="2374899"/>
              <a:ext cx="4577" cy="7777"/>
            </a:xfrm>
            <a:custGeom>
              <a:avLst/>
              <a:gdLst/>
              <a:ahLst/>
              <a:cxnLst/>
              <a:rect l="l" t="t" r="r" b="b"/>
              <a:pathLst>
                <a:path w="133" h="226" extrusionOk="0">
                  <a:moveTo>
                    <a:pt x="131" y="0"/>
                  </a:moveTo>
                  <a:lnTo>
                    <a:pt x="1" y="77"/>
                  </a:lnTo>
                  <a:lnTo>
                    <a:pt x="2" y="226"/>
                  </a:lnTo>
                  <a:lnTo>
                    <a:pt x="133"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40"/>
            <p:cNvSpPr/>
            <p:nvPr/>
          </p:nvSpPr>
          <p:spPr>
            <a:xfrm>
              <a:off x="513964" y="2416366"/>
              <a:ext cx="4542" cy="7743"/>
            </a:xfrm>
            <a:custGeom>
              <a:avLst/>
              <a:gdLst/>
              <a:ahLst/>
              <a:cxnLst/>
              <a:rect l="l" t="t" r="r" b="b"/>
              <a:pathLst>
                <a:path w="132" h="225" extrusionOk="0">
                  <a:moveTo>
                    <a:pt x="131" y="1"/>
                  </a:moveTo>
                  <a:lnTo>
                    <a:pt x="1" y="76"/>
                  </a:lnTo>
                  <a:lnTo>
                    <a:pt x="4" y="225"/>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40"/>
            <p:cNvSpPr/>
            <p:nvPr/>
          </p:nvSpPr>
          <p:spPr>
            <a:xfrm>
              <a:off x="513964" y="2409484"/>
              <a:ext cx="4542" cy="7674"/>
            </a:xfrm>
            <a:custGeom>
              <a:avLst/>
              <a:gdLst/>
              <a:ahLst/>
              <a:cxnLst/>
              <a:rect l="l" t="t" r="r" b="b"/>
              <a:pathLst>
                <a:path w="132" h="223" extrusionOk="0">
                  <a:moveTo>
                    <a:pt x="131" y="1"/>
                  </a:moveTo>
                  <a:lnTo>
                    <a:pt x="1" y="75"/>
                  </a:lnTo>
                  <a:lnTo>
                    <a:pt x="1" y="223"/>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40"/>
            <p:cNvSpPr/>
            <p:nvPr/>
          </p:nvSpPr>
          <p:spPr>
            <a:xfrm>
              <a:off x="513964" y="2402532"/>
              <a:ext cx="4542" cy="7777"/>
            </a:xfrm>
            <a:custGeom>
              <a:avLst/>
              <a:gdLst/>
              <a:ahLst/>
              <a:cxnLst/>
              <a:rect l="l" t="t" r="r" b="b"/>
              <a:pathLst>
                <a:path w="132" h="226" extrusionOk="0">
                  <a:moveTo>
                    <a:pt x="130" y="1"/>
                  </a:moveTo>
                  <a:lnTo>
                    <a:pt x="1" y="75"/>
                  </a:lnTo>
                  <a:lnTo>
                    <a:pt x="1" y="226"/>
                  </a:lnTo>
                  <a:lnTo>
                    <a:pt x="131" y="151"/>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40"/>
            <p:cNvSpPr/>
            <p:nvPr/>
          </p:nvSpPr>
          <p:spPr>
            <a:xfrm>
              <a:off x="513929" y="2395684"/>
              <a:ext cx="4508" cy="7743"/>
            </a:xfrm>
            <a:custGeom>
              <a:avLst/>
              <a:gdLst/>
              <a:ahLst/>
              <a:cxnLst/>
              <a:rect l="l" t="t" r="r" b="b"/>
              <a:pathLst>
                <a:path w="131" h="225" extrusionOk="0">
                  <a:moveTo>
                    <a:pt x="131" y="1"/>
                  </a:moveTo>
                  <a:lnTo>
                    <a:pt x="0" y="74"/>
                  </a:lnTo>
                  <a:lnTo>
                    <a:pt x="2" y="225"/>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40"/>
            <p:cNvSpPr/>
            <p:nvPr/>
          </p:nvSpPr>
          <p:spPr>
            <a:xfrm>
              <a:off x="514136" y="2444034"/>
              <a:ext cx="4508" cy="7674"/>
            </a:xfrm>
            <a:custGeom>
              <a:avLst/>
              <a:gdLst/>
              <a:ahLst/>
              <a:cxnLst/>
              <a:rect l="l" t="t" r="r" b="b"/>
              <a:pathLst>
                <a:path w="131" h="223" extrusionOk="0">
                  <a:moveTo>
                    <a:pt x="128" y="0"/>
                  </a:moveTo>
                  <a:lnTo>
                    <a:pt x="0" y="75"/>
                  </a:lnTo>
                  <a:lnTo>
                    <a:pt x="0" y="223"/>
                  </a:lnTo>
                  <a:lnTo>
                    <a:pt x="130" y="148"/>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40"/>
            <p:cNvSpPr/>
            <p:nvPr/>
          </p:nvSpPr>
          <p:spPr>
            <a:xfrm>
              <a:off x="514067" y="2437117"/>
              <a:ext cx="4474" cy="7708"/>
            </a:xfrm>
            <a:custGeom>
              <a:avLst/>
              <a:gdLst/>
              <a:ahLst/>
              <a:cxnLst/>
              <a:rect l="l" t="t" r="r" b="b"/>
              <a:pathLst>
                <a:path w="130" h="224" extrusionOk="0">
                  <a:moveTo>
                    <a:pt x="130" y="1"/>
                  </a:moveTo>
                  <a:lnTo>
                    <a:pt x="1" y="75"/>
                  </a:lnTo>
                  <a:lnTo>
                    <a:pt x="1" y="223"/>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40"/>
            <p:cNvSpPr/>
            <p:nvPr/>
          </p:nvSpPr>
          <p:spPr>
            <a:xfrm>
              <a:off x="514067" y="2430166"/>
              <a:ext cx="4474" cy="7812"/>
            </a:xfrm>
            <a:custGeom>
              <a:avLst/>
              <a:gdLst/>
              <a:ahLst/>
              <a:cxnLst/>
              <a:rect l="l" t="t" r="r" b="b"/>
              <a:pathLst>
                <a:path w="130" h="227" extrusionOk="0">
                  <a:moveTo>
                    <a:pt x="130" y="1"/>
                  </a:moveTo>
                  <a:lnTo>
                    <a:pt x="1" y="75"/>
                  </a:lnTo>
                  <a:lnTo>
                    <a:pt x="1" y="226"/>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40"/>
            <p:cNvSpPr/>
            <p:nvPr/>
          </p:nvSpPr>
          <p:spPr>
            <a:xfrm>
              <a:off x="514067" y="2423318"/>
              <a:ext cx="4474" cy="7708"/>
            </a:xfrm>
            <a:custGeom>
              <a:avLst/>
              <a:gdLst/>
              <a:ahLst/>
              <a:cxnLst/>
              <a:rect l="l" t="t" r="r" b="b"/>
              <a:pathLst>
                <a:path w="130" h="224" extrusionOk="0">
                  <a:moveTo>
                    <a:pt x="128" y="1"/>
                  </a:moveTo>
                  <a:lnTo>
                    <a:pt x="1" y="75"/>
                  </a:lnTo>
                  <a:lnTo>
                    <a:pt x="1" y="223"/>
                  </a:lnTo>
                  <a:lnTo>
                    <a:pt x="130" y="149"/>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40"/>
            <p:cNvSpPr/>
            <p:nvPr/>
          </p:nvSpPr>
          <p:spPr>
            <a:xfrm>
              <a:off x="514136" y="2450985"/>
              <a:ext cx="4508" cy="7674"/>
            </a:xfrm>
            <a:custGeom>
              <a:avLst/>
              <a:gdLst/>
              <a:ahLst/>
              <a:cxnLst/>
              <a:rect l="l" t="t" r="r" b="b"/>
              <a:pathLst>
                <a:path w="131" h="223" extrusionOk="0">
                  <a:moveTo>
                    <a:pt x="130" y="0"/>
                  </a:moveTo>
                  <a:lnTo>
                    <a:pt x="0" y="75"/>
                  </a:lnTo>
                  <a:lnTo>
                    <a:pt x="0" y="222"/>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40"/>
            <p:cNvSpPr/>
            <p:nvPr/>
          </p:nvSpPr>
          <p:spPr>
            <a:xfrm>
              <a:off x="514136" y="2457833"/>
              <a:ext cx="4508" cy="7674"/>
            </a:xfrm>
            <a:custGeom>
              <a:avLst/>
              <a:gdLst/>
              <a:ahLst/>
              <a:cxnLst/>
              <a:rect l="l" t="t" r="r" b="b"/>
              <a:pathLst>
                <a:path w="131" h="223" extrusionOk="0">
                  <a:moveTo>
                    <a:pt x="130" y="0"/>
                  </a:moveTo>
                  <a:lnTo>
                    <a:pt x="0" y="75"/>
                  </a:lnTo>
                  <a:lnTo>
                    <a:pt x="2" y="222"/>
                  </a:lnTo>
                  <a:lnTo>
                    <a:pt x="130" y="149"/>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40"/>
            <p:cNvSpPr/>
            <p:nvPr/>
          </p:nvSpPr>
          <p:spPr>
            <a:xfrm>
              <a:off x="514170" y="2478515"/>
              <a:ext cx="4508" cy="7777"/>
            </a:xfrm>
            <a:custGeom>
              <a:avLst/>
              <a:gdLst/>
              <a:ahLst/>
              <a:cxnLst/>
              <a:rect l="l" t="t" r="r" b="b"/>
              <a:pathLst>
                <a:path w="131" h="226" extrusionOk="0">
                  <a:moveTo>
                    <a:pt x="131" y="0"/>
                  </a:moveTo>
                  <a:lnTo>
                    <a:pt x="1" y="75"/>
                  </a:lnTo>
                  <a:lnTo>
                    <a:pt x="1" y="226"/>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40"/>
            <p:cNvSpPr/>
            <p:nvPr/>
          </p:nvSpPr>
          <p:spPr>
            <a:xfrm>
              <a:off x="514170" y="2471667"/>
              <a:ext cx="4508" cy="7674"/>
            </a:xfrm>
            <a:custGeom>
              <a:avLst/>
              <a:gdLst/>
              <a:ahLst/>
              <a:cxnLst/>
              <a:rect l="l" t="t" r="r" b="b"/>
              <a:pathLst>
                <a:path w="131" h="223" extrusionOk="0">
                  <a:moveTo>
                    <a:pt x="131" y="0"/>
                  </a:moveTo>
                  <a:lnTo>
                    <a:pt x="1" y="75"/>
                  </a:lnTo>
                  <a:lnTo>
                    <a:pt x="1"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40"/>
            <p:cNvSpPr/>
            <p:nvPr/>
          </p:nvSpPr>
          <p:spPr>
            <a:xfrm>
              <a:off x="514170" y="2464716"/>
              <a:ext cx="4508" cy="7743"/>
            </a:xfrm>
            <a:custGeom>
              <a:avLst/>
              <a:gdLst/>
              <a:ahLst/>
              <a:cxnLst/>
              <a:rect l="l" t="t" r="r" b="b"/>
              <a:pathLst>
                <a:path w="131" h="225" extrusionOk="0">
                  <a:moveTo>
                    <a:pt x="129" y="1"/>
                  </a:moveTo>
                  <a:lnTo>
                    <a:pt x="1" y="77"/>
                  </a:lnTo>
                  <a:lnTo>
                    <a:pt x="1" y="224"/>
                  </a:lnTo>
                  <a:lnTo>
                    <a:pt x="131" y="151"/>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40"/>
            <p:cNvSpPr/>
            <p:nvPr/>
          </p:nvSpPr>
          <p:spPr>
            <a:xfrm>
              <a:off x="514239" y="2492349"/>
              <a:ext cx="4508" cy="7743"/>
            </a:xfrm>
            <a:custGeom>
              <a:avLst/>
              <a:gdLst/>
              <a:ahLst/>
              <a:cxnLst/>
              <a:rect l="l" t="t" r="r" b="b"/>
              <a:pathLst>
                <a:path w="131" h="225" extrusionOk="0">
                  <a:moveTo>
                    <a:pt x="130" y="1"/>
                  </a:moveTo>
                  <a:lnTo>
                    <a:pt x="0" y="75"/>
                  </a:lnTo>
                  <a:lnTo>
                    <a:pt x="0" y="225"/>
                  </a:lnTo>
                  <a:lnTo>
                    <a:pt x="130" y="151"/>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40"/>
            <p:cNvSpPr/>
            <p:nvPr/>
          </p:nvSpPr>
          <p:spPr>
            <a:xfrm>
              <a:off x="514170" y="2485466"/>
              <a:ext cx="4508" cy="7743"/>
            </a:xfrm>
            <a:custGeom>
              <a:avLst/>
              <a:gdLst/>
              <a:ahLst/>
              <a:cxnLst/>
              <a:rect l="l" t="t" r="r" b="b"/>
              <a:pathLst>
                <a:path w="131" h="225" extrusionOk="0">
                  <a:moveTo>
                    <a:pt x="131" y="0"/>
                  </a:moveTo>
                  <a:lnTo>
                    <a:pt x="1" y="75"/>
                  </a:lnTo>
                  <a:lnTo>
                    <a:pt x="2"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40"/>
            <p:cNvSpPr/>
            <p:nvPr/>
          </p:nvSpPr>
          <p:spPr>
            <a:xfrm>
              <a:off x="514239" y="2499300"/>
              <a:ext cx="4508" cy="7674"/>
            </a:xfrm>
            <a:custGeom>
              <a:avLst/>
              <a:gdLst/>
              <a:ahLst/>
              <a:cxnLst/>
              <a:rect l="l" t="t" r="r" b="b"/>
              <a:pathLst>
                <a:path w="131" h="223" extrusionOk="0">
                  <a:moveTo>
                    <a:pt x="130" y="1"/>
                  </a:moveTo>
                  <a:lnTo>
                    <a:pt x="0" y="75"/>
                  </a:lnTo>
                  <a:lnTo>
                    <a:pt x="0" y="223"/>
                  </a:lnTo>
                  <a:lnTo>
                    <a:pt x="130" y="148"/>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40"/>
            <p:cNvSpPr/>
            <p:nvPr/>
          </p:nvSpPr>
          <p:spPr>
            <a:xfrm>
              <a:off x="514239" y="2506217"/>
              <a:ext cx="4508" cy="7708"/>
            </a:xfrm>
            <a:custGeom>
              <a:avLst/>
              <a:gdLst/>
              <a:ahLst/>
              <a:cxnLst/>
              <a:rect l="l" t="t" r="r" b="b"/>
              <a:pathLst>
                <a:path w="131" h="224" extrusionOk="0">
                  <a:moveTo>
                    <a:pt x="130" y="0"/>
                  </a:moveTo>
                  <a:lnTo>
                    <a:pt x="0" y="73"/>
                  </a:lnTo>
                  <a:lnTo>
                    <a:pt x="3"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40"/>
            <p:cNvSpPr/>
            <p:nvPr/>
          </p:nvSpPr>
          <p:spPr>
            <a:xfrm>
              <a:off x="514342" y="2519982"/>
              <a:ext cx="4439" cy="7708"/>
            </a:xfrm>
            <a:custGeom>
              <a:avLst/>
              <a:gdLst/>
              <a:ahLst/>
              <a:cxnLst/>
              <a:rect l="l" t="t" r="r" b="b"/>
              <a:pathLst>
                <a:path w="129" h="224" extrusionOk="0">
                  <a:moveTo>
                    <a:pt x="129" y="1"/>
                  </a:moveTo>
                  <a:lnTo>
                    <a:pt x="0" y="76"/>
                  </a:lnTo>
                  <a:lnTo>
                    <a:pt x="0" y="223"/>
                  </a:lnTo>
                  <a:lnTo>
                    <a:pt x="129"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40"/>
            <p:cNvSpPr/>
            <p:nvPr/>
          </p:nvSpPr>
          <p:spPr>
            <a:xfrm>
              <a:off x="514342" y="2513065"/>
              <a:ext cx="4439" cy="7777"/>
            </a:xfrm>
            <a:custGeom>
              <a:avLst/>
              <a:gdLst/>
              <a:ahLst/>
              <a:cxnLst/>
              <a:rect l="l" t="t" r="r" b="b"/>
              <a:pathLst>
                <a:path w="129" h="226" extrusionOk="0">
                  <a:moveTo>
                    <a:pt x="127" y="0"/>
                  </a:moveTo>
                  <a:lnTo>
                    <a:pt x="0" y="76"/>
                  </a:lnTo>
                  <a:lnTo>
                    <a:pt x="0" y="225"/>
                  </a:lnTo>
                  <a:lnTo>
                    <a:pt x="129" y="151"/>
                  </a:lnTo>
                  <a:lnTo>
                    <a:pt x="1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40"/>
            <p:cNvSpPr/>
            <p:nvPr/>
          </p:nvSpPr>
          <p:spPr>
            <a:xfrm>
              <a:off x="514342" y="2526899"/>
              <a:ext cx="4439" cy="7743"/>
            </a:xfrm>
            <a:custGeom>
              <a:avLst/>
              <a:gdLst/>
              <a:ahLst/>
              <a:cxnLst/>
              <a:rect l="l" t="t" r="r" b="b"/>
              <a:pathLst>
                <a:path w="129" h="225" extrusionOk="0">
                  <a:moveTo>
                    <a:pt x="129" y="0"/>
                  </a:moveTo>
                  <a:lnTo>
                    <a:pt x="0" y="76"/>
                  </a:lnTo>
                  <a:lnTo>
                    <a:pt x="0" y="224"/>
                  </a:lnTo>
                  <a:lnTo>
                    <a:pt x="129"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40"/>
            <p:cNvSpPr/>
            <p:nvPr/>
          </p:nvSpPr>
          <p:spPr>
            <a:xfrm>
              <a:off x="514376" y="2533850"/>
              <a:ext cx="4508" cy="7674"/>
            </a:xfrm>
            <a:custGeom>
              <a:avLst/>
              <a:gdLst/>
              <a:ahLst/>
              <a:cxnLst/>
              <a:rect l="l" t="t" r="r" b="b"/>
              <a:pathLst>
                <a:path w="131" h="223" extrusionOk="0">
                  <a:moveTo>
                    <a:pt x="128" y="0"/>
                  </a:moveTo>
                  <a:lnTo>
                    <a:pt x="1" y="75"/>
                  </a:lnTo>
                  <a:lnTo>
                    <a:pt x="1" y="223"/>
                  </a:lnTo>
                  <a:lnTo>
                    <a:pt x="131" y="148"/>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40"/>
            <p:cNvSpPr/>
            <p:nvPr/>
          </p:nvSpPr>
          <p:spPr>
            <a:xfrm>
              <a:off x="506668" y="2344547"/>
              <a:ext cx="4508" cy="7674"/>
            </a:xfrm>
            <a:custGeom>
              <a:avLst/>
              <a:gdLst/>
              <a:ahLst/>
              <a:cxnLst/>
              <a:rect l="l" t="t" r="r" b="b"/>
              <a:pathLst>
                <a:path w="131" h="223" extrusionOk="0">
                  <a:moveTo>
                    <a:pt x="131" y="0"/>
                  </a:moveTo>
                  <a:lnTo>
                    <a:pt x="1" y="73"/>
                  </a:lnTo>
                  <a:lnTo>
                    <a:pt x="4"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40"/>
            <p:cNvSpPr/>
            <p:nvPr/>
          </p:nvSpPr>
          <p:spPr>
            <a:xfrm>
              <a:off x="506668" y="2337596"/>
              <a:ext cx="4508" cy="7743"/>
            </a:xfrm>
            <a:custGeom>
              <a:avLst/>
              <a:gdLst/>
              <a:ahLst/>
              <a:cxnLst/>
              <a:rect l="l" t="t" r="r" b="b"/>
              <a:pathLst>
                <a:path w="131" h="225" extrusionOk="0">
                  <a:moveTo>
                    <a:pt x="131" y="0"/>
                  </a:moveTo>
                  <a:lnTo>
                    <a:pt x="1" y="76"/>
                  </a:lnTo>
                  <a:lnTo>
                    <a:pt x="1"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40"/>
            <p:cNvSpPr/>
            <p:nvPr/>
          </p:nvSpPr>
          <p:spPr>
            <a:xfrm>
              <a:off x="506668" y="2330679"/>
              <a:ext cx="4508" cy="7743"/>
            </a:xfrm>
            <a:custGeom>
              <a:avLst/>
              <a:gdLst/>
              <a:ahLst/>
              <a:cxnLst/>
              <a:rect l="l" t="t" r="r" b="b"/>
              <a:pathLst>
                <a:path w="131" h="225" extrusionOk="0">
                  <a:moveTo>
                    <a:pt x="131" y="1"/>
                  </a:moveTo>
                  <a:lnTo>
                    <a:pt x="1" y="75"/>
                  </a:lnTo>
                  <a:lnTo>
                    <a:pt x="1"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40"/>
            <p:cNvSpPr/>
            <p:nvPr/>
          </p:nvSpPr>
          <p:spPr>
            <a:xfrm>
              <a:off x="506668" y="2323831"/>
              <a:ext cx="4508" cy="7708"/>
            </a:xfrm>
            <a:custGeom>
              <a:avLst/>
              <a:gdLst/>
              <a:ahLst/>
              <a:cxnLst/>
              <a:rect l="l" t="t" r="r" b="b"/>
              <a:pathLst>
                <a:path w="131" h="224" extrusionOk="0">
                  <a:moveTo>
                    <a:pt x="129" y="1"/>
                  </a:moveTo>
                  <a:lnTo>
                    <a:pt x="1" y="74"/>
                  </a:lnTo>
                  <a:lnTo>
                    <a:pt x="1" y="223"/>
                  </a:lnTo>
                  <a:lnTo>
                    <a:pt x="131"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40"/>
            <p:cNvSpPr/>
            <p:nvPr/>
          </p:nvSpPr>
          <p:spPr>
            <a:xfrm>
              <a:off x="506771" y="2358347"/>
              <a:ext cx="4474" cy="7674"/>
            </a:xfrm>
            <a:custGeom>
              <a:avLst/>
              <a:gdLst/>
              <a:ahLst/>
              <a:cxnLst/>
              <a:rect l="l" t="t" r="r" b="b"/>
              <a:pathLst>
                <a:path w="130" h="223" extrusionOk="0">
                  <a:moveTo>
                    <a:pt x="129" y="0"/>
                  </a:moveTo>
                  <a:lnTo>
                    <a:pt x="1" y="75"/>
                  </a:lnTo>
                  <a:lnTo>
                    <a:pt x="1" y="222"/>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40"/>
            <p:cNvSpPr/>
            <p:nvPr/>
          </p:nvSpPr>
          <p:spPr>
            <a:xfrm>
              <a:off x="506771" y="2351395"/>
              <a:ext cx="4474" cy="7777"/>
            </a:xfrm>
            <a:custGeom>
              <a:avLst/>
              <a:gdLst/>
              <a:ahLst/>
              <a:cxnLst/>
              <a:rect l="l" t="t" r="r" b="b"/>
              <a:pathLst>
                <a:path w="130" h="226" extrusionOk="0">
                  <a:moveTo>
                    <a:pt x="129" y="0"/>
                  </a:moveTo>
                  <a:lnTo>
                    <a:pt x="1" y="75"/>
                  </a:lnTo>
                  <a:lnTo>
                    <a:pt x="1" y="225"/>
                  </a:lnTo>
                  <a:lnTo>
                    <a:pt x="129" y="151"/>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40"/>
            <p:cNvSpPr/>
            <p:nvPr/>
          </p:nvSpPr>
          <p:spPr>
            <a:xfrm>
              <a:off x="506840" y="2379029"/>
              <a:ext cx="4508" cy="7674"/>
            </a:xfrm>
            <a:custGeom>
              <a:avLst/>
              <a:gdLst/>
              <a:ahLst/>
              <a:cxnLst/>
              <a:rect l="l" t="t" r="r" b="b"/>
              <a:pathLst>
                <a:path w="131" h="223" extrusionOk="0">
                  <a:moveTo>
                    <a:pt x="130" y="0"/>
                  </a:moveTo>
                  <a:lnTo>
                    <a:pt x="0" y="75"/>
                  </a:lnTo>
                  <a:lnTo>
                    <a:pt x="0" y="223"/>
                  </a:lnTo>
                  <a:lnTo>
                    <a:pt x="130" y="150"/>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40"/>
            <p:cNvSpPr/>
            <p:nvPr/>
          </p:nvSpPr>
          <p:spPr>
            <a:xfrm>
              <a:off x="506840" y="2372181"/>
              <a:ext cx="4508" cy="7674"/>
            </a:xfrm>
            <a:custGeom>
              <a:avLst/>
              <a:gdLst/>
              <a:ahLst/>
              <a:cxnLst/>
              <a:rect l="l" t="t" r="r" b="b"/>
              <a:pathLst>
                <a:path w="131" h="223" extrusionOk="0">
                  <a:moveTo>
                    <a:pt x="130" y="0"/>
                  </a:moveTo>
                  <a:lnTo>
                    <a:pt x="0" y="74"/>
                  </a:lnTo>
                  <a:lnTo>
                    <a:pt x="0"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40"/>
            <p:cNvSpPr/>
            <p:nvPr/>
          </p:nvSpPr>
          <p:spPr>
            <a:xfrm>
              <a:off x="506771" y="2365229"/>
              <a:ext cx="4474" cy="7743"/>
            </a:xfrm>
            <a:custGeom>
              <a:avLst/>
              <a:gdLst/>
              <a:ahLst/>
              <a:cxnLst/>
              <a:rect l="l" t="t" r="r" b="b"/>
              <a:pathLst>
                <a:path w="130" h="225" extrusionOk="0">
                  <a:moveTo>
                    <a:pt x="129" y="1"/>
                  </a:moveTo>
                  <a:lnTo>
                    <a:pt x="1" y="75"/>
                  </a:lnTo>
                  <a:lnTo>
                    <a:pt x="2" y="224"/>
                  </a:lnTo>
                  <a:lnTo>
                    <a:pt x="129"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40"/>
            <p:cNvSpPr/>
            <p:nvPr/>
          </p:nvSpPr>
          <p:spPr>
            <a:xfrm>
              <a:off x="506943" y="2413579"/>
              <a:ext cx="4508" cy="7708"/>
            </a:xfrm>
            <a:custGeom>
              <a:avLst/>
              <a:gdLst/>
              <a:ahLst/>
              <a:cxnLst/>
              <a:rect l="l" t="t" r="r" b="b"/>
              <a:pathLst>
                <a:path w="131" h="224" extrusionOk="0">
                  <a:moveTo>
                    <a:pt x="129" y="0"/>
                  </a:moveTo>
                  <a:lnTo>
                    <a:pt x="0" y="75"/>
                  </a:lnTo>
                  <a:lnTo>
                    <a:pt x="0" y="224"/>
                  </a:lnTo>
                  <a:lnTo>
                    <a:pt x="130" y="151"/>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40"/>
            <p:cNvSpPr/>
            <p:nvPr/>
          </p:nvSpPr>
          <p:spPr>
            <a:xfrm>
              <a:off x="506875" y="2406731"/>
              <a:ext cx="4508" cy="7674"/>
            </a:xfrm>
            <a:custGeom>
              <a:avLst/>
              <a:gdLst/>
              <a:ahLst/>
              <a:cxnLst/>
              <a:rect l="l" t="t" r="r" b="b"/>
              <a:pathLst>
                <a:path w="131" h="223" extrusionOk="0">
                  <a:moveTo>
                    <a:pt x="131" y="0"/>
                  </a:moveTo>
                  <a:lnTo>
                    <a:pt x="1" y="73"/>
                  </a:lnTo>
                  <a:lnTo>
                    <a:pt x="2" y="222"/>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40"/>
            <p:cNvSpPr/>
            <p:nvPr/>
          </p:nvSpPr>
          <p:spPr>
            <a:xfrm>
              <a:off x="506875" y="2399779"/>
              <a:ext cx="4508" cy="7743"/>
            </a:xfrm>
            <a:custGeom>
              <a:avLst/>
              <a:gdLst/>
              <a:ahLst/>
              <a:cxnLst/>
              <a:rect l="l" t="t" r="r" b="b"/>
              <a:pathLst>
                <a:path w="131" h="225" extrusionOk="0">
                  <a:moveTo>
                    <a:pt x="131" y="0"/>
                  </a:moveTo>
                  <a:lnTo>
                    <a:pt x="1" y="73"/>
                  </a:lnTo>
                  <a:lnTo>
                    <a:pt x="1" y="224"/>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40"/>
            <p:cNvSpPr/>
            <p:nvPr/>
          </p:nvSpPr>
          <p:spPr>
            <a:xfrm>
              <a:off x="506875" y="2392862"/>
              <a:ext cx="4508" cy="7708"/>
            </a:xfrm>
            <a:custGeom>
              <a:avLst/>
              <a:gdLst/>
              <a:ahLst/>
              <a:cxnLst/>
              <a:rect l="l" t="t" r="r" b="b"/>
              <a:pathLst>
                <a:path w="131" h="224" extrusionOk="0">
                  <a:moveTo>
                    <a:pt x="129" y="1"/>
                  </a:moveTo>
                  <a:lnTo>
                    <a:pt x="1" y="75"/>
                  </a:lnTo>
                  <a:lnTo>
                    <a:pt x="1" y="223"/>
                  </a:lnTo>
                  <a:lnTo>
                    <a:pt x="131" y="149"/>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40"/>
            <p:cNvSpPr/>
            <p:nvPr/>
          </p:nvSpPr>
          <p:spPr>
            <a:xfrm>
              <a:off x="506840" y="2385911"/>
              <a:ext cx="4508" cy="7743"/>
            </a:xfrm>
            <a:custGeom>
              <a:avLst/>
              <a:gdLst/>
              <a:ahLst/>
              <a:cxnLst/>
              <a:rect l="l" t="t" r="r" b="b"/>
              <a:pathLst>
                <a:path w="131" h="225" extrusionOk="0">
                  <a:moveTo>
                    <a:pt x="130" y="1"/>
                  </a:moveTo>
                  <a:lnTo>
                    <a:pt x="0" y="77"/>
                  </a:lnTo>
                  <a:lnTo>
                    <a:pt x="2" y="225"/>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40"/>
            <p:cNvSpPr/>
            <p:nvPr/>
          </p:nvSpPr>
          <p:spPr>
            <a:xfrm>
              <a:off x="506943" y="2434261"/>
              <a:ext cx="4508" cy="7743"/>
            </a:xfrm>
            <a:custGeom>
              <a:avLst/>
              <a:gdLst/>
              <a:ahLst/>
              <a:cxnLst/>
              <a:rect l="l" t="t" r="r" b="b"/>
              <a:pathLst>
                <a:path w="131" h="225" extrusionOk="0">
                  <a:moveTo>
                    <a:pt x="130" y="0"/>
                  </a:moveTo>
                  <a:lnTo>
                    <a:pt x="0" y="76"/>
                  </a:lnTo>
                  <a:lnTo>
                    <a:pt x="3" y="224"/>
                  </a:lnTo>
                  <a:lnTo>
                    <a:pt x="130" y="151"/>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40"/>
            <p:cNvSpPr/>
            <p:nvPr/>
          </p:nvSpPr>
          <p:spPr>
            <a:xfrm>
              <a:off x="506943" y="2427413"/>
              <a:ext cx="4508" cy="7743"/>
            </a:xfrm>
            <a:custGeom>
              <a:avLst/>
              <a:gdLst/>
              <a:ahLst/>
              <a:cxnLst/>
              <a:rect l="l" t="t" r="r" b="b"/>
              <a:pathLst>
                <a:path w="131" h="225" extrusionOk="0">
                  <a:moveTo>
                    <a:pt x="130" y="0"/>
                  </a:moveTo>
                  <a:lnTo>
                    <a:pt x="0" y="74"/>
                  </a:lnTo>
                  <a:lnTo>
                    <a:pt x="0"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40"/>
            <p:cNvSpPr/>
            <p:nvPr/>
          </p:nvSpPr>
          <p:spPr>
            <a:xfrm>
              <a:off x="506943" y="2420496"/>
              <a:ext cx="4508" cy="7708"/>
            </a:xfrm>
            <a:custGeom>
              <a:avLst/>
              <a:gdLst/>
              <a:ahLst/>
              <a:cxnLst/>
              <a:rect l="l" t="t" r="r" b="b"/>
              <a:pathLst>
                <a:path w="131" h="224" extrusionOk="0">
                  <a:moveTo>
                    <a:pt x="130" y="1"/>
                  </a:moveTo>
                  <a:lnTo>
                    <a:pt x="0" y="76"/>
                  </a:lnTo>
                  <a:lnTo>
                    <a:pt x="0"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40"/>
            <p:cNvSpPr/>
            <p:nvPr/>
          </p:nvSpPr>
          <p:spPr>
            <a:xfrm>
              <a:off x="507012" y="2441212"/>
              <a:ext cx="4474" cy="7674"/>
            </a:xfrm>
            <a:custGeom>
              <a:avLst/>
              <a:gdLst/>
              <a:ahLst/>
              <a:cxnLst/>
              <a:rect l="l" t="t" r="r" b="b"/>
              <a:pathLst>
                <a:path w="130" h="223" extrusionOk="0">
                  <a:moveTo>
                    <a:pt x="130" y="0"/>
                  </a:moveTo>
                  <a:lnTo>
                    <a:pt x="1" y="75"/>
                  </a:lnTo>
                  <a:lnTo>
                    <a:pt x="1"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40"/>
            <p:cNvSpPr/>
            <p:nvPr/>
          </p:nvSpPr>
          <p:spPr>
            <a:xfrm>
              <a:off x="507081" y="2461894"/>
              <a:ext cx="4508" cy="7743"/>
            </a:xfrm>
            <a:custGeom>
              <a:avLst/>
              <a:gdLst/>
              <a:ahLst/>
              <a:cxnLst/>
              <a:rect l="l" t="t" r="r" b="b"/>
              <a:pathLst>
                <a:path w="131" h="225" extrusionOk="0">
                  <a:moveTo>
                    <a:pt x="131" y="1"/>
                  </a:moveTo>
                  <a:lnTo>
                    <a:pt x="0" y="75"/>
                  </a:lnTo>
                  <a:lnTo>
                    <a:pt x="0" y="224"/>
                  </a:lnTo>
                  <a:lnTo>
                    <a:pt x="131" y="151"/>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40"/>
            <p:cNvSpPr/>
            <p:nvPr/>
          </p:nvSpPr>
          <p:spPr>
            <a:xfrm>
              <a:off x="507012" y="2455011"/>
              <a:ext cx="4474" cy="7708"/>
            </a:xfrm>
            <a:custGeom>
              <a:avLst/>
              <a:gdLst/>
              <a:ahLst/>
              <a:cxnLst/>
              <a:rect l="l" t="t" r="r" b="b"/>
              <a:pathLst>
                <a:path w="130" h="224" extrusionOk="0">
                  <a:moveTo>
                    <a:pt x="130" y="0"/>
                  </a:moveTo>
                  <a:lnTo>
                    <a:pt x="1" y="75"/>
                  </a:lnTo>
                  <a:lnTo>
                    <a:pt x="2" y="224"/>
                  </a:lnTo>
                  <a:lnTo>
                    <a:pt x="130" y="149"/>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40"/>
            <p:cNvSpPr/>
            <p:nvPr/>
          </p:nvSpPr>
          <p:spPr>
            <a:xfrm>
              <a:off x="507012" y="2448095"/>
              <a:ext cx="4474" cy="7743"/>
            </a:xfrm>
            <a:custGeom>
              <a:avLst/>
              <a:gdLst/>
              <a:ahLst/>
              <a:cxnLst/>
              <a:rect l="l" t="t" r="r" b="b"/>
              <a:pathLst>
                <a:path w="130" h="225" extrusionOk="0">
                  <a:moveTo>
                    <a:pt x="130" y="1"/>
                  </a:moveTo>
                  <a:lnTo>
                    <a:pt x="1" y="77"/>
                  </a:lnTo>
                  <a:lnTo>
                    <a:pt x="1" y="225"/>
                  </a:lnTo>
                  <a:lnTo>
                    <a:pt x="130" y="150"/>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40"/>
            <p:cNvSpPr/>
            <p:nvPr/>
          </p:nvSpPr>
          <p:spPr>
            <a:xfrm>
              <a:off x="507081" y="2468845"/>
              <a:ext cx="4508" cy="7674"/>
            </a:xfrm>
            <a:custGeom>
              <a:avLst/>
              <a:gdLst/>
              <a:ahLst/>
              <a:cxnLst/>
              <a:rect l="l" t="t" r="r" b="b"/>
              <a:pathLst>
                <a:path w="131" h="223" extrusionOk="0">
                  <a:moveTo>
                    <a:pt x="131" y="0"/>
                  </a:moveTo>
                  <a:lnTo>
                    <a:pt x="0" y="75"/>
                  </a:lnTo>
                  <a:lnTo>
                    <a:pt x="0" y="223"/>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40"/>
            <p:cNvSpPr/>
            <p:nvPr/>
          </p:nvSpPr>
          <p:spPr>
            <a:xfrm>
              <a:off x="507081" y="2475728"/>
              <a:ext cx="4508" cy="7743"/>
            </a:xfrm>
            <a:custGeom>
              <a:avLst/>
              <a:gdLst/>
              <a:ahLst/>
              <a:cxnLst/>
              <a:rect l="l" t="t" r="r" b="b"/>
              <a:pathLst>
                <a:path w="131" h="225" extrusionOk="0">
                  <a:moveTo>
                    <a:pt x="131" y="1"/>
                  </a:moveTo>
                  <a:lnTo>
                    <a:pt x="0" y="76"/>
                  </a:lnTo>
                  <a:lnTo>
                    <a:pt x="2" y="225"/>
                  </a:lnTo>
                  <a:lnTo>
                    <a:pt x="131" y="149"/>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40"/>
            <p:cNvSpPr/>
            <p:nvPr/>
          </p:nvSpPr>
          <p:spPr>
            <a:xfrm>
              <a:off x="507115" y="2489527"/>
              <a:ext cx="4542" cy="7812"/>
            </a:xfrm>
            <a:custGeom>
              <a:avLst/>
              <a:gdLst/>
              <a:ahLst/>
              <a:cxnLst/>
              <a:rect l="l" t="t" r="r" b="b"/>
              <a:pathLst>
                <a:path w="132" h="227" extrusionOk="0">
                  <a:moveTo>
                    <a:pt x="131" y="1"/>
                  </a:moveTo>
                  <a:lnTo>
                    <a:pt x="1" y="75"/>
                  </a:lnTo>
                  <a:lnTo>
                    <a:pt x="1" y="226"/>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40"/>
            <p:cNvSpPr/>
            <p:nvPr/>
          </p:nvSpPr>
          <p:spPr>
            <a:xfrm>
              <a:off x="507115" y="2482679"/>
              <a:ext cx="4542" cy="7708"/>
            </a:xfrm>
            <a:custGeom>
              <a:avLst/>
              <a:gdLst/>
              <a:ahLst/>
              <a:cxnLst/>
              <a:rect l="l" t="t" r="r" b="b"/>
              <a:pathLst>
                <a:path w="132" h="224" extrusionOk="0">
                  <a:moveTo>
                    <a:pt x="130" y="1"/>
                  </a:moveTo>
                  <a:lnTo>
                    <a:pt x="1" y="74"/>
                  </a:lnTo>
                  <a:lnTo>
                    <a:pt x="1" y="223"/>
                  </a:lnTo>
                  <a:lnTo>
                    <a:pt x="131"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40"/>
            <p:cNvSpPr/>
            <p:nvPr/>
          </p:nvSpPr>
          <p:spPr>
            <a:xfrm>
              <a:off x="507184" y="2517126"/>
              <a:ext cx="4508" cy="7743"/>
            </a:xfrm>
            <a:custGeom>
              <a:avLst/>
              <a:gdLst/>
              <a:ahLst/>
              <a:cxnLst/>
              <a:rect l="l" t="t" r="r" b="b"/>
              <a:pathLst>
                <a:path w="131" h="225" extrusionOk="0">
                  <a:moveTo>
                    <a:pt x="131" y="1"/>
                  </a:moveTo>
                  <a:lnTo>
                    <a:pt x="0" y="77"/>
                  </a:lnTo>
                  <a:lnTo>
                    <a:pt x="3" y="224"/>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40"/>
            <p:cNvSpPr/>
            <p:nvPr/>
          </p:nvSpPr>
          <p:spPr>
            <a:xfrm>
              <a:off x="507184" y="2510243"/>
              <a:ext cx="4508" cy="7777"/>
            </a:xfrm>
            <a:custGeom>
              <a:avLst/>
              <a:gdLst/>
              <a:ahLst/>
              <a:cxnLst/>
              <a:rect l="l" t="t" r="r" b="b"/>
              <a:pathLst>
                <a:path w="131" h="226" extrusionOk="0">
                  <a:moveTo>
                    <a:pt x="131" y="0"/>
                  </a:moveTo>
                  <a:lnTo>
                    <a:pt x="0" y="78"/>
                  </a:lnTo>
                  <a:lnTo>
                    <a:pt x="0" y="225"/>
                  </a:lnTo>
                  <a:lnTo>
                    <a:pt x="131" y="151"/>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40"/>
            <p:cNvSpPr/>
            <p:nvPr/>
          </p:nvSpPr>
          <p:spPr>
            <a:xfrm>
              <a:off x="507184" y="2503395"/>
              <a:ext cx="4508" cy="7674"/>
            </a:xfrm>
            <a:custGeom>
              <a:avLst/>
              <a:gdLst/>
              <a:ahLst/>
              <a:cxnLst/>
              <a:rect l="l" t="t" r="r" b="b"/>
              <a:pathLst>
                <a:path w="131" h="223" extrusionOk="0">
                  <a:moveTo>
                    <a:pt x="129" y="0"/>
                  </a:moveTo>
                  <a:lnTo>
                    <a:pt x="0" y="75"/>
                  </a:lnTo>
                  <a:lnTo>
                    <a:pt x="0" y="223"/>
                  </a:lnTo>
                  <a:lnTo>
                    <a:pt x="131"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40"/>
            <p:cNvSpPr/>
            <p:nvPr/>
          </p:nvSpPr>
          <p:spPr>
            <a:xfrm>
              <a:off x="507115" y="2496444"/>
              <a:ext cx="4542" cy="7743"/>
            </a:xfrm>
            <a:custGeom>
              <a:avLst/>
              <a:gdLst/>
              <a:ahLst/>
              <a:cxnLst/>
              <a:rect l="l" t="t" r="r" b="b"/>
              <a:pathLst>
                <a:path w="132" h="225" extrusionOk="0">
                  <a:moveTo>
                    <a:pt x="131" y="0"/>
                  </a:moveTo>
                  <a:lnTo>
                    <a:pt x="1" y="76"/>
                  </a:lnTo>
                  <a:lnTo>
                    <a:pt x="2" y="224"/>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40"/>
            <p:cNvSpPr/>
            <p:nvPr/>
          </p:nvSpPr>
          <p:spPr>
            <a:xfrm>
              <a:off x="507287" y="2524077"/>
              <a:ext cx="4474" cy="7743"/>
            </a:xfrm>
            <a:custGeom>
              <a:avLst/>
              <a:gdLst/>
              <a:ahLst/>
              <a:cxnLst/>
              <a:rect l="l" t="t" r="r" b="b"/>
              <a:pathLst>
                <a:path w="130" h="225" extrusionOk="0">
                  <a:moveTo>
                    <a:pt x="128" y="0"/>
                  </a:moveTo>
                  <a:lnTo>
                    <a:pt x="0" y="75"/>
                  </a:lnTo>
                  <a:lnTo>
                    <a:pt x="0" y="224"/>
                  </a:lnTo>
                  <a:lnTo>
                    <a:pt x="129" y="148"/>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40"/>
            <p:cNvSpPr/>
            <p:nvPr/>
          </p:nvSpPr>
          <p:spPr>
            <a:xfrm>
              <a:off x="507287" y="2537877"/>
              <a:ext cx="4474" cy="7777"/>
            </a:xfrm>
            <a:custGeom>
              <a:avLst/>
              <a:gdLst/>
              <a:ahLst/>
              <a:cxnLst/>
              <a:rect l="l" t="t" r="r" b="b"/>
              <a:pathLst>
                <a:path w="130" h="226" extrusionOk="0">
                  <a:moveTo>
                    <a:pt x="129" y="0"/>
                  </a:moveTo>
                  <a:lnTo>
                    <a:pt x="0" y="75"/>
                  </a:lnTo>
                  <a:lnTo>
                    <a:pt x="0" y="226"/>
                  </a:lnTo>
                  <a:lnTo>
                    <a:pt x="129" y="150"/>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40"/>
            <p:cNvSpPr/>
            <p:nvPr/>
          </p:nvSpPr>
          <p:spPr>
            <a:xfrm>
              <a:off x="507287" y="2530960"/>
              <a:ext cx="4474" cy="7743"/>
            </a:xfrm>
            <a:custGeom>
              <a:avLst/>
              <a:gdLst/>
              <a:ahLst/>
              <a:cxnLst/>
              <a:rect l="l" t="t" r="r" b="b"/>
              <a:pathLst>
                <a:path w="130" h="225" extrusionOk="0">
                  <a:moveTo>
                    <a:pt x="129" y="1"/>
                  </a:moveTo>
                  <a:lnTo>
                    <a:pt x="0" y="77"/>
                  </a:lnTo>
                  <a:lnTo>
                    <a:pt x="0" y="225"/>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40"/>
            <p:cNvSpPr/>
            <p:nvPr/>
          </p:nvSpPr>
          <p:spPr>
            <a:xfrm>
              <a:off x="499613" y="2341725"/>
              <a:ext cx="4542" cy="7674"/>
            </a:xfrm>
            <a:custGeom>
              <a:avLst/>
              <a:gdLst/>
              <a:ahLst/>
              <a:cxnLst/>
              <a:rect l="l" t="t" r="r" b="b"/>
              <a:pathLst>
                <a:path w="132" h="223" extrusionOk="0">
                  <a:moveTo>
                    <a:pt x="130" y="0"/>
                  </a:moveTo>
                  <a:lnTo>
                    <a:pt x="1" y="75"/>
                  </a:lnTo>
                  <a:lnTo>
                    <a:pt x="1" y="223"/>
                  </a:lnTo>
                  <a:lnTo>
                    <a:pt x="131"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40"/>
            <p:cNvSpPr/>
            <p:nvPr/>
          </p:nvSpPr>
          <p:spPr>
            <a:xfrm>
              <a:off x="499579" y="2334774"/>
              <a:ext cx="4508" cy="7743"/>
            </a:xfrm>
            <a:custGeom>
              <a:avLst/>
              <a:gdLst/>
              <a:ahLst/>
              <a:cxnLst/>
              <a:rect l="l" t="t" r="r" b="b"/>
              <a:pathLst>
                <a:path w="131" h="225" extrusionOk="0">
                  <a:moveTo>
                    <a:pt x="131" y="0"/>
                  </a:moveTo>
                  <a:lnTo>
                    <a:pt x="0" y="75"/>
                  </a:lnTo>
                  <a:lnTo>
                    <a:pt x="2" y="224"/>
                  </a:lnTo>
                  <a:lnTo>
                    <a:pt x="131" y="148"/>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40"/>
            <p:cNvSpPr/>
            <p:nvPr/>
          </p:nvSpPr>
          <p:spPr>
            <a:xfrm>
              <a:off x="499579" y="2327857"/>
              <a:ext cx="4508" cy="7743"/>
            </a:xfrm>
            <a:custGeom>
              <a:avLst/>
              <a:gdLst/>
              <a:ahLst/>
              <a:cxnLst/>
              <a:rect l="l" t="t" r="r" b="b"/>
              <a:pathLst>
                <a:path w="131" h="225" extrusionOk="0">
                  <a:moveTo>
                    <a:pt x="131" y="1"/>
                  </a:moveTo>
                  <a:lnTo>
                    <a:pt x="0" y="76"/>
                  </a:lnTo>
                  <a:lnTo>
                    <a:pt x="0"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40"/>
            <p:cNvSpPr/>
            <p:nvPr/>
          </p:nvSpPr>
          <p:spPr>
            <a:xfrm>
              <a:off x="499613" y="2348608"/>
              <a:ext cx="4542" cy="7743"/>
            </a:xfrm>
            <a:custGeom>
              <a:avLst/>
              <a:gdLst/>
              <a:ahLst/>
              <a:cxnLst/>
              <a:rect l="l" t="t" r="r" b="b"/>
              <a:pathLst>
                <a:path w="132" h="225" extrusionOk="0">
                  <a:moveTo>
                    <a:pt x="131" y="1"/>
                  </a:moveTo>
                  <a:lnTo>
                    <a:pt x="1" y="75"/>
                  </a:lnTo>
                  <a:lnTo>
                    <a:pt x="1" y="225"/>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40"/>
            <p:cNvSpPr/>
            <p:nvPr/>
          </p:nvSpPr>
          <p:spPr>
            <a:xfrm>
              <a:off x="499786" y="2383089"/>
              <a:ext cx="4508" cy="7812"/>
            </a:xfrm>
            <a:custGeom>
              <a:avLst/>
              <a:gdLst/>
              <a:ahLst/>
              <a:cxnLst/>
              <a:rect l="l" t="t" r="r" b="b"/>
              <a:pathLst>
                <a:path w="131" h="227" extrusionOk="0">
                  <a:moveTo>
                    <a:pt x="128" y="1"/>
                  </a:moveTo>
                  <a:lnTo>
                    <a:pt x="0" y="76"/>
                  </a:lnTo>
                  <a:lnTo>
                    <a:pt x="0" y="226"/>
                  </a:lnTo>
                  <a:lnTo>
                    <a:pt x="130" y="152"/>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40"/>
            <p:cNvSpPr/>
            <p:nvPr/>
          </p:nvSpPr>
          <p:spPr>
            <a:xfrm>
              <a:off x="499717" y="2376241"/>
              <a:ext cx="4474" cy="7708"/>
            </a:xfrm>
            <a:custGeom>
              <a:avLst/>
              <a:gdLst/>
              <a:ahLst/>
              <a:cxnLst/>
              <a:rect l="l" t="t" r="r" b="b"/>
              <a:pathLst>
                <a:path w="130" h="224" extrusionOk="0">
                  <a:moveTo>
                    <a:pt x="130" y="1"/>
                  </a:moveTo>
                  <a:lnTo>
                    <a:pt x="1" y="74"/>
                  </a:lnTo>
                  <a:lnTo>
                    <a:pt x="2"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40"/>
            <p:cNvSpPr/>
            <p:nvPr/>
          </p:nvSpPr>
          <p:spPr>
            <a:xfrm>
              <a:off x="499717" y="2369324"/>
              <a:ext cx="4474" cy="7708"/>
            </a:xfrm>
            <a:custGeom>
              <a:avLst/>
              <a:gdLst/>
              <a:ahLst/>
              <a:cxnLst/>
              <a:rect l="l" t="t" r="r" b="b"/>
              <a:pathLst>
                <a:path w="130" h="224" extrusionOk="0">
                  <a:moveTo>
                    <a:pt x="130" y="0"/>
                  </a:moveTo>
                  <a:lnTo>
                    <a:pt x="1" y="76"/>
                  </a:lnTo>
                  <a:lnTo>
                    <a:pt x="1" y="224"/>
                  </a:lnTo>
                  <a:lnTo>
                    <a:pt x="130" y="149"/>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40"/>
            <p:cNvSpPr/>
            <p:nvPr/>
          </p:nvSpPr>
          <p:spPr>
            <a:xfrm>
              <a:off x="499717" y="2362407"/>
              <a:ext cx="4474" cy="7674"/>
            </a:xfrm>
            <a:custGeom>
              <a:avLst/>
              <a:gdLst/>
              <a:ahLst/>
              <a:cxnLst/>
              <a:rect l="l" t="t" r="r" b="b"/>
              <a:pathLst>
                <a:path w="130" h="223" extrusionOk="0">
                  <a:moveTo>
                    <a:pt x="128" y="1"/>
                  </a:moveTo>
                  <a:lnTo>
                    <a:pt x="1" y="75"/>
                  </a:lnTo>
                  <a:lnTo>
                    <a:pt x="1" y="223"/>
                  </a:lnTo>
                  <a:lnTo>
                    <a:pt x="130" y="148"/>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40"/>
            <p:cNvSpPr/>
            <p:nvPr/>
          </p:nvSpPr>
          <p:spPr>
            <a:xfrm>
              <a:off x="499613" y="2355456"/>
              <a:ext cx="4542" cy="7743"/>
            </a:xfrm>
            <a:custGeom>
              <a:avLst/>
              <a:gdLst/>
              <a:ahLst/>
              <a:cxnLst/>
              <a:rect l="l" t="t" r="r" b="b"/>
              <a:pathLst>
                <a:path w="132" h="225" extrusionOk="0">
                  <a:moveTo>
                    <a:pt x="131" y="1"/>
                  </a:moveTo>
                  <a:lnTo>
                    <a:pt x="1" y="77"/>
                  </a:lnTo>
                  <a:lnTo>
                    <a:pt x="4" y="225"/>
                  </a:lnTo>
                  <a:lnTo>
                    <a:pt x="131" y="151"/>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40"/>
            <p:cNvSpPr/>
            <p:nvPr/>
          </p:nvSpPr>
          <p:spPr>
            <a:xfrm>
              <a:off x="499786" y="2390006"/>
              <a:ext cx="4508" cy="7743"/>
            </a:xfrm>
            <a:custGeom>
              <a:avLst/>
              <a:gdLst/>
              <a:ahLst/>
              <a:cxnLst/>
              <a:rect l="l" t="t" r="r" b="b"/>
              <a:pathLst>
                <a:path w="131" h="225" extrusionOk="0">
                  <a:moveTo>
                    <a:pt x="130" y="0"/>
                  </a:moveTo>
                  <a:lnTo>
                    <a:pt x="0" y="76"/>
                  </a:lnTo>
                  <a:lnTo>
                    <a:pt x="0" y="224"/>
                  </a:lnTo>
                  <a:lnTo>
                    <a:pt x="130" y="150"/>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40"/>
            <p:cNvSpPr/>
            <p:nvPr/>
          </p:nvSpPr>
          <p:spPr>
            <a:xfrm>
              <a:off x="499820" y="2410757"/>
              <a:ext cx="4508" cy="7674"/>
            </a:xfrm>
            <a:custGeom>
              <a:avLst/>
              <a:gdLst/>
              <a:ahLst/>
              <a:cxnLst/>
              <a:rect l="l" t="t" r="r" b="b"/>
              <a:pathLst>
                <a:path w="131" h="223" extrusionOk="0">
                  <a:moveTo>
                    <a:pt x="131" y="0"/>
                  </a:moveTo>
                  <a:lnTo>
                    <a:pt x="1" y="75"/>
                  </a:lnTo>
                  <a:lnTo>
                    <a:pt x="1" y="223"/>
                  </a:lnTo>
                  <a:lnTo>
                    <a:pt x="131" y="149"/>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40"/>
            <p:cNvSpPr/>
            <p:nvPr/>
          </p:nvSpPr>
          <p:spPr>
            <a:xfrm>
              <a:off x="499820" y="2403840"/>
              <a:ext cx="4508" cy="7743"/>
            </a:xfrm>
            <a:custGeom>
              <a:avLst/>
              <a:gdLst/>
              <a:ahLst/>
              <a:cxnLst/>
              <a:rect l="l" t="t" r="r" b="b"/>
              <a:pathLst>
                <a:path w="131" h="225" extrusionOk="0">
                  <a:moveTo>
                    <a:pt x="129" y="1"/>
                  </a:moveTo>
                  <a:lnTo>
                    <a:pt x="1" y="74"/>
                  </a:lnTo>
                  <a:lnTo>
                    <a:pt x="1" y="225"/>
                  </a:lnTo>
                  <a:lnTo>
                    <a:pt x="131"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40"/>
            <p:cNvSpPr/>
            <p:nvPr/>
          </p:nvSpPr>
          <p:spPr>
            <a:xfrm>
              <a:off x="499786" y="2396958"/>
              <a:ext cx="4508" cy="7743"/>
            </a:xfrm>
            <a:custGeom>
              <a:avLst/>
              <a:gdLst/>
              <a:ahLst/>
              <a:cxnLst/>
              <a:rect l="l" t="t" r="r" b="b"/>
              <a:pathLst>
                <a:path w="131" h="225" extrusionOk="0">
                  <a:moveTo>
                    <a:pt x="130" y="0"/>
                  </a:moveTo>
                  <a:lnTo>
                    <a:pt x="0" y="75"/>
                  </a:lnTo>
                  <a:lnTo>
                    <a:pt x="2"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40"/>
            <p:cNvSpPr/>
            <p:nvPr/>
          </p:nvSpPr>
          <p:spPr>
            <a:xfrm>
              <a:off x="499820" y="2417639"/>
              <a:ext cx="4508" cy="7743"/>
            </a:xfrm>
            <a:custGeom>
              <a:avLst/>
              <a:gdLst/>
              <a:ahLst/>
              <a:cxnLst/>
              <a:rect l="l" t="t" r="r" b="b"/>
              <a:pathLst>
                <a:path w="131" h="225" extrusionOk="0">
                  <a:moveTo>
                    <a:pt x="131" y="1"/>
                  </a:moveTo>
                  <a:lnTo>
                    <a:pt x="1" y="75"/>
                  </a:lnTo>
                  <a:lnTo>
                    <a:pt x="1" y="224"/>
                  </a:lnTo>
                  <a:lnTo>
                    <a:pt x="131" y="148"/>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40"/>
            <p:cNvSpPr/>
            <p:nvPr/>
          </p:nvSpPr>
          <p:spPr>
            <a:xfrm>
              <a:off x="499889" y="2445273"/>
              <a:ext cx="4508" cy="7708"/>
            </a:xfrm>
            <a:custGeom>
              <a:avLst/>
              <a:gdLst/>
              <a:ahLst/>
              <a:cxnLst/>
              <a:rect l="l" t="t" r="r" b="b"/>
              <a:pathLst>
                <a:path w="131" h="224" extrusionOk="0">
                  <a:moveTo>
                    <a:pt x="130" y="1"/>
                  </a:moveTo>
                  <a:lnTo>
                    <a:pt x="0" y="75"/>
                  </a:lnTo>
                  <a:lnTo>
                    <a:pt x="3" y="223"/>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40"/>
            <p:cNvSpPr/>
            <p:nvPr/>
          </p:nvSpPr>
          <p:spPr>
            <a:xfrm>
              <a:off x="499889" y="2438390"/>
              <a:ext cx="4508" cy="7743"/>
            </a:xfrm>
            <a:custGeom>
              <a:avLst/>
              <a:gdLst/>
              <a:ahLst/>
              <a:cxnLst/>
              <a:rect l="l" t="t" r="r" b="b"/>
              <a:pathLst>
                <a:path w="131" h="225" extrusionOk="0">
                  <a:moveTo>
                    <a:pt x="130" y="0"/>
                  </a:moveTo>
                  <a:lnTo>
                    <a:pt x="0" y="75"/>
                  </a:lnTo>
                  <a:lnTo>
                    <a:pt x="0" y="224"/>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40"/>
            <p:cNvSpPr/>
            <p:nvPr/>
          </p:nvSpPr>
          <p:spPr>
            <a:xfrm>
              <a:off x="499889" y="2431473"/>
              <a:ext cx="4508" cy="7743"/>
            </a:xfrm>
            <a:custGeom>
              <a:avLst/>
              <a:gdLst/>
              <a:ahLst/>
              <a:cxnLst/>
              <a:rect l="l" t="t" r="r" b="b"/>
              <a:pathLst>
                <a:path w="131" h="225" extrusionOk="0">
                  <a:moveTo>
                    <a:pt x="130" y="1"/>
                  </a:moveTo>
                  <a:lnTo>
                    <a:pt x="0" y="74"/>
                  </a:lnTo>
                  <a:lnTo>
                    <a:pt x="0" y="225"/>
                  </a:lnTo>
                  <a:lnTo>
                    <a:pt x="130" y="149"/>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40"/>
            <p:cNvSpPr/>
            <p:nvPr/>
          </p:nvSpPr>
          <p:spPr>
            <a:xfrm>
              <a:off x="499889" y="2424591"/>
              <a:ext cx="4439" cy="7674"/>
            </a:xfrm>
            <a:custGeom>
              <a:avLst/>
              <a:gdLst/>
              <a:ahLst/>
              <a:cxnLst/>
              <a:rect l="l" t="t" r="r" b="b"/>
              <a:pathLst>
                <a:path w="129" h="223" extrusionOk="0">
                  <a:moveTo>
                    <a:pt x="129" y="0"/>
                  </a:moveTo>
                  <a:lnTo>
                    <a:pt x="0" y="75"/>
                  </a:lnTo>
                  <a:lnTo>
                    <a:pt x="0" y="223"/>
                  </a:lnTo>
                  <a:lnTo>
                    <a:pt x="129"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40"/>
            <p:cNvSpPr/>
            <p:nvPr/>
          </p:nvSpPr>
          <p:spPr>
            <a:xfrm>
              <a:off x="500026" y="2479823"/>
              <a:ext cx="4508" cy="7743"/>
            </a:xfrm>
            <a:custGeom>
              <a:avLst/>
              <a:gdLst/>
              <a:ahLst/>
              <a:cxnLst/>
              <a:rect l="l" t="t" r="r" b="b"/>
              <a:pathLst>
                <a:path w="131" h="225" extrusionOk="0">
                  <a:moveTo>
                    <a:pt x="131" y="0"/>
                  </a:moveTo>
                  <a:lnTo>
                    <a:pt x="1" y="77"/>
                  </a:lnTo>
                  <a:lnTo>
                    <a:pt x="1" y="224"/>
                  </a:lnTo>
                  <a:lnTo>
                    <a:pt x="131" y="150"/>
                  </a:lnTo>
                  <a:lnTo>
                    <a:pt x="1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40"/>
            <p:cNvSpPr/>
            <p:nvPr/>
          </p:nvSpPr>
          <p:spPr>
            <a:xfrm>
              <a:off x="500026" y="2472906"/>
              <a:ext cx="4508" cy="7708"/>
            </a:xfrm>
            <a:custGeom>
              <a:avLst/>
              <a:gdLst/>
              <a:ahLst/>
              <a:cxnLst/>
              <a:rect l="l" t="t" r="r" b="b"/>
              <a:pathLst>
                <a:path w="131" h="224" extrusionOk="0">
                  <a:moveTo>
                    <a:pt x="128" y="1"/>
                  </a:moveTo>
                  <a:lnTo>
                    <a:pt x="1" y="76"/>
                  </a:lnTo>
                  <a:lnTo>
                    <a:pt x="1" y="223"/>
                  </a:lnTo>
                  <a:lnTo>
                    <a:pt x="131" y="149"/>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40"/>
            <p:cNvSpPr/>
            <p:nvPr/>
          </p:nvSpPr>
          <p:spPr>
            <a:xfrm>
              <a:off x="499992" y="2465989"/>
              <a:ext cx="4439" cy="7708"/>
            </a:xfrm>
            <a:custGeom>
              <a:avLst/>
              <a:gdLst/>
              <a:ahLst/>
              <a:cxnLst/>
              <a:rect l="l" t="t" r="r" b="b"/>
              <a:pathLst>
                <a:path w="129" h="224" extrusionOk="0">
                  <a:moveTo>
                    <a:pt x="129" y="0"/>
                  </a:moveTo>
                  <a:lnTo>
                    <a:pt x="0" y="76"/>
                  </a:lnTo>
                  <a:lnTo>
                    <a:pt x="2" y="224"/>
                  </a:lnTo>
                  <a:lnTo>
                    <a:pt x="129" y="149"/>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40"/>
            <p:cNvSpPr/>
            <p:nvPr/>
          </p:nvSpPr>
          <p:spPr>
            <a:xfrm>
              <a:off x="499992" y="2459072"/>
              <a:ext cx="4439" cy="7743"/>
            </a:xfrm>
            <a:custGeom>
              <a:avLst/>
              <a:gdLst/>
              <a:ahLst/>
              <a:cxnLst/>
              <a:rect l="l" t="t" r="r" b="b"/>
              <a:pathLst>
                <a:path w="129" h="225" extrusionOk="0">
                  <a:moveTo>
                    <a:pt x="129" y="1"/>
                  </a:moveTo>
                  <a:lnTo>
                    <a:pt x="0" y="75"/>
                  </a:lnTo>
                  <a:lnTo>
                    <a:pt x="0" y="224"/>
                  </a:lnTo>
                  <a:lnTo>
                    <a:pt x="129" y="150"/>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40"/>
            <p:cNvSpPr/>
            <p:nvPr/>
          </p:nvSpPr>
          <p:spPr>
            <a:xfrm>
              <a:off x="499992" y="2452224"/>
              <a:ext cx="4439" cy="7708"/>
            </a:xfrm>
            <a:custGeom>
              <a:avLst/>
              <a:gdLst/>
              <a:ahLst/>
              <a:cxnLst/>
              <a:rect l="l" t="t" r="r" b="b"/>
              <a:pathLst>
                <a:path w="129" h="224" extrusionOk="0">
                  <a:moveTo>
                    <a:pt x="129" y="1"/>
                  </a:moveTo>
                  <a:lnTo>
                    <a:pt x="0" y="74"/>
                  </a:lnTo>
                  <a:lnTo>
                    <a:pt x="0" y="223"/>
                  </a:lnTo>
                  <a:lnTo>
                    <a:pt x="129" y="148"/>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40"/>
            <p:cNvSpPr/>
            <p:nvPr/>
          </p:nvSpPr>
          <p:spPr>
            <a:xfrm>
              <a:off x="500095" y="2493622"/>
              <a:ext cx="4508" cy="7743"/>
            </a:xfrm>
            <a:custGeom>
              <a:avLst/>
              <a:gdLst/>
              <a:ahLst/>
              <a:cxnLst/>
              <a:rect l="l" t="t" r="r" b="b"/>
              <a:pathLst>
                <a:path w="131" h="225" extrusionOk="0">
                  <a:moveTo>
                    <a:pt x="129" y="0"/>
                  </a:moveTo>
                  <a:lnTo>
                    <a:pt x="0" y="75"/>
                  </a:lnTo>
                  <a:lnTo>
                    <a:pt x="0" y="224"/>
                  </a:lnTo>
                  <a:lnTo>
                    <a:pt x="130" y="148"/>
                  </a:lnTo>
                  <a:lnTo>
                    <a:pt x="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40"/>
            <p:cNvSpPr/>
            <p:nvPr/>
          </p:nvSpPr>
          <p:spPr>
            <a:xfrm>
              <a:off x="500026" y="2486705"/>
              <a:ext cx="4508" cy="7743"/>
            </a:xfrm>
            <a:custGeom>
              <a:avLst/>
              <a:gdLst/>
              <a:ahLst/>
              <a:cxnLst/>
              <a:rect l="l" t="t" r="r" b="b"/>
              <a:pathLst>
                <a:path w="131" h="225" extrusionOk="0">
                  <a:moveTo>
                    <a:pt x="131" y="1"/>
                  </a:moveTo>
                  <a:lnTo>
                    <a:pt x="1" y="75"/>
                  </a:lnTo>
                  <a:lnTo>
                    <a:pt x="2"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40"/>
            <p:cNvSpPr/>
            <p:nvPr/>
          </p:nvSpPr>
          <p:spPr>
            <a:xfrm>
              <a:off x="500130" y="2521255"/>
              <a:ext cx="4508" cy="7674"/>
            </a:xfrm>
            <a:custGeom>
              <a:avLst/>
              <a:gdLst/>
              <a:ahLst/>
              <a:cxnLst/>
              <a:rect l="l" t="t" r="r" b="b"/>
              <a:pathLst>
                <a:path w="131" h="223" extrusionOk="0">
                  <a:moveTo>
                    <a:pt x="131" y="1"/>
                  </a:moveTo>
                  <a:lnTo>
                    <a:pt x="1" y="75"/>
                  </a:lnTo>
                  <a:lnTo>
                    <a:pt x="1" y="223"/>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40"/>
            <p:cNvSpPr/>
            <p:nvPr/>
          </p:nvSpPr>
          <p:spPr>
            <a:xfrm>
              <a:off x="500095" y="2514304"/>
              <a:ext cx="4508" cy="7743"/>
            </a:xfrm>
            <a:custGeom>
              <a:avLst/>
              <a:gdLst/>
              <a:ahLst/>
              <a:cxnLst/>
              <a:rect l="l" t="t" r="r" b="b"/>
              <a:pathLst>
                <a:path w="131" h="225" extrusionOk="0">
                  <a:moveTo>
                    <a:pt x="130" y="1"/>
                  </a:moveTo>
                  <a:lnTo>
                    <a:pt x="0" y="77"/>
                  </a:lnTo>
                  <a:lnTo>
                    <a:pt x="2" y="224"/>
                  </a:lnTo>
                  <a:lnTo>
                    <a:pt x="130" y="151"/>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40"/>
            <p:cNvSpPr/>
            <p:nvPr/>
          </p:nvSpPr>
          <p:spPr>
            <a:xfrm>
              <a:off x="500095" y="2507456"/>
              <a:ext cx="4508" cy="7743"/>
            </a:xfrm>
            <a:custGeom>
              <a:avLst/>
              <a:gdLst/>
              <a:ahLst/>
              <a:cxnLst/>
              <a:rect l="l" t="t" r="r" b="b"/>
              <a:pathLst>
                <a:path w="131" h="225" extrusionOk="0">
                  <a:moveTo>
                    <a:pt x="130" y="1"/>
                  </a:moveTo>
                  <a:lnTo>
                    <a:pt x="0" y="75"/>
                  </a:lnTo>
                  <a:lnTo>
                    <a:pt x="0" y="224"/>
                  </a:lnTo>
                  <a:lnTo>
                    <a:pt x="130" y="148"/>
                  </a:lnTo>
                  <a:lnTo>
                    <a:pt x="1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40"/>
            <p:cNvSpPr/>
            <p:nvPr/>
          </p:nvSpPr>
          <p:spPr>
            <a:xfrm>
              <a:off x="500095" y="2500574"/>
              <a:ext cx="4508" cy="7674"/>
            </a:xfrm>
            <a:custGeom>
              <a:avLst/>
              <a:gdLst/>
              <a:ahLst/>
              <a:cxnLst/>
              <a:rect l="l" t="t" r="r" b="b"/>
              <a:pathLst>
                <a:path w="131" h="223" extrusionOk="0">
                  <a:moveTo>
                    <a:pt x="130" y="0"/>
                  </a:moveTo>
                  <a:lnTo>
                    <a:pt x="0" y="75"/>
                  </a:lnTo>
                  <a:lnTo>
                    <a:pt x="0" y="223"/>
                  </a:lnTo>
                  <a:lnTo>
                    <a:pt x="130" y="148"/>
                  </a:lnTo>
                  <a:lnTo>
                    <a:pt x="1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40"/>
            <p:cNvSpPr/>
            <p:nvPr/>
          </p:nvSpPr>
          <p:spPr>
            <a:xfrm>
              <a:off x="500130" y="2528138"/>
              <a:ext cx="4508" cy="7743"/>
            </a:xfrm>
            <a:custGeom>
              <a:avLst/>
              <a:gdLst/>
              <a:ahLst/>
              <a:cxnLst/>
              <a:rect l="l" t="t" r="r" b="b"/>
              <a:pathLst>
                <a:path w="131" h="225" extrusionOk="0">
                  <a:moveTo>
                    <a:pt x="131" y="1"/>
                  </a:moveTo>
                  <a:lnTo>
                    <a:pt x="1" y="77"/>
                  </a:lnTo>
                  <a:lnTo>
                    <a:pt x="1" y="225"/>
                  </a:lnTo>
                  <a:lnTo>
                    <a:pt x="131" y="150"/>
                  </a:lnTo>
                  <a:lnTo>
                    <a:pt x="1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40"/>
            <p:cNvSpPr/>
            <p:nvPr/>
          </p:nvSpPr>
          <p:spPr>
            <a:xfrm>
              <a:off x="500233" y="2541937"/>
              <a:ext cx="4474" cy="7812"/>
            </a:xfrm>
            <a:custGeom>
              <a:avLst/>
              <a:gdLst/>
              <a:ahLst/>
              <a:cxnLst/>
              <a:rect l="l" t="t" r="r" b="b"/>
              <a:pathLst>
                <a:path w="130" h="227" extrusionOk="0">
                  <a:moveTo>
                    <a:pt x="129" y="1"/>
                  </a:moveTo>
                  <a:lnTo>
                    <a:pt x="0" y="75"/>
                  </a:lnTo>
                  <a:lnTo>
                    <a:pt x="0" y="226"/>
                  </a:lnTo>
                  <a:lnTo>
                    <a:pt x="129" y="152"/>
                  </a:lnTo>
                  <a:lnTo>
                    <a:pt x="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40"/>
            <p:cNvSpPr/>
            <p:nvPr/>
          </p:nvSpPr>
          <p:spPr>
            <a:xfrm>
              <a:off x="500233" y="2535055"/>
              <a:ext cx="4474" cy="7743"/>
            </a:xfrm>
            <a:custGeom>
              <a:avLst/>
              <a:gdLst/>
              <a:ahLst/>
              <a:cxnLst/>
              <a:rect l="l" t="t" r="r" b="b"/>
              <a:pathLst>
                <a:path w="130" h="225" extrusionOk="0">
                  <a:moveTo>
                    <a:pt x="128" y="0"/>
                  </a:moveTo>
                  <a:lnTo>
                    <a:pt x="0" y="75"/>
                  </a:lnTo>
                  <a:lnTo>
                    <a:pt x="0" y="224"/>
                  </a:lnTo>
                  <a:lnTo>
                    <a:pt x="129" y="150"/>
                  </a:lnTo>
                  <a:lnTo>
                    <a:pt x="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40"/>
            <p:cNvSpPr/>
            <p:nvPr/>
          </p:nvSpPr>
          <p:spPr>
            <a:xfrm>
              <a:off x="439805" y="2302805"/>
              <a:ext cx="4474" cy="7743"/>
            </a:xfrm>
            <a:custGeom>
              <a:avLst/>
              <a:gdLst/>
              <a:ahLst/>
              <a:cxnLst/>
              <a:rect l="l" t="t" r="r" b="b"/>
              <a:pathLst>
                <a:path w="130" h="225" extrusionOk="0">
                  <a:moveTo>
                    <a:pt x="1" y="0"/>
                  </a:moveTo>
                  <a:lnTo>
                    <a:pt x="1" y="148"/>
                  </a:lnTo>
                  <a:lnTo>
                    <a:pt x="130" y="224"/>
                  </a:lnTo>
                  <a:lnTo>
                    <a:pt x="130" y="73"/>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40"/>
            <p:cNvSpPr/>
            <p:nvPr/>
          </p:nvSpPr>
          <p:spPr>
            <a:xfrm>
              <a:off x="439805" y="2309653"/>
              <a:ext cx="4474" cy="7777"/>
            </a:xfrm>
            <a:custGeom>
              <a:avLst/>
              <a:gdLst/>
              <a:ahLst/>
              <a:cxnLst/>
              <a:rect l="l" t="t" r="r" b="b"/>
              <a:pathLst>
                <a:path w="130" h="226" extrusionOk="0">
                  <a:moveTo>
                    <a:pt x="1" y="0"/>
                  </a:moveTo>
                  <a:lnTo>
                    <a:pt x="1" y="151"/>
                  </a:lnTo>
                  <a:lnTo>
                    <a:pt x="130" y="226"/>
                  </a:lnTo>
                  <a:lnTo>
                    <a:pt x="130" y="7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40"/>
            <p:cNvSpPr/>
            <p:nvPr/>
          </p:nvSpPr>
          <p:spPr>
            <a:xfrm>
              <a:off x="439805" y="2316604"/>
              <a:ext cx="4474" cy="7674"/>
            </a:xfrm>
            <a:custGeom>
              <a:avLst/>
              <a:gdLst/>
              <a:ahLst/>
              <a:cxnLst/>
              <a:rect l="l" t="t" r="r" b="b"/>
              <a:pathLst>
                <a:path w="130" h="223" extrusionOk="0">
                  <a:moveTo>
                    <a:pt x="1" y="0"/>
                  </a:moveTo>
                  <a:lnTo>
                    <a:pt x="1" y="148"/>
                  </a:lnTo>
                  <a:lnTo>
                    <a:pt x="128" y="223"/>
                  </a:lnTo>
                  <a:lnTo>
                    <a:pt x="130"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40"/>
            <p:cNvSpPr/>
            <p:nvPr/>
          </p:nvSpPr>
          <p:spPr>
            <a:xfrm>
              <a:off x="439701" y="2344238"/>
              <a:ext cx="4474" cy="7674"/>
            </a:xfrm>
            <a:custGeom>
              <a:avLst/>
              <a:gdLst/>
              <a:ahLst/>
              <a:cxnLst/>
              <a:rect l="l" t="t" r="r" b="b"/>
              <a:pathLst>
                <a:path w="130" h="223" extrusionOk="0">
                  <a:moveTo>
                    <a:pt x="1" y="0"/>
                  </a:moveTo>
                  <a:lnTo>
                    <a:pt x="1" y="150"/>
                  </a:lnTo>
                  <a:lnTo>
                    <a:pt x="130" y="223"/>
                  </a:lnTo>
                  <a:lnTo>
                    <a:pt x="130"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40"/>
            <p:cNvSpPr/>
            <p:nvPr/>
          </p:nvSpPr>
          <p:spPr>
            <a:xfrm>
              <a:off x="439701" y="2337321"/>
              <a:ext cx="4542" cy="7743"/>
            </a:xfrm>
            <a:custGeom>
              <a:avLst/>
              <a:gdLst/>
              <a:ahLst/>
              <a:cxnLst/>
              <a:rect l="l" t="t" r="r" b="b"/>
              <a:pathLst>
                <a:path w="132" h="225" extrusionOk="0">
                  <a:moveTo>
                    <a:pt x="1" y="1"/>
                  </a:moveTo>
                  <a:lnTo>
                    <a:pt x="1" y="150"/>
                  </a:lnTo>
                  <a:lnTo>
                    <a:pt x="130" y="225"/>
                  </a:lnTo>
                  <a:lnTo>
                    <a:pt x="131" y="7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40"/>
            <p:cNvSpPr/>
            <p:nvPr/>
          </p:nvSpPr>
          <p:spPr>
            <a:xfrm>
              <a:off x="439701" y="2330438"/>
              <a:ext cx="4542" cy="7674"/>
            </a:xfrm>
            <a:custGeom>
              <a:avLst/>
              <a:gdLst/>
              <a:ahLst/>
              <a:cxnLst/>
              <a:rect l="l" t="t" r="r" b="b"/>
              <a:pathLst>
                <a:path w="132" h="223" extrusionOk="0">
                  <a:moveTo>
                    <a:pt x="1" y="1"/>
                  </a:moveTo>
                  <a:lnTo>
                    <a:pt x="1" y="148"/>
                  </a:lnTo>
                  <a:lnTo>
                    <a:pt x="131" y="223"/>
                  </a:lnTo>
                  <a:lnTo>
                    <a:pt x="131" y="7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40"/>
            <p:cNvSpPr/>
            <p:nvPr/>
          </p:nvSpPr>
          <p:spPr>
            <a:xfrm>
              <a:off x="439701" y="2323487"/>
              <a:ext cx="4542" cy="7743"/>
            </a:xfrm>
            <a:custGeom>
              <a:avLst/>
              <a:gdLst/>
              <a:ahLst/>
              <a:cxnLst/>
              <a:rect l="l" t="t" r="r" b="b"/>
              <a:pathLst>
                <a:path w="132" h="225" extrusionOk="0">
                  <a:moveTo>
                    <a:pt x="4" y="1"/>
                  </a:moveTo>
                  <a:lnTo>
                    <a:pt x="1" y="150"/>
                  </a:lnTo>
                  <a:lnTo>
                    <a:pt x="131" y="225"/>
                  </a:lnTo>
                  <a:lnTo>
                    <a:pt x="131" y="77"/>
                  </a:lnTo>
                  <a:lnTo>
                    <a:pt x="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40"/>
            <p:cNvSpPr/>
            <p:nvPr/>
          </p:nvSpPr>
          <p:spPr>
            <a:xfrm>
              <a:off x="439667" y="2358071"/>
              <a:ext cx="4508" cy="7708"/>
            </a:xfrm>
            <a:custGeom>
              <a:avLst/>
              <a:gdLst/>
              <a:ahLst/>
              <a:cxnLst/>
              <a:rect l="l" t="t" r="r" b="b"/>
              <a:pathLst>
                <a:path w="131" h="224" extrusionOk="0">
                  <a:moveTo>
                    <a:pt x="0" y="1"/>
                  </a:moveTo>
                  <a:lnTo>
                    <a:pt x="0" y="149"/>
                  </a:lnTo>
                  <a:lnTo>
                    <a:pt x="129" y="223"/>
                  </a:lnTo>
                  <a:lnTo>
                    <a:pt x="131" y="7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40"/>
            <p:cNvSpPr/>
            <p:nvPr/>
          </p:nvSpPr>
          <p:spPr>
            <a:xfrm>
              <a:off x="439667" y="2351120"/>
              <a:ext cx="4508" cy="7743"/>
            </a:xfrm>
            <a:custGeom>
              <a:avLst/>
              <a:gdLst/>
              <a:ahLst/>
              <a:cxnLst/>
              <a:rect l="l" t="t" r="r" b="b"/>
              <a:pathLst>
                <a:path w="131" h="225" extrusionOk="0">
                  <a:moveTo>
                    <a:pt x="0" y="1"/>
                  </a:moveTo>
                  <a:lnTo>
                    <a:pt x="0" y="149"/>
                  </a:lnTo>
                  <a:lnTo>
                    <a:pt x="131" y="225"/>
                  </a:lnTo>
                  <a:lnTo>
                    <a:pt x="131"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40"/>
            <p:cNvSpPr/>
            <p:nvPr/>
          </p:nvSpPr>
          <p:spPr>
            <a:xfrm>
              <a:off x="439598" y="2371836"/>
              <a:ext cx="4542" cy="7743"/>
            </a:xfrm>
            <a:custGeom>
              <a:avLst/>
              <a:gdLst/>
              <a:ahLst/>
              <a:cxnLst/>
              <a:rect l="l" t="t" r="r" b="b"/>
              <a:pathLst>
                <a:path w="132" h="225" extrusionOk="0">
                  <a:moveTo>
                    <a:pt x="1" y="0"/>
                  </a:moveTo>
                  <a:lnTo>
                    <a:pt x="1" y="149"/>
                  </a:lnTo>
                  <a:lnTo>
                    <a:pt x="131" y="224"/>
                  </a:lnTo>
                  <a:lnTo>
                    <a:pt x="131" y="7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40"/>
            <p:cNvSpPr/>
            <p:nvPr/>
          </p:nvSpPr>
          <p:spPr>
            <a:xfrm>
              <a:off x="439667" y="2364920"/>
              <a:ext cx="4474" cy="7708"/>
            </a:xfrm>
            <a:custGeom>
              <a:avLst/>
              <a:gdLst/>
              <a:ahLst/>
              <a:cxnLst/>
              <a:rect l="l" t="t" r="r" b="b"/>
              <a:pathLst>
                <a:path w="130" h="224" extrusionOk="0">
                  <a:moveTo>
                    <a:pt x="0" y="1"/>
                  </a:moveTo>
                  <a:lnTo>
                    <a:pt x="0" y="150"/>
                  </a:lnTo>
                  <a:lnTo>
                    <a:pt x="129" y="223"/>
                  </a:lnTo>
                  <a:lnTo>
                    <a:pt x="129"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40"/>
            <p:cNvSpPr/>
            <p:nvPr/>
          </p:nvSpPr>
          <p:spPr>
            <a:xfrm>
              <a:off x="439460" y="2427103"/>
              <a:ext cx="4508" cy="7674"/>
            </a:xfrm>
            <a:custGeom>
              <a:avLst/>
              <a:gdLst/>
              <a:ahLst/>
              <a:cxnLst/>
              <a:rect l="l" t="t" r="r" b="b"/>
              <a:pathLst>
                <a:path w="131" h="223" extrusionOk="0">
                  <a:moveTo>
                    <a:pt x="1" y="1"/>
                  </a:moveTo>
                  <a:lnTo>
                    <a:pt x="1" y="148"/>
                  </a:lnTo>
                  <a:lnTo>
                    <a:pt x="131"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40"/>
            <p:cNvSpPr/>
            <p:nvPr/>
          </p:nvSpPr>
          <p:spPr>
            <a:xfrm>
              <a:off x="439460" y="2420152"/>
              <a:ext cx="4508" cy="7812"/>
            </a:xfrm>
            <a:custGeom>
              <a:avLst/>
              <a:gdLst/>
              <a:ahLst/>
              <a:cxnLst/>
              <a:rect l="l" t="t" r="r" b="b"/>
              <a:pathLst>
                <a:path w="131" h="227" extrusionOk="0">
                  <a:moveTo>
                    <a:pt x="1" y="1"/>
                  </a:moveTo>
                  <a:lnTo>
                    <a:pt x="1" y="151"/>
                  </a:lnTo>
                  <a:lnTo>
                    <a:pt x="131" y="226"/>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40"/>
            <p:cNvSpPr/>
            <p:nvPr/>
          </p:nvSpPr>
          <p:spPr>
            <a:xfrm>
              <a:off x="439460" y="2413303"/>
              <a:ext cx="4508" cy="7743"/>
            </a:xfrm>
            <a:custGeom>
              <a:avLst/>
              <a:gdLst/>
              <a:ahLst/>
              <a:cxnLst/>
              <a:rect l="l" t="t" r="r" b="b"/>
              <a:pathLst>
                <a:path w="131" h="225" extrusionOk="0">
                  <a:moveTo>
                    <a:pt x="3" y="1"/>
                  </a:moveTo>
                  <a:lnTo>
                    <a:pt x="1" y="149"/>
                  </a:lnTo>
                  <a:lnTo>
                    <a:pt x="131" y="225"/>
                  </a:lnTo>
                  <a:lnTo>
                    <a:pt x="131" y="74"/>
                  </a:lnTo>
                  <a:lnTo>
                    <a:pt x="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40"/>
            <p:cNvSpPr/>
            <p:nvPr/>
          </p:nvSpPr>
          <p:spPr>
            <a:xfrm>
              <a:off x="439564" y="2406352"/>
              <a:ext cx="4474" cy="7743"/>
            </a:xfrm>
            <a:custGeom>
              <a:avLst/>
              <a:gdLst/>
              <a:ahLst/>
              <a:cxnLst/>
              <a:rect l="l" t="t" r="r" b="b"/>
              <a:pathLst>
                <a:path w="130" h="225" extrusionOk="0">
                  <a:moveTo>
                    <a:pt x="0" y="1"/>
                  </a:moveTo>
                  <a:lnTo>
                    <a:pt x="0" y="150"/>
                  </a:lnTo>
                  <a:lnTo>
                    <a:pt x="128" y="225"/>
                  </a:lnTo>
                  <a:lnTo>
                    <a:pt x="129" y="7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40"/>
            <p:cNvSpPr/>
            <p:nvPr/>
          </p:nvSpPr>
          <p:spPr>
            <a:xfrm>
              <a:off x="439564" y="2399470"/>
              <a:ext cx="4474" cy="7743"/>
            </a:xfrm>
            <a:custGeom>
              <a:avLst/>
              <a:gdLst/>
              <a:ahLst/>
              <a:cxnLst/>
              <a:rect l="l" t="t" r="r" b="b"/>
              <a:pathLst>
                <a:path w="130" h="225" extrusionOk="0">
                  <a:moveTo>
                    <a:pt x="0" y="0"/>
                  </a:moveTo>
                  <a:lnTo>
                    <a:pt x="0" y="148"/>
                  </a:lnTo>
                  <a:lnTo>
                    <a:pt x="129" y="224"/>
                  </a:lnTo>
                  <a:lnTo>
                    <a:pt x="129"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40"/>
            <p:cNvSpPr/>
            <p:nvPr/>
          </p:nvSpPr>
          <p:spPr>
            <a:xfrm>
              <a:off x="439564" y="2392518"/>
              <a:ext cx="4474" cy="7743"/>
            </a:xfrm>
            <a:custGeom>
              <a:avLst/>
              <a:gdLst/>
              <a:ahLst/>
              <a:cxnLst/>
              <a:rect l="l" t="t" r="r" b="b"/>
              <a:pathLst>
                <a:path w="130" h="225" extrusionOk="0">
                  <a:moveTo>
                    <a:pt x="0" y="0"/>
                  </a:moveTo>
                  <a:lnTo>
                    <a:pt x="0" y="151"/>
                  </a:lnTo>
                  <a:lnTo>
                    <a:pt x="129" y="224"/>
                  </a:lnTo>
                  <a:lnTo>
                    <a:pt x="129" y="7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40"/>
            <p:cNvSpPr/>
            <p:nvPr/>
          </p:nvSpPr>
          <p:spPr>
            <a:xfrm>
              <a:off x="439598" y="2385636"/>
              <a:ext cx="4542" cy="7777"/>
            </a:xfrm>
            <a:custGeom>
              <a:avLst/>
              <a:gdLst/>
              <a:ahLst/>
              <a:cxnLst/>
              <a:rect l="l" t="t" r="r" b="b"/>
              <a:pathLst>
                <a:path w="132" h="226" extrusionOk="0">
                  <a:moveTo>
                    <a:pt x="1" y="0"/>
                  </a:moveTo>
                  <a:lnTo>
                    <a:pt x="1" y="151"/>
                  </a:lnTo>
                  <a:lnTo>
                    <a:pt x="128" y="225"/>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40"/>
            <p:cNvSpPr/>
            <p:nvPr/>
          </p:nvSpPr>
          <p:spPr>
            <a:xfrm>
              <a:off x="439598" y="2378788"/>
              <a:ext cx="4542" cy="7674"/>
            </a:xfrm>
            <a:custGeom>
              <a:avLst/>
              <a:gdLst/>
              <a:ahLst/>
              <a:cxnLst/>
              <a:rect l="l" t="t" r="r" b="b"/>
              <a:pathLst>
                <a:path w="132" h="223" extrusionOk="0">
                  <a:moveTo>
                    <a:pt x="1" y="0"/>
                  </a:moveTo>
                  <a:lnTo>
                    <a:pt x="1" y="148"/>
                  </a:lnTo>
                  <a:lnTo>
                    <a:pt x="131" y="222"/>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40"/>
            <p:cNvSpPr/>
            <p:nvPr/>
          </p:nvSpPr>
          <p:spPr>
            <a:xfrm>
              <a:off x="439426" y="2440937"/>
              <a:ext cx="4508" cy="7708"/>
            </a:xfrm>
            <a:custGeom>
              <a:avLst/>
              <a:gdLst/>
              <a:ahLst/>
              <a:cxnLst/>
              <a:rect l="l" t="t" r="r" b="b"/>
              <a:pathLst>
                <a:path w="131" h="224" extrusionOk="0">
                  <a:moveTo>
                    <a:pt x="0" y="1"/>
                  </a:moveTo>
                  <a:lnTo>
                    <a:pt x="0" y="149"/>
                  </a:lnTo>
                  <a:lnTo>
                    <a:pt x="130" y="223"/>
                  </a:lnTo>
                  <a:lnTo>
                    <a:pt x="130" y="7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40"/>
            <p:cNvSpPr/>
            <p:nvPr/>
          </p:nvSpPr>
          <p:spPr>
            <a:xfrm>
              <a:off x="439426" y="2434020"/>
              <a:ext cx="4508" cy="7708"/>
            </a:xfrm>
            <a:custGeom>
              <a:avLst/>
              <a:gdLst/>
              <a:ahLst/>
              <a:cxnLst/>
              <a:rect l="l" t="t" r="r" b="b"/>
              <a:pathLst>
                <a:path w="131" h="224" extrusionOk="0">
                  <a:moveTo>
                    <a:pt x="2" y="0"/>
                  </a:moveTo>
                  <a:lnTo>
                    <a:pt x="0" y="148"/>
                  </a:lnTo>
                  <a:lnTo>
                    <a:pt x="130" y="224"/>
                  </a:lnTo>
                  <a:lnTo>
                    <a:pt x="130" y="75"/>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40"/>
            <p:cNvSpPr/>
            <p:nvPr/>
          </p:nvSpPr>
          <p:spPr>
            <a:xfrm>
              <a:off x="439357" y="2461653"/>
              <a:ext cx="4508" cy="7674"/>
            </a:xfrm>
            <a:custGeom>
              <a:avLst/>
              <a:gdLst/>
              <a:ahLst/>
              <a:cxnLst/>
              <a:rect l="l" t="t" r="r" b="b"/>
              <a:pathLst>
                <a:path w="131" h="223" extrusionOk="0">
                  <a:moveTo>
                    <a:pt x="1" y="0"/>
                  </a:moveTo>
                  <a:lnTo>
                    <a:pt x="1" y="148"/>
                  </a:lnTo>
                  <a:lnTo>
                    <a:pt x="131" y="223"/>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40"/>
            <p:cNvSpPr/>
            <p:nvPr/>
          </p:nvSpPr>
          <p:spPr>
            <a:xfrm>
              <a:off x="439357" y="2454736"/>
              <a:ext cx="4508" cy="7708"/>
            </a:xfrm>
            <a:custGeom>
              <a:avLst/>
              <a:gdLst/>
              <a:ahLst/>
              <a:cxnLst/>
              <a:rect l="l" t="t" r="r" b="b"/>
              <a:pathLst>
                <a:path w="131" h="224" extrusionOk="0">
                  <a:moveTo>
                    <a:pt x="2" y="1"/>
                  </a:moveTo>
                  <a:lnTo>
                    <a:pt x="1" y="149"/>
                  </a:lnTo>
                  <a:lnTo>
                    <a:pt x="131" y="223"/>
                  </a:lnTo>
                  <a:lnTo>
                    <a:pt x="131" y="75"/>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40"/>
            <p:cNvSpPr/>
            <p:nvPr/>
          </p:nvSpPr>
          <p:spPr>
            <a:xfrm>
              <a:off x="439426" y="2447785"/>
              <a:ext cx="4508" cy="7708"/>
            </a:xfrm>
            <a:custGeom>
              <a:avLst/>
              <a:gdLst/>
              <a:ahLst/>
              <a:cxnLst/>
              <a:rect l="l" t="t" r="r" b="b"/>
              <a:pathLst>
                <a:path w="131" h="224" extrusionOk="0">
                  <a:moveTo>
                    <a:pt x="0" y="1"/>
                  </a:moveTo>
                  <a:lnTo>
                    <a:pt x="0" y="149"/>
                  </a:lnTo>
                  <a:lnTo>
                    <a:pt x="130" y="223"/>
                  </a:lnTo>
                  <a:lnTo>
                    <a:pt x="130" y="7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40"/>
            <p:cNvSpPr/>
            <p:nvPr/>
          </p:nvSpPr>
          <p:spPr>
            <a:xfrm>
              <a:off x="439357" y="2468501"/>
              <a:ext cx="4508" cy="7777"/>
            </a:xfrm>
            <a:custGeom>
              <a:avLst/>
              <a:gdLst/>
              <a:ahLst/>
              <a:cxnLst/>
              <a:rect l="l" t="t" r="r" b="b"/>
              <a:pathLst>
                <a:path w="131" h="226" extrusionOk="0">
                  <a:moveTo>
                    <a:pt x="1" y="0"/>
                  </a:moveTo>
                  <a:lnTo>
                    <a:pt x="1" y="151"/>
                  </a:lnTo>
                  <a:lnTo>
                    <a:pt x="131" y="226"/>
                  </a:lnTo>
                  <a:lnTo>
                    <a:pt x="131" y="7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40"/>
            <p:cNvSpPr/>
            <p:nvPr/>
          </p:nvSpPr>
          <p:spPr>
            <a:xfrm>
              <a:off x="439357" y="2475452"/>
              <a:ext cx="4508" cy="7674"/>
            </a:xfrm>
            <a:custGeom>
              <a:avLst/>
              <a:gdLst/>
              <a:ahLst/>
              <a:cxnLst/>
              <a:rect l="l" t="t" r="r" b="b"/>
              <a:pathLst>
                <a:path w="131" h="223" extrusionOk="0">
                  <a:moveTo>
                    <a:pt x="1" y="0"/>
                  </a:moveTo>
                  <a:lnTo>
                    <a:pt x="1" y="148"/>
                  </a:lnTo>
                  <a:lnTo>
                    <a:pt x="128" y="223"/>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40"/>
            <p:cNvSpPr/>
            <p:nvPr/>
          </p:nvSpPr>
          <p:spPr>
            <a:xfrm>
              <a:off x="439323" y="2482335"/>
              <a:ext cx="4439" cy="7743"/>
            </a:xfrm>
            <a:custGeom>
              <a:avLst/>
              <a:gdLst/>
              <a:ahLst/>
              <a:cxnLst/>
              <a:rect l="l" t="t" r="r" b="b"/>
              <a:pathLst>
                <a:path w="129" h="225" extrusionOk="0">
                  <a:moveTo>
                    <a:pt x="0" y="1"/>
                  </a:moveTo>
                  <a:lnTo>
                    <a:pt x="0" y="150"/>
                  </a:lnTo>
                  <a:lnTo>
                    <a:pt x="129" y="224"/>
                  </a:lnTo>
                  <a:lnTo>
                    <a:pt x="129" y="77"/>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40"/>
            <p:cNvSpPr/>
            <p:nvPr/>
          </p:nvSpPr>
          <p:spPr>
            <a:xfrm>
              <a:off x="439323" y="2489286"/>
              <a:ext cx="4439" cy="7674"/>
            </a:xfrm>
            <a:custGeom>
              <a:avLst/>
              <a:gdLst/>
              <a:ahLst/>
              <a:cxnLst/>
              <a:rect l="l" t="t" r="r" b="b"/>
              <a:pathLst>
                <a:path w="129" h="223" extrusionOk="0">
                  <a:moveTo>
                    <a:pt x="0" y="0"/>
                  </a:moveTo>
                  <a:lnTo>
                    <a:pt x="0" y="148"/>
                  </a:lnTo>
                  <a:lnTo>
                    <a:pt x="129" y="223"/>
                  </a:lnTo>
                  <a:lnTo>
                    <a:pt x="129"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40"/>
            <p:cNvSpPr/>
            <p:nvPr/>
          </p:nvSpPr>
          <p:spPr>
            <a:xfrm>
              <a:off x="439323" y="2496134"/>
              <a:ext cx="4439" cy="7777"/>
            </a:xfrm>
            <a:custGeom>
              <a:avLst/>
              <a:gdLst/>
              <a:ahLst/>
              <a:cxnLst/>
              <a:rect l="l" t="t" r="r" b="b"/>
              <a:pathLst>
                <a:path w="129" h="226" extrusionOk="0">
                  <a:moveTo>
                    <a:pt x="0" y="0"/>
                  </a:moveTo>
                  <a:lnTo>
                    <a:pt x="0" y="151"/>
                  </a:lnTo>
                  <a:lnTo>
                    <a:pt x="127" y="226"/>
                  </a:lnTo>
                  <a:lnTo>
                    <a:pt x="129"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40"/>
            <p:cNvSpPr/>
            <p:nvPr/>
          </p:nvSpPr>
          <p:spPr>
            <a:xfrm>
              <a:off x="439220" y="2503086"/>
              <a:ext cx="4508" cy="7674"/>
            </a:xfrm>
            <a:custGeom>
              <a:avLst/>
              <a:gdLst/>
              <a:ahLst/>
              <a:cxnLst/>
              <a:rect l="l" t="t" r="r" b="b"/>
              <a:pathLst>
                <a:path w="131" h="223" extrusionOk="0">
                  <a:moveTo>
                    <a:pt x="3" y="0"/>
                  </a:moveTo>
                  <a:lnTo>
                    <a:pt x="0" y="150"/>
                  </a:lnTo>
                  <a:lnTo>
                    <a:pt x="130" y="223"/>
                  </a:lnTo>
                  <a:lnTo>
                    <a:pt x="130" y="75"/>
                  </a:lnTo>
                  <a:lnTo>
                    <a:pt x="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40"/>
            <p:cNvSpPr/>
            <p:nvPr/>
          </p:nvSpPr>
          <p:spPr>
            <a:xfrm>
              <a:off x="439220" y="2516920"/>
              <a:ext cx="4508" cy="7708"/>
            </a:xfrm>
            <a:custGeom>
              <a:avLst/>
              <a:gdLst/>
              <a:ahLst/>
              <a:cxnLst/>
              <a:rect l="l" t="t" r="r" b="b"/>
              <a:pathLst>
                <a:path w="131" h="224" extrusionOk="0">
                  <a:moveTo>
                    <a:pt x="0" y="1"/>
                  </a:moveTo>
                  <a:lnTo>
                    <a:pt x="0" y="148"/>
                  </a:lnTo>
                  <a:lnTo>
                    <a:pt x="130" y="223"/>
                  </a:lnTo>
                  <a:lnTo>
                    <a:pt x="130"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40"/>
            <p:cNvSpPr/>
            <p:nvPr/>
          </p:nvSpPr>
          <p:spPr>
            <a:xfrm>
              <a:off x="439220" y="2509968"/>
              <a:ext cx="4508" cy="7743"/>
            </a:xfrm>
            <a:custGeom>
              <a:avLst/>
              <a:gdLst/>
              <a:ahLst/>
              <a:cxnLst/>
              <a:rect l="l" t="t" r="r" b="b"/>
              <a:pathLst>
                <a:path w="131" h="225" extrusionOk="0">
                  <a:moveTo>
                    <a:pt x="0" y="1"/>
                  </a:moveTo>
                  <a:lnTo>
                    <a:pt x="0" y="149"/>
                  </a:lnTo>
                  <a:lnTo>
                    <a:pt x="130" y="225"/>
                  </a:lnTo>
                  <a:lnTo>
                    <a:pt x="130"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40"/>
            <p:cNvSpPr/>
            <p:nvPr/>
          </p:nvSpPr>
          <p:spPr>
            <a:xfrm>
              <a:off x="446859" y="2320665"/>
              <a:ext cx="4474" cy="7708"/>
            </a:xfrm>
            <a:custGeom>
              <a:avLst/>
              <a:gdLst/>
              <a:ahLst/>
              <a:cxnLst/>
              <a:rect l="l" t="t" r="r" b="b"/>
              <a:pathLst>
                <a:path w="130" h="224" extrusionOk="0">
                  <a:moveTo>
                    <a:pt x="1" y="1"/>
                  </a:moveTo>
                  <a:lnTo>
                    <a:pt x="1" y="148"/>
                  </a:lnTo>
                  <a:lnTo>
                    <a:pt x="129" y="223"/>
                  </a:lnTo>
                  <a:lnTo>
                    <a:pt x="129"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40"/>
            <p:cNvSpPr/>
            <p:nvPr/>
          </p:nvSpPr>
          <p:spPr>
            <a:xfrm>
              <a:off x="446859" y="2313783"/>
              <a:ext cx="4474" cy="7674"/>
            </a:xfrm>
            <a:custGeom>
              <a:avLst/>
              <a:gdLst/>
              <a:ahLst/>
              <a:cxnLst/>
              <a:rect l="l" t="t" r="r" b="b"/>
              <a:pathLst>
                <a:path w="130" h="223" extrusionOk="0">
                  <a:moveTo>
                    <a:pt x="2" y="0"/>
                  </a:moveTo>
                  <a:lnTo>
                    <a:pt x="1" y="150"/>
                  </a:lnTo>
                  <a:lnTo>
                    <a:pt x="129" y="223"/>
                  </a:lnTo>
                  <a:lnTo>
                    <a:pt x="129" y="75"/>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40"/>
            <p:cNvSpPr/>
            <p:nvPr/>
          </p:nvSpPr>
          <p:spPr>
            <a:xfrm>
              <a:off x="446928" y="2306866"/>
              <a:ext cx="4508" cy="7743"/>
            </a:xfrm>
            <a:custGeom>
              <a:avLst/>
              <a:gdLst/>
              <a:ahLst/>
              <a:cxnLst/>
              <a:rect l="l" t="t" r="r" b="b"/>
              <a:pathLst>
                <a:path w="131" h="225" extrusionOk="0">
                  <a:moveTo>
                    <a:pt x="0" y="1"/>
                  </a:moveTo>
                  <a:lnTo>
                    <a:pt x="0" y="149"/>
                  </a:lnTo>
                  <a:lnTo>
                    <a:pt x="127" y="225"/>
                  </a:lnTo>
                  <a:lnTo>
                    <a:pt x="130" y="7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40"/>
            <p:cNvSpPr/>
            <p:nvPr/>
          </p:nvSpPr>
          <p:spPr>
            <a:xfrm>
              <a:off x="446756" y="2348298"/>
              <a:ext cx="4508" cy="7708"/>
            </a:xfrm>
            <a:custGeom>
              <a:avLst/>
              <a:gdLst/>
              <a:ahLst/>
              <a:cxnLst/>
              <a:rect l="l" t="t" r="r" b="b"/>
              <a:pathLst>
                <a:path w="131" h="224" extrusionOk="0">
                  <a:moveTo>
                    <a:pt x="1" y="1"/>
                  </a:moveTo>
                  <a:lnTo>
                    <a:pt x="1" y="149"/>
                  </a:lnTo>
                  <a:lnTo>
                    <a:pt x="131" y="223"/>
                  </a:lnTo>
                  <a:lnTo>
                    <a:pt x="131" y="76"/>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40"/>
            <p:cNvSpPr/>
            <p:nvPr/>
          </p:nvSpPr>
          <p:spPr>
            <a:xfrm>
              <a:off x="446756" y="2341381"/>
              <a:ext cx="4508" cy="7777"/>
            </a:xfrm>
            <a:custGeom>
              <a:avLst/>
              <a:gdLst/>
              <a:ahLst/>
              <a:cxnLst/>
              <a:rect l="l" t="t" r="r" b="b"/>
              <a:pathLst>
                <a:path w="131" h="226" extrusionOk="0">
                  <a:moveTo>
                    <a:pt x="1" y="0"/>
                  </a:moveTo>
                  <a:lnTo>
                    <a:pt x="1" y="151"/>
                  </a:lnTo>
                  <a:lnTo>
                    <a:pt x="131" y="225"/>
                  </a:lnTo>
                  <a:lnTo>
                    <a:pt x="131" y="7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40"/>
            <p:cNvSpPr/>
            <p:nvPr/>
          </p:nvSpPr>
          <p:spPr>
            <a:xfrm>
              <a:off x="446756" y="2334533"/>
              <a:ext cx="4508" cy="7674"/>
            </a:xfrm>
            <a:custGeom>
              <a:avLst/>
              <a:gdLst/>
              <a:ahLst/>
              <a:cxnLst/>
              <a:rect l="l" t="t" r="r" b="b"/>
              <a:pathLst>
                <a:path w="131" h="223" extrusionOk="0">
                  <a:moveTo>
                    <a:pt x="4" y="0"/>
                  </a:moveTo>
                  <a:lnTo>
                    <a:pt x="1" y="148"/>
                  </a:lnTo>
                  <a:lnTo>
                    <a:pt x="131" y="222"/>
                  </a:lnTo>
                  <a:lnTo>
                    <a:pt x="131" y="73"/>
                  </a:lnTo>
                  <a:lnTo>
                    <a:pt x="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40"/>
            <p:cNvSpPr/>
            <p:nvPr/>
          </p:nvSpPr>
          <p:spPr>
            <a:xfrm>
              <a:off x="446859" y="2327616"/>
              <a:ext cx="4474" cy="7708"/>
            </a:xfrm>
            <a:custGeom>
              <a:avLst/>
              <a:gdLst/>
              <a:ahLst/>
              <a:cxnLst/>
              <a:rect l="l" t="t" r="r" b="b"/>
              <a:pathLst>
                <a:path w="130" h="224" extrusionOk="0">
                  <a:moveTo>
                    <a:pt x="1" y="1"/>
                  </a:moveTo>
                  <a:lnTo>
                    <a:pt x="1" y="148"/>
                  </a:lnTo>
                  <a:lnTo>
                    <a:pt x="128" y="223"/>
                  </a:lnTo>
                  <a:lnTo>
                    <a:pt x="129"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40"/>
            <p:cNvSpPr/>
            <p:nvPr/>
          </p:nvSpPr>
          <p:spPr>
            <a:xfrm>
              <a:off x="446721" y="2355215"/>
              <a:ext cx="4542" cy="7743"/>
            </a:xfrm>
            <a:custGeom>
              <a:avLst/>
              <a:gdLst/>
              <a:ahLst/>
              <a:cxnLst/>
              <a:rect l="l" t="t" r="r" b="b"/>
              <a:pathLst>
                <a:path w="132" h="225" extrusionOk="0">
                  <a:moveTo>
                    <a:pt x="2" y="0"/>
                  </a:moveTo>
                  <a:lnTo>
                    <a:pt x="0" y="150"/>
                  </a:lnTo>
                  <a:lnTo>
                    <a:pt x="130" y="224"/>
                  </a:lnTo>
                  <a:lnTo>
                    <a:pt x="132" y="76"/>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40"/>
            <p:cNvSpPr/>
            <p:nvPr/>
          </p:nvSpPr>
          <p:spPr>
            <a:xfrm>
              <a:off x="446653" y="2382848"/>
              <a:ext cx="4508" cy="7743"/>
            </a:xfrm>
            <a:custGeom>
              <a:avLst/>
              <a:gdLst/>
              <a:ahLst/>
              <a:cxnLst/>
              <a:rect l="l" t="t" r="r" b="b"/>
              <a:pathLst>
                <a:path w="131" h="225" extrusionOk="0">
                  <a:moveTo>
                    <a:pt x="2" y="1"/>
                  </a:moveTo>
                  <a:lnTo>
                    <a:pt x="1" y="148"/>
                  </a:lnTo>
                  <a:lnTo>
                    <a:pt x="131" y="224"/>
                  </a:lnTo>
                  <a:lnTo>
                    <a:pt x="131" y="74"/>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40"/>
            <p:cNvSpPr/>
            <p:nvPr/>
          </p:nvSpPr>
          <p:spPr>
            <a:xfrm>
              <a:off x="446721" y="2375966"/>
              <a:ext cx="4508" cy="7674"/>
            </a:xfrm>
            <a:custGeom>
              <a:avLst/>
              <a:gdLst/>
              <a:ahLst/>
              <a:cxnLst/>
              <a:rect l="l" t="t" r="r" b="b"/>
              <a:pathLst>
                <a:path w="131" h="223" extrusionOk="0">
                  <a:moveTo>
                    <a:pt x="0" y="0"/>
                  </a:moveTo>
                  <a:lnTo>
                    <a:pt x="0" y="148"/>
                  </a:lnTo>
                  <a:lnTo>
                    <a:pt x="129" y="223"/>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40"/>
            <p:cNvSpPr/>
            <p:nvPr/>
          </p:nvSpPr>
          <p:spPr>
            <a:xfrm>
              <a:off x="446721" y="2369015"/>
              <a:ext cx="4508" cy="7743"/>
            </a:xfrm>
            <a:custGeom>
              <a:avLst/>
              <a:gdLst/>
              <a:ahLst/>
              <a:cxnLst/>
              <a:rect l="l" t="t" r="r" b="b"/>
              <a:pathLst>
                <a:path w="131" h="225" extrusionOk="0">
                  <a:moveTo>
                    <a:pt x="0" y="0"/>
                  </a:moveTo>
                  <a:lnTo>
                    <a:pt x="0" y="148"/>
                  </a:lnTo>
                  <a:lnTo>
                    <a:pt x="130" y="224"/>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40"/>
            <p:cNvSpPr/>
            <p:nvPr/>
          </p:nvSpPr>
          <p:spPr>
            <a:xfrm>
              <a:off x="446721" y="2362167"/>
              <a:ext cx="4508" cy="7674"/>
            </a:xfrm>
            <a:custGeom>
              <a:avLst/>
              <a:gdLst/>
              <a:ahLst/>
              <a:cxnLst/>
              <a:rect l="l" t="t" r="r" b="b"/>
              <a:pathLst>
                <a:path w="131" h="223" extrusionOk="0">
                  <a:moveTo>
                    <a:pt x="0" y="0"/>
                  </a:moveTo>
                  <a:lnTo>
                    <a:pt x="0" y="148"/>
                  </a:lnTo>
                  <a:lnTo>
                    <a:pt x="130" y="223"/>
                  </a:lnTo>
                  <a:lnTo>
                    <a:pt x="130" y="73"/>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40"/>
            <p:cNvSpPr/>
            <p:nvPr/>
          </p:nvSpPr>
          <p:spPr>
            <a:xfrm>
              <a:off x="446653" y="2396648"/>
              <a:ext cx="4508" cy="7674"/>
            </a:xfrm>
            <a:custGeom>
              <a:avLst/>
              <a:gdLst/>
              <a:ahLst/>
              <a:cxnLst/>
              <a:rect l="l" t="t" r="r" b="b"/>
              <a:pathLst>
                <a:path w="131" h="223" extrusionOk="0">
                  <a:moveTo>
                    <a:pt x="1" y="0"/>
                  </a:moveTo>
                  <a:lnTo>
                    <a:pt x="1" y="148"/>
                  </a:lnTo>
                  <a:lnTo>
                    <a:pt x="128" y="223"/>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40"/>
            <p:cNvSpPr/>
            <p:nvPr/>
          </p:nvSpPr>
          <p:spPr>
            <a:xfrm>
              <a:off x="446653" y="2389697"/>
              <a:ext cx="4508" cy="7743"/>
            </a:xfrm>
            <a:custGeom>
              <a:avLst/>
              <a:gdLst/>
              <a:ahLst/>
              <a:cxnLst/>
              <a:rect l="l" t="t" r="r" b="b"/>
              <a:pathLst>
                <a:path w="131" h="225" extrusionOk="0">
                  <a:moveTo>
                    <a:pt x="1" y="1"/>
                  </a:moveTo>
                  <a:lnTo>
                    <a:pt x="1" y="151"/>
                  </a:lnTo>
                  <a:lnTo>
                    <a:pt x="131" y="224"/>
                  </a:lnTo>
                  <a:lnTo>
                    <a:pt x="131" y="7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40"/>
            <p:cNvSpPr/>
            <p:nvPr/>
          </p:nvSpPr>
          <p:spPr>
            <a:xfrm>
              <a:off x="446618" y="2403530"/>
              <a:ext cx="4474" cy="7743"/>
            </a:xfrm>
            <a:custGeom>
              <a:avLst/>
              <a:gdLst/>
              <a:ahLst/>
              <a:cxnLst/>
              <a:rect l="l" t="t" r="r" b="b"/>
              <a:pathLst>
                <a:path w="130" h="225" extrusionOk="0">
                  <a:moveTo>
                    <a:pt x="2" y="1"/>
                  </a:moveTo>
                  <a:lnTo>
                    <a:pt x="0" y="150"/>
                  </a:lnTo>
                  <a:lnTo>
                    <a:pt x="129" y="225"/>
                  </a:lnTo>
                  <a:lnTo>
                    <a:pt x="129" y="77"/>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40"/>
            <p:cNvSpPr/>
            <p:nvPr/>
          </p:nvSpPr>
          <p:spPr>
            <a:xfrm>
              <a:off x="446618" y="2410482"/>
              <a:ext cx="4474" cy="7708"/>
            </a:xfrm>
            <a:custGeom>
              <a:avLst/>
              <a:gdLst/>
              <a:ahLst/>
              <a:cxnLst/>
              <a:rect l="l" t="t" r="r" b="b"/>
              <a:pathLst>
                <a:path w="130" h="224" extrusionOk="0">
                  <a:moveTo>
                    <a:pt x="0" y="1"/>
                  </a:moveTo>
                  <a:lnTo>
                    <a:pt x="0" y="149"/>
                  </a:lnTo>
                  <a:lnTo>
                    <a:pt x="129" y="223"/>
                  </a:lnTo>
                  <a:lnTo>
                    <a:pt x="129" y="7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40"/>
            <p:cNvSpPr/>
            <p:nvPr/>
          </p:nvSpPr>
          <p:spPr>
            <a:xfrm>
              <a:off x="446618" y="2424281"/>
              <a:ext cx="4405" cy="7708"/>
            </a:xfrm>
            <a:custGeom>
              <a:avLst/>
              <a:gdLst/>
              <a:ahLst/>
              <a:cxnLst/>
              <a:rect l="l" t="t" r="r" b="b"/>
              <a:pathLst>
                <a:path w="128" h="224" extrusionOk="0">
                  <a:moveTo>
                    <a:pt x="0" y="1"/>
                  </a:moveTo>
                  <a:lnTo>
                    <a:pt x="0" y="148"/>
                  </a:lnTo>
                  <a:lnTo>
                    <a:pt x="128" y="223"/>
                  </a:lnTo>
                  <a:lnTo>
                    <a:pt x="128"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40"/>
            <p:cNvSpPr/>
            <p:nvPr/>
          </p:nvSpPr>
          <p:spPr>
            <a:xfrm>
              <a:off x="446618" y="2417330"/>
              <a:ext cx="4474" cy="7812"/>
            </a:xfrm>
            <a:custGeom>
              <a:avLst/>
              <a:gdLst/>
              <a:ahLst/>
              <a:cxnLst/>
              <a:rect l="l" t="t" r="r" b="b"/>
              <a:pathLst>
                <a:path w="130" h="227" extrusionOk="0">
                  <a:moveTo>
                    <a:pt x="0" y="1"/>
                  </a:moveTo>
                  <a:lnTo>
                    <a:pt x="0" y="151"/>
                  </a:lnTo>
                  <a:lnTo>
                    <a:pt x="128" y="226"/>
                  </a:lnTo>
                  <a:lnTo>
                    <a:pt x="129"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40"/>
            <p:cNvSpPr/>
            <p:nvPr/>
          </p:nvSpPr>
          <p:spPr>
            <a:xfrm>
              <a:off x="446515" y="2431198"/>
              <a:ext cx="4508" cy="7708"/>
            </a:xfrm>
            <a:custGeom>
              <a:avLst/>
              <a:gdLst/>
              <a:ahLst/>
              <a:cxnLst/>
              <a:rect l="l" t="t" r="r" b="b"/>
              <a:pathLst>
                <a:path w="131" h="224" extrusionOk="0">
                  <a:moveTo>
                    <a:pt x="0" y="0"/>
                  </a:moveTo>
                  <a:lnTo>
                    <a:pt x="0" y="148"/>
                  </a:lnTo>
                  <a:lnTo>
                    <a:pt x="131" y="224"/>
                  </a:lnTo>
                  <a:lnTo>
                    <a:pt x="131"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40"/>
            <p:cNvSpPr/>
            <p:nvPr/>
          </p:nvSpPr>
          <p:spPr>
            <a:xfrm>
              <a:off x="446515" y="2444963"/>
              <a:ext cx="4474" cy="7812"/>
            </a:xfrm>
            <a:custGeom>
              <a:avLst/>
              <a:gdLst/>
              <a:ahLst/>
              <a:cxnLst/>
              <a:rect l="l" t="t" r="r" b="b"/>
              <a:pathLst>
                <a:path w="130" h="227" extrusionOk="0">
                  <a:moveTo>
                    <a:pt x="0" y="1"/>
                  </a:moveTo>
                  <a:lnTo>
                    <a:pt x="0" y="150"/>
                  </a:lnTo>
                  <a:lnTo>
                    <a:pt x="129" y="226"/>
                  </a:lnTo>
                  <a:lnTo>
                    <a:pt x="129" y="7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40"/>
            <p:cNvSpPr/>
            <p:nvPr/>
          </p:nvSpPr>
          <p:spPr>
            <a:xfrm>
              <a:off x="446515" y="2438149"/>
              <a:ext cx="4508" cy="7674"/>
            </a:xfrm>
            <a:custGeom>
              <a:avLst/>
              <a:gdLst/>
              <a:ahLst/>
              <a:cxnLst/>
              <a:rect l="l" t="t" r="r" b="b"/>
              <a:pathLst>
                <a:path w="131" h="223" extrusionOk="0">
                  <a:moveTo>
                    <a:pt x="0" y="0"/>
                  </a:moveTo>
                  <a:lnTo>
                    <a:pt x="0" y="148"/>
                  </a:lnTo>
                  <a:lnTo>
                    <a:pt x="129" y="222"/>
                  </a:lnTo>
                  <a:lnTo>
                    <a:pt x="131"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40"/>
            <p:cNvSpPr/>
            <p:nvPr/>
          </p:nvSpPr>
          <p:spPr>
            <a:xfrm>
              <a:off x="446446" y="2465679"/>
              <a:ext cx="4474" cy="7777"/>
            </a:xfrm>
            <a:custGeom>
              <a:avLst/>
              <a:gdLst/>
              <a:ahLst/>
              <a:cxnLst/>
              <a:rect l="l" t="t" r="r" b="b"/>
              <a:pathLst>
                <a:path w="130" h="226" extrusionOk="0">
                  <a:moveTo>
                    <a:pt x="1" y="0"/>
                  </a:moveTo>
                  <a:lnTo>
                    <a:pt x="1" y="151"/>
                  </a:lnTo>
                  <a:lnTo>
                    <a:pt x="130" y="226"/>
                  </a:lnTo>
                  <a:lnTo>
                    <a:pt x="130"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40"/>
            <p:cNvSpPr/>
            <p:nvPr/>
          </p:nvSpPr>
          <p:spPr>
            <a:xfrm>
              <a:off x="446446" y="2458831"/>
              <a:ext cx="4542" cy="7674"/>
            </a:xfrm>
            <a:custGeom>
              <a:avLst/>
              <a:gdLst/>
              <a:ahLst/>
              <a:cxnLst/>
              <a:rect l="l" t="t" r="r" b="b"/>
              <a:pathLst>
                <a:path w="132" h="223" extrusionOk="0">
                  <a:moveTo>
                    <a:pt x="1" y="0"/>
                  </a:moveTo>
                  <a:lnTo>
                    <a:pt x="1" y="148"/>
                  </a:lnTo>
                  <a:lnTo>
                    <a:pt x="131" y="223"/>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40"/>
            <p:cNvSpPr/>
            <p:nvPr/>
          </p:nvSpPr>
          <p:spPr>
            <a:xfrm>
              <a:off x="446446" y="2451880"/>
              <a:ext cx="4542" cy="7743"/>
            </a:xfrm>
            <a:custGeom>
              <a:avLst/>
              <a:gdLst/>
              <a:ahLst/>
              <a:cxnLst/>
              <a:rect l="l" t="t" r="r" b="b"/>
              <a:pathLst>
                <a:path w="132" h="225" extrusionOk="0">
                  <a:moveTo>
                    <a:pt x="1" y="0"/>
                  </a:moveTo>
                  <a:lnTo>
                    <a:pt x="1" y="150"/>
                  </a:lnTo>
                  <a:lnTo>
                    <a:pt x="131" y="224"/>
                  </a:lnTo>
                  <a:lnTo>
                    <a:pt x="131" y="77"/>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40"/>
            <p:cNvSpPr/>
            <p:nvPr/>
          </p:nvSpPr>
          <p:spPr>
            <a:xfrm>
              <a:off x="446412" y="2472631"/>
              <a:ext cx="4508" cy="7674"/>
            </a:xfrm>
            <a:custGeom>
              <a:avLst/>
              <a:gdLst/>
              <a:ahLst/>
              <a:cxnLst/>
              <a:rect l="l" t="t" r="r" b="b"/>
              <a:pathLst>
                <a:path w="131" h="223" extrusionOk="0">
                  <a:moveTo>
                    <a:pt x="0" y="0"/>
                  </a:moveTo>
                  <a:lnTo>
                    <a:pt x="0" y="149"/>
                  </a:lnTo>
                  <a:lnTo>
                    <a:pt x="131" y="223"/>
                  </a:lnTo>
                  <a:lnTo>
                    <a:pt x="131"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40"/>
            <p:cNvSpPr/>
            <p:nvPr/>
          </p:nvSpPr>
          <p:spPr>
            <a:xfrm>
              <a:off x="446412" y="2479513"/>
              <a:ext cx="4508" cy="7743"/>
            </a:xfrm>
            <a:custGeom>
              <a:avLst/>
              <a:gdLst/>
              <a:ahLst/>
              <a:cxnLst/>
              <a:rect l="l" t="t" r="r" b="b"/>
              <a:pathLst>
                <a:path w="131" h="225" extrusionOk="0">
                  <a:moveTo>
                    <a:pt x="0" y="1"/>
                  </a:moveTo>
                  <a:lnTo>
                    <a:pt x="0" y="148"/>
                  </a:lnTo>
                  <a:lnTo>
                    <a:pt x="131" y="224"/>
                  </a:lnTo>
                  <a:lnTo>
                    <a:pt x="131"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40"/>
            <p:cNvSpPr/>
            <p:nvPr/>
          </p:nvSpPr>
          <p:spPr>
            <a:xfrm>
              <a:off x="446412" y="2486464"/>
              <a:ext cx="4508" cy="7674"/>
            </a:xfrm>
            <a:custGeom>
              <a:avLst/>
              <a:gdLst/>
              <a:ahLst/>
              <a:cxnLst/>
              <a:rect l="l" t="t" r="r" b="b"/>
              <a:pathLst>
                <a:path w="131" h="223" extrusionOk="0">
                  <a:moveTo>
                    <a:pt x="0" y="1"/>
                  </a:moveTo>
                  <a:lnTo>
                    <a:pt x="0" y="148"/>
                  </a:lnTo>
                  <a:lnTo>
                    <a:pt x="128" y="223"/>
                  </a:lnTo>
                  <a:lnTo>
                    <a:pt x="131"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40"/>
            <p:cNvSpPr/>
            <p:nvPr/>
          </p:nvSpPr>
          <p:spPr>
            <a:xfrm>
              <a:off x="446343" y="2493347"/>
              <a:ext cx="4474" cy="7743"/>
            </a:xfrm>
            <a:custGeom>
              <a:avLst/>
              <a:gdLst/>
              <a:ahLst/>
              <a:cxnLst/>
              <a:rect l="l" t="t" r="r" b="b"/>
              <a:pathLst>
                <a:path w="130" h="225" extrusionOk="0">
                  <a:moveTo>
                    <a:pt x="1" y="1"/>
                  </a:moveTo>
                  <a:lnTo>
                    <a:pt x="1" y="149"/>
                  </a:lnTo>
                  <a:lnTo>
                    <a:pt x="130" y="225"/>
                  </a:lnTo>
                  <a:lnTo>
                    <a:pt x="130" y="7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40"/>
            <p:cNvSpPr/>
            <p:nvPr/>
          </p:nvSpPr>
          <p:spPr>
            <a:xfrm>
              <a:off x="446343" y="2500195"/>
              <a:ext cx="4474" cy="7743"/>
            </a:xfrm>
            <a:custGeom>
              <a:avLst/>
              <a:gdLst/>
              <a:ahLst/>
              <a:cxnLst/>
              <a:rect l="l" t="t" r="r" b="b"/>
              <a:pathLst>
                <a:path w="130" h="225" extrusionOk="0">
                  <a:moveTo>
                    <a:pt x="1" y="1"/>
                  </a:moveTo>
                  <a:lnTo>
                    <a:pt x="1" y="152"/>
                  </a:lnTo>
                  <a:lnTo>
                    <a:pt x="130" y="225"/>
                  </a:lnTo>
                  <a:lnTo>
                    <a:pt x="130" y="7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40"/>
            <p:cNvSpPr/>
            <p:nvPr/>
          </p:nvSpPr>
          <p:spPr>
            <a:xfrm>
              <a:off x="446343" y="2507146"/>
              <a:ext cx="4474" cy="7708"/>
            </a:xfrm>
            <a:custGeom>
              <a:avLst/>
              <a:gdLst/>
              <a:ahLst/>
              <a:cxnLst/>
              <a:rect l="l" t="t" r="r" b="b"/>
              <a:pathLst>
                <a:path w="130" h="224" extrusionOk="0">
                  <a:moveTo>
                    <a:pt x="1" y="1"/>
                  </a:moveTo>
                  <a:lnTo>
                    <a:pt x="1" y="149"/>
                  </a:lnTo>
                  <a:lnTo>
                    <a:pt x="128" y="223"/>
                  </a:lnTo>
                  <a:lnTo>
                    <a:pt x="130"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40"/>
            <p:cNvSpPr/>
            <p:nvPr/>
          </p:nvSpPr>
          <p:spPr>
            <a:xfrm>
              <a:off x="446274" y="2521015"/>
              <a:ext cx="4508" cy="7674"/>
            </a:xfrm>
            <a:custGeom>
              <a:avLst/>
              <a:gdLst/>
              <a:ahLst/>
              <a:cxnLst/>
              <a:rect l="l" t="t" r="r" b="b"/>
              <a:pathLst>
                <a:path w="131" h="223" extrusionOk="0">
                  <a:moveTo>
                    <a:pt x="0" y="0"/>
                  </a:moveTo>
                  <a:lnTo>
                    <a:pt x="0" y="148"/>
                  </a:lnTo>
                  <a:lnTo>
                    <a:pt x="130" y="223"/>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40"/>
            <p:cNvSpPr/>
            <p:nvPr/>
          </p:nvSpPr>
          <p:spPr>
            <a:xfrm>
              <a:off x="446274" y="2514063"/>
              <a:ext cx="4508" cy="7743"/>
            </a:xfrm>
            <a:custGeom>
              <a:avLst/>
              <a:gdLst/>
              <a:ahLst/>
              <a:cxnLst/>
              <a:rect l="l" t="t" r="r" b="b"/>
              <a:pathLst>
                <a:path w="131" h="225" extrusionOk="0">
                  <a:moveTo>
                    <a:pt x="3" y="0"/>
                  </a:moveTo>
                  <a:lnTo>
                    <a:pt x="0" y="150"/>
                  </a:lnTo>
                  <a:lnTo>
                    <a:pt x="130" y="224"/>
                  </a:lnTo>
                  <a:lnTo>
                    <a:pt x="130" y="76"/>
                  </a:lnTo>
                  <a:lnTo>
                    <a:pt x="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40"/>
            <p:cNvSpPr/>
            <p:nvPr/>
          </p:nvSpPr>
          <p:spPr>
            <a:xfrm>
              <a:off x="453914" y="2331711"/>
              <a:ext cx="4474" cy="7674"/>
            </a:xfrm>
            <a:custGeom>
              <a:avLst/>
              <a:gdLst/>
              <a:ahLst/>
              <a:cxnLst/>
              <a:rect l="l" t="t" r="r" b="b"/>
              <a:pathLst>
                <a:path w="130" h="223" extrusionOk="0">
                  <a:moveTo>
                    <a:pt x="0" y="0"/>
                  </a:moveTo>
                  <a:lnTo>
                    <a:pt x="0" y="148"/>
                  </a:lnTo>
                  <a:lnTo>
                    <a:pt x="129" y="223"/>
                  </a:lnTo>
                  <a:lnTo>
                    <a:pt x="129"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40"/>
            <p:cNvSpPr/>
            <p:nvPr/>
          </p:nvSpPr>
          <p:spPr>
            <a:xfrm>
              <a:off x="453948" y="2324760"/>
              <a:ext cx="4439" cy="7743"/>
            </a:xfrm>
            <a:custGeom>
              <a:avLst/>
              <a:gdLst/>
              <a:ahLst/>
              <a:cxnLst/>
              <a:rect l="l" t="t" r="r" b="b"/>
              <a:pathLst>
                <a:path w="129" h="225" extrusionOk="0">
                  <a:moveTo>
                    <a:pt x="1" y="0"/>
                  </a:moveTo>
                  <a:lnTo>
                    <a:pt x="1" y="149"/>
                  </a:lnTo>
                  <a:lnTo>
                    <a:pt x="128" y="224"/>
                  </a:lnTo>
                  <a:lnTo>
                    <a:pt x="128" y="7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40"/>
            <p:cNvSpPr/>
            <p:nvPr/>
          </p:nvSpPr>
          <p:spPr>
            <a:xfrm>
              <a:off x="453948" y="2317843"/>
              <a:ext cx="4542" cy="7708"/>
            </a:xfrm>
            <a:custGeom>
              <a:avLst/>
              <a:gdLst/>
              <a:ahLst/>
              <a:cxnLst/>
              <a:rect l="l" t="t" r="r" b="b"/>
              <a:pathLst>
                <a:path w="132" h="224" extrusionOk="0">
                  <a:moveTo>
                    <a:pt x="1" y="1"/>
                  </a:moveTo>
                  <a:lnTo>
                    <a:pt x="1" y="150"/>
                  </a:lnTo>
                  <a:lnTo>
                    <a:pt x="131"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40"/>
            <p:cNvSpPr/>
            <p:nvPr/>
          </p:nvSpPr>
          <p:spPr>
            <a:xfrm>
              <a:off x="453948" y="2310995"/>
              <a:ext cx="4542" cy="7708"/>
            </a:xfrm>
            <a:custGeom>
              <a:avLst/>
              <a:gdLst/>
              <a:ahLst/>
              <a:cxnLst/>
              <a:rect l="l" t="t" r="r" b="b"/>
              <a:pathLst>
                <a:path w="132" h="224" extrusionOk="0">
                  <a:moveTo>
                    <a:pt x="1" y="1"/>
                  </a:moveTo>
                  <a:lnTo>
                    <a:pt x="1" y="149"/>
                  </a:lnTo>
                  <a:lnTo>
                    <a:pt x="131" y="223"/>
                  </a:lnTo>
                  <a:lnTo>
                    <a:pt x="131" y="7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40"/>
            <p:cNvSpPr/>
            <p:nvPr/>
          </p:nvSpPr>
          <p:spPr>
            <a:xfrm>
              <a:off x="453914" y="2345511"/>
              <a:ext cx="4474" cy="7674"/>
            </a:xfrm>
            <a:custGeom>
              <a:avLst/>
              <a:gdLst/>
              <a:ahLst/>
              <a:cxnLst/>
              <a:rect l="l" t="t" r="r" b="b"/>
              <a:pathLst>
                <a:path w="130" h="223" extrusionOk="0">
                  <a:moveTo>
                    <a:pt x="0" y="0"/>
                  </a:moveTo>
                  <a:lnTo>
                    <a:pt x="0" y="148"/>
                  </a:lnTo>
                  <a:lnTo>
                    <a:pt x="128" y="222"/>
                  </a:lnTo>
                  <a:lnTo>
                    <a:pt x="129"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40"/>
            <p:cNvSpPr/>
            <p:nvPr/>
          </p:nvSpPr>
          <p:spPr>
            <a:xfrm>
              <a:off x="453914" y="2338560"/>
              <a:ext cx="4474" cy="7777"/>
            </a:xfrm>
            <a:custGeom>
              <a:avLst/>
              <a:gdLst/>
              <a:ahLst/>
              <a:cxnLst/>
              <a:rect l="l" t="t" r="r" b="b"/>
              <a:pathLst>
                <a:path w="130" h="226" extrusionOk="0">
                  <a:moveTo>
                    <a:pt x="0" y="0"/>
                  </a:moveTo>
                  <a:lnTo>
                    <a:pt x="0" y="151"/>
                  </a:lnTo>
                  <a:lnTo>
                    <a:pt x="129" y="225"/>
                  </a:lnTo>
                  <a:lnTo>
                    <a:pt x="129"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40"/>
            <p:cNvSpPr/>
            <p:nvPr/>
          </p:nvSpPr>
          <p:spPr>
            <a:xfrm>
              <a:off x="453810" y="2359345"/>
              <a:ext cx="4508" cy="7674"/>
            </a:xfrm>
            <a:custGeom>
              <a:avLst/>
              <a:gdLst/>
              <a:ahLst/>
              <a:cxnLst/>
              <a:rect l="l" t="t" r="r" b="b"/>
              <a:pathLst>
                <a:path w="131" h="223" extrusionOk="0">
                  <a:moveTo>
                    <a:pt x="1" y="0"/>
                  </a:moveTo>
                  <a:lnTo>
                    <a:pt x="1" y="148"/>
                  </a:lnTo>
                  <a:lnTo>
                    <a:pt x="131" y="223"/>
                  </a:lnTo>
                  <a:lnTo>
                    <a:pt x="131" y="74"/>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40"/>
            <p:cNvSpPr/>
            <p:nvPr/>
          </p:nvSpPr>
          <p:spPr>
            <a:xfrm>
              <a:off x="453810" y="2352393"/>
              <a:ext cx="4508" cy="7743"/>
            </a:xfrm>
            <a:custGeom>
              <a:avLst/>
              <a:gdLst/>
              <a:ahLst/>
              <a:cxnLst/>
              <a:rect l="l" t="t" r="r" b="b"/>
              <a:pathLst>
                <a:path w="131" h="225" extrusionOk="0">
                  <a:moveTo>
                    <a:pt x="1" y="0"/>
                  </a:moveTo>
                  <a:lnTo>
                    <a:pt x="1" y="148"/>
                  </a:lnTo>
                  <a:lnTo>
                    <a:pt x="131" y="224"/>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40"/>
            <p:cNvSpPr/>
            <p:nvPr/>
          </p:nvSpPr>
          <p:spPr>
            <a:xfrm>
              <a:off x="453707" y="2393792"/>
              <a:ext cx="4508" cy="7708"/>
            </a:xfrm>
            <a:custGeom>
              <a:avLst/>
              <a:gdLst/>
              <a:ahLst/>
              <a:cxnLst/>
              <a:rect l="l" t="t" r="r" b="b"/>
              <a:pathLst>
                <a:path w="131" h="224" extrusionOk="0">
                  <a:moveTo>
                    <a:pt x="2" y="0"/>
                  </a:moveTo>
                  <a:lnTo>
                    <a:pt x="1" y="151"/>
                  </a:lnTo>
                  <a:lnTo>
                    <a:pt x="131" y="224"/>
                  </a:lnTo>
                  <a:lnTo>
                    <a:pt x="131" y="76"/>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40"/>
            <p:cNvSpPr/>
            <p:nvPr/>
          </p:nvSpPr>
          <p:spPr>
            <a:xfrm>
              <a:off x="453776" y="2386944"/>
              <a:ext cx="4508" cy="7708"/>
            </a:xfrm>
            <a:custGeom>
              <a:avLst/>
              <a:gdLst/>
              <a:ahLst/>
              <a:cxnLst/>
              <a:rect l="l" t="t" r="r" b="b"/>
              <a:pathLst>
                <a:path w="131" h="224" extrusionOk="0">
                  <a:moveTo>
                    <a:pt x="0" y="0"/>
                  </a:moveTo>
                  <a:lnTo>
                    <a:pt x="0" y="149"/>
                  </a:lnTo>
                  <a:lnTo>
                    <a:pt x="129" y="224"/>
                  </a:lnTo>
                  <a:lnTo>
                    <a:pt x="130" y="73"/>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40"/>
            <p:cNvSpPr/>
            <p:nvPr/>
          </p:nvSpPr>
          <p:spPr>
            <a:xfrm>
              <a:off x="453776" y="2380027"/>
              <a:ext cx="4508" cy="7708"/>
            </a:xfrm>
            <a:custGeom>
              <a:avLst/>
              <a:gdLst/>
              <a:ahLst/>
              <a:cxnLst/>
              <a:rect l="l" t="t" r="r" b="b"/>
              <a:pathLst>
                <a:path w="131" h="224" extrusionOk="0">
                  <a:moveTo>
                    <a:pt x="0" y="1"/>
                  </a:moveTo>
                  <a:lnTo>
                    <a:pt x="0" y="148"/>
                  </a:lnTo>
                  <a:lnTo>
                    <a:pt x="130" y="223"/>
                  </a:lnTo>
                  <a:lnTo>
                    <a:pt x="130"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40"/>
            <p:cNvSpPr/>
            <p:nvPr/>
          </p:nvSpPr>
          <p:spPr>
            <a:xfrm>
              <a:off x="453776" y="2373075"/>
              <a:ext cx="4508" cy="7743"/>
            </a:xfrm>
            <a:custGeom>
              <a:avLst/>
              <a:gdLst/>
              <a:ahLst/>
              <a:cxnLst/>
              <a:rect l="l" t="t" r="r" b="b"/>
              <a:pathLst>
                <a:path w="131" h="225" extrusionOk="0">
                  <a:moveTo>
                    <a:pt x="2" y="1"/>
                  </a:moveTo>
                  <a:lnTo>
                    <a:pt x="0" y="150"/>
                  </a:lnTo>
                  <a:lnTo>
                    <a:pt x="130" y="225"/>
                  </a:lnTo>
                  <a:lnTo>
                    <a:pt x="130" y="77"/>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40"/>
            <p:cNvSpPr/>
            <p:nvPr/>
          </p:nvSpPr>
          <p:spPr>
            <a:xfrm>
              <a:off x="453810" y="2366193"/>
              <a:ext cx="4508" cy="7777"/>
            </a:xfrm>
            <a:custGeom>
              <a:avLst/>
              <a:gdLst/>
              <a:ahLst/>
              <a:cxnLst/>
              <a:rect l="l" t="t" r="r" b="b"/>
              <a:pathLst>
                <a:path w="131" h="226" extrusionOk="0">
                  <a:moveTo>
                    <a:pt x="1" y="0"/>
                  </a:moveTo>
                  <a:lnTo>
                    <a:pt x="1" y="150"/>
                  </a:lnTo>
                  <a:lnTo>
                    <a:pt x="129" y="226"/>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40"/>
            <p:cNvSpPr/>
            <p:nvPr/>
          </p:nvSpPr>
          <p:spPr>
            <a:xfrm>
              <a:off x="453707" y="2407625"/>
              <a:ext cx="4508" cy="7743"/>
            </a:xfrm>
            <a:custGeom>
              <a:avLst/>
              <a:gdLst/>
              <a:ahLst/>
              <a:cxnLst/>
              <a:rect l="l" t="t" r="r" b="b"/>
              <a:pathLst>
                <a:path w="131" h="225" extrusionOk="0">
                  <a:moveTo>
                    <a:pt x="1" y="0"/>
                  </a:moveTo>
                  <a:lnTo>
                    <a:pt x="1" y="150"/>
                  </a:lnTo>
                  <a:lnTo>
                    <a:pt x="128" y="224"/>
                  </a:lnTo>
                  <a:lnTo>
                    <a:pt x="131" y="7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40"/>
            <p:cNvSpPr/>
            <p:nvPr/>
          </p:nvSpPr>
          <p:spPr>
            <a:xfrm>
              <a:off x="453707" y="2400709"/>
              <a:ext cx="4508" cy="7743"/>
            </a:xfrm>
            <a:custGeom>
              <a:avLst/>
              <a:gdLst/>
              <a:ahLst/>
              <a:cxnLst/>
              <a:rect l="l" t="t" r="r" b="b"/>
              <a:pathLst>
                <a:path w="131" h="225" extrusionOk="0">
                  <a:moveTo>
                    <a:pt x="1" y="1"/>
                  </a:moveTo>
                  <a:lnTo>
                    <a:pt x="1" y="149"/>
                  </a:lnTo>
                  <a:lnTo>
                    <a:pt x="131" y="225"/>
                  </a:lnTo>
                  <a:lnTo>
                    <a:pt x="131" y="76"/>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40"/>
            <p:cNvSpPr/>
            <p:nvPr/>
          </p:nvSpPr>
          <p:spPr>
            <a:xfrm>
              <a:off x="453570" y="2449058"/>
              <a:ext cx="4508" cy="7674"/>
            </a:xfrm>
            <a:custGeom>
              <a:avLst/>
              <a:gdLst/>
              <a:ahLst/>
              <a:cxnLst/>
              <a:rect l="l" t="t" r="r" b="b"/>
              <a:pathLst>
                <a:path w="131" h="223" extrusionOk="0">
                  <a:moveTo>
                    <a:pt x="0" y="1"/>
                  </a:moveTo>
                  <a:lnTo>
                    <a:pt x="0" y="150"/>
                  </a:lnTo>
                  <a:lnTo>
                    <a:pt x="130" y="223"/>
                  </a:lnTo>
                  <a:lnTo>
                    <a:pt x="130"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40"/>
            <p:cNvSpPr/>
            <p:nvPr/>
          </p:nvSpPr>
          <p:spPr>
            <a:xfrm>
              <a:off x="453570" y="2442176"/>
              <a:ext cx="4508" cy="7708"/>
            </a:xfrm>
            <a:custGeom>
              <a:avLst/>
              <a:gdLst/>
              <a:ahLst/>
              <a:cxnLst/>
              <a:rect l="l" t="t" r="r" b="b"/>
              <a:pathLst>
                <a:path w="131" h="224" extrusionOk="0">
                  <a:moveTo>
                    <a:pt x="0" y="0"/>
                  </a:moveTo>
                  <a:lnTo>
                    <a:pt x="0" y="149"/>
                  </a:lnTo>
                  <a:lnTo>
                    <a:pt x="130" y="224"/>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40"/>
            <p:cNvSpPr/>
            <p:nvPr/>
          </p:nvSpPr>
          <p:spPr>
            <a:xfrm>
              <a:off x="453673" y="2435259"/>
              <a:ext cx="4405" cy="7743"/>
            </a:xfrm>
            <a:custGeom>
              <a:avLst/>
              <a:gdLst/>
              <a:ahLst/>
              <a:cxnLst/>
              <a:rect l="l" t="t" r="r" b="b"/>
              <a:pathLst>
                <a:path w="128" h="225" extrusionOk="0">
                  <a:moveTo>
                    <a:pt x="0" y="1"/>
                  </a:moveTo>
                  <a:lnTo>
                    <a:pt x="0" y="148"/>
                  </a:lnTo>
                  <a:lnTo>
                    <a:pt x="127" y="224"/>
                  </a:lnTo>
                  <a:lnTo>
                    <a:pt x="127"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40"/>
            <p:cNvSpPr/>
            <p:nvPr/>
          </p:nvSpPr>
          <p:spPr>
            <a:xfrm>
              <a:off x="453673" y="2428376"/>
              <a:ext cx="4439" cy="7674"/>
            </a:xfrm>
            <a:custGeom>
              <a:avLst/>
              <a:gdLst/>
              <a:ahLst/>
              <a:cxnLst/>
              <a:rect l="l" t="t" r="r" b="b"/>
              <a:pathLst>
                <a:path w="129" h="223" extrusionOk="0">
                  <a:moveTo>
                    <a:pt x="0" y="0"/>
                  </a:moveTo>
                  <a:lnTo>
                    <a:pt x="0" y="148"/>
                  </a:lnTo>
                  <a:lnTo>
                    <a:pt x="129" y="223"/>
                  </a:lnTo>
                  <a:lnTo>
                    <a:pt x="129"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40"/>
            <p:cNvSpPr/>
            <p:nvPr/>
          </p:nvSpPr>
          <p:spPr>
            <a:xfrm>
              <a:off x="453673" y="2421425"/>
              <a:ext cx="4439" cy="7743"/>
            </a:xfrm>
            <a:custGeom>
              <a:avLst/>
              <a:gdLst/>
              <a:ahLst/>
              <a:cxnLst/>
              <a:rect l="l" t="t" r="r" b="b"/>
              <a:pathLst>
                <a:path w="129" h="225" extrusionOk="0">
                  <a:moveTo>
                    <a:pt x="0" y="0"/>
                  </a:moveTo>
                  <a:lnTo>
                    <a:pt x="0" y="151"/>
                  </a:lnTo>
                  <a:lnTo>
                    <a:pt x="129" y="224"/>
                  </a:lnTo>
                  <a:lnTo>
                    <a:pt x="129"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40"/>
            <p:cNvSpPr/>
            <p:nvPr/>
          </p:nvSpPr>
          <p:spPr>
            <a:xfrm>
              <a:off x="453673" y="2414577"/>
              <a:ext cx="4439" cy="7743"/>
            </a:xfrm>
            <a:custGeom>
              <a:avLst/>
              <a:gdLst/>
              <a:ahLst/>
              <a:cxnLst/>
              <a:rect l="l" t="t" r="r" b="b"/>
              <a:pathLst>
                <a:path w="129" h="225" extrusionOk="0">
                  <a:moveTo>
                    <a:pt x="2" y="0"/>
                  </a:moveTo>
                  <a:lnTo>
                    <a:pt x="0" y="148"/>
                  </a:lnTo>
                  <a:lnTo>
                    <a:pt x="129" y="224"/>
                  </a:lnTo>
                  <a:lnTo>
                    <a:pt x="129" y="75"/>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40"/>
            <p:cNvSpPr/>
            <p:nvPr/>
          </p:nvSpPr>
          <p:spPr>
            <a:xfrm>
              <a:off x="453501" y="2462892"/>
              <a:ext cx="4508" cy="7708"/>
            </a:xfrm>
            <a:custGeom>
              <a:avLst/>
              <a:gdLst/>
              <a:ahLst/>
              <a:cxnLst/>
              <a:rect l="l" t="t" r="r" b="b"/>
              <a:pathLst>
                <a:path w="131" h="224" extrusionOk="0">
                  <a:moveTo>
                    <a:pt x="1" y="1"/>
                  </a:moveTo>
                  <a:lnTo>
                    <a:pt x="1" y="149"/>
                  </a:lnTo>
                  <a:lnTo>
                    <a:pt x="131" y="223"/>
                  </a:lnTo>
                  <a:lnTo>
                    <a:pt x="131" y="7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40"/>
            <p:cNvSpPr/>
            <p:nvPr/>
          </p:nvSpPr>
          <p:spPr>
            <a:xfrm>
              <a:off x="453570" y="2456009"/>
              <a:ext cx="4508" cy="7674"/>
            </a:xfrm>
            <a:custGeom>
              <a:avLst/>
              <a:gdLst/>
              <a:ahLst/>
              <a:cxnLst/>
              <a:rect l="l" t="t" r="r" b="b"/>
              <a:pathLst>
                <a:path w="131" h="223" extrusionOk="0">
                  <a:moveTo>
                    <a:pt x="0" y="0"/>
                  </a:moveTo>
                  <a:lnTo>
                    <a:pt x="0" y="148"/>
                  </a:lnTo>
                  <a:lnTo>
                    <a:pt x="129" y="223"/>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40"/>
            <p:cNvSpPr/>
            <p:nvPr/>
          </p:nvSpPr>
          <p:spPr>
            <a:xfrm>
              <a:off x="453501" y="2469740"/>
              <a:ext cx="4508" cy="7812"/>
            </a:xfrm>
            <a:custGeom>
              <a:avLst/>
              <a:gdLst/>
              <a:ahLst/>
              <a:cxnLst/>
              <a:rect l="l" t="t" r="r" b="b"/>
              <a:pathLst>
                <a:path w="131" h="227" extrusionOk="0">
                  <a:moveTo>
                    <a:pt x="1" y="1"/>
                  </a:moveTo>
                  <a:lnTo>
                    <a:pt x="1" y="152"/>
                  </a:lnTo>
                  <a:lnTo>
                    <a:pt x="131" y="226"/>
                  </a:lnTo>
                  <a:lnTo>
                    <a:pt x="131" y="7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40"/>
            <p:cNvSpPr/>
            <p:nvPr/>
          </p:nvSpPr>
          <p:spPr>
            <a:xfrm>
              <a:off x="453466" y="2490560"/>
              <a:ext cx="4508" cy="7674"/>
            </a:xfrm>
            <a:custGeom>
              <a:avLst/>
              <a:gdLst/>
              <a:ahLst/>
              <a:cxnLst/>
              <a:rect l="l" t="t" r="r" b="b"/>
              <a:pathLst>
                <a:path w="131" h="223" extrusionOk="0">
                  <a:moveTo>
                    <a:pt x="0" y="0"/>
                  </a:moveTo>
                  <a:lnTo>
                    <a:pt x="0" y="148"/>
                  </a:lnTo>
                  <a:lnTo>
                    <a:pt x="130" y="222"/>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40"/>
            <p:cNvSpPr/>
            <p:nvPr/>
          </p:nvSpPr>
          <p:spPr>
            <a:xfrm>
              <a:off x="453466" y="2483608"/>
              <a:ext cx="4508" cy="7708"/>
            </a:xfrm>
            <a:custGeom>
              <a:avLst/>
              <a:gdLst/>
              <a:ahLst/>
              <a:cxnLst/>
              <a:rect l="l" t="t" r="r" b="b"/>
              <a:pathLst>
                <a:path w="131" h="224" extrusionOk="0">
                  <a:moveTo>
                    <a:pt x="2" y="0"/>
                  </a:moveTo>
                  <a:lnTo>
                    <a:pt x="0" y="149"/>
                  </a:lnTo>
                  <a:lnTo>
                    <a:pt x="130" y="224"/>
                  </a:lnTo>
                  <a:lnTo>
                    <a:pt x="130" y="76"/>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40"/>
            <p:cNvSpPr/>
            <p:nvPr/>
          </p:nvSpPr>
          <p:spPr>
            <a:xfrm>
              <a:off x="453501" y="2476691"/>
              <a:ext cx="4508" cy="7708"/>
            </a:xfrm>
            <a:custGeom>
              <a:avLst/>
              <a:gdLst/>
              <a:ahLst/>
              <a:cxnLst/>
              <a:rect l="l" t="t" r="r" b="b"/>
              <a:pathLst>
                <a:path w="131" h="224" extrusionOk="0">
                  <a:moveTo>
                    <a:pt x="1" y="1"/>
                  </a:moveTo>
                  <a:lnTo>
                    <a:pt x="1" y="150"/>
                  </a:lnTo>
                  <a:lnTo>
                    <a:pt x="129"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40"/>
            <p:cNvSpPr/>
            <p:nvPr/>
          </p:nvSpPr>
          <p:spPr>
            <a:xfrm>
              <a:off x="453466" y="2497408"/>
              <a:ext cx="4508" cy="7777"/>
            </a:xfrm>
            <a:custGeom>
              <a:avLst/>
              <a:gdLst/>
              <a:ahLst/>
              <a:cxnLst/>
              <a:rect l="l" t="t" r="r" b="b"/>
              <a:pathLst>
                <a:path w="131" h="226" extrusionOk="0">
                  <a:moveTo>
                    <a:pt x="0" y="0"/>
                  </a:moveTo>
                  <a:lnTo>
                    <a:pt x="0" y="151"/>
                  </a:lnTo>
                  <a:lnTo>
                    <a:pt x="128" y="225"/>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40"/>
            <p:cNvSpPr/>
            <p:nvPr/>
          </p:nvSpPr>
          <p:spPr>
            <a:xfrm>
              <a:off x="453398" y="2511241"/>
              <a:ext cx="4474" cy="7743"/>
            </a:xfrm>
            <a:custGeom>
              <a:avLst/>
              <a:gdLst/>
              <a:ahLst/>
              <a:cxnLst/>
              <a:rect l="l" t="t" r="r" b="b"/>
              <a:pathLst>
                <a:path w="130" h="225" extrusionOk="0">
                  <a:moveTo>
                    <a:pt x="1" y="0"/>
                  </a:moveTo>
                  <a:lnTo>
                    <a:pt x="1" y="148"/>
                  </a:lnTo>
                  <a:lnTo>
                    <a:pt x="130" y="224"/>
                  </a:lnTo>
                  <a:lnTo>
                    <a:pt x="130"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40"/>
            <p:cNvSpPr/>
            <p:nvPr/>
          </p:nvSpPr>
          <p:spPr>
            <a:xfrm>
              <a:off x="453398" y="2504325"/>
              <a:ext cx="4474" cy="7708"/>
            </a:xfrm>
            <a:custGeom>
              <a:avLst/>
              <a:gdLst/>
              <a:ahLst/>
              <a:cxnLst/>
              <a:rect l="l" t="t" r="r" b="b"/>
              <a:pathLst>
                <a:path w="130" h="224" extrusionOk="0">
                  <a:moveTo>
                    <a:pt x="2" y="1"/>
                  </a:moveTo>
                  <a:lnTo>
                    <a:pt x="1" y="150"/>
                  </a:lnTo>
                  <a:lnTo>
                    <a:pt x="130" y="223"/>
                  </a:lnTo>
                  <a:lnTo>
                    <a:pt x="130" y="76"/>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40"/>
            <p:cNvSpPr/>
            <p:nvPr/>
          </p:nvSpPr>
          <p:spPr>
            <a:xfrm>
              <a:off x="453398" y="2518193"/>
              <a:ext cx="4474" cy="7674"/>
            </a:xfrm>
            <a:custGeom>
              <a:avLst/>
              <a:gdLst/>
              <a:ahLst/>
              <a:cxnLst/>
              <a:rect l="l" t="t" r="r" b="b"/>
              <a:pathLst>
                <a:path w="130" h="223" extrusionOk="0">
                  <a:moveTo>
                    <a:pt x="1" y="0"/>
                  </a:moveTo>
                  <a:lnTo>
                    <a:pt x="1" y="148"/>
                  </a:lnTo>
                  <a:lnTo>
                    <a:pt x="130" y="223"/>
                  </a:lnTo>
                  <a:lnTo>
                    <a:pt x="130"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40"/>
            <p:cNvSpPr/>
            <p:nvPr/>
          </p:nvSpPr>
          <p:spPr>
            <a:xfrm>
              <a:off x="453398" y="2525041"/>
              <a:ext cx="4439" cy="7777"/>
            </a:xfrm>
            <a:custGeom>
              <a:avLst/>
              <a:gdLst/>
              <a:ahLst/>
              <a:cxnLst/>
              <a:rect l="l" t="t" r="r" b="b"/>
              <a:pathLst>
                <a:path w="129" h="226" extrusionOk="0">
                  <a:moveTo>
                    <a:pt x="1" y="0"/>
                  </a:moveTo>
                  <a:lnTo>
                    <a:pt x="1" y="149"/>
                  </a:lnTo>
                  <a:lnTo>
                    <a:pt x="128" y="226"/>
                  </a:lnTo>
                  <a:lnTo>
                    <a:pt x="128"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40"/>
            <p:cNvSpPr/>
            <p:nvPr/>
          </p:nvSpPr>
          <p:spPr>
            <a:xfrm>
              <a:off x="468126" y="2325999"/>
              <a:ext cx="4508" cy="7743"/>
            </a:xfrm>
            <a:custGeom>
              <a:avLst/>
              <a:gdLst/>
              <a:ahLst/>
              <a:cxnLst/>
              <a:rect l="l" t="t" r="r" b="b"/>
              <a:pathLst>
                <a:path w="131" h="225" extrusionOk="0">
                  <a:moveTo>
                    <a:pt x="0" y="1"/>
                  </a:moveTo>
                  <a:lnTo>
                    <a:pt x="0" y="150"/>
                  </a:lnTo>
                  <a:lnTo>
                    <a:pt x="129" y="225"/>
                  </a:lnTo>
                  <a:lnTo>
                    <a:pt x="130" y="77"/>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40"/>
            <p:cNvSpPr/>
            <p:nvPr/>
          </p:nvSpPr>
          <p:spPr>
            <a:xfrm>
              <a:off x="468126" y="2319116"/>
              <a:ext cx="4508" cy="7674"/>
            </a:xfrm>
            <a:custGeom>
              <a:avLst/>
              <a:gdLst/>
              <a:ahLst/>
              <a:cxnLst/>
              <a:rect l="l" t="t" r="r" b="b"/>
              <a:pathLst>
                <a:path w="131" h="223" extrusionOk="0">
                  <a:moveTo>
                    <a:pt x="0" y="0"/>
                  </a:moveTo>
                  <a:lnTo>
                    <a:pt x="0" y="148"/>
                  </a:lnTo>
                  <a:lnTo>
                    <a:pt x="130" y="223"/>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40"/>
            <p:cNvSpPr/>
            <p:nvPr/>
          </p:nvSpPr>
          <p:spPr>
            <a:xfrm>
              <a:off x="468057" y="2339798"/>
              <a:ext cx="4508" cy="7777"/>
            </a:xfrm>
            <a:custGeom>
              <a:avLst/>
              <a:gdLst/>
              <a:ahLst/>
              <a:cxnLst/>
              <a:rect l="l" t="t" r="r" b="b"/>
              <a:pathLst>
                <a:path w="131" h="226" extrusionOk="0">
                  <a:moveTo>
                    <a:pt x="1" y="1"/>
                  </a:moveTo>
                  <a:lnTo>
                    <a:pt x="1" y="151"/>
                  </a:lnTo>
                  <a:lnTo>
                    <a:pt x="131" y="226"/>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40"/>
            <p:cNvSpPr/>
            <p:nvPr/>
          </p:nvSpPr>
          <p:spPr>
            <a:xfrm>
              <a:off x="468057" y="2332950"/>
              <a:ext cx="4508" cy="7708"/>
            </a:xfrm>
            <a:custGeom>
              <a:avLst/>
              <a:gdLst/>
              <a:ahLst/>
              <a:cxnLst/>
              <a:rect l="l" t="t" r="r" b="b"/>
              <a:pathLst>
                <a:path w="131" h="224" extrusionOk="0">
                  <a:moveTo>
                    <a:pt x="2" y="1"/>
                  </a:moveTo>
                  <a:lnTo>
                    <a:pt x="1" y="148"/>
                  </a:lnTo>
                  <a:lnTo>
                    <a:pt x="131" y="223"/>
                  </a:lnTo>
                  <a:lnTo>
                    <a:pt x="131" y="75"/>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40"/>
            <p:cNvSpPr/>
            <p:nvPr/>
          </p:nvSpPr>
          <p:spPr>
            <a:xfrm>
              <a:off x="468023" y="2360584"/>
              <a:ext cx="4439" cy="7708"/>
            </a:xfrm>
            <a:custGeom>
              <a:avLst/>
              <a:gdLst/>
              <a:ahLst/>
              <a:cxnLst/>
              <a:rect l="l" t="t" r="r" b="b"/>
              <a:pathLst>
                <a:path w="129" h="224" extrusionOk="0">
                  <a:moveTo>
                    <a:pt x="0" y="1"/>
                  </a:moveTo>
                  <a:lnTo>
                    <a:pt x="0" y="149"/>
                  </a:lnTo>
                  <a:lnTo>
                    <a:pt x="129" y="223"/>
                  </a:lnTo>
                  <a:lnTo>
                    <a:pt x="129" y="7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40"/>
            <p:cNvSpPr/>
            <p:nvPr/>
          </p:nvSpPr>
          <p:spPr>
            <a:xfrm>
              <a:off x="468023" y="2353667"/>
              <a:ext cx="4439" cy="7708"/>
            </a:xfrm>
            <a:custGeom>
              <a:avLst/>
              <a:gdLst/>
              <a:ahLst/>
              <a:cxnLst/>
              <a:rect l="l" t="t" r="r" b="b"/>
              <a:pathLst>
                <a:path w="129" h="224" extrusionOk="0">
                  <a:moveTo>
                    <a:pt x="2" y="0"/>
                  </a:moveTo>
                  <a:lnTo>
                    <a:pt x="0" y="148"/>
                  </a:lnTo>
                  <a:lnTo>
                    <a:pt x="129" y="224"/>
                  </a:lnTo>
                  <a:lnTo>
                    <a:pt x="129" y="75"/>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40"/>
            <p:cNvSpPr/>
            <p:nvPr/>
          </p:nvSpPr>
          <p:spPr>
            <a:xfrm>
              <a:off x="468057" y="2346750"/>
              <a:ext cx="4508" cy="7674"/>
            </a:xfrm>
            <a:custGeom>
              <a:avLst/>
              <a:gdLst/>
              <a:ahLst/>
              <a:cxnLst/>
              <a:rect l="l" t="t" r="r" b="b"/>
              <a:pathLst>
                <a:path w="131" h="223" extrusionOk="0">
                  <a:moveTo>
                    <a:pt x="1" y="1"/>
                  </a:moveTo>
                  <a:lnTo>
                    <a:pt x="1" y="150"/>
                  </a:lnTo>
                  <a:lnTo>
                    <a:pt x="131"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40"/>
            <p:cNvSpPr/>
            <p:nvPr/>
          </p:nvSpPr>
          <p:spPr>
            <a:xfrm>
              <a:off x="467920" y="2388182"/>
              <a:ext cx="4508" cy="7743"/>
            </a:xfrm>
            <a:custGeom>
              <a:avLst/>
              <a:gdLst/>
              <a:ahLst/>
              <a:cxnLst/>
              <a:rect l="l" t="t" r="r" b="b"/>
              <a:pathLst>
                <a:path w="131" h="225" extrusionOk="0">
                  <a:moveTo>
                    <a:pt x="0" y="1"/>
                  </a:moveTo>
                  <a:lnTo>
                    <a:pt x="0" y="150"/>
                  </a:lnTo>
                  <a:lnTo>
                    <a:pt x="130" y="225"/>
                  </a:lnTo>
                  <a:lnTo>
                    <a:pt x="130" y="77"/>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40"/>
            <p:cNvSpPr/>
            <p:nvPr/>
          </p:nvSpPr>
          <p:spPr>
            <a:xfrm>
              <a:off x="467920" y="2381300"/>
              <a:ext cx="4508" cy="7674"/>
            </a:xfrm>
            <a:custGeom>
              <a:avLst/>
              <a:gdLst/>
              <a:ahLst/>
              <a:cxnLst/>
              <a:rect l="l" t="t" r="r" b="b"/>
              <a:pathLst>
                <a:path w="131" h="223" extrusionOk="0">
                  <a:moveTo>
                    <a:pt x="0" y="0"/>
                  </a:moveTo>
                  <a:lnTo>
                    <a:pt x="0" y="148"/>
                  </a:lnTo>
                  <a:lnTo>
                    <a:pt x="130" y="223"/>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40"/>
            <p:cNvSpPr/>
            <p:nvPr/>
          </p:nvSpPr>
          <p:spPr>
            <a:xfrm>
              <a:off x="468023" y="2374349"/>
              <a:ext cx="4405" cy="7743"/>
            </a:xfrm>
            <a:custGeom>
              <a:avLst/>
              <a:gdLst/>
              <a:ahLst/>
              <a:cxnLst/>
              <a:rect l="l" t="t" r="r" b="b"/>
              <a:pathLst>
                <a:path w="128" h="225" extrusionOk="0">
                  <a:moveTo>
                    <a:pt x="0" y="0"/>
                  </a:moveTo>
                  <a:lnTo>
                    <a:pt x="0" y="151"/>
                  </a:lnTo>
                  <a:lnTo>
                    <a:pt x="127" y="224"/>
                  </a:lnTo>
                  <a:lnTo>
                    <a:pt x="127" y="76"/>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40"/>
            <p:cNvSpPr/>
            <p:nvPr/>
          </p:nvSpPr>
          <p:spPr>
            <a:xfrm>
              <a:off x="468023" y="2367432"/>
              <a:ext cx="4439" cy="7812"/>
            </a:xfrm>
            <a:custGeom>
              <a:avLst/>
              <a:gdLst/>
              <a:ahLst/>
              <a:cxnLst/>
              <a:rect l="l" t="t" r="r" b="b"/>
              <a:pathLst>
                <a:path w="129" h="227" extrusionOk="0">
                  <a:moveTo>
                    <a:pt x="0" y="1"/>
                  </a:moveTo>
                  <a:lnTo>
                    <a:pt x="0" y="150"/>
                  </a:lnTo>
                  <a:lnTo>
                    <a:pt x="129" y="226"/>
                  </a:lnTo>
                  <a:lnTo>
                    <a:pt x="129" y="7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40"/>
            <p:cNvSpPr/>
            <p:nvPr/>
          </p:nvSpPr>
          <p:spPr>
            <a:xfrm>
              <a:off x="467851" y="2395030"/>
              <a:ext cx="4508" cy="7777"/>
            </a:xfrm>
            <a:custGeom>
              <a:avLst/>
              <a:gdLst/>
              <a:ahLst/>
              <a:cxnLst/>
              <a:rect l="l" t="t" r="r" b="b"/>
              <a:pathLst>
                <a:path w="131" h="226" extrusionOk="0">
                  <a:moveTo>
                    <a:pt x="2" y="1"/>
                  </a:moveTo>
                  <a:lnTo>
                    <a:pt x="1" y="151"/>
                  </a:lnTo>
                  <a:lnTo>
                    <a:pt x="131" y="226"/>
                  </a:lnTo>
                  <a:lnTo>
                    <a:pt x="131" y="77"/>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40"/>
            <p:cNvSpPr/>
            <p:nvPr/>
          </p:nvSpPr>
          <p:spPr>
            <a:xfrm>
              <a:off x="467816" y="2422664"/>
              <a:ext cx="4508" cy="7812"/>
            </a:xfrm>
            <a:custGeom>
              <a:avLst/>
              <a:gdLst/>
              <a:ahLst/>
              <a:cxnLst/>
              <a:rect l="l" t="t" r="r" b="b"/>
              <a:pathLst>
                <a:path w="131" h="227" extrusionOk="0">
                  <a:moveTo>
                    <a:pt x="0" y="1"/>
                  </a:moveTo>
                  <a:lnTo>
                    <a:pt x="0" y="152"/>
                  </a:lnTo>
                  <a:lnTo>
                    <a:pt x="130" y="226"/>
                  </a:lnTo>
                  <a:lnTo>
                    <a:pt x="130"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40"/>
            <p:cNvSpPr/>
            <p:nvPr/>
          </p:nvSpPr>
          <p:spPr>
            <a:xfrm>
              <a:off x="467851" y="2415816"/>
              <a:ext cx="4508" cy="7743"/>
            </a:xfrm>
            <a:custGeom>
              <a:avLst/>
              <a:gdLst/>
              <a:ahLst/>
              <a:cxnLst/>
              <a:rect l="l" t="t" r="r" b="b"/>
              <a:pathLst>
                <a:path w="131" h="225" extrusionOk="0">
                  <a:moveTo>
                    <a:pt x="1" y="1"/>
                  </a:moveTo>
                  <a:lnTo>
                    <a:pt x="1" y="149"/>
                  </a:lnTo>
                  <a:lnTo>
                    <a:pt x="129" y="225"/>
                  </a:lnTo>
                  <a:lnTo>
                    <a:pt x="131" y="7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40"/>
            <p:cNvSpPr/>
            <p:nvPr/>
          </p:nvSpPr>
          <p:spPr>
            <a:xfrm>
              <a:off x="467851" y="2408864"/>
              <a:ext cx="4508" cy="7743"/>
            </a:xfrm>
            <a:custGeom>
              <a:avLst/>
              <a:gdLst/>
              <a:ahLst/>
              <a:cxnLst/>
              <a:rect l="l" t="t" r="r" b="b"/>
              <a:pathLst>
                <a:path w="131" h="225" extrusionOk="0">
                  <a:moveTo>
                    <a:pt x="1" y="1"/>
                  </a:moveTo>
                  <a:lnTo>
                    <a:pt x="1" y="150"/>
                  </a:lnTo>
                  <a:lnTo>
                    <a:pt x="131" y="225"/>
                  </a:lnTo>
                  <a:lnTo>
                    <a:pt x="131" y="7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40"/>
            <p:cNvSpPr/>
            <p:nvPr/>
          </p:nvSpPr>
          <p:spPr>
            <a:xfrm>
              <a:off x="467851" y="2401982"/>
              <a:ext cx="4508" cy="7743"/>
            </a:xfrm>
            <a:custGeom>
              <a:avLst/>
              <a:gdLst/>
              <a:ahLst/>
              <a:cxnLst/>
              <a:rect l="l" t="t" r="r" b="b"/>
              <a:pathLst>
                <a:path w="131" h="225" extrusionOk="0">
                  <a:moveTo>
                    <a:pt x="1" y="1"/>
                  </a:moveTo>
                  <a:lnTo>
                    <a:pt x="1" y="148"/>
                  </a:lnTo>
                  <a:lnTo>
                    <a:pt x="131" y="224"/>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40"/>
            <p:cNvSpPr/>
            <p:nvPr/>
          </p:nvSpPr>
          <p:spPr>
            <a:xfrm>
              <a:off x="467748" y="2443483"/>
              <a:ext cx="4474" cy="7674"/>
            </a:xfrm>
            <a:custGeom>
              <a:avLst/>
              <a:gdLst/>
              <a:ahLst/>
              <a:cxnLst/>
              <a:rect l="l" t="t" r="r" b="b"/>
              <a:pathLst>
                <a:path w="130" h="223" extrusionOk="0">
                  <a:moveTo>
                    <a:pt x="2" y="0"/>
                  </a:moveTo>
                  <a:lnTo>
                    <a:pt x="1" y="148"/>
                  </a:lnTo>
                  <a:lnTo>
                    <a:pt x="130" y="222"/>
                  </a:lnTo>
                  <a:lnTo>
                    <a:pt x="130" y="73"/>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40"/>
            <p:cNvSpPr/>
            <p:nvPr/>
          </p:nvSpPr>
          <p:spPr>
            <a:xfrm>
              <a:off x="467816" y="2436532"/>
              <a:ext cx="4508" cy="7743"/>
            </a:xfrm>
            <a:custGeom>
              <a:avLst/>
              <a:gdLst/>
              <a:ahLst/>
              <a:cxnLst/>
              <a:rect l="l" t="t" r="r" b="b"/>
              <a:pathLst>
                <a:path w="131" h="225" extrusionOk="0">
                  <a:moveTo>
                    <a:pt x="0" y="0"/>
                  </a:moveTo>
                  <a:lnTo>
                    <a:pt x="0" y="148"/>
                  </a:lnTo>
                  <a:lnTo>
                    <a:pt x="128" y="224"/>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40"/>
            <p:cNvSpPr/>
            <p:nvPr/>
          </p:nvSpPr>
          <p:spPr>
            <a:xfrm>
              <a:off x="467816" y="2429615"/>
              <a:ext cx="4508" cy="7708"/>
            </a:xfrm>
            <a:custGeom>
              <a:avLst/>
              <a:gdLst/>
              <a:ahLst/>
              <a:cxnLst/>
              <a:rect l="l" t="t" r="r" b="b"/>
              <a:pathLst>
                <a:path w="131" h="224" extrusionOk="0">
                  <a:moveTo>
                    <a:pt x="0" y="1"/>
                  </a:moveTo>
                  <a:lnTo>
                    <a:pt x="0" y="149"/>
                  </a:lnTo>
                  <a:lnTo>
                    <a:pt x="130" y="223"/>
                  </a:lnTo>
                  <a:lnTo>
                    <a:pt x="130"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40"/>
            <p:cNvSpPr/>
            <p:nvPr/>
          </p:nvSpPr>
          <p:spPr>
            <a:xfrm>
              <a:off x="467748" y="2450331"/>
              <a:ext cx="4474" cy="7777"/>
            </a:xfrm>
            <a:custGeom>
              <a:avLst/>
              <a:gdLst/>
              <a:ahLst/>
              <a:cxnLst/>
              <a:rect l="l" t="t" r="r" b="b"/>
              <a:pathLst>
                <a:path w="130" h="226" extrusionOk="0">
                  <a:moveTo>
                    <a:pt x="1" y="0"/>
                  </a:moveTo>
                  <a:lnTo>
                    <a:pt x="1" y="149"/>
                  </a:lnTo>
                  <a:lnTo>
                    <a:pt x="130" y="225"/>
                  </a:lnTo>
                  <a:lnTo>
                    <a:pt x="130"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40"/>
            <p:cNvSpPr/>
            <p:nvPr/>
          </p:nvSpPr>
          <p:spPr>
            <a:xfrm>
              <a:off x="467644" y="2464165"/>
              <a:ext cx="4542" cy="7674"/>
            </a:xfrm>
            <a:custGeom>
              <a:avLst/>
              <a:gdLst/>
              <a:ahLst/>
              <a:cxnLst/>
              <a:rect l="l" t="t" r="r" b="b"/>
              <a:pathLst>
                <a:path w="132" h="223" extrusionOk="0">
                  <a:moveTo>
                    <a:pt x="4" y="0"/>
                  </a:moveTo>
                  <a:lnTo>
                    <a:pt x="1" y="148"/>
                  </a:lnTo>
                  <a:lnTo>
                    <a:pt x="131" y="223"/>
                  </a:lnTo>
                  <a:lnTo>
                    <a:pt x="131" y="75"/>
                  </a:lnTo>
                  <a:lnTo>
                    <a:pt x="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40"/>
            <p:cNvSpPr/>
            <p:nvPr/>
          </p:nvSpPr>
          <p:spPr>
            <a:xfrm>
              <a:off x="467748" y="2457248"/>
              <a:ext cx="4474" cy="7708"/>
            </a:xfrm>
            <a:custGeom>
              <a:avLst/>
              <a:gdLst/>
              <a:ahLst/>
              <a:cxnLst/>
              <a:rect l="l" t="t" r="r" b="b"/>
              <a:pathLst>
                <a:path w="130" h="224" extrusionOk="0">
                  <a:moveTo>
                    <a:pt x="1" y="1"/>
                  </a:moveTo>
                  <a:lnTo>
                    <a:pt x="1" y="149"/>
                  </a:lnTo>
                  <a:lnTo>
                    <a:pt x="128" y="223"/>
                  </a:lnTo>
                  <a:lnTo>
                    <a:pt x="130" y="76"/>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40"/>
            <p:cNvSpPr/>
            <p:nvPr/>
          </p:nvSpPr>
          <p:spPr>
            <a:xfrm>
              <a:off x="467644" y="2471116"/>
              <a:ext cx="4542" cy="7674"/>
            </a:xfrm>
            <a:custGeom>
              <a:avLst/>
              <a:gdLst/>
              <a:ahLst/>
              <a:cxnLst/>
              <a:rect l="l" t="t" r="r" b="b"/>
              <a:pathLst>
                <a:path w="132" h="223" extrusionOk="0">
                  <a:moveTo>
                    <a:pt x="1" y="0"/>
                  </a:moveTo>
                  <a:lnTo>
                    <a:pt x="1" y="148"/>
                  </a:lnTo>
                  <a:lnTo>
                    <a:pt x="131" y="223"/>
                  </a:lnTo>
                  <a:lnTo>
                    <a:pt x="131" y="73"/>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40"/>
            <p:cNvSpPr/>
            <p:nvPr/>
          </p:nvSpPr>
          <p:spPr>
            <a:xfrm>
              <a:off x="467644" y="2484847"/>
              <a:ext cx="4474" cy="7743"/>
            </a:xfrm>
            <a:custGeom>
              <a:avLst/>
              <a:gdLst/>
              <a:ahLst/>
              <a:cxnLst/>
              <a:rect l="l" t="t" r="r" b="b"/>
              <a:pathLst>
                <a:path w="130" h="225" extrusionOk="0">
                  <a:moveTo>
                    <a:pt x="1" y="1"/>
                  </a:moveTo>
                  <a:lnTo>
                    <a:pt x="1" y="151"/>
                  </a:lnTo>
                  <a:lnTo>
                    <a:pt x="130" y="225"/>
                  </a:lnTo>
                  <a:lnTo>
                    <a:pt x="130" y="7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40"/>
            <p:cNvSpPr/>
            <p:nvPr/>
          </p:nvSpPr>
          <p:spPr>
            <a:xfrm>
              <a:off x="467644" y="2477965"/>
              <a:ext cx="4542" cy="7674"/>
            </a:xfrm>
            <a:custGeom>
              <a:avLst/>
              <a:gdLst/>
              <a:ahLst/>
              <a:cxnLst/>
              <a:rect l="l" t="t" r="r" b="b"/>
              <a:pathLst>
                <a:path w="132" h="223" extrusionOk="0">
                  <a:moveTo>
                    <a:pt x="1" y="0"/>
                  </a:moveTo>
                  <a:lnTo>
                    <a:pt x="1" y="150"/>
                  </a:lnTo>
                  <a:lnTo>
                    <a:pt x="131" y="223"/>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40"/>
            <p:cNvSpPr/>
            <p:nvPr/>
          </p:nvSpPr>
          <p:spPr>
            <a:xfrm>
              <a:off x="467610" y="2498646"/>
              <a:ext cx="4508" cy="7777"/>
            </a:xfrm>
            <a:custGeom>
              <a:avLst/>
              <a:gdLst/>
              <a:ahLst/>
              <a:cxnLst/>
              <a:rect l="l" t="t" r="r" b="b"/>
              <a:pathLst>
                <a:path w="131" h="226" extrusionOk="0">
                  <a:moveTo>
                    <a:pt x="0" y="1"/>
                  </a:moveTo>
                  <a:lnTo>
                    <a:pt x="0" y="151"/>
                  </a:lnTo>
                  <a:lnTo>
                    <a:pt x="131" y="226"/>
                  </a:lnTo>
                  <a:lnTo>
                    <a:pt x="131"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40"/>
            <p:cNvSpPr/>
            <p:nvPr/>
          </p:nvSpPr>
          <p:spPr>
            <a:xfrm>
              <a:off x="467610" y="2491798"/>
              <a:ext cx="4508" cy="7708"/>
            </a:xfrm>
            <a:custGeom>
              <a:avLst/>
              <a:gdLst/>
              <a:ahLst/>
              <a:cxnLst/>
              <a:rect l="l" t="t" r="r" b="b"/>
              <a:pathLst>
                <a:path w="131" h="224" extrusionOk="0">
                  <a:moveTo>
                    <a:pt x="0" y="1"/>
                  </a:moveTo>
                  <a:lnTo>
                    <a:pt x="0" y="148"/>
                  </a:lnTo>
                  <a:lnTo>
                    <a:pt x="131" y="223"/>
                  </a:lnTo>
                  <a:lnTo>
                    <a:pt x="131"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40"/>
            <p:cNvSpPr/>
            <p:nvPr/>
          </p:nvSpPr>
          <p:spPr>
            <a:xfrm>
              <a:off x="467541" y="2512480"/>
              <a:ext cx="4542" cy="7743"/>
            </a:xfrm>
            <a:custGeom>
              <a:avLst/>
              <a:gdLst/>
              <a:ahLst/>
              <a:cxnLst/>
              <a:rect l="l" t="t" r="r" b="b"/>
              <a:pathLst>
                <a:path w="132" h="225" extrusionOk="0">
                  <a:moveTo>
                    <a:pt x="2" y="1"/>
                  </a:moveTo>
                  <a:lnTo>
                    <a:pt x="1" y="149"/>
                  </a:lnTo>
                  <a:lnTo>
                    <a:pt x="131" y="225"/>
                  </a:lnTo>
                  <a:lnTo>
                    <a:pt x="131" y="76"/>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40"/>
            <p:cNvSpPr/>
            <p:nvPr/>
          </p:nvSpPr>
          <p:spPr>
            <a:xfrm>
              <a:off x="467610" y="2505598"/>
              <a:ext cx="4508" cy="7674"/>
            </a:xfrm>
            <a:custGeom>
              <a:avLst/>
              <a:gdLst/>
              <a:ahLst/>
              <a:cxnLst/>
              <a:rect l="l" t="t" r="r" b="b"/>
              <a:pathLst>
                <a:path w="131" h="223" extrusionOk="0">
                  <a:moveTo>
                    <a:pt x="0" y="1"/>
                  </a:moveTo>
                  <a:lnTo>
                    <a:pt x="0" y="150"/>
                  </a:lnTo>
                  <a:lnTo>
                    <a:pt x="129" y="223"/>
                  </a:lnTo>
                  <a:lnTo>
                    <a:pt x="131"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40"/>
            <p:cNvSpPr/>
            <p:nvPr/>
          </p:nvSpPr>
          <p:spPr>
            <a:xfrm>
              <a:off x="467507" y="2533197"/>
              <a:ext cx="4474" cy="7743"/>
            </a:xfrm>
            <a:custGeom>
              <a:avLst/>
              <a:gdLst/>
              <a:ahLst/>
              <a:cxnLst/>
              <a:rect l="l" t="t" r="r" b="b"/>
              <a:pathLst>
                <a:path w="130" h="225" extrusionOk="0">
                  <a:moveTo>
                    <a:pt x="2" y="0"/>
                  </a:moveTo>
                  <a:lnTo>
                    <a:pt x="0" y="151"/>
                  </a:lnTo>
                  <a:lnTo>
                    <a:pt x="129" y="224"/>
                  </a:lnTo>
                  <a:lnTo>
                    <a:pt x="129" y="76"/>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40"/>
            <p:cNvSpPr/>
            <p:nvPr/>
          </p:nvSpPr>
          <p:spPr>
            <a:xfrm>
              <a:off x="467541" y="2526280"/>
              <a:ext cx="4542" cy="7812"/>
            </a:xfrm>
            <a:custGeom>
              <a:avLst/>
              <a:gdLst/>
              <a:ahLst/>
              <a:cxnLst/>
              <a:rect l="l" t="t" r="r" b="b"/>
              <a:pathLst>
                <a:path w="132" h="227" extrusionOk="0">
                  <a:moveTo>
                    <a:pt x="1" y="1"/>
                  </a:moveTo>
                  <a:lnTo>
                    <a:pt x="1" y="150"/>
                  </a:lnTo>
                  <a:lnTo>
                    <a:pt x="128" y="226"/>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40"/>
            <p:cNvSpPr/>
            <p:nvPr/>
          </p:nvSpPr>
          <p:spPr>
            <a:xfrm>
              <a:off x="467541" y="2519432"/>
              <a:ext cx="4542" cy="7708"/>
            </a:xfrm>
            <a:custGeom>
              <a:avLst/>
              <a:gdLst/>
              <a:ahLst/>
              <a:cxnLst/>
              <a:rect l="l" t="t" r="r" b="b"/>
              <a:pathLst>
                <a:path w="132" h="224" extrusionOk="0">
                  <a:moveTo>
                    <a:pt x="1" y="1"/>
                  </a:moveTo>
                  <a:lnTo>
                    <a:pt x="1" y="149"/>
                  </a:lnTo>
                  <a:lnTo>
                    <a:pt x="131"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40"/>
            <p:cNvSpPr/>
            <p:nvPr/>
          </p:nvSpPr>
          <p:spPr>
            <a:xfrm>
              <a:off x="475146" y="2330128"/>
              <a:ext cx="4542" cy="7708"/>
            </a:xfrm>
            <a:custGeom>
              <a:avLst/>
              <a:gdLst/>
              <a:ahLst/>
              <a:cxnLst/>
              <a:rect l="l" t="t" r="r" b="b"/>
              <a:pathLst>
                <a:path w="132" h="224" extrusionOk="0">
                  <a:moveTo>
                    <a:pt x="1" y="1"/>
                  </a:moveTo>
                  <a:lnTo>
                    <a:pt x="1" y="149"/>
                  </a:lnTo>
                  <a:lnTo>
                    <a:pt x="131"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40"/>
            <p:cNvSpPr/>
            <p:nvPr/>
          </p:nvSpPr>
          <p:spPr>
            <a:xfrm>
              <a:off x="475146" y="2323177"/>
              <a:ext cx="4542" cy="7708"/>
            </a:xfrm>
            <a:custGeom>
              <a:avLst/>
              <a:gdLst/>
              <a:ahLst/>
              <a:cxnLst/>
              <a:rect l="l" t="t" r="r" b="b"/>
              <a:pathLst>
                <a:path w="132" h="224" extrusionOk="0">
                  <a:moveTo>
                    <a:pt x="2" y="1"/>
                  </a:moveTo>
                  <a:lnTo>
                    <a:pt x="1" y="149"/>
                  </a:lnTo>
                  <a:lnTo>
                    <a:pt x="131" y="223"/>
                  </a:lnTo>
                  <a:lnTo>
                    <a:pt x="131" y="75"/>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40"/>
            <p:cNvSpPr/>
            <p:nvPr/>
          </p:nvSpPr>
          <p:spPr>
            <a:xfrm>
              <a:off x="475112" y="2343893"/>
              <a:ext cx="4508" cy="7743"/>
            </a:xfrm>
            <a:custGeom>
              <a:avLst/>
              <a:gdLst/>
              <a:ahLst/>
              <a:cxnLst/>
              <a:rect l="l" t="t" r="r" b="b"/>
              <a:pathLst>
                <a:path w="131" h="225" extrusionOk="0">
                  <a:moveTo>
                    <a:pt x="2" y="0"/>
                  </a:moveTo>
                  <a:lnTo>
                    <a:pt x="0" y="151"/>
                  </a:lnTo>
                  <a:lnTo>
                    <a:pt x="131" y="224"/>
                  </a:lnTo>
                  <a:lnTo>
                    <a:pt x="131" y="76"/>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40"/>
            <p:cNvSpPr/>
            <p:nvPr/>
          </p:nvSpPr>
          <p:spPr>
            <a:xfrm>
              <a:off x="475146" y="2337045"/>
              <a:ext cx="4542" cy="7674"/>
            </a:xfrm>
            <a:custGeom>
              <a:avLst/>
              <a:gdLst/>
              <a:ahLst/>
              <a:cxnLst/>
              <a:rect l="l" t="t" r="r" b="b"/>
              <a:pathLst>
                <a:path w="132" h="223" extrusionOk="0">
                  <a:moveTo>
                    <a:pt x="1" y="0"/>
                  </a:moveTo>
                  <a:lnTo>
                    <a:pt x="1" y="148"/>
                  </a:lnTo>
                  <a:lnTo>
                    <a:pt x="130" y="223"/>
                  </a:lnTo>
                  <a:lnTo>
                    <a:pt x="131" y="73"/>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40"/>
            <p:cNvSpPr/>
            <p:nvPr/>
          </p:nvSpPr>
          <p:spPr>
            <a:xfrm>
              <a:off x="475112" y="2350845"/>
              <a:ext cx="4508" cy="7674"/>
            </a:xfrm>
            <a:custGeom>
              <a:avLst/>
              <a:gdLst/>
              <a:ahLst/>
              <a:cxnLst/>
              <a:rect l="l" t="t" r="r" b="b"/>
              <a:pathLst>
                <a:path w="131" h="223" extrusionOk="0">
                  <a:moveTo>
                    <a:pt x="0" y="0"/>
                  </a:moveTo>
                  <a:lnTo>
                    <a:pt x="0" y="148"/>
                  </a:lnTo>
                  <a:lnTo>
                    <a:pt x="131" y="222"/>
                  </a:lnTo>
                  <a:lnTo>
                    <a:pt x="131"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40"/>
            <p:cNvSpPr/>
            <p:nvPr/>
          </p:nvSpPr>
          <p:spPr>
            <a:xfrm>
              <a:off x="475043" y="2364679"/>
              <a:ext cx="4474" cy="7674"/>
            </a:xfrm>
            <a:custGeom>
              <a:avLst/>
              <a:gdLst/>
              <a:ahLst/>
              <a:cxnLst/>
              <a:rect l="l" t="t" r="r" b="b"/>
              <a:pathLst>
                <a:path w="130" h="223" extrusionOk="0">
                  <a:moveTo>
                    <a:pt x="2" y="0"/>
                  </a:moveTo>
                  <a:lnTo>
                    <a:pt x="1" y="148"/>
                  </a:lnTo>
                  <a:lnTo>
                    <a:pt x="130" y="223"/>
                  </a:lnTo>
                  <a:lnTo>
                    <a:pt x="130" y="74"/>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40"/>
            <p:cNvSpPr/>
            <p:nvPr/>
          </p:nvSpPr>
          <p:spPr>
            <a:xfrm>
              <a:off x="475112" y="2357727"/>
              <a:ext cx="4508" cy="7743"/>
            </a:xfrm>
            <a:custGeom>
              <a:avLst/>
              <a:gdLst/>
              <a:ahLst/>
              <a:cxnLst/>
              <a:rect l="l" t="t" r="r" b="b"/>
              <a:pathLst>
                <a:path w="131" h="225" extrusionOk="0">
                  <a:moveTo>
                    <a:pt x="0" y="1"/>
                  </a:moveTo>
                  <a:lnTo>
                    <a:pt x="0" y="150"/>
                  </a:lnTo>
                  <a:lnTo>
                    <a:pt x="131" y="224"/>
                  </a:lnTo>
                  <a:lnTo>
                    <a:pt x="131" y="77"/>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40"/>
            <p:cNvSpPr/>
            <p:nvPr/>
          </p:nvSpPr>
          <p:spPr>
            <a:xfrm>
              <a:off x="474940" y="2392312"/>
              <a:ext cx="4542" cy="7708"/>
            </a:xfrm>
            <a:custGeom>
              <a:avLst/>
              <a:gdLst/>
              <a:ahLst/>
              <a:cxnLst/>
              <a:rect l="l" t="t" r="r" b="b"/>
              <a:pathLst>
                <a:path w="132" h="224" extrusionOk="0">
                  <a:moveTo>
                    <a:pt x="4" y="1"/>
                  </a:moveTo>
                  <a:lnTo>
                    <a:pt x="1" y="148"/>
                  </a:lnTo>
                  <a:lnTo>
                    <a:pt x="131" y="223"/>
                  </a:lnTo>
                  <a:lnTo>
                    <a:pt x="131" y="75"/>
                  </a:lnTo>
                  <a:lnTo>
                    <a:pt x="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40"/>
            <p:cNvSpPr/>
            <p:nvPr/>
          </p:nvSpPr>
          <p:spPr>
            <a:xfrm>
              <a:off x="475043" y="2385361"/>
              <a:ext cx="4474" cy="7743"/>
            </a:xfrm>
            <a:custGeom>
              <a:avLst/>
              <a:gdLst/>
              <a:ahLst/>
              <a:cxnLst/>
              <a:rect l="l" t="t" r="r" b="b"/>
              <a:pathLst>
                <a:path w="130" h="225" extrusionOk="0">
                  <a:moveTo>
                    <a:pt x="1" y="1"/>
                  </a:moveTo>
                  <a:lnTo>
                    <a:pt x="1" y="149"/>
                  </a:lnTo>
                  <a:lnTo>
                    <a:pt x="128" y="225"/>
                  </a:lnTo>
                  <a:lnTo>
                    <a:pt x="130"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40"/>
            <p:cNvSpPr/>
            <p:nvPr/>
          </p:nvSpPr>
          <p:spPr>
            <a:xfrm>
              <a:off x="475043" y="2378478"/>
              <a:ext cx="4474" cy="7674"/>
            </a:xfrm>
            <a:custGeom>
              <a:avLst/>
              <a:gdLst/>
              <a:ahLst/>
              <a:cxnLst/>
              <a:rect l="l" t="t" r="r" b="b"/>
              <a:pathLst>
                <a:path w="130" h="223" extrusionOk="0">
                  <a:moveTo>
                    <a:pt x="1" y="0"/>
                  </a:moveTo>
                  <a:lnTo>
                    <a:pt x="1" y="148"/>
                  </a:lnTo>
                  <a:lnTo>
                    <a:pt x="130" y="223"/>
                  </a:lnTo>
                  <a:lnTo>
                    <a:pt x="130"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40"/>
            <p:cNvSpPr/>
            <p:nvPr/>
          </p:nvSpPr>
          <p:spPr>
            <a:xfrm>
              <a:off x="475043" y="2371561"/>
              <a:ext cx="4474" cy="7743"/>
            </a:xfrm>
            <a:custGeom>
              <a:avLst/>
              <a:gdLst/>
              <a:ahLst/>
              <a:cxnLst/>
              <a:rect l="l" t="t" r="r" b="b"/>
              <a:pathLst>
                <a:path w="130" h="225" extrusionOk="0">
                  <a:moveTo>
                    <a:pt x="1" y="1"/>
                  </a:moveTo>
                  <a:lnTo>
                    <a:pt x="1" y="150"/>
                  </a:lnTo>
                  <a:lnTo>
                    <a:pt x="130" y="225"/>
                  </a:lnTo>
                  <a:lnTo>
                    <a:pt x="130" y="7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40"/>
            <p:cNvSpPr/>
            <p:nvPr/>
          </p:nvSpPr>
          <p:spPr>
            <a:xfrm>
              <a:off x="474940" y="2406077"/>
              <a:ext cx="4542" cy="7708"/>
            </a:xfrm>
            <a:custGeom>
              <a:avLst/>
              <a:gdLst/>
              <a:ahLst/>
              <a:cxnLst/>
              <a:rect l="l" t="t" r="r" b="b"/>
              <a:pathLst>
                <a:path w="132" h="224" extrusionOk="0">
                  <a:moveTo>
                    <a:pt x="1" y="0"/>
                  </a:moveTo>
                  <a:lnTo>
                    <a:pt x="1" y="149"/>
                  </a:lnTo>
                  <a:lnTo>
                    <a:pt x="130" y="224"/>
                  </a:lnTo>
                  <a:lnTo>
                    <a:pt x="131" y="7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40"/>
            <p:cNvSpPr/>
            <p:nvPr/>
          </p:nvSpPr>
          <p:spPr>
            <a:xfrm>
              <a:off x="474940" y="2399160"/>
              <a:ext cx="4542" cy="7777"/>
            </a:xfrm>
            <a:custGeom>
              <a:avLst/>
              <a:gdLst/>
              <a:ahLst/>
              <a:cxnLst/>
              <a:rect l="l" t="t" r="r" b="b"/>
              <a:pathLst>
                <a:path w="132" h="226" extrusionOk="0">
                  <a:moveTo>
                    <a:pt x="1" y="1"/>
                  </a:moveTo>
                  <a:lnTo>
                    <a:pt x="1" y="150"/>
                  </a:lnTo>
                  <a:lnTo>
                    <a:pt x="131" y="226"/>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40"/>
            <p:cNvSpPr/>
            <p:nvPr/>
          </p:nvSpPr>
          <p:spPr>
            <a:xfrm>
              <a:off x="474802" y="2454392"/>
              <a:ext cx="4577" cy="7743"/>
            </a:xfrm>
            <a:custGeom>
              <a:avLst/>
              <a:gdLst/>
              <a:ahLst/>
              <a:cxnLst/>
              <a:rect l="l" t="t" r="r" b="b"/>
              <a:pathLst>
                <a:path w="133" h="225" extrusionOk="0">
                  <a:moveTo>
                    <a:pt x="2" y="1"/>
                  </a:moveTo>
                  <a:lnTo>
                    <a:pt x="1" y="151"/>
                  </a:lnTo>
                  <a:lnTo>
                    <a:pt x="129" y="224"/>
                  </a:lnTo>
                  <a:lnTo>
                    <a:pt x="132" y="77"/>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40"/>
            <p:cNvSpPr/>
            <p:nvPr/>
          </p:nvSpPr>
          <p:spPr>
            <a:xfrm>
              <a:off x="474871" y="2447510"/>
              <a:ext cx="4508" cy="7777"/>
            </a:xfrm>
            <a:custGeom>
              <a:avLst/>
              <a:gdLst/>
              <a:ahLst/>
              <a:cxnLst/>
              <a:rect l="l" t="t" r="r" b="b"/>
              <a:pathLst>
                <a:path w="131" h="226" extrusionOk="0">
                  <a:moveTo>
                    <a:pt x="0" y="0"/>
                  </a:moveTo>
                  <a:lnTo>
                    <a:pt x="0" y="149"/>
                  </a:lnTo>
                  <a:lnTo>
                    <a:pt x="130" y="225"/>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40"/>
            <p:cNvSpPr/>
            <p:nvPr/>
          </p:nvSpPr>
          <p:spPr>
            <a:xfrm>
              <a:off x="474871" y="2440661"/>
              <a:ext cx="4508" cy="7674"/>
            </a:xfrm>
            <a:custGeom>
              <a:avLst/>
              <a:gdLst/>
              <a:ahLst/>
              <a:cxnLst/>
              <a:rect l="l" t="t" r="r" b="b"/>
              <a:pathLst>
                <a:path w="131" h="223" extrusionOk="0">
                  <a:moveTo>
                    <a:pt x="0" y="0"/>
                  </a:moveTo>
                  <a:lnTo>
                    <a:pt x="0" y="148"/>
                  </a:lnTo>
                  <a:lnTo>
                    <a:pt x="130" y="223"/>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40"/>
            <p:cNvSpPr/>
            <p:nvPr/>
          </p:nvSpPr>
          <p:spPr>
            <a:xfrm>
              <a:off x="474871" y="2433710"/>
              <a:ext cx="4508" cy="7743"/>
            </a:xfrm>
            <a:custGeom>
              <a:avLst/>
              <a:gdLst/>
              <a:ahLst/>
              <a:cxnLst/>
              <a:rect l="l" t="t" r="r" b="b"/>
              <a:pathLst>
                <a:path w="131" h="225" extrusionOk="0">
                  <a:moveTo>
                    <a:pt x="2" y="0"/>
                  </a:moveTo>
                  <a:lnTo>
                    <a:pt x="0" y="148"/>
                  </a:lnTo>
                  <a:lnTo>
                    <a:pt x="130" y="224"/>
                  </a:lnTo>
                  <a:lnTo>
                    <a:pt x="130" y="75"/>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40"/>
            <p:cNvSpPr/>
            <p:nvPr/>
          </p:nvSpPr>
          <p:spPr>
            <a:xfrm>
              <a:off x="474905" y="2426793"/>
              <a:ext cx="4508" cy="7708"/>
            </a:xfrm>
            <a:custGeom>
              <a:avLst/>
              <a:gdLst/>
              <a:ahLst/>
              <a:cxnLst/>
              <a:rect l="l" t="t" r="r" b="b"/>
              <a:pathLst>
                <a:path w="131" h="224" extrusionOk="0">
                  <a:moveTo>
                    <a:pt x="1" y="1"/>
                  </a:moveTo>
                  <a:lnTo>
                    <a:pt x="1" y="149"/>
                  </a:lnTo>
                  <a:lnTo>
                    <a:pt x="131"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40"/>
            <p:cNvSpPr/>
            <p:nvPr/>
          </p:nvSpPr>
          <p:spPr>
            <a:xfrm>
              <a:off x="474905" y="2419842"/>
              <a:ext cx="4508" cy="7812"/>
            </a:xfrm>
            <a:custGeom>
              <a:avLst/>
              <a:gdLst/>
              <a:ahLst/>
              <a:cxnLst/>
              <a:rect l="l" t="t" r="r" b="b"/>
              <a:pathLst>
                <a:path w="131" h="227" extrusionOk="0">
                  <a:moveTo>
                    <a:pt x="1" y="1"/>
                  </a:moveTo>
                  <a:lnTo>
                    <a:pt x="1" y="152"/>
                  </a:lnTo>
                  <a:lnTo>
                    <a:pt x="131" y="226"/>
                  </a:lnTo>
                  <a:lnTo>
                    <a:pt x="131" y="76"/>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40"/>
            <p:cNvSpPr/>
            <p:nvPr/>
          </p:nvSpPr>
          <p:spPr>
            <a:xfrm>
              <a:off x="474905" y="2412994"/>
              <a:ext cx="4508" cy="7708"/>
            </a:xfrm>
            <a:custGeom>
              <a:avLst/>
              <a:gdLst/>
              <a:ahLst/>
              <a:cxnLst/>
              <a:rect l="l" t="t" r="r" b="b"/>
              <a:pathLst>
                <a:path w="131" h="224" extrusionOk="0">
                  <a:moveTo>
                    <a:pt x="2" y="1"/>
                  </a:moveTo>
                  <a:lnTo>
                    <a:pt x="1" y="149"/>
                  </a:lnTo>
                  <a:lnTo>
                    <a:pt x="131" y="223"/>
                  </a:lnTo>
                  <a:lnTo>
                    <a:pt x="131" y="74"/>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40"/>
            <p:cNvSpPr/>
            <p:nvPr/>
          </p:nvSpPr>
          <p:spPr>
            <a:xfrm>
              <a:off x="474802" y="2461343"/>
              <a:ext cx="4474" cy="7674"/>
            </a:xfrm>
            <a:custGeom>
              <a:avLst/>
              <a:gdLst/>
              <a:ahLst/>
              <a:cxnLst/>
              <a:rect l="l" t="t" r="r" b="b"/>
              <a:pathLst>
                <a:path w="130" h="223" extrusionOk="0">
                  <a:moveTo>
                    <a:pt x="1" y="0"/>
                  </a:moveTo>
                  <a:lnTo>
                    <a:pt x="1" y="148"/>
                  </a:lnTo>
                  <a:lnTo>
                    <a:pt x="129" y="223"/>
                  </a:lnTo>
                  <a:lnTo>
                    <a:pt x="129"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40"/>
            <p:cNvSpPr/>
            <p:nvPr/>
          </p:nvSpPr>
          <p:spPr>
            <a:xfrm>
              <a:off x="474699" y="2475177"/>
              <a:ext cx="4577" cy="7708"/>
            </a:xfrm>
            <a:custGeom>
              <a:avLst/>
              <a:gdLst/>
              <a:ahLst/>
              <a:cxnLst/>
              <a:rect l="l" t="t" r="r" b="b"/>
              <a:pathLst>
                <a:path w="133" h="224" extrusionOk="0">
                  <a:moveTo>
                    <a:pt x="4" y="1"/>
                  </a:moveTo>
                  <a:lnTo>
                    <a:pt x="1" y="149"/>
                  </a:lnTo>
                  <a:lnTo>
                    <a:pt x="131" y="223"/>
                  </a:lnTo>
                  <a:lnTo>
                    <a:pt x="132" y="74"/>
                  </a:lnTo>
                  <a:lnTo>
                    <a:pt x="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40"/>
            <p:cNvSpPr/>
            <p:nvPr/>
          </p:nvSpPr>
          <p:spPr>
            <a:xfrm>
              <a:off x="474802" y="2468226"/>
              <a:ext cx="4474" cy="7743"/>
            </a:xfrm>
            <a:custGeom>
              <a:avLst/>
              <a:gdLst/>
              <a:ahLst/>
              <a:cxnLst/>
              <a:rect l="l" t="t" r="r" b="b"/>
              <a:pathLst>
                <a:path w="130" h="225" extrusionOk="0">
                  <a:moveTo>
                    <a:pt x="1" y="1"/>
                  </a:moveTo>
                  <a:lnTo>
                    <a:pt x="1" y="150"/>
                  </a:lnTo>
                  <a:lnTo>
                    <a:pt x="129" y="225"/>
                  </a:lnTo>
                  <a:lnTo>
                    <a:pt x="129" y="7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40"/>
            <p:cNvSpPr/>
            <p:nvPr/>
          </p:nvSpPr>
          <p:spPr>
            <a:xfrm>
              <a:off x="474699" y="2482025"/>
              <a:ext cx="4508" cy="7743"/>
            </a:xfrm>
            <a:custGeom>
              <a:avLst/>
              <a:gdLst/>
              <a:ahLst/>
              <a:cxnLst/>
              <a:rect l="l" t="t" r="r" b="b"/>
              <a:pathLst>
                <a:path w="131" h="225" extrusionOk="0">
                  <a:moveTo>
                    <a:pt x="1" y="1"/>
                  </a:moveTo>
                  <a:lnTo>
                    <a:pt x="1" y="151"/>
                  </a:lnTo>
                  <a:lnTo>
                    <a:pt x="131" y="225"/>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40"/>
            <p:cNvSpPr/>
            <p:nvPr/>
          </p:nvSpPr>
          <p:spPr>
            <a:xfrm>
              <a:off x="474699" y="2488977"/>
              <a:ext cx="4508" cy="7708"/>
            </a:xfrm>
            <a:custGeom>
              <a:avLst/>
              <a:gdLst/>
              <a:ahLst/>
              <a:cxnLst/>
              <a:rect l="l" t="t" r="r" b="b"/>
              <a:pathLst>
                <a:path w="131" h="224" extrusionOk="0">
                  <a:moveTo>
                    <a:pt x="1" y="1"/>
                  </a:moveTo>
                  <a:lnTo>
                    <a:pt x="1" y="148"/>
                  </a:lnTo>
                  <a:lnTo>
                    <a:pt x="131"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40"/>
            <p:cNvSpPr/>
            <p:nvPr/>
          </p:nvSpPr>
          <p:spPr>
            <a:xfrm>
              <a:off x="474699" y="2495893"/>
              <a:ext cx="4508" cy="7708"/>
            </a:xfrm>
            <a:custGeom>
              <a:avLst/>
              <a:gdLst/>
              <a:ahLst/>
              <a:cxnLst/>
              <a:rect l="l" t="t" r="r" b="b"/>
              <a:pathLst>
                <a:path w="131" h="224" extrusionOk="0">
                  <a:moveTo>
                    <a:pt x="1" y="0"/>
                  </a:moveTo>
                  <a:lnTo>
                    <a:pt x="1" y="148"/>
                  </a:lnTo>
                  <a:lnTo>
                    <a:pt x="129" y="224"/>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40"/>
            <p:cNvSpPr/>
            <p:nvPr/>
          </p:nvSpPr>
          <p:spPr>
            <a:xfrm>
              <a:off x="474664" y="2502742"/>
              <a:ext cx="4508" cy="7708"/>
            </a:xfrm>
            <a:custGeom>
              <a:avLst/>
              <a:gdLst/>
              <a:ahLst/>
              <a:cxnLst/>
              <a:rect l="l" t="t" r="r" b="b"/>
              <a:pathLst>
                <a:path w="131" h="224" extrusionOk="0">
                  <a:moveTo>
                    <a:pt x="2" y="0"/>
                  </a:moveTo>
                  <a:lnTo>
                    <a:pt x="0" y="151"/>
                  </a:lnTo>
                  <a:lnTo>
                    <a:pt x="130" y="224"/>
                  </a:lnTo>
                  <a:lnTo>
                    <a:pt x="130" y="76"/>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40"/>
            <p:cNvSpPr/>
            <p:nvPr/>
          </p:nvSpPr>
          <p:spPr>
            <a:xfrm>
              <a:off x="474664" y="2509693"/>
              <a:ext cx="4508" cy="7674"/>
            </a:xfrm>
            <a:custGeom>
              <a:avLst/>
              <a:gdLst/>
              <a:ahLst/>
              <a:cxnLst/>
              <a:rect l="l" t="t" r="r" b="b"/>
              <a:pathLst>
                <a:path w="131" h="223" extrusionOk="0">
                  <a:moveTo>
                    <a:pt x="0" y="0"/>
                  </a:moveTo>
                  <a:lnTo>
                    <a:pt x="0" y="148"/>
                  </a:lnTo>
                  <a:lnTo>
                    <a:pt x="130" y="222"/>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40"/>
            <p:cNvSpPr/>
            <p:nvPr/>
          </p:nvSpPr>
          <p:spPr>
            <a:xfrm>
              <a:off x="474596" y="2523527"/>
              <a:ext cx="4508" cy="7674"/>
            </a:xfrm>
            <a:custGeom>
              <a:avLst/>
              <a:gdLst/>
              <a:ahLst/>
              <a:cxnLst/>
              <a:rect l="l" t="t" r="r" b="b"/>
              <a:pathLst>
                <a:path w="131" h="223" extrusionOk="0">
                  <a:moveTo>
                    <a:pt x="2" y="0"/>
                  </a:moveTo>
                  <a:lnTo>
                    <a:pt x="1" y="148"/>
                  </a:lnTo>
                  <a:lnTo>
                    <a:pt x="131" y="223"/>
                  </a:lnTo>
                  <a:lnTo>
                    <a:pt x="131" y="74"/>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40"/>
            <p:cNvSpPr/>
            <p:nvPr/>
          </p:nvSpPr>
          <p:spPr>
            <a:xfrm>
              <a:off x="474664" y="2516575"/>
              <a:ext cx="4508" cy="7743"/>
            </a:xfrm>
            <a:custGeom>
              <a:avLst/>
              <a:gdLst/>
              <a:ahLst/>
              <a:cxnLst/>
              <a:rect l="l" t="t" r="r" b="b"/>
              <a:pathLst>
                <a:path w="131" h="225" extrusionOk="0">
                  <a:moveTo>
                    <a:pt x="0" y="0"/>
                  </a:moveTo>
                  <a:lnTo>
                    <a:pt x="0" y="150"/>
                  </a:lnTo>
                  <a:lnTo>
                    <a:pt x="129" y="224"/>
                  </a:lnTo>
                  <a:lnTo>
                    <a:pt x="130" y="7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40"/>
            <p:cNvSpPr/>
            <p:nvPr/>
          </p:nvSpPr>
          <p:spPr>
            <a:xfrm>
              <a:off x="474596" y="2537257"/>
              <a:ext cx="4508" cy="7743"/>
            </a:xfrm>
            <a:custGeom>
              <a:avLst/>
              <a:gdLst/>
              <a:ahLst/>
              <a:cxnLst/>
              <a:rect l="l" t="t" r="r" b="b"/>
              <a:pathLst>
                <a:path w="131" h="225" extrusionOk="0">
                  <a:moveTo>
                    <a:pt x="1" y="1"/>
                  </a:moveTo>
                  <a:lnTo>
                    <a:pt x="1" y="150"/>
                  </a:lnTo>
                  <a:lnTo>
                    <a:pt x="128" y="225"/>
                  </a:lnTo>
                  <a:lnTo>
                    <a:pt x="131" y="7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40"/>
            <p:cNvSpPr/>
            <p:nvPr/>
          </p:nvSpPr>
          <p:spPr>
            <a:xfrm>
              <a:off x="474596" y="2530375"/>
              <a:ext cx="4508" cy="7777"/>
            </a:xfrm>
            <a:custGeom>
              <a:avLst/>
              <a:gdLst/>
              <a:ahLst/>
              <a:cxnLst/>
              <a:rect l="l" t="t" r="r" b="b"/>
              <a:pathLst>
                <a:path w="131" h="226" extrusionOk="0">
                  <a:moveTo>
                    <a:pt x="1" y="0"/>
                  </a:moveTo>
                  <a:lnTo>
                    <a:pt x="1" y="151"/>
                  </a:lnTo>
                  <a:lnTo>
                    <a:pt x="131" y="226"/>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40"/>
            <p:cNvSpPr/>
            <p:nvPr/>
          </p:nvSpPr>
          <p:spPr>
            <a:xfrm>
              <a:off x="482201" y="2334224"/>
              <a:ext cx="4577" cy="7674"/>
            </a:xfrm>
            <a:custGeom>
              <a:avLst/>
              <a:gdLst/>
              <a:ahLst/>
              <a:cxnLst/>
              <a:rect l="l" t="t" r="r" b="b"/>
              <a:pathLst>
                <a:path w="133" h="223" extrusionOk="0">
                  <a:moveTo>
                    <a:pt x="2" y="0"/>
                  </a:moveTo>
                  <a:lnTo>
                    <a:pt x="1" y="148"/>
                  </a:lnTo>
                  <a:lnTo>
                    <a:pt x="131" y="223"/>
                  </a:lnTo>
                  <a:lnTo>
                    <a:pt x="132" y="73"/>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40"/>
            <p:cNvSpPr/>
            <p:nvPr/>
          </p:nvSpPr>
          <p:spPr>
            <a:xfrm>
              <a:off x="482270" y="2327272"/>
              <a:ext cx="4508" cy="7743"/>
            </a:xfrm>
            <a:custGeom>
              <a:avLst/>
              <a:gdLst/>
              <a:ahLst/>
              <a:cxnLst/>
              <a:rect l="l" t="t" r="r" b="b"/>
              <a:pathLst>
                <a:path w="131" h="225" extrusionOk="0">
                  <a:moveTo>
                    <a:pt x="0" y="0"/>
                  </a:moveTo>
                  <a:lnTo>
                    <a:pt x="0" y="150"/>
                  </a:lnTo>
                  <a:lnTo>
                    <a:pt x="130" y="224"/>
                  </a:lnTo>
                  <a:lnTo>
                    <a:pt x="130" y="76"/>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40"/>
            <p:cNvSpPr/>
            <p:nvPr/>
          </p:nvSpPr>
          <p:spPr>
            <a:xfrm>
              <a:off x="482201" y="2341106"/>
              <a:ext cx="4508" cy="7743"/>
            </a:xfrm>
            <a:custGeom>
              <a:avLst/>
              <a:gdLst/>
              <a:ahLst/>
              <a:cxnLst/>
              <a:rect l="l" t="t" r="r" b="b"/>
              <a:pathLst>
                <a:path w="131" h="225" extrusionOk="0">
                  <a:moveTo>
                    <a:pt x="1" y="1"/>
                  </a:moveTo>
                  <a:lnTo>
                    <a:pt x="1" y="150"/>
                  </a:lnTo>
                  <a:lnTo>
                    <a:pt x="131" y="225"/>
                  </a:lnTo>
                  <a:lnTo>
                    <a:pt x="131" y="7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40"/>
            <p:cNvSpPr/>
            <p:nvPr/>
          </p:nvSpPr>
          <p:spPr>
            <a:xfrm>
              <a:off x="482201" y="2354905"/>
              <a:ext cx="4474" cy="7743"/>
            </a:xfrm>
            <a:custGeom>
              <a:avLst/>
              <a:gdLst/>
              <a:ahLst/>
              <a:cxnLst/>
              <a:rect l="l" t="t" r="r" b="b"/>
              <a:pathLst>
                <a:path w="130" h="225" extrusionOk="0">
                  <a:moveTo>
                    <a:pt x="1" y="1"/>
                  </a:moveTo>
                  <a:lnTo>
                    <a:pt x="1" y="148"/>
                  </a:lnTo>
                  <a:lnTo>
                    <a:pt x="129" y="224"/>
                  </a:lnTo>
                  <a:lnTo>
                    <a:pt x="129"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40"/>
            <p:cNvSpPr/>
            <p:nvPr/>
          </p:nvSpPr>
          <p:spPr>
            <a:xfrm>
              <a:off x="482201" y="2348023"/>
              <a:ext cx="4508" cy="7674"/>
            </a:xfrm>
            <a:custGeom>
              <a:avLst/>
              <a:gdLst/>
              <a:ahLst/>
              <a:cxnLst/>
              <a:rect l="l" t="t" r="r" b="b"/>
              <a:pathLst>
                <a:path w="131" h="223" extrusionOk="0">
                  <a:moveTo>
                    <a:pt x="1" y="0"/>
                  </a:moveTo>
                  <a:lnTo>
                    <a:pt x="1" y="149"/>
                  </a:lnTo>
                  <a:lnTo>
                    <a:pt x="131" y="223"/>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40"/>
            <p:cNvSpPr/>
            <p:nvPr/>
          </p:nvSpPr>
          <p:spPr>
            <a:xfrm>
              <a:off x="482098" y="2389456"/>
              <a:ext cx="4474" cy="7743"/>
            </a:xfrm>
            <a:custGeom>
              <a:avLst/>
              <a:gdLst/>
              <a:ahLst/>
              <a:cxnLst/>
              <a:rect l="l" t="t" r="r" b="b"/>
              <a:pathLst>
                <a:path w="130" h="225" extrusionOk="0">
                  <a:moveTo>
                    <a:pt x="1" y="0"/>
                  </a:moveTo>
                  <a:lnTo>
                    <a:pt x="1" y="149"/>
                  </a:lnTo>
                  <a:lnTo>
                    <a:pt x="129" y="224"/>
                  </a:lnTo>
                  <a:lnTo>
                    <a:pt x="129" y="7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40"/>
            <p:cNvSpPr/>
            <p:nvPr/>
          </p:nvSpPr>
          <p:spPr>
            <a:xfrm>
              <a:off x="482098" y="2382539"/>
              <a:ext cx="4474" cy="7708"/>
            </a:xfrm>
            <a:custGeom>
              <a:avLst/>
              <a:gdLst/>
              <a:ahLst/>
              <a:cxnLst/>
              <a:rect l="l" t="t" r="r" b="b"/>
              <a:pathLst>
                <a:path w="130" h="224" extrusionOk="0">
                  <a:moveTo>
                    <a:pt x="2" y="1"/>
                  </a:moveTo>
                  <a:lnTo>
                    <a:pt x="1" y="149"/>
                  </a:lnTo>
                  <a:lnTo>
                    <a:pt x="129" y="223"/>
                  </a:lnTo>
                  <a:lnTo>
                    <a:pt x="129" y="75"/>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40"/>
            <p:cNvSpPr/>
            <p:nvPr/>
          </p:nvSpPr>
          <p:spPr>
            <a:xfrm>
              <a:off x="482166" y="2375587"/>
              <a:ext cx="4508" cy="7812"/>
            </a:xfrm>
            <a:custGeom>
              <a:avLst/>
              <a:gdLst/>
              <a:ahLst/>
              <a:cxnLst/>
              <a:rect l="l" t="t" r="r" b="b"/>
              <a:pathLst>
                <a:path w="131" h="227" extrusionOk="0">
                  <a:moveTo>
                    <a:pt x="0" y="1"/>
                  </a:moveTo>
                  <a:lnTo>
                    <a:pt x="0" y="152"/>
                  </a:lnTo>
                  <a:lnTo>
                    <a:pt x="127" y="226"/>
                  </a:lnTo>
                  <a:lnTo>
                    <a:pt x="130" y="77"/>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40"/>
            <p:cNvSpPr/>
            <p:nvPr/>
          </p:nvSpPr>
          <p:spPr>
            <a:xfrm>
              <a:off x="482166" y="2368739"/>
              <a:ext cx="4508" cy="7743"/>
            </a:xfrm>
            <a:custGeom>
              <a:avLst/>
              <a:gdLst/>
              <a:ahLst/>
              <a:cxnLst/>
              <a:rect l="l" t="t" r="r" b="b"/>
              <a:pathLst>
                <a:path w="131" h="225" extrusionOk="0">
                  <a:moveTo>
                    <a:pt x="0" y="1"/>
                  </a:moveTo>
                  <a:lnTo>
                    <a:pt x="0" y="149"/>
                  </a:lnTo>
                  <a:lnTo>
                    <a:pt x="130" y="225"/>
                  </a:lnTo>
                  <a:lnTo>
                    <a:pt x="130" y="7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40"/>
            <p:cNvSpPr/>
            <p:nvPr/>
          </p:nvSpPr>
          <p:spPr>
            <a:xfrm>
              <a:off x="482166" y="2361857"/>
              <a:ext cx="4508" cy="7674"/>
            </a:xfrm>
            <a:custGeom>
              <a:avLst/>
              <a:gdLst/>
              <a:ahLst/>
              <a:cxnLst/>
              <a:rect l="l" t="t" r="r" b="b"/>
              <a:pathLst>
                <a:path w="131" h="223" extrusionOk="0">
                  <a:moveTo>
                    <a:pt x="0" y="1"/>
                  </a:moveTo>
                  <a:lnTo>
                    <a:pt x="0" y="148"/>
                  </a:lnTo>
                  <a:lnTo>
                    <a:pt x="130" y="223"/>
                  </a:lnTo>
                  <a:lnTo>
                    <a:pt x="130"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40"/>
            <p:cNvSpPr/>
            <p:nvPr/>
          </p:nvSpPr>
          <p:spPr>
            <a:xfrm>
              <a:off x="481994" y="2403255"/>
              <a:ext cx="4542" cy="7708"/>
            </a:xfrm>
            <a:custGeom>
              <a:avLst/>
              <a:gdLst/>
              <a:ahLst/>
              <a:cxnLst/>
              <a:rect l="l" t="t" r="r" b="b"/>
              <a:pathLst>
                <a:path w="132" h="224" extrusionOk="0">
                  <a:moveTo>
                    <a:pt x="4" y="0"/>
                  </a:moveTo>
                  <a:lnTo>
                    <a:pt x="1" y="148"/>
                  </a:lnTo>
                  <a:lnTo>
                    <a:pt x="131" y="224"/>
                  </a:lnTo>
                  <a:lnTo>
                    <a:pt x="131" y="75"/>
                  </a:lnTo>
                  <a:lnTo>
                    <a:pt x="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40"/>
            <p:cNvSpPr/>
            <p:nvPr/>
          </p:nvSpPr>
          <p:spPr>
            <a:xfrm>
              <a:off x="482098" y="2396304"/>
              <a:ext cx="4474" cy="7777"/>
            </a:xfrm>
            <a:custGeom>
              <a:avLst/>
              <a:gdLst/>
              <a:ahLst/>
              <a:cxnLst/>
              <a:rect l="l" t="t" r="r" b="b"/>
              <a:pathLst>
                <a:path w="130" h="226" extrusionOk="0">
                  <a:moveTo>
                    <a:pt x="1" y="0"/>
                  </a:moveTo>
                  <a:lnTo>
                    <a:pt x="1" y="151"/>
                  </a:lnTo>
                  <a:lnTo>
                    <a:pt x="128" y="226"/>
                  </a:lnTo>
                  <a:lnTo>
                    <a:pt x="129" y="76"/>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40"/>
            <p:cNvSpPr/>
            <p:nvPr/>
          </p:nvSpPr>
          <p:spPr>
            <a:xfrm>
              <a:off x="481960" y="2430888"/>
              <a:ext cx="4508" cy="7674"/>
            </a:xfrm>
            <a:custGeom>
              <a:avLst/>
              <a:gdLst/>
              <a:ahLst/>
              <a:cxnLst/>
              <a:rect l="l" t="t" r="r" b="b"/>
              <a:pathLst>
                <a:path w="131" h="223" extrusionOk="0">
                  <a:moveTo>
                    <a:pt x="0" y="0"/>
                  </a:moveTo>
                  <a:lnTo>
                    <a:pt x="0" y="148"/>
                  </a:lnTo>
                  <a:lnTo>
                    <a:pt x="131" y="223"/>
                  </a:lnTo>
                  <a:lnTo>
                    <a:pt x="131"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40"/>
            <p:cNvSpPr/>
            <p:nvPr/>
          </p:nvSpPr>
          <p:spPr>
            <a:xfrm>
              <a:off x="481960" y="2423937"/>
              <a:ext cx="4508" cy="7777"/>
            </a:xfrm>
            <a:custGeom>
              <a:avLst/>
              <a:gdLst/>
              <a:ahLst/>
              <a:cxnLst/>
              <a:rect l="l" t="t" r="r" b="b"/>
              <a:pathLst>
                <a:path w="131" h="226" extrusionOk="0">
                  <a:moveTo>
                    <a:pt x="2" y="0"/>
                  </a:moveTo>
                  <a:lnTo>
                    <a:pt x="0" y="151"/>
                  </a:lnTo>
                  <a:lnTo>
                    <a:pt x="131" y="226"/>
                  </a:lnTo>
                  <a:lnTo>
                    <a:pt x="131" y="75"/>
                  </a:lnTo>
                  <a:lnTo>
                    <a:pt x="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40"/>
            <p:cNvSpPr/>
            <p:nvPr/>
          </p:nvSpPr>
          <p:spPr>
            <a:xfrm>
              <a:off x="481994" y="2417089"/>
              <a:ext cx="4542" cy="7743"/>
            </a:xfrm>
            <a:custGeom>
              <a:avLst/>
              <a:gdLst/>
              <a:ahLst/>
              <a:cxnLst/>
              <a:rect l="l" t="t" r="r" b="b"/>
              <a:pathLst>
                <a:path w="132" h="225" extrusionOk="0">
                  <a:moveTo>
                    <a:pt x="1" y="0"/>
                  </a:moveTo>
                  <a:lnTo>
                    <a:pt x="1" y="148"/>
                  </a:lnTo>
                  <a:lnTo>
                    <a:pt x="130" y="224"/>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40"/>
            <p:cNvSpPr/>
            <p:nvPr/>
          </p:nvSpPr>
          <p:spPr>
            <a:xfrm>
              <a:off x="481994" y="2410138"/>
              <a:ext cx="4542" cy="7743"/>
            </a:xfrm>
            <a:custGeom>
              <a:avLst/>
              <a:gdLst/>
              <a:ahLst/>
              <a:cxnLst/>
              <a:rect l="l" t="t" r="r" b="b"/>
              <a:pathLst>
                <a:path w="132" h="225" extrusionOk="0">
                  <a:moveTo>
                    <a:pt x="1" y="1"/>
                  </a:moveTo>
                  <a:lnTo>
                    <a:pt x="1" y="150"/>
                  </a:lnTo>
                  <a:lnTo>
                    <a:pt x="131" y="224"/>
                  </a:lnTo>
                  <a:lnTo>
                    <a:pt x="131" y="7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40"/>
            <p:cNvSpPr/>
            <p:nvPr/>
          </p:nvSpPr>
          <p:spPr>
            <a:xfrm>
              <a:off x="481891" y="2465404"/>
              <a:ext cx="4439" cy="7708"/>
            </a:xfrm>
            <a:custGeom>
              <a:avLst/>
              <a:gdLst/>
              <a:ahLst/>
              <a:cxnLst/>
              <a:rect l="l" t="t" r="r" b="b"/>
              <a:pathLst>
                <a:path w="129" h="224" extrusionOk="0">
                  <a:moveTo>
                    <a:pt x="1" y="1"/>
                  </a:moveTo>
                  <a:lnTo>
                    <a:pt x="1" y="149"/>
                  </a:lnTo>
                  <a:lnTo>
                    <a:pt x="128" y="223"/>
                  </a:lnTo>
                  <a:lnTo>
                    <a:pt x="128" y="76"/>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40"/>
            <p:cNvSpPr/>
            <p:nvPr/>
          </p:nvSpPr>
          <p:spPr>
            <a:xfrm>
              <a:off x="481891" y="2458522"/>
              <a:ext cx="4542" cy="7674"/>
            </a:xfrm>
            <a:custGeom>
              <a:avLst/>
              <a:gdLst/>
              <a:ahLst/>
              <a:cxnLst/>
              <a:rect l="l" t="t" r="r" b="b"/>
              <a:pathLst>
                <a:path w="132" h="223" extrusionOk="0">
                  <a:moveTo>
                    <a:pt x="1" y="1"/>
                  </a:moveTo>
                  <a:lnTo>
                    <a:pt x="1" y="150"/>
                  </a:lnTo>
                  <a:lnTo>
                    <a:pt x="131"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40"/>
            <p:cNvSpPr/>
            <p:nvPr/>
          </p:nvSpPr>
          <p:spPr>
            <a:xfrm>
              <a:off x="481891" y="2451639"/>
              <a:ext cx="4542" cy="7708"/>
            </a:xfrm>
            <a:custGeom>
              <a:avLst/>
              <a:gdLst/>
              <a:ahLst/>
              <a:cxnLst/>
              <a:rect l="l" t="t" r="r" b="b"/>
              <a:pathLst>
                <a:path w="132" h="224" extrusionOk="0">
                  <a:moveTo>
                    <a:pt x="1" y="0"/>
                  </a:moveTo>
                  <a:lnTo>
                    <a:pt x="1" y="148"/>
                  </a:lnTo>
                  <a:lnTo>
                    <a:pt x="131" y="224"/>
                  </a:lnTo>
                  <a:lnTo>
                    <a:pt x="131" y="73"/>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40"/>
            <p:cNvSpPr/>
            <p:nvPr/>
          </p:nvSpPr>
          <p:spPr>
            <a:xfrm>
              <a:off x="481960" y="2444722"/>
              <a:ext cx="4474" cy="7708"/>
            </a:xfrm>
            <a:custGeom>
              <a:avLst/>
              <a:gdLst/>
              <a:ahLst/>
              <a:cxnLst/>
              <a:rect l="l" t="t" r="r" b="b"/>
              <a:pathLst>
                <a:path w="130" h="224" extrusionOk="0">
                  <a:moveTo>
                    <a:pt x="0" y="1"/>
                  </a:moveTo>
                  <a:lnTo>
                    <a:pt x="0" y="148"/>
                  </a:lnTo>
                  <a:lnTo>
                    <a:pt x="129" y="223"/>
                  </a:lnTo>
                  <a:lnTo>
                    <a:pt x="129" y="7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40"/>
            <p:cNvSpPr/>
            <p:nvPr/>
          </p:nvSpPr>
          <p:spPr>
            <a:xfrm>
              <a:off x="481960" y="2437771"/>
              <a:ext cx="4508" cy="7743"/>
            </a:xfrm>
            <a:custGeom>
              <a:avLst/>
              <a:gdLst/>
              <a:ahLst/>
              <a:cxnLst/>
              <a:rect l="l" t="t" r="r" b="b"/>
              <a:pathLst>
                <a:path w="131" h="225" extrusionOk="0">
                  <a:moveTo>
                    <a:pt x="0" y="1"/>
                  </a:moveTo>
                  <a:lnTo>
                    <a:pt x="0" y="149"/>
                  </a:lnTo>
                  <a:lnTo>
                    <a:pt x="131" y="225"/>
                  </a:lnTo>
                  <a:lnTo>
                    <a:pt x="131"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40"/>
            <p:cNvSpPr/>
            <p:nvPr/>
          </p:nvSpPr>
          <p:spPr>
            <a:xfrm>
              <a:off x="481753" y="2499954"/>
              <a:ext cx="4508" cy="7743"/>
            </a:xfrm>
            <a:custGeom>
              <a:avLst/>
              <a:gdLst/>
              <a:ahLst/>
              <a:cxnLst/>
              <a:rect l="l" t="t" r="r" b="b"/>
              <a:pathLst>
                <a:path w="131" h="225" extrusionOk="0">
                  <a:moveTo>
                    <a:pt x="1" y="1"/>
                  </a:moveTo>
                  <a:lnTo>
                    <a:pt x="1" y="150"/>
                  </a:lnTo>
                  <a:lnTo>
                    <a:pt x="131" y="224"/>
                  </a:lnTo>
                  <a:lnTo>
                    <a:pt x="131" y="7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40"/>
            <p:cNvSpPr/>
            <p:nvPr/>
          </p:nvSpPr>
          <p:spPr>
            <a:xfrm>
              <a:off x="481753" y="2493072"/>
              <a:ext cx="4508" cy="7674"/>
            </a:xfrm>
            <a:custGeom>
              <a:avLst/>
              <a:gdLst/>
              <a:ahLst/>
              <a:cxnLst/>
              <a:rect l="l" t="t" r="r" b="b"/>
              <a:pathLst>
                <a:path w="131" h="223" extrusionOk="0">
                  <a:moveTo>
                    <a:pt x="3" y="0"/>
                  </a:moveTo>
                  <a:lnTo>
                    <a:pt x="1" y="148"/>
                  </a:lnTo>
                  <a:lnTo>
                    <a:pt x="131" y="223"/>
                  </a:lnTo>
                  <a:lnTo>
                    <a:pt x="131" y="75"/>
                  </a:lnTo>
                  <a:lnTo>
                    <a:pt x="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40"/>
            <p:cNvSpPr/>
            <p:nvPr/>
          </p:nvSpPr>
          <p:spPr>
            <a:xfrm>
              <a:off x="481857" y="2486120"/>
              <a:ext cx="4474" cy="7743"/>
            </a:xfrm>
            <a:custGeom>
              <a:avLst/>
              <a:gdLst/>
              <a:ahLst/>
              <a:cxnLst/>
              <a:rect l="l" t="t" r="r" b="b"/>
              <a:pathLst>
                <a:path w="130" h="225" extrusionOk="0">
                  <a:moveTo>
                    <a:pt x="0" y="0"/>
                  </a:moveTo>
                  <a:lnTo>
                    <a:pt x="0" y="150"/>
                  </a:lnTo>
                  <a:lnTo>
                    <a:pt x="128" y="224"/>
                  </a:lnTo>
                  <a:lnTo>
                    <a:pt x="129" y="76"/>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40"/>
            <p:cNvSpPr/>
            <p:nvPr/>
          </p:nvSpPr>
          <p:spPr>
            <a:xfrm>
              <a:off x="481857" y="2479203"/>
              <a:ext cx="4474" cy="7743"/>
            </a:xfrm>
            <a:custGeom>
              <a:avLst/>
              <a:gdLst/>
              <a:ahLst/>
              <a:cxnLst/>
              <a:rect l="l" t="t" r="r" b="b"/>
              <a:pathLst>
                <a:path w="130" h="225" extrusionOk="0">
                  <a:moveTo>
                    <a:pt x="0" y="1"/>
                  </a:moveTo>
                  <a:lnTo>
                    <a:pt x="0" y="150"/>
                  </a:lnTo>
                  <a:lnTo>
                    <a:pt x="129" y="225"/>
                  </a:lnTo>
                  <a:lnTo>
                    <a:pt x="129" y="7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40"/>
            <p:cNvSpPr/>
            <p:nvPr/>
          </p:nvSpPr>
          <p:spPr>
            <a:xfrm>
              <a:off x="481857" y="2472355"/>
              <a:ext cx="4474" cy="7708"/>
            </a:xfrm>
            <a:custGeom>
              <a:avLst/>
              <a:gdLst/>
              <a:ahLst/>
              <a:cxnLst/>
              <a:rect l="l" t="t" r="r" b="b"/>
              <a:pathLst>
                <a:path w="130" h="224" extrusionOk="0">
                  <a:moveTo>
                    <a:pt x="0" y="1"/>
                  </a:moveTo>
                  <a:lnTo>
                    <a:pt x="0" y="149"/>
                  </a:lnTo>
                  <a:lnTo>
                    <a:pt x="129" y="223"/>
                  </a:lnTo>
                  <a:lnTo>
                    <a:pt x="129" y="7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40"/>
            <p:cNvSpPr/>
            <p:nvPr/>
          </p:nvSpPr>
          <p:spPr>
            <a:xfrm>
              <a:off x="481753" y="2506871"/>
              <a:ext cx="4508" cy="7708"/>
            </a:xfrm>
            <a:custGeom>
              <a:avLst/>
              <a:gdLst/>
              <a:ahLst/>
              <a:cxnLst/>
              <a:rect l="l" t="t" r="r" b="b"/>
              <a:pathLst>
                <a:path w="131" h="224" extrusionOk="0">
                  <a:moveTo>
                    <a:pt x="1" y="0"/>
                  </a:moveTo>
                  <a:lnTo>
                    <a:pt x="1" y="149"/>
                  </a:lnTo>
                  <a:lnTo>
                    <a:pt x="131" y="224"/>
                  </a:lnTo>
                  <a:lnTo>
                    <a:pt x="131" y="75"/>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40"/>
            <p:cNvSpPr/>
            <p:nvPr/>
          </p:nvSpPr>
          <p:spPr>
            <a:xfrm>
              <a:off x="481719" y="2513754"/>
              <a:ext cx="4508" cy="7743"/>
            </a:xfrm>
            <a:custGeom>
              <a:avLst/>
              <a:gdLst/>
              <a:ahLst/>
              <a:cxnLst/>
              <a:rect l="l" t="t" r="r" b="b"/>
              <a:pathLst>
                <a:path w="131" h="225" extrusionOk="0">
                  <a:moveTo>
                    <a:pt x="2" y="1"/>
                  </a:moveTo>
                  <a:lnTo>
                    <a:pt x="0" y="148"/>
                  </a:lnTo>
                  <a:lnTo>
                    <a:pt x="130" y="224"/>
                  </a:lnTo>
                  <a:lnTo>
                    <a:pt x="130" y="75"/>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40"/>
            <p:cNvSpPr/>
            <p:nvPr/>
          </p:nvSpPr>
          <p:spPr>
            <a:xfrm>
              <a:off x="481719" y="2527587"/>
              <a:ext cx="4508" cy="7743"/>
            </a:xfrm>
            <a:custGeom>
              <a:avLst/>
              <a:gdLst/>
              <a:ahLst/>
              <a:cxnLst/>
              <a:rect l="l" t="t" r="r" b="b"/>
              <a:pathLst>
                <a:path w="131" h="225" extrusionOk="0">
                  <a:moveTo>
                    <a:pt x="0" y="1"/>
                  </a:moveTo>
                  <a:lnTo>
                    <a:pt x="0" y="149"/>
                  </a:lnTo>
                  <a:lnTo>
                    <a:pt x="129" y="225"/>
                  </a:lnTo>
                  <a:lnTo>
                    <a:pt x="130" y="74"/>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40"/>
            <p:cNvSpPr/>
            <p:nvPr/>
          </p:nvSpPr>
          <p:spPr>
            <a:xfrm>
              <a:off x="481719" y="2520705"/>
              <a:ext cx="4508" cy="7674"/>
            </a:xfrm>
            <a:custGeom>
              <a:avLst/>
              <a:gdLst/>
              <a:ahLst/>
              <a:cxnLst/>
              <a:rect l="l" t="t" r="r" b="b"/>
              <a:pathLst>
                <a:path w="131" h="223" extrusionOk="0">
                  <a:moveTo>
                    <a:pt x="0" y="0"/>
                  </a:moveTo>
                  <a:lnTo>
                    <a:pt x="0" y="148"/>
                  </a:lnTo>
                  <a:lnTo>
                    <a:pt x="130" y="223"/>
                  </a:lnTo>
                  <a:lnTo>
                    <a:pt x="130" y="75"/>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40"/>
            <p:cNvSpPr/>
            <p:nvPr/>
          </p:nvSpPr>
          <p:spPr>
            <a:xfrm>
              <a:off x="481650" y="2541387"/>
              <a:ext cx="4508" cy="7708"/>
            </a:xfrm>
            <a:custGeom>
              <a:avLst/>
              <a:gdLst/>
              <a:ahLst/>
              <a:cxnLst/>
              <a:rect l="l" t="t" r="r" b="b"/>
              <a:pathLst>
                <a:path w="131" h="224" extrusionOk="0">
                  <a:moveTo>
                    <a:pt x="1" y="1"/>
                  </a:moveTo>
                  <a:lnTo>
                    <a:pt x="1" y="148"/>
                  </a:lnTo>
                  <a:lnTo>
                    <a:pt x="131" y="223"/>
                  </a:lnTo>
                  <a:lnTo>
                    <a:pt x="131" y="7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40"/>
            <p:cNvSpPr/>
            <p:nvPr/>
          </p:nvSpPr>
          <p:spPr>
            <a:xfrm>
              <a:off x="481650" y="2534435"/>
              <a:ext cx="4508" cy="7812"/>
            </a:xfrm>
            <a:custGeom>
              <a:avLst/>
              <a:gdLst/>
              <a:ahLst/>
              <a:cxnLst/>
              <a:rect l="l" t="t" r="r" b="b"/>
              <a:pathLst>
                <a:path w="131" h="227" extrusionOk="0">
                  <a:moveTo>
                    <a:pt x="2" y="1"/>
                  </a:moveTo>
                  <a:lnTo>
                    <a:pt x="1" y="152"/>
                  </a:lnTo>
                  <a:lnTo>
                    <a:pt x="131" y="226"/>
                  </a:lnTo>
                  <a:lnTo>
                    <a:pt x="131" y="77"/>
                  </a:lnTo>
                  <a:lnTo>
                    <a:pt x="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40"/>
            <p:cNvSpPr/>
            <p:nvPr/>
          </p:nvSpPr>
          <p:spPr>
            <a:xfrm>
              <a:off x="460452" y="2315021"/>
              <a:ext cx="5127" cy="221823"/>
            </a:xfrm>
            <a:custGeom>
              <a:avLst/>
              <a:gdLst/>
              <a:ahLst/>
              <a:cxnLst/>
              <a:rect l="l" t="t" r="r" b="b"/>
              <a:pathLst>
                <a:path w="149" h="6446" extrusionOk="0">
                  <a:moveTo>
                    <a:pt x="18" y="1"/>
                  </a:moveTo>
                  <a:lnTo>
                    <a:pt x="1" y="6370"/>
                  </a:lnTo>
                  <a:lnTo>
                    <a:pt x="129" y="6446"/>
                  </a:lnTo>
                  <a:lnTo>
                    <a:pt x="148" y="75"/>
                  </a:lnTo>
                  <a:lnTo>
                    <a:pt x="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53"/>
        <p:cNvGrpSpPr/>
        <p:nvPr/>
      </p:nvGrpSpPr>
      <p:grpSpPr>
        <a:xfrm>
          <a:off x="0" y="0"/>
          <a:ext cx="0" cy="0"/>
          <a:chOff x="0" y="0"/>
          <a:chExt cx="0" cy="0"/>
        </a:xfrm>
      </p:grpSpPr>
      <p:sp>
        <p:nvSpPr>
          <p:cNvPr id="2754" name="Google Shape;2754;p41"/>
          <p:cNvSpPr txBox="1">
            <a:spLocks noGrp="1"/>
          </p:cNvSpPr>
          <p:nvPr>
            <p:ph type="title" idx="2"/>
          </p:nvPr>
        </p:nvSpPr>
        <p:spPr>
          <a:xfrm>
            <a:off x="3710600" y="2541190"/>
            <a:ext cx="3701700" cy="103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History</a:t>
            </a:r>
            <a:endParaRPr/>
          </a:p>
        </p:txBody>
      </p:sp>
      <p:sp>
        <p:nvSpPr>
          <p:cNvPr id="2755" name="Google Shape;2755;p41"/>
          <p:cNvSpPr txBox="1">
            <a:spLocks noGrp="1"/>
          </p:cNvSpPr>
          <p:nvPr>
            <p:ph type="title"/>
          </p:nvPr>
        </p:nvSpPr>
        <p:spPr>
          <a:xfrm>
            <a:off x="4762200" y="1060213"/>
            <a:ext cx="1599000" cy="1360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01</a:t>
            </a:r>
            <a:endParaRPr/>
          </a:p>
        </p:txBody>
      </p:sp>
      <p:sp>
        <p:nvSpPr>
          <p:cNvPr id="2756" name="Google Shape;2756;p41"/>
          <p:cNvSpPr txBox="1">
            <a:spLocks noGrp="1"/>
          </p:cNvSpPr>
          <p:nvPr>
            <p:ph type="subTitle" idx="1"/>
          </p:nvPr>
        </p:nvSpPr>
        <p:spPr>
          <a:xfrm rot="279">
            <a:off x="3711109" y="3625034"/>
            <a:ext cx="3701100" cy="45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enter a subtitle here if you need it</a:t>
            </a:r>
            <a:endParaRPr/>
          </a:p>
        </p:txBody>
      </p:sp>
      <p:grpSp>
        <p:nvGrpSpPr>
          <p:cNvPr id="2757" name="Google Shape;2757;p41"/>
          <p:cNvGrpSpPr/>
          <p:nvPr/>
        </p:nvGrpSpPr>
        <p:grpSpPr>
          <a:xfrm>
            <a:off x="1731711" y="574717"/>
            <a:ext cx="1704846" cy="3994060"/>
            <a:chOff x="1288834" y="2601115"/>
            <a:chExt cx="886693" cy="2077318"/>
          </a:xfrm>
        </p:grpSpPr>
        <p:sp>
          <p:nvSpPr>
            <p:cNvPr id="2758" name="Google Shape;2758;p41"/>
            <p:cNvSpPr/>
            <p:nvPr/>
          </p:nvSpPr>
          <p:spPr>
            <a:xfrm>
              <a:off x="1288834" y="4247254"/>
              <a:ext cx="817553" cy="431180"/>
            </a:xfrm>
            <a:custGeom>
              <a:avLst/>
              <a:gdLst/>
              <a:ahLst/>
              <a:cxnLst/>
              <a:rect l="l" t="t" r="r" b="b"/>
              <a:pathLst>
                <a:path w="26676" h="14069" extrusionOk="0">
                  <a:moveTo>
                    <a:pt x="13299" y="0"/>
                  </a:moveTo>
                  <a:cubicBezTo>
                    <a:pt x="10191" y="0"/>
                    <a:pt x="7088" y="688"/>
                    <a:pt x="4725" y="2063"/>
                  </a:cubicBezTo>
                  <a:cubicBezTo>
                    <a:pt x="1" y="4808"/>
                    <a:pt x="25" y="9260"/>
                    <a:pt x="4781" y="12007"/>
                  </a:cubicBezTo>
                  <a:cubicBezTo>
                    <a:pt x="7160" y="13381"/>
                    <a:pt x="10271" y="14068"/>
                    <a:pt x="13378" y="14068"/>
                  </a:cubicBezTo>
                  <a:cubicBezTo>
                    <a:pt x="16485" y="14068"/>
                    <a:pt x="19588" y="13381"/>
                    <a:pt x="21951" y="12007"/>
                  </a:cubicBezTo>
                  <a:cubicBezTo>
                    <a:pt x="26676" y="9260"/>
                    <a:pt x="26651" y="4808"/>
                    <a:pt x="21896" y="2063"/>
                  </a:cubicBezTo>
                  <a:cubicBezTo>
                    <a:pt x="19517" y="688"/>
                    <a:pt x="16406" y="0"/>
                    <a:pt x="13299"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41"/>
            <p:cNvSpPr/>
            <p:nvPr/>
          </p:nvSpPr>
          <p:spPr>
            <a:xfrm>
              <a:off x="1447159" y="4276216"/>
              <a:ext cx="226669" cy="228293"/>
            </a:xfrm>
            <a:custGeom>
              <a:avLst/>
              <a:gdLst/>
              <a:ahLst/>
              <a:cxnLst/>
              <a:rect l="l" t="t" r="r" b="b"/>
              <a:pathLst>
                <a:path w="7396" h="7449" extrusionOk="0">
                  <a:moveTo>
                    <a:pt x="1888" y="0"/>
                  </a:moveTo>
                  <a:cubicBezTo>
                    <a:pt x="1888" y="0"/>
                    <a:pt x="1" y="1388"/>
                    <a:pt x="695" y="2135"/>
                  </a:cubicBezTo>
                  <a:cubicBezTo>
                    <a:pt x="1389" y="2882"/>
                    <a:pt x="2237" y="3354"/>
                    <a:pt x="2911" y="4830"/>
                  </a:cubicBezTo>
                  <a:cubicBezTo>
                    <a:pt x="3456" y="6028"/>
                    <a:pt x="5392" y="7448"/>
                    <a:pt x="6378" y="7448"/>
                  </a:cubicBezTo>
                  <a:cubicBezTo>
                    <a:pt x="6610" y="7448"/>
                    <a:pt x="6789" y="7370"/>
                    <a:pt x="6886" y="7193"/>
                  </a:cubicBezTo>
                  <a:cubicBezTo>
                    <a:pt x="7396" y="6260"/>
                    <a:pt x="7086" y="5064"/>
                    <a:pt x="5900" y="2953"/>
                  </a:cubicBezTo>
                  <a:cubicBezTo>
                    <a:pt x="4712" y="844"/>
                    <a:pt x="1888" y="0"/>
                    <a:pt x="18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41"/>
            <p:cNvSpPr/>
            <p:nvPr/>
          </p:nvSpPr>
          <p:spPr>
            <a:xfrm>
              <a:off x="1484457" y="3458387"/>
              <a:ext cx="449967" cy="924911"/>
            </a:xfrm>
            <a:custGeom>
              <a:avLst/>
              <a:gdLst/>
              <a:ahLst/>
              <a:cxnLst/>
              <a:rect l="l" t="t" r="r" b="b"/>
              <a:pathLst>
                <a:path w="14682" h="30179" extrusionOk="0">
                  <a:moveTo>
                    <a:pt x="13600" y="0"/>
                  </a:moveTo>
                  <a:cubicBezTo>
                    <a:pt x="13019" y="0"/>
                    <a:pt x="11736" y="2455"/>
                    <a:pt x="8260" y="2455"/>
                  </a:cubicBezTo>
                  <a:cubicBezTo>
                    <a:pt x="7962" y="2455"/>
                    <a:pt x="7648" y="2437"/>
                    <a:pt x="7316" y="2398"/>
                  </a:cubicBezTo>
                  <a:cubicBezTo>
                    <a:pt x="7249" y="2390"/>
                    <a:pt x="7183" y="2386"/>
                    <a:pt x="7120" y="2386"/>
                  </a:cubicBezTo>
                  <a:cubicBezTo>
                    <a:pt x="3334" y="2386"/>
                    <a:pt x="7396" y="16447"/>
                    <a:pt x="6589" y="17232"/>
                  </a:cubicBezTo>
                  <a:cubicBezTo>
                    <a:pt x="5230" y="18553"/>
                    <a:pt x="109" y="26934"/>
                    <a:pt x="109" y="26934"/>
                  </a:cubicBezTo>
                  <a:cubicBezTo>
                    <a:pt x="0" y="27575"/>
                    <a:pt x="709" y="28834"/>
                    <a:pt x="1550" y="29456"/>
                  </a:cubicBezTo>
                  <a:cubicBezTo>
                    <a:pt x="2089" y="29855"/>
                    <a:pt x="3182" y="30179"/>
                    <a:pt x="4063" y="30179"/>
                  </a:cubicBezTo>
                  <a:cubicBezTo>
                    <a:pt x="4455" y="30179"/>
                    <a:pt x="4805" y="30115"/>
                    <a:pt x="5045" y="29965"/>
                  </a:cubicBezTo>
                  <a:cubicBezTo>
                    <a:pt x="5045" y="29965"/>
                    <a:pt x="10410" y="22904"/>
                    <a:pt x="11414" y="19940"/>
                  </a:cubicBezTo>
                  <a:cubicBezTo>
                    <a:pt x="12690" y="16173"/>
                    <a:pt x="14681" y="3504"/>
                    <a:pt x="13901" y="425"/>
                  </a:cubicBezTo>
                  <a:cubicBezTo>
                    <a:pt x="13824" y="123"/>
                    <a:pt x="13730" y="0"/>
                    <a:pt x="1360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41"/>
            <p:cNvSpPr/>
            <p:nvPr/>
          </p:nvSpPr>
          <p:spPr>
            <a:xfrm>
              <a:off x="1484365" y="3516924"/>
              <a:ext cx="389530" cy="847128"/>
            </a:xfrm>
            <a:custGeom>
              <a:avLst/>
              <a:gdLst/>
              <a:ahLst/>
              <a:cxnLst/>
              <a:rect l="l" t="t" r="r" b="b"/>
              <a:pathLst>
                <a:path w="12710" h="27641" extrusionOk="0">
                  <a:moveTo>
                    <a:pt x="10866" y="0"/>
                  </a:moveTo>
                  <a:cubicBezTo>
                    <a:pt x="10172" y="317"/>
                    <a:pt x="9318" y="545"/>
                    <a:pt x="8258" y="545"/>
                  </a:cubicBezTo>
                  <a:cubicBezTo>
                    <a:pt x="7960" y="545"/>
                    <a:pt x="7646" y="527"/>
                    <a:pt x="7315" y="488"/>
                  </a:cubicBezTo>
                  <a:cubicBezTo>
                    <a:pt x="7247" y="480"/>
                    <a:pt x="7182" y="476"/>
                    <a:pt x="7119" y="476"/>
                  </a:cubicBezTo>
                  <a:cubicBezTo>
                    <a:pt x="3333" y="476"/>
                    <a:pt x="7395" y="14537"/>
                    <a:pt x="6589" y="15322"/>
                  </a:cubicBezTo>
                  <a:cubicBezTo>
                    <a:pt x="5229" y="16643"/>
                    <a:pt x="108" y="25024"/>
                    <a:pt x="108" y="25024"/>
                  </a:cubicBezTo>
                  <a:cubicBezTo>
                    <a:pt x="0" y="25665"/>
                    <a:pt x="712" y="26924"/>
                    <a:pt x="1552" y="27546"/>
                  </a:cubicBezTo>
                  <a:cubicBezTo>
                    <a:pt x="1595" y="27578"/>
                    <a:pt x="1644" y="27609"/>
                    <a:pt x="1694" y="27641"/>
                  </a:cubicBezTo>
                  <a:cubicBezTo>
                    <a:pt x="2377" y="26760"/>
                    <a:pt x="3946" y="24437"/>
                    <a:pt x="7377" y="18333"/>
                  </a:cubicBezTo>
                  <a:cubicBezTo>
                    <a:pt x="12710" y="8840"/>
                    <a:pt x="11863" y="162"/>
                    <a:pt x="11863" y="162"/>
                  </a:cubicBezTo>
                  <a:lnTo>
                    <a:pt x="10866"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41"/>
            <p:cNvSpPr/>
            <p:nvPr/>
          </p:nvSpPr>
          <p:spPr>
            <a:xfrm>
              <a:off x="1731384" y="4496847"/>
              <a:ext cx="270709" cy="145055"/>
            </a:xfrm>
            <a:custGeom>
              <a:avLst/>
              <a:gdLst/>
              <a:ahLst/>
              <a:cxnLst/>
              <a:rect l="l" t="t" r="r" b="b"/>
              <a:pathLst>
                <a:path w="8833" h="4733" extrusionOk="0">
                  <a:moveTo>
                    <a:pt x="2652" y="1"/>
                  </a:moveTo>
                  <a:cubicBezTo>
                    <a:pt x="1688" y="1"/>
                    <a:pt x="980" y="155"/>
                    <a:pt x="980" y="155"/>
                  </a:cubicBezTo>
                  <a:cubicBezTo>
                    <a:pt x="980" y="155"/>
                    <a:pt x="0" y="2282"/>
                    <a:pt x="967" y="2601"/>
                  </a:cubicBezTo>
                  <a:cubicBezTo>
                    <a:pt x="1937" y="2917"/>
                    <a:pt x="2908" y="2923"/>
                    <a:pt x="4210" y="3892"/>
                  </a:cubicBezTo>
                  <a:cubicBezTo>
                    <a:pt x="4924" y="4420"/>
                    <a:pt x="6243" y="4733"/>
                    <a:pt x="7289" y="4733"/>
                  </a:cubicBezTo>
                  <a:cubicBezTo>
                    <a:pt x="8154" y="4733"/>
                    <a:pt x="8832" y="4520"/>
                    <a:pt x="8831" y="4039"/>
                  </a:cubicBezTo>
                  <a:cubicBezTo>
                    <a:pt x="8827" y="2976"/>
                    <a:pt x="7979" y="2079"/>
                    <a:pt x="5918" y="804"/>
                  </a:cubicBezTo>
                  <a:cubicBezTo>
                    <a:pt x="4881" y="160"/>
                    <a:pt x="3633" y="1"/>
                    <a:pt x="26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41"/>
            <p:cNvSpPr/>
            <p:nvPr/>
          </p:nvSpPr>
          <p:spPr>
            <a:xfrm>
              <a:off x="1423928" y="3464823"/>
              <a:ext cx="480093" cy="1081550"/>
            </a:xfrm>
            <a:custGeom>
              <a:avLst/>
              <a:gdLst/>
              <a:ahLst/>
              <a:cxnLst/>
              <a:rect l="l" t="t" r="r" b="b"/>
              <a:pathLst>
                <a:path w="15665" h="35290" extrusionOk="0">
                  <a:moveTo>
                    <a:pt x="9146" y="0"/>
                  </a:moveTo>
                  <a:cubicBezTo>
                    <a:pt x="7462" y="0"/>
                    <a:pt x="5628" y="357"/>
                    <a:pt x="4285" y="1577"/>
                  </a:cubicBezTo>
                  <a:cubicBezTo>
                    <a:pt x="1" y="5473"/>
                    <a:pt x="8614" y="16508"/>
                    <a:pt x="8763" y="19074"/>
                  </a:cubicBezTo>
                  <a:cubicBezTo>
                    <a:pt x="8919" y="21777"/>
                    <a:pt x="9754" y="35002"/>
                    <a:pt x="9754" y="35002"/>
                  </a:cubicBezTo>
                  <a:cubicBezTo>
                    <a:pt x="10302" y="35238"/>
                    <a:pt x="10976" y="35290"/>
                    <a:pt x="11668" y="35290"/>
                  </a:cubicBezTo>
                  <a:cubicBezTo>
                    <a:pt x="12029" y="35290"/>
                    <a:pt x="12395" y="35276"/>
                    <a:pt x="12752" y="35266"/>
                  </a:cubicBezTo>
                  <a:cubicBezTo>
                    <a:pt x="13871" y="35237"/>
                    <a:pt x="14821" y="34578"/>
                    <a:pt x="15665" y="33876"/>
                  </a:cubicBezTo>
                  <a:cubicBezTo>
                    <a:pt x="15665" y="33876"/>
                    <a:pt x="14357" y="23030"/>
                    <a:pt x="13963" y="18338"/>
                  </a:cubicBezTo>
                  <a:cubicBezTo>
                    <a:pt x="13738" y="15680"/>
                    <a:pt x="10337" y="9408"/>
                    <a:pt x="10600" y="6291"/>
                  </a:cubicBezTo>
                  <a:cubicBezTo>
                    <a:pt x="10734" y="4712"/>
                    <a:pt x="13592" y="706"/>
                    <a:pt x="13592" y="706"/>
                  </a:cubicBezTo>
                  <a:cubicBezTo>
                    <a:pt x="13592" y="706"/>
                    <a:pt x="11516" y="0"/>
                    <a:pt x="914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41"/>
            <p:cNvSpPr/>
            <p:nvPr/>
          </p:nvSpPr>
          <p:spPr>
            <a:xfrm>
              <a:off x="1648114" y="3517445"/>
              <a:ext cx="255968" cy="1026477"/>
            </a:xfrm>
            <a:custGeom>
              <a:avLst/>
              <a:gdLst/>
              <a:ahLst/>
              <a:cxnLst/>
              <a:rect l="l" t="t" r="r" b="b"/>
              <a:pathLst>
                <a:path w="8352" h="33493" extrusionOk="0">
                  <a:moveTo>
                    <a:pt x="1855" y="1"/>
                  </a:moveTo>
                  <a:cubicBezTo>
                    <a:pt x="1855" y="1"/>
                    <a:pt x="0" y="6188"/>
                    <a:pt x="1614" y="9670"/>
                  </a:cubicBezTo>
                  <a:cubicBezTo>
                    <a:pt x="3146" y="12974"/>
                    <a:pt x="7056" y="25685"/>
                    <a:pt x="5918" y="33493"/>
                  </a:cubicBezTo>
                  <a:cubicBezTo>
                    <a:pt x="6832" y="33321"/>
                    <a:pt x="7629" y="32756"/>
                    <a:pt x="8351" y="32160"/>
                  </a:cubicBezTo>
                  <a:cubicBezTo>
                    <a:pt x="8351" y="32160"/>
                    <a:pt x="7040" y="21313"/>
                    <a:pt x="6648" y="16621"/>
                  </a:cubicBezTo>
                  <a:cubicBezTo>
                    <a:pt x="6424" y="13963"/>
                    <a:pt x="3022" y="7689"/>
                    <a:pt x="3286" y="4574"/>
                  </a:cubicBezTo>
                  <a:cubicBezTo>
                    <a:pt x="3373" y="3546"/>
                    <a:pt x="4613" y="1494"/>
                    <a:pt x="5468" y="183"/>
                  </a:cubicBezTo>
                  <a:lnTo>
                    <a:pt x="1855"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41"/>
            <p:cNvSpPr/>
            <p:nvPr/>
          </p:nvSpPr>
          <p:spPr>
            <a:xfrm>
              <a:off x="2037859" y="3421672"/>
              <a:ext cx="137669" cy="167489"/>
            </a:xfrm>
            <a:custGeom>
              <a:avLst/>
              <a:gdLst/>
              <a:ahLst/>
              <a:cxnLst/>
              <a:rect l="l" t="t" r="r" b="b"/>
              <a:pathLst>
                <a:path w="4492" h="5465" extrusionOk="0">
                  <a:moveTo>
                    <a:pt x="1971" y="0"/>
                  </a:moveTo>
                  <a:cubicBezTo>
                    <a:pt x="1971" y="0"/>
                    <a:pt x="0" y="1651"/>
                    <a:pt x="463" y="1774"/>
                  </a:cubicBezTo>
                  <a:cubicBezTo>
                    <a:pt x="929" y="1898"/>
                    <a:pt x="2249" y="3081"/>
                    <a:pt x="2956" y="4273"/>
                  </a:cubicBezTo>
                  <a:lnTo>
                    <a:pt x="3663" y="5464"/>
                  </a:lnTo>
                  <a:cubicBezTo>
                    <a:pt x="3663" y="5464"/>
                    <a:pt x="4491" y="5165"/>
                    <a:pt x="4157" y="3438"/>
                  </a:cubicBezTo>
                  <a:cubicBezTo>
                    <a:pt x="3825" y="1711"/>
                    <a:pt x="1971" y="0"/>
                    <a:pt x="1971" y="0"/>
                  </a:cubicBezTo>
                  <a:close/>
                </a:path>
              </a:pathLst>
            </a:custGeom>
            <a:solidFill>
              <a:srgbClr val="DDB1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41"/>
            <p:cNvSpPr/>
            <p:nvPr/>
          </p:nvSpPr>
          <p:spPr>
            <a:xfrm>
              <a:off x="2077271" y="3473037"/>
              <a:ext cx="39658" cy="102455"/>
            </a:xfrm>
            <a:custGeom>
              <a:avLst/>
              <a:gdLst/>
              <a:ahLst/>
              <a:cxnLst/>
              <a:rect l="l" t="t" r="r" b="b"/>
              <a:pathLst>
                <a:path w="1294" h="3343" extrusionOk="0">
                  <a:moveTo>
                    <a:pt x="251" y="1"/>
                  </a:moveTo>
                  <a:cubicBezTo>
                    <a:pt x="83" y="1"/>
                    <a:pt x="1" y="188"/>
                    <a:pt x="166" y="786"/>
                  </a:cubicBezTo>
                  <a:cubicBezTo>
                    <a:pt x="606" y="2390"/>
                    <a:pt x="404" y="3186"/>
                    <a:pt x="524" y="3272"/>
                  </a:cubicBezTo>
                  <a:cubicBezTo>
                    <a:pt x="566" y="3303"/>
                    <a:pt x="597" y="3343"/>
                    <a:pt x="634" y="3343"/>
                  </a:cubicBezTo>
                  <a:cubicBezTo>
                    <a:pt x="701" y="3343"/>
                    <a:pt x="786" y="3209"/>
                    <a:pt x="985" y="2637"/>
                  </a:cubicBezTo>
                  <a:cubicBezTo>
                    <a:pt x="1294" y="1755"/>
                    <a:pt x="1056" y="528"/>
                    <a:pt x="1056" y="528"/>
                  </a:cubicBezTo>
                  <a:cubicBezTo>
                    <a:pt x="1056" y="528"/>
                    <a:pt x="533" y="1"/>
                    <a:pt x="251" y="1"/>
                  </a:cubicBezTo>
                  <a:close/>
                </a:path>
              </a:pathLst>
            </a:custGeom>
            <a:solidFill>
              <a:srgbClr val="E6A3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41"/>
            <p:cNvSpPr/>
            <p:nvPr/>
          </p:nvSpPr>
          <p:spPr>
            <a:xfrm>
              <a:off x="1727338" y="2871181"/>
              <a:ext cx="285206" cy="443500"/>
            </a:xfrm>
            <a:custGeom>
              <a:avLst/>
              <a:gdLst/>
              <a:ahLst/>
              <a:cxnLst/>
              <a:rect l="l" t="t" r="r" b="b"/>
              <a:pathLst>
                <a:path w="9306" h="14471" extrusionOk="0">
                  <a:moveTo>
                    <a:pt x="3691" y="0"/>
                  </a:moveTo>
                  <a:cubicBezTo>
                    <a:pt x="3499" y="0"/>
                    <a:pt x="3303" y="43"/>
                    <a:pt x="3104" y="133"/>
                  </a:cubicBezTo>
                  <a:cubicBezTo>
                    <a:pt x="0" y="1542"/>
                    <a:pt x="4772" y="12079"/>
                    <a:pt x="6514" y="14471"/>
                  </a:cubicBezTo>
                  <a:cubicBezTo>
                    <a:pt x="6514" y="14471"/>
                    <a:pt x="7712" y="14326"/>
                    <a:pt x="9303" y="12300"/>
                  </a:cubicBezTo>
                  <a:cubicBezTo>
                    <a:pt x="9305" y="12300"/>
                    <a:pt x="6964" y="0"/>
                    <a:pt x="36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41"/>
            <p:cNvSpPr/>
            <p:nvPr/>
          </p:nvSpPr>
          <p:spPr>
            <a:xfrm>
              <a:off x="1926976" y="3237235"/>
              <a:ext cx="200067" cy="259217"/>
            </a:xfrm>
            <a:custGeom>
              <a:avLst/>
              <a:gdLst/>
              <a:ahLst/>
              <a:cxnLst/>
              <a:rect l="l" t="t" r="r" b="b"/>
              <a:pathLst>
                <a:path w="6528" h="8458" extrusionOk="0">
                  <a:moveTo>
                    <a:pt x="2600" y="0"/>
                  </a:moveTo>
                  <a:lnTo>
                    <a:pt x="0" y="2527"/>
                  </a:lnTo>
                  <a:lnTo>
                    <a:pt x="4335" y="8457"/>
                  </a:lnTo>
                  <a:cubicBezTo>
                    <a:pt x="4335" y="8457"/>
                    <a:pt x="5702" y="8366"/>
                    <a:pt x="6527" y="6725"/>
                  </a:cubicBezTo>
                  <a:lnTo>
                    <a:pt x="26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41"/>
            <p:cNvSpPr/>
            <p:nvPr/>
          </p:nvSpPr>
          <p:spPr>
            <a:xfrm>
              <a:off x="1465700" y="2877648"/>
              <a:ext cx="450028" cy="706118"/>
            </a:xfrm>
            <a:custGeom>
              <a:avLst/>
              <a:gdLst/>
              <a:ahLst/>
              <a:cxnLst/>
              <a:rect l="l" t="t" r="r" b="b"/>
              <a:pathLst>
                <a:path w="14684" h="23040" extrusionOk="0">
                  <a:moveTo>
                    <a:pt x="10536" y="0"/>
                  </a:moveTo>
                  <a:cubicBezTo>
                    <a:pt x="9626" y="0"/>
                    <a:pt x="8142" y="224"/>
                    <a:pt x="5894" y="1147"/>
                  </a:cubicBezTo>
                  <a:cubicBezTo>
                    <a:pt x="5351" y="1371"/>
                    <a:pt x="4782" y="1750"/>
                    <a:pt x="3848" y="2298"/>
                  </a:cubicBezTo>
                  <a:cubicBezTo>
                    <a:pt x="2607" y="3029"/>
                    <a:pt x="1308" y="4108"/>
                    <a:pt x="1124" y="4317"/>
                  </a:cubicBezTo>
                  <a:cubicBezTo>
                    <a:pt x="874" y="4598"/>
                    <a:pt x="0" y="5293"/>
                    <a:pt x="1866" y="9283"/>
                  </a:cubicBezTo>
                  <a:cubicBezTo>
                    <a:pt x="1866" y="9283"/>
                    <a:pt x="4863" y="13752"/>
                    <a:pt x="3337" y="18041"/>
                  </a:cubicBezTo>
                  <a:lnTo>
                    <a:pt x="2486" y="20428"/>
                  </a:lnTo>
                  <a:cubicBezTo>
                    <a:pt x="2486" y="20428"/>
                    <a:pt x="4028" y="23040"/>
                    <a:pt x="7432" y="23040"/>
                  </a:cubicBezTo>
                  <a:cubicBezTo>
                    <a:pt x="8367" y="23040"/>
                    <a:pt x="9442" y="22843"/>
                    <a:pt x="10664" y="22341"/>
                  </a:cubicBezTo>
                  <a:cubicBezTo>
                    <a:pt x="11813" y="21867"/>
                    <a:pt x="13904" y="21010"/>
                    <a:pt x="13932" y="19756"/>
                  </a:cubicBezTo>
                  <a:cubicBezTo>
                    <a:pt x="13932" y="19756"/>
                    <a:pt x="13273" y="15318"/>
                    <a:pt x="14028" y="10917"/>
                  </a:cubicBezTo>
                  <a:cubicBezTo>
                    <a:pt x="14683" y="7112"/>
                    <a:pt x="14260" y="863"/>
                    <a:pt x="11738" y="197"/>
                  </a:cubicBezTo>
                  <a:cubicBezTo>
                    <a:pt x="11738" y="197"/>
                    <a:pt x="11390" y="0"/>
                    <a:pt x="10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41"/>
            <p:cNvSpPr/>
            <p:nvPr/>
          </p:nvSpPr>
          <p:spPr>
            <a:xfrm>
              <a:off x="1465700" y="2961438"/>
              <a:ext cx="228937" cy="613869"/>
            </a:xfrm>
            <a:custGeom>
              <a:avLst/>
              <a:gdLst/>
              <a:ahLst/>
              <a:cxnLst/>
              <a:rect l="l" t="t" r="r" b="b"/>
              <a:pathLst>
                <a:path w="7470" h="20030" extrusionOk="0">
                  <a:moveTo>
                    <a:pt x="3161" y="1"/>
                  </a:moveTo>
                  <a:cubicBezTo>
                    <a:pt x="2168" y="666"/>
                    <a:pt x="1274" y="1412"/>
                    <a:pt x="1124" y="1584"/>
                  </a:cubicBezTo>
                  <a:cubicBezTo>
                    <a:pt x="874" y="1866"/>
                    <a:pt x="0" y="2561"/>
                    <a:pt x="1866" y="6552"/>
                  </a:cubicBezTo>
                  <a:cubicBezTo>
                    <a:pt x="1866" y="6552"/>
                    <a:pt x="4863" y="11020"/>
                    <a:pt x="3337" y="15308"/>
                  </a:cubicBezTo>
                  <a:lnTo>
                    <a:pt x="2486" y="17696"/>
                  </a:lnTo>
                  <a:cubicBezTo>
                    <a:pt x="2486" y="17696"/>
                    <a:pt x="3466" y="19358"/>
                    <a:pt x="5591" y="20030"/>
                  </a:cubicBezTo>
                  <a:cubicBezTo>
                    <a:pt x="7470" y="14752"/>
                    <a:pt x="5835" y="6476"/>
                    <a:pt x="5523" y="3431"/>
                  </a:cubicBezTo>
                  <a:cubicBezTo>
                    <a:pt x="5302" y="1275"/>
                    <a:pt x="3979" y="363"/>
                    <a:pt x="3161" y="1"/>
                  </a:cubicBezTo>
                  <a:close/>
                </a:path>
              </a:pathLst>
            </a:custGeom>
            <a:solidFill>
              <a:srgbClr val="D8D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41"/>
            <p:cNvSpPr/>
            <p:nvPr/>
          </p:nvSpPr>
          <p:spPr>
            <a:xfrm>
              <a:off x="1466497" y="2902687"/>
              <a:ext cx="376413" cy="755522"/>
            </a:xfrm>
            <a:custGeom>
              <a:avLst/>
              <a:gdLst/>
              <a:ahLst/>
              <a:cxnLst/>
              <a:rect l="l" t="t" r="r" b="b"/>
              <a:pathLst>
                <a:path w="12282" h="24652" extrusionOk="0">
                  <a:moveTo>
                    <a:pt x="6372" y="1"/>
                  </a:moveTo>
                  <a:cubicBezTo>
                    <a:pt x="6372" y="1"/>
                    <a:pt x="4660" y="1054"/>
                    <a:pt x="4057" y="1343"/>
                  </a:cubicBezTo>
                  <a:cubicBezTo>
                    <a:pt x="2894" y="1902"/>
                    <a:pt x="0" y="3341"/>
                    <a:pt x="658" y="5218"/>
                  </a:cubicBezTo>
                  <a:cubicBezTo>
                    <a:pt x="1442" y="7463"/>
                    <a:pt x="3889" y="13292"/>
                    <a:pt x="3261" y="15429"/>
                  </a:cubicBezTo>
                  <a:cubicBezTo>
                    <a:pt x="2635" y="17565"/>
                    <a:pt x="1664" y="22688"/>
                    <a:pt x="1664" y="22688"/>
                  </a:cubicBezTo>
                  <a:cubicBezTo>
                    <a:pt x="1664" y="22688"/>
                    <a:pt x="3001" y="24652"/>
                    <a:pt x="5946" y="24652"/>
                  </a:cubicBezTo>
                  <a:cubicBezTo>
                    <a:pt x="6909" y="24652"/>
                    <a:pt x="8045" y="24441"/>
                    <a:pt x="9363" y="23883"/>
                  </a:cubicBezTo>
                  <a:cubicBezTo>
                    <a:pt x="9363" y="23883"/>
                    <a:pt x="12281" y="14499"/>
                    <a:pt x="8754" y="3169"/>
                  </a:cubicBezTo>
                  <a:lnTo>
                    <a:pt x="6372" y="1"/>
                  </a:lnTo>
                  <a:close/>
                </a:path>
              </a:pathLst>
            </a:custGeom>
            <a:solidFill>
              <a:srgbClr val="0C29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41"/>
            <p:cNvSpPr/>
            <p:nvPr/>
          </p:nvSpPr>
          <p:spPr>
            <a:xfrm>
              <a:off x="1466497" y="2902687"/>
              <a:ext cx="376413" cy="755032"/>
            </a:xfrm>
            <a:custGeom>
              <a:avLst/>
              <a:gdLst/>
              <a:ahLst/>
              <a:cxnLst/>
              <a:rect l="l" t="t" r="r" b="b"/>
              <a:pathLst>
                <a:path w="12282" h="24636" extrusionOk="0">
                  <a:moveTo>
                    <a:pt x="6372" y="1"/>
                  </a:moveTo>
                  <a:cubicBezTo>
                    <a:pt x="6372" y="1"/>
                    <a:pt x="4660" y="1054"/>
                    <a:pt x="4057" y="1343"/>
                  </a:cubicBezTo>
                  <a:cubicBezTo>
                    <a:pt x="2894" y="1902"/>
                    <a:pt x="0" y="3341"/>
                    <a:pt x="658" y="5218"/>
                  </a:cubicBezTo>
                  <a:cubicBezTo>
                    <a:pt x="1442" y="7463"/>
                    <a:pt x="3779" y="13263"/>
                    <a:pt x="3261" y="15429"/>
                  </a:cubicBezTo>
                  <a:cubicBezTo>
                    <a:pt x="2400" y="19039"/>
                    <a:pt x="1427" y="22579"/>
                    <a:pt x="1427" y="22579"/>
                  </a:cubicBezTo>
                  <a:cubicBezTo>
                    <a:pt x="1427" y="22579"/>
                    <a:pt x="2922" y="24635"/>
                    <a:pt x="5979" y="24635"/>
                  </a:cubicBezTo>
                  <a:cubicBezTo>
                    <a:pt x="6949" y="24635"/>
                    <a:pt x="8076" y="24428"/>
                    <a:pt x="9363" y="23883"/>
                  </a:cubicBezTo>
                  <a:cubicBezTo>
                    <a:pt x="9363" y="23883"/>
                    <a:pt x="12281" y="14499"/>
                    <a:pt x="8754" y="3169"/>
                  </a:cubicBezTo>
                  <a:lnTo>
                    <a:pt x="63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41"/>
            <p:cNvSpPr/>
            <p:nvPr/>
          </p:nvSpPr>
          <p:spPr>
            <a:xfrm>
              <a:off x="1668740" y="2856562"/>
              <a:ext cx="262986" cy="725304"/>
            </a:xfrm>
            <a:custGeom>
              <a:avLst/>
              <a:gdLst/>
              <a:ahLst/>
              <a:cxnLst/>
              <a:rect l="l" t="t" r="r" b="b"/>
              <a:pathLst>
                <a:path w="8581" h="23666" extrusionOk="0">
                  <a:moveTo>
                    <a:pt x="4327" y="1"/>
                  </a:moveTo>
                  <a:cubicBezTo>
                    <a:pt x="4315" y="1"/>
                    <a:pt x="4303" y="1"/>
                    <a:pt x="4291" y="1"/>
                  </a:cubicBezTo>
                  <a:cubicBezTo>
                    <a:pt x="1" y="51"/>
                    <a:pt x="4850" y="3944"/>
                    <a:pt x="4850" y="3944"/>
                  </a:cubicBezTo>
                  <a:cubicBezTo>
                    <a:pt x="4850" y="3944"/>
                    <a:pt x="6521" y="20438"/>
                    <a:pt x="5490" y="23665"/>
                  </a:cubicBezTo>
                  <a:cubicBezTo>
                    <a:pt x="5490" y="23665"/>
                    <a:pt x="7141" y="23380"/>
                    <a:pt x="8370" y="21926"/>
                  </a:cubicBezTo>
                  <a:cubicBezTo>
                    <a:pt x="8370" y="21926"/>
                    <a:pt x="7895" y="13692"/>
                    <a:pt x="8161" y="11274"/>
                  </a:cubicBezTo>
                  <a:cubicBezTo>
                    <a:pt x="8427" y="8860"/>
                    <a:pt x="8580" y="1"/>
                    <a:pt x="43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41"/>
            <p:cNvSpPr/>
            <p:nvPr/>
          </p:nvSpPr>
          <p:spPr>
            <a:xfrm>
              <a:off x="1590803" y="2900112"/>
              <a:ext cx="224554" cy="553310"/>
            </a:xfrm>
            <a:custGeom>
              <a:avLst/>
              <a:gdLst/>
              <a:ahLst/>
              <a:cxnLst/>
              <a:rect l="l" t="t" r="r" b="b"/>
              <a:pathLst>
                <a:path w="7327" h="18054" extrusionOk="0">
                  <a:moveTo>
                    <a:pt x="2457" y="0"/>
                  </a:moveTo>
                  <a:lnTo>
                    <a:pt x="1" y="1427"/>
                  </a:lnTo>
                  <a:cubicBezTo>
                    <a:pt x="1339" y="1675"/>
                    <a:pt x="3993" y="6444"/>
                    <a:pt x="3993" y="6444"/>
                  </a:cubicBezTo>
                  <a:lnTo>
                    <a:pt x="3215" y="7490"/>
                  </a:lnTo>
                  <a:lnTo>
                    <a:pt x="6307" y="18053"/>
                  </a:lnTo>
                  <a:cubicBezTo>
                    <a:pt x="7327" y="9249"/>
                    <a:pt x="4508" y="3005"/>
                    <a:pt x="4508" y="3005"/>
                  </a:cubicBezTo>
                  <a:cubicBezTo>
                    <a:pt x="4213" y="2253"/>
                    <a:pt x="2457" y="0"/>
                    <a:pt x="24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41"/>
            <p:cNvSpPr/>
            <p:nvPr/>
          </p:nvSpPr>
          <p:spPr>
            <a:xfrm>
              <a:off x="1756269" y="2846234"/>
              <a:ext cx="129179" cy="567224"/>
            </a:xfrm>
            <a:custGeom>
              <a:avLst/>
              <a:gdLst/>
              <a:ahLst/>
              <a:cxnLst/>
              <a:rect l="l" t="t" r="r" b="b"/>
              <a:pathLst>
                <a:path w="4215" h="18508" extrusionOk="0">
                  <a:moveTo>
                    <a:pt x="652" y="0"/>
                  </a:moveTo>
                  <a:cubicBezTo>
                    <a:pt x="628" y="0"/>
                    <a:pt x="604" y="1"/>
                    <a:pt x="581" y="3"/>
                  </a:cubicBezTo>
                  <a:cubicBezTo>
                    <a:pt x="1" y="46"/>
                    <a:pt x="3528" y="12238"/>
                    <a:pt x="2954" y="18507"/>
                  </a:cubicBezTo>
                  <a:lnTo>
                    <a:pt x="4215" y="8774"/>
                  </a:lnTo>
                  <a:lnTo>
                    <a:pt x="3318" y="7438"/>
                  </a:lnTo>
                  <a:lnTo>
                    <a:pt x="2114" y="479"/>
                  </a:lnTo>
                  <a:cubicBezTo>
                    <a:pt x="2114" y="479"/>
                    <a:pt x="1237" y="0"/>
                    <a:pt x="6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41"/>
            <p:cNvSpPr/>
            <p:nvPr/>
          </p:nvSpPr>
          <p:spPr>
            <a:xfrm>
              <a:off x="1616793" y="2801826"/>
              <a:ext cx="185448" cy="179319"/>
            </a:xfrm>
            <a:custGeom>
              <a:avLst/>
              <a:gdLst/>
              <a:ahLst/>
              <a:cxnLst/>
              <a:rect l="l" t="t" r="r" b="b"/>
              <a:pathLst>
                <a:path w="6051" h="5851" extrusionOk="0">
                  <a:moveTo>
                    <a:pt x="1" y="0"/>
                  </a:moveTo>
                  <a:lnTo>
                    <a:pt x="1" y="0"/>
                  </a:lnTo>
                  <a:cubicBezTo>
                    <a:pt x="1" y="0"/>
                    <a:pt x="1750" y="1983"/>
                    <a:pt x="810" y="3614"/>
                  </a:cubicBezTo>
                  <a:cubicBezTo>
                    <a:pt x="353" y="4412"/>
                    <a:pt x="1650" y="5850"/>
                    <a:pt x="3682" y="5850"/>
                  </a:cubicBezTo>
                  <a:cubicBezTo>
                    <a:pt x="3972" y="5850"/>
                    <a:pt x="4276" y="5821"/>
                    <a:pt x="4593" y="5756"/>
                  </a:cubicBezTo>
                  <a:cubicBezTo>
                    <a:pt x="4593" y="5756"/>
                    <a:pt x="5701" y="5321"/>
                    <a:pt x="5525" y="4919"/>
                  </a:cubicBezTo>
                  <a:cubicBezTo>
                    <a:pt x="5129" y="4018"/>
                    <a:pt x="5431" y="3432"/>
                    <a:pt x="5740" y="2655"/>
                  </a:cubicBezTo>
                  <a:cubicBezTo>
                    <a:pt x="6050" y="1883"/>
                    <a:pt x="1" y="0"/>
                    <a:pt x="1" y="0"/>
                  </a:cubicBezTo>
                  <a:close/>
                </a:path>
              </a:pathLst>
            </a:custGeom>
            <a:solidFill>
              <a:srgbClr val="E6A3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41"/>
            <p:cNvSpPr/>
            <p:nvPr/>
          </p:nvSpPr>
          <p:spPr>
            <a:xfrm>
              <a:off x="1625006" y="2804768"/>
              <a:ext cx="95375" cy="118851"/>
            </a:xfrm>
            <a:custGeom>
              <a:avLst/>
              <a:gdLst/>
              <a:ahLst/>
              <a:cxnLst/>
              <a:rect l="l" t="t" r="r" b="b"/>
              <a:pathLst>
                <a:path w="3112" h="3878" extrusionOk="0">
                  <a:moveTo>
                    <a:pt x="38" y="0"/>
                  </a:moveTo>
                  <a:lnTo>
                    <a:pt x="1" y="251"/>
                  </a:lnTo>
                  <a:cubicBezTo>
                    <a:pt x="448" y="886"/>
                    <a:pt x="1243" y="2300"/>
                    <a:pt x="544" y="3518"/>
                  </a:cubicBezTo>
                  <a:cubicBezTo>
                    <a:pt x="481" y="3628"/>
                    <a:pt x="448" y="3747"/>
                    <a:pt x="455" y="3878"/>
                  </a:cubicBezTo>
                  <a:cubicBezTo>
                    <a:pt x="1283" y="2769"/>
                    <a:pt x="3112" y="2438"/>
                    <a:pt x="3112" y="2438"/>
                  </a:cubicBezTo>
                  <a:lnTo>
                    <a:pt x="309" y="89"/>
                  </a:lnTo>
                  <a:cubicBezTo>
                    <a:pt x="207" y="52"/>
                    <a:pt x="117" y="25"/>
                    <a:pt x="38" y="0"/>
                  </a:cubicBezTo>
                  <a:close/>
                </a:path>
              </a:pathLst>
            </a:custGeom>
            <a:solidFill>
              <a:srgbClr val="DD95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41"/>
            <p:cNvSpPr/>
            <p:nvPr/>
          </p:nvSpPr>
          <p:spPr>
            <a:xfrm>
              <a:off x="1555007" y="2610923"/>
              <a:ext cx="275061" cy="296974"/>
            </a:xfrm>
            <a:custGeom>
              <a:avLst/>
              <a:gdLst/>
              <a:ahLst/>
              <a:cxnLst/>
              <a:rect l="l" t="t" r="r" b="b"/>
              <a:pathLst>
                <a:path w="8975" h="9690" extrusionOk="0">
                  <a:moveTo>
                    <a:pt x="3882" y="0"/>
                  </a:moveTo>
                  <a:cubicBezTo>
                    <a:pt x="3432" y="0"/>
                    <a:pt x="2940" y="126"/>
                    <a:pt x="2352" y="439"/>
                  </a:cubicBezTo>
                  <a:cubicBezTo>
                    <a:pt x="2355" y="439"/>
                    <a:pt x="1" y="1944"/>
                    <a:pt x="1318" y="5079"/>
                  </a:cubicBezTo>
                  <a:cubicBezTo>
                    <a:pt x="1318" y="5079"/>
                    <a:pt x="2344" y="7883"/>
                    <a:pt x="4509" y="8916"/>
                  </a:cubicBezTo>
                  <a:cubicBezTo>
                    <a:pt x="5429" y="9352"/>
                    <a:pt x="6400" y="9690"/>
                    <a:pt x="7174" y="9690"/>
                  </a:cubicBezTo>
                  <a:cubicBezTo>
                    <a:pt x="8022" y="9690"/>
                    <a:pt x="8634" y="9284"/>
                    <a:pt x="8681" y="8157"/>
                  </a:cubicBezTo>
                  <a:cubicBezTo>
                    <a:pt x="8747" y="6444"/>
                    <a:pt x="8975" y="2074"/>
                    <a:pt x="7382" y="1426"/>
                  </a:cubicBezTo>
                  <a:cubicBezTo>
                    <a:pt x="5903" y="821"/>
                    <a:pt x="5031" y="0"/>
                    <a:pt x="3882" y="0"/>
                  </a:cubicBezTo>
                  <a:close/>
                </a:path>
              </a:pathLst>
            </a:custGeom>
            <a:solidFill>
              <a:srgbClr val="EFB1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41"/>
            <p:cNvSpPr/>
            <p:nvPr/>
          </p:nvSpPr>
          <p:spPr>
            <a:xfrm>
              <a:off x="1581977" y="2628576"/>
              <a:ext cx="225933" cy="276992"/>
            </a:xfrm>
            <a:custGeom>
              <a:avLst/>
              <a:gdLst/>
              <a:ahLst/>
              <a:cxnLst/>
              <a:rect l="l" t="t" r="r" b="b"/>
              <a:pathLst>
                <a:path w="7372" h="9038" extrusionOk="0">
                  <a:moveTo>
                    <a:pt x="5487" y="1"/>
                  </a:moveTo>
                  <a:cubicBezTo>
                    <a:pt x="4335" y="185"/>
                    <a:pt x="1042" y="714"/>
                    <a:pt x="975" y="743"/>
                  </a:cubicBezTo>
                  <a:cubicBezTo>
                    <a:pt x="933" y="753"/>
                    <a:pt x="476" y="1608"/>
                    <a:pt x="44" y="2414"/>
                  </a:cubicBezTo>
                  <a:cubicBezTo>
                    <a:pt x="1" y="3010"/>
                    <a:pt x="98" y="3700"/>
                    <a:pt x="438" y="4503"/>
                  </a:cubicBezTo>
                  <a:cubicBezTo>
                    <a:pt x="438" y="4503"/>
                    <a:pt x="1011" y="6953"/>
                    <a:pt x="3631" y="8379"/>
                  </a:cubicBezTo>
                  <a:cubicBezTo>
                    <a:pt x="4192" y="8682"/>
                    <a:pt x="4885" y="8892"/>
                    <a:pt x="5420" y="9038"/>
                  </a:cubicBezTo>
                  <a:cubicBezTo>
                    <a:pt x="4398" y="8479"/>
                    <a:pt x="4278" y="8283"/>
                    <a:pt x="3439" y="7543"/>
                  </a:cubicBezTo>
                  <a:cubicBezTo>
                    <a:pt x="2604" y="6811"/>
                    <a:pt x="4438" y="6884"/>
                    <a:pt x="2922" y="4915"/>
                  </a:cubicBezTo>
                  <a:cubicBezTo>
                    <a:pt x="2402" y="4246"/>
                    <a:pt x="4213" y="3640"/>
                    <a:pt x="4667" y="3567"/>
                  </a:cubicBezTo>
                  <a:cubicBezTo>
                    <a:pt x="7371" y="3117"/>
                    <a:pt x="7333" y="2276"/>
                    <a:pt x="7297" y="1608"/>
                  </a:cubicBezTo>
                  <a:cubicBezTo>
                    <a:pt x="7263" y="1513"/>
                    <a:pt x="7225" y="1489"/>
                    <a:pt x="7184" y="1489"/>
                  </a:cubicBezTo>
                  <a:cubicBezTo>
                    <a:pt x="7143" y="1489"/>
                    <a:pt x="7099" y="1513"/>
                    <a:pt x="7054" y="1513"/>
                  </a:cubicBezTo>
                  <a:cubicBezTo>
                    <a:pt x="7014" y="1513"/>
                    <a:pt x="6972" y="1494"/>
                    <a:pt x="6931" y="1422"/>
                  </a:cubicBezTo>
                  <a:lnTo>
                    <a:pt x="6613" y="966"/>
                  </a:lnTo>
                  <a:cubicBezTo>
                    <a:pt x="6576" y="922"/>
                    <a:pt x="6536" y="882"/>
                    <a:pt x="6504" y="849"/>
                  </a:cubicBezTo>
                  <a:cubicBezTo>
                    <a:pt x="6156" y="515"/>
                    <a:pt x="5821" y="234"/>
                    <a:pt x="5487" y="1"/>
                  </a:cubicBezTo>
                  <a:close/>
                </a:path>
              </a:pathLst>
            </a:custGeom>
            <a:solidFill>
              <a:srgbClr val="E6A3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41"/>
            <p:cNvSpPr/>
            <p:nvPr/>
          </p:nvSpPr>
          <p:spPr>
            <a:xfrm>
              <a:off x="1505420" y="2648067"/>
              <a:ext cx="220233" cy="203407"/>
            </a:xfrm>
            <a:custGeom>
              <a:avLst/>
              <a:gdLst/>
              <a:ahLst/>
              <a:cxnLst/>
              <a:rect l="l" t="t" r="r" b="b"/>
              <a:pathLst>
                <a:path w="7186" h="6637" extrusionOk="0">
                  <a:moveTo>
                    <a:pt x="3082" y="1"/>
                  </a:moveTo>
                  <a:lnTo>
                    <a:pt x="3082" y="1"/>
                  </a:lnTo>
                  <a:cubicBezTo>
                    <a:pt x="1" y="2544"/>
                    <a:pt x="4562" y="6636"/>
                    <a:pt x="4562" y="6636"/>
                  </a:cubicBezTo>
                  <a:cubicBezTo>
                    <a:pt x="4572" y="6413"/>
                    <a:pt x="3113" y="4959"/>
                    <a:pt x="3543" y="4370"/>
                  </a:cubicBezTo>
                  <a:cubicBezTo>
                    <a:pt x="3610" y="4276"/>
                    <a:pt x="3694" y="4236"/>
                    <a:pt x="3787" y="4236"/>
                  </a:cubicBezTo>
                  <a:cubicBezTo>
                    <a:pt x="4351" y="4236"/>
                    <a:pt x="5290" y="5699"/>
                    <a:pt x="5353" y="5791"/>
                  </a:cubicBezTo>
                  <a:cubicBezTo>
                    <a:pt x="5358" y="5798"/>
                    <a:pt x="5363" y="5801"/>
                    <a:pt x="5368" y="5801"/>
                  </a:cubicBezTo>
                  <a:cubicBezTo>
                    <a:pt x="5433" y="5801"/>
                    <a:pt x="5393" y="5164"/>
                    <a:pt x="5167" y="4701"/>
                  </a:cubicBezTo>
                  <a:cubicBezTo>
                    <a:pt x="4887" y="4140"/>
                    <a:pt x="4833" y="3440"/>
                    <a:pt x="5194" y="3006"/>
                  </a:cubicBezTo>
                  <a:cubicBezTo>
                    <a:pt x="5518" y="2622"/>
                    <a:pt x="6561" y="2646"/>
                    <a:pt x="7186" y="2624"/>
                  </a:cubicBezTo>
                  <a:cubicBezTo>
                    <a:pt x="6641" y="2372"/>
                    <a:pt x="5612" y="2397"/>
                    <a:pt x="5134" y="1604"/>
                  </a:cubicBezTo>
                  <a:cubicBezTo>
                    <a:pt x="4492" y="541"/>
                    <a:pt x="3747" y="110"/>
                    <a:pt x="3082" y="1"/>
                  </a:cubicBezTo>
                  <a:close/>
                </a:path>
              </a:pathLst>
            </a:custGeom>
            <a:solidFill>
              <a:srgbClr val="704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41"/>
            <p:cNvSpPr/>
            <p:nvPr/>
          </p:nvSpPr>
          <p:spPr>
            <a:xfrm>
              <a:off x="1596902" y="2601115"/>
              <a:ext cx="241625" cy="127494"/>
            </a:xfrm>
            <a:custGeom>
              <a:avLst/>
              <a:gdLst/>
              <a:ahLst/>
              <a:cxnLst/>
              <a:rect l="l" t="t" r="r" b="b"/>
              <a:pathLst>
                <a:path w="7884" h="4160" extrusionOk="0">
                  <a:moveTo>
                    <a:pt x="2657" y="1"/>
                  </a:moveTo>
                  <a:cubicBezTo>
                    <a:pt x="267" y="1"/>
                    <a:pt x="1" y="1662"/>
                    <a:pt x="1" y="1662"/>
                  </a:cubicBezTo>
                  <a:cubicBezTo>
                    <a:pt x="12" y="1661"/>
                    <a:pt x="23" y="1661"/>
                    <a:pt x="34" y="1661"/>
                  </a:cubicBezTo>
                  <a:cubicBezTo>
                    <a:pt x="624" y="1661"/>
                    <a:pt x="1106" y="2175"/>
                    <a:pt x="1299" y="2499"/>
                  </a:cubicBezTo>
                  <a:cubicBezTo>
                    <a:pt x="2243" y="4039"/>
                    <a:pt x="4199" y="4159"/>
                    <a:pt x="4199" y="4159"/>
                  </a:cubicBezTo>
                  <a:cubicBezTo>
                    <a:pt x="5741" y="4060"/>
                    <a:pt x="7883" y="2682"/>
                    <a:pt x="6172" y="1291"/>
                  </a:cubicBezTo>
                  <a:cubicBezTo>
                    <a:pt x="5904" y="1073"/>
                    <a:pt x="4384" y="143"/>
                    <a:pt x="3223" y="30"/>
                  </a:cubicBezTo>
                  <a:cubicBezTo>
                    <a:pt x="3022" y="10"/>
                    <a:pt x="2834" y="1"/>
                    <a:pt x="2657" y="1"/>
                  </a:cubicBezTo>
                  <a:close/>
                </a:path>
              </a:pathLst>
            </a:custGeom>
            <a:solidFill>
              <a:srgbClr val="714B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41"/>
            <p:cNvSpPr/>
            <p:nvPr/>
          </p:nvSpPr>
          <p:spPr>
            <a:xfrm>
              <a:off x="1615230" y="2894994"/>
              <a:ext cx="160103" cy="129578"/>
            </a:xfrm>
            <a:custGeom>
              <a:avLst/>
              <a:gdLst/>
              <a:ahLst/>
              <a:cxnLst/>
              <a:rect l="l" t="t" r="r" b="b"/>
              <a:pathLst>
                <a:path w="5224" h="4228" extrusionOk="0">
                  <a:moveTo>
                    <a:pt x="1085" y="1"/>
                  </a:moveTo>
                  <a:lnTo>
                    <a:pt x="0" y="1123"/>
                  </a:lnTo>
                  <a:cubicBezTo>
                    <a:pt x="994" y="3896"/>
                    <a:pt x="3185" y="4228"/>
                    <a:pt x="4178" y="4228"/>
                  </a:cubicBezTo>
                  <a:cubicBezTo>
                    <a:pt x="4490" y="4228"/>
                    <a:pt x="4684" y="4195"/>
                    <a:pt x="4684" y="4195"/>
                  </a:cubicBezTo>
                  <a:lnTo>
                    <a:pt x="5223" y="2408"/>
                  </a:lnTo>
                  <a:cubicBezTo>
                    <a:pt x="1114" y="2202"/>
                    <a:pt x="1085" y="1"/>
                    <a:pt x="10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41"/>
            <p:cNvSpPr/>
            <p:nvPr/>
          </p:nvSpPr>
          <p:spPr>
            <a:xfrm>
              <a:off x="1775301" y="2904280"/>
              <a:ext cx="64145" cy="94272"/>
            </a:xfrm>
            <a:custGeom>
              <a:avLst/>
              <a:gdLst/>
              <a:ahLst/>
              <a:cxnLst/>
              <a:rect l="l" t="t" r="r" b="b"/>
              <a:pathLst>
                <a:path w="2093" h="3076" extrusionOk="0">
                  <a:moveTo>
                    <a:pt x="635" y="0"/>
                  </a:moveTo>
                  <a:lnTo>
                    <a:pt x="221" y="86"/>
                  </a:lnTo>
                  <a:lnTo>
                    <a:pt x="171" y="261"/>
                  </a:lnTo>
                  <a:cubicBezTo>
                    <a:pt x="99" y="424"/>
                    <a:pt x="90" y="654"/>
                    <a:pt x="106" y="838"/>
                  </a:cubicBezTo>
                  <a:cubicBezTo>
                    <a:pt x="179" y="1690"/>
                    <a:pt x="0" y="2105"/>
                    <a:pt x="0" y="2105"/>
                  </a:cubicBezTo>
                  <a:lnTo>
                    <a:pt x="1661" y="3075"/>
                  </a:lnTo>
                  <a:cubicBezTo>
                    <a:pt x="2092" y="1627"/>
                    <a:pt x="635" y="0"/>
                    <a:pt x="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41"/>
            <p:cNvSpPr/>
            <p:nvPr/>
          </p:nvSpPr>
          <p:spPr>
            <a:xfrm>
              <a:off x="1773095" y="3010934"/>
              <a:ext cx="60590" cy="446074"/>
            </a:xfrm>
            <a:custGeom>
              <a:avLst/>
              <a:gdLst/>
              <a:ahLst/>
              <a:cxnLst/>
              <a:rect l="l" t="t" r="r" b="b"/>
              <a:pathLst>
                <a:path w="1977" h="14555" extrusionOk="0">
                  <a:moveTo>
                    <a:pt x="591" y="1"/>
                  </a:moveTo>
                  <a:lnTo>
                    <a:pt x="0" y="148"/>
                  </a:lnTo>
                  <a:cubicBezTo>
                    <a:pt x="0" y="148"/>
                    <a:pt x="412" y="1730"/>
                    <a:pt x="290" y="4139"/>
                  </a:cubicBezTo>
                  <a:lnTo>
                    <a:pt x="1976" y="14555"/>
                  </a:lnTo>
                  <a:lnTo>
                    <a:pt x="1976" y="14555"/>
                  </a:lnTo>
                  <a:lnTo>
                    <a:pt x="1329" y="3878"/>
                  </a:lnTo>
                  <a:lnTo>
                    <a:pt x="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41"/>
            <p:cNvSpPr/>
            <p:nvPr/>
          </p:nvSpPr>
          <p:spPr>
            <a:xfrm>
              <a:off x="1763533" y="2964932"/>
              <a:ext cx="31781" cy="50568"/>
            </a:xfrm>
            <a:custGeom>
              <a:avLst/>
              <a:gdLst/>
              <a:ahLst/>
              <a:cxnLst/>
              <a:rect l="l" t="t" r="r" b="b"/>
              <a:pathLst>
                <a:path w="1037" h="1650" extrusionOk="0">
                  <a:moveTo>
                    <a:pt x="268" y="0"/>
                  </a:moveTo>
                  <a:lnTo>
                    <a:pt x="0" y="1129"/>
                  </a:lnTo>
                  <a:lnTo>
                    <a:pt x="312" y="1649"/>
                  </a:lnTo>
                  <a:lnTo>
                    <a:pt x="903" y="1502"/>
                  </a:lnTo>
                  <a:lnTo>
                    <a:pt x="1036" y="567"/>
                  </a:lnTo>
                  <a:lnTo>
                    <a:pt x="26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41"/>
            <p:cNvSpPr/>
            <p:nvPr/>
          </p:nvSpPr>
          <p:spPr>
            <a:xfrm>
              <a:off x="1392698" y="2976792"/>
              <a:ext cx="226301" cy="806795"/>
            </a:xfrm>
            <a:custGeom>
              <a:avLst/>
              <a:gdLst/>
              <a:ahLst/>
              <a:cxnLst/>
              <a:rect l="l" t="t" r="r" b="b"/>
              <a:pathLst>
                <a:path w="7384" h="26325" extrusionOk="0">
                  <a:moveTo>
                    <a:pt x="5274" y="0"/>
                  </a:moveTo>
                  <a:cubicBezTo>
                    <a:pt x="5164" y="0"/>
                    <a:pt x="5095" y="11"/>
                    <a:pt x="5095" y="11"/>
                  </a:cubicBezTo>
                  <a:cubicBezTo>
                    <a:pt x="5080" y="11"/>
                    <a:pt x="5065" y="10"/>
                    <a:pt x="5050" y="10"/>
                  </a:cubicBezTo>
                  <a:cubicBezTo>
                    <a:pt x="3029" y="10"/>
                    <a:pt x="1681" y="6501"/>
                    <a:pt x="1171" y="8809"/>
                  </a:cubicBezTo>
                  <a:cubicBezTo>
                    <a:pt x="178" y="13284"/>
                    <a:pt x="630" y="18736"/>
                    <a:pt x="634" y="19759"/>
                  </a:cubicBezTo>
                  <a:cubicBezTo>
                    <a:pt x="640" y="20782"/>
                    <a:pt x="697" y="21298"/>
                    <a:pt x="395" y="22422"/>
                  </a:cubicBezTo>
                  <a:cubicBezTo>
                    <a:pt x="1" y="23888"/>
                    <a:pt x="541" y="25104"/>
                    <a:pt x="683" y="25295"/>
                  </a:cubicBezTo>
                  <a:cubicBezTo>
                    <a:pt x="1235" y="26044"/>
                    <a:pt x="1641" y="26325"/>
                    <a:pt x="1823" y="26325"/>
                  </a:cubicBezTo>
                  <a:cubicBezTo>
                    <a:pt x="1909" y="26325"/>
                    <a:pt x="1945" y="26261"/>
                    <a:pt x="1922" y="26154"/>
                  </a:cubicBezTo>
                  <a:cubicBezTo>
                    <a:pt x="1522" y="24320"/>
                    <a:pt x="2332" y="23521"/>
                    <a:pt x="2332" y="23521"/>
                  </a:cubicBezTo>
                  <a:cubicBezTo>
                    <a:pt x="2338" y="24335"/>
                    <a:pt x="2763" y="24826"/>
                    <a:pt x="2998" y="24965"/>
                  </a:cubicBezTo>
                  <a:cubicBezTo>
                    <a:pt x="3030" y="24984"/>
                    <a:pt x="3066" y="24993"/>
                    <a:pt x="3103" y="24993"/>
                  </a:cubicBezTo>
                  <a:cubicBezTo>
                    <a:pt x="3291" y="24993"/>
                    <a:pt x="3505" y="24767"/>
                    <a:pt x="3321" y="24481"/>
                  </a:cubicBezTo>
                  <a:cubicBezTo>
                    <a:pt x="3099" y="24141"/>
                    <a:pt x="3070" y="23600"/>
                    <a:pt x="3097" y="23303"/>
                  </a:cubicBezTo>
                  <a:cubicBezTo>
                    <a:pt x="3176" y="22419"/>
                    <a:pt x="3011" y="22074"/>
                    <a:pt x="2861" y="21831"/>
                  </a:cubicBezTo>
                  <a:cubicBezTo>
                    <a:pt x="2441" y="21161"/>
                    <a:pt x="2441" y="20588"/>
                    <a:pt x="2441" y="20588"/>
                  </a:cubicBezTo>
                  <a:cubicBezTo>
                    <a:pt x="2334" y="19178"/>
                    <a:pt x="3961" y="11407"/>
                    <a:pt x="3961" y="11407"/>
                  </a:cubicBezTo>
                  <a:cubicBezTo>
                    <a:pt x="3961" y="11407"/>
                    <a:pt x="5934" y="7388"/>
                    <a:pt x="6727" y="3503"/>
                  </a:cubicBezTo>
                  <a:cubicBezTo>
                    <a:pt x="7383" y="273"/>
                    <a:pt x="5820" y="0"/>
                    <a:pt x="5274" y="0"/>
                  </a:cubicBezTo>
                  <a:close/>
                </a:path>
              </a:pathLst>
            </a:custGeom>
            <a:solidFill>
              <a:srgbClr val="E6A3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41"/>
            <p:cNvSpPr/>
            <p:nvPr/>
          </p:nvSpPr>
          <p:spPr>
            <a:xfrm>
              <a:off x="1396437" y="2969376"/>
              <a:ext cx="286738" cy="426889"/>
            </a:xfrm>
            <a:custGeom>
              <a:avLst/>
              <a:gdLst/>
              <a:ahLst/>
              <a:cxnLst/>
              <a:rect l="l" t="t" r="r" b="b"/>
              <a:pathLst>
                <a:path w="9356" h="13929" extrusionOk="0">
                  <a:moveTo>
                    <a:pt x="5229" y="0"/>
                  </a:moveTo>
                  <a:cubicBezTo>
                    <a:pt x="2031" y="0"/>
                    <a:pt x="1" y="10844"/>
                    <a:pt x="54" y="13720"/>
                  </a:cubicBezTo>
                  <a:cubicBezTo>
                    <a:pt x="54" y="13720"/>
                    <a:pt x="443" y="13928"/>
                    <a:pt x="1296" y="13928"/>
                  </a:cubicBezTo>
                  <a:cubicBezTo>
                    <a:pt x="1854" y="13928"/>
                    <a:pt x="2609" y="13839"/>
                    <a:pt x="3583" y="13545"/>
                  </a:cubicBezTo>
                  <a:cubicBezTo>
                    <a:pt x="3583" y="13545"/>
                    <a:pt x="9356" y="749"/>
                    <a:pt x="5496" y="26"/>
                  </a:cubicBezTo>
                  <a:cubicBezTo>
                    <a:pt x="5406" y="9"/>
                    <a:pt x="5317" y="0"/>
                    <a:pt x="52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41"/>
            <p:cNvSpPr/>
            <p:nvPr/>
          </p:nvSpPr>
          <p:spPr>
            <a:xfrm>
              <a:off x="1398061" y="3372237"/>
              <a:ext cx="109657" cy="251156"/>
            </a:xfrm>
            <a:custGeom>
              <a:avLst/>
              <a:gdLst/>
              <a:ahLst/>
              <a:cxnLst/>
              <a:rect l="l" t="t" r="r" b="b"/>
              <a:pathLst>
                <a:path w="3578" h="8195" extrusionOk="0">
                  <a:moveTo>
                    <a:pt x="3577" y="0"/>
                  </a:moveTo>
                  <a:lnTo>
                    <a:pt x="1" y="575"/>
                  </a:lnTo>
                  <a:lnTo>
                    <a:pt x="142" y="7921"/>
                  </a:lnTo>
                  <a:cubicBezTo>
                    <a:pt x="142" y="7921"/>
                    <a:pt x="593" y="8194"/>
                    <a:pt x="1321" y="8194"/>
                  </a:cubicBezTo>
                  <a:cubicBezTo>
                    <a:pt x="1767" y="8194"/>
                    <a:pt x="2317" y="8092"/>
                    <a:pt x="2931" y="7761"/>
                  </a:cubicBezTo>
                  <a:lnTo>
                    <a:pt x="35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89" name="Google Shape;2789;p41"/>
          <p:cNvSpPr/>
          <p:nvPr/>
        </p:nvSpPr>
        <p:spPr>
          <a:xfrm rot="5400000">
            <a:off x="783341" y="376870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41"/>
          <p:cNvSpPr/>
          <p:nvPr/>
        </p:nvSpPr>
        <p:spPr>
          <a:xfrm rot="5400000">
            <a:off x="8059617" y="293859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41"/>
          <p:cNvSpPr/>
          <p:nvPr/>
        </p:nvSpPr>
        <p:spPr>
          <a:xfrm rot="5400000">
            <a:off x="6799116" y="433890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41"/>
          <p:cNvSpPr/>
          <p:nvPr/>
        </p:nvSpPr>
        <p:spPr>
          <a:xfrm rot="5400000">
            <a:off x="1359317" y="349742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41"/>
          <p:cNvSpPr/>
          <p:nvPr/>
        </p:nvSpPr>
        <p:spPr>
          <a:xfrm rot="5400000">
            <a:off x="7663767" y="428897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97"/>
        <p:cNvGrpSpPr/>
        <p:nvPr/>
      </p:nvGrpSpPr>
      <p:grpSpPr>
        <a:xfrm>
          <a:off x="0" y="0"/>
          <a:ext cx="0" cy="0"/>
          <a:chOff x="0" y="0"/>
          <a:chExt cx="0" cy="0"/>
        </a:xfrm>
      </p:grpSpPr>
      <p:sp>
        <p:nvSpPr>
          <p:cNvPr id="2798" name="Google Shape;2798;p42"/>
          <p:cNvSpPr txBox="1">
            <a:spLocks noGrp="1"/>
          </p:cNvSpPr>
          <p:nvPr>
            <p:ph type="subTitle" idx="1"/>
          </p:nvPr>
        </p:nvSpPr>
        <p:spPr>
          <a:xfrm>
            <a:off x="1129163" y="2444400"/>
            <a:ext cx="3063000" cy="122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hlink"/>
              </a:buClr>
              <a:buSzPts val="1100"/>
              <a:buFont typeface="Arial"/>
              <a:buNone/>
            </a:pPr>
            <a:r>
              <a:rPr lang="en"/>
              <a:t>Mercury is the closest planet to the Sun and the smallest one in the entire Solar System. This planet's name has nothing to do with the liquid metal, since Mercury was named after the Roman messenger god</a:t>
            </a:r>
            <a:endParaRPr/>
          </a:p>
        </p:txBody>
      </p:sp>
      <p:sp>
        <p:nvSpPr>
          <p:cNvPr id="2799" name="Google Shape;2799;p42"/>
          <p:cNvSpPr txBox="1">
            <a:spLocks noGrp="1"/>
          </p:cNvSpPr>
          <p:nvPr>
            <p:ph type="subTitle" idx="2"/>
          </p:nvPr>
        </p:nvSpPr>
        <p:spPr>
          <a:xfrm>
            <a:off x="4951838" y="2444400"/>
            <a:ext cx="3063000" cy="122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Despite being closer to the Sun than Venus, its temperatures aren't as terribly hot as that planet's. Its surface is quite similar to that of Earth's Moon, which means there are a lot of craters and plains</a:t>
            </a:r>
            <a:endParaRPr/>
          </a:p>
        </p:txBody>
      </p:sp>
      <p:sp>
        <p:nvSpPr>
          <p:cNvPr id="2800" name="Google Shape;2800;p42"/>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Things that changed history</a:t>
            </a:r>
            <a:endParaRPr/>
          </a:p>
        </p:txBody>
      </p:sp>
      <p:sp>
        <p:nvSpPr>
          <p:cNvPr id="2801" name="Google Shape;2801;p42"/>
          <p:cNvSpPr txBox="1">
            <a:spLocks noGrp="1"/>
          </p:cNvSpPr>
          <p:nvPr>
            <p:ph type="subTitle" idx="3"/>
          </p:nvPr>
        </p:nvSpPr>
        <p:spPr>
          <a:xfrm>
            <a:off x="4951763" y="1977300"/>
            <a:ext cx="30630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Airplanes</a:t>
            </a:r>
            <a:endParaRPr/>
          </a:p>
        </p:txBody>
      </p:sp>
      <p:sp>
        <p:nvSpPr>
          <p:cNvPr id="2802" name="Google Shape;2802;p42"/>
          <p:cNvSpPr txBox="1">
            <a:spLocks noGrp="1"/>
          </p:cNvSpPr>
          <p:nvPr>
            <p:ph type="subTitle" idx="4"/>
          </p:nvPr>
        </p:nvSpPr>
        <p:spPr>
          <a:xfrm>
            <a:off x="1129163" y="1977300"/>
            <a:ext cx="30630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Internet</a:t>
            </a:r>
            <a:endParaRPr/>
          </a:p>
        </p:txBody>
      </p:sp>
      <p:sp>
        <p:nvSpPr>
          <p:cNvPr id="2803" name="Google Shape;2803;p42"/>
          <p:cNvSpPr/>
          <p:nvPr/>
        </p:nvSpPr>
        <p:spPr>
          <a:xfrm rot="5400000">
            <a:off x="7738416" y="422140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42"/>
          <p:cNvSpPr/>
          <p:nvPr/>
        </p:nvSpPr>
        <p:spPr>
          <a:xfrm rot="5400000">
            <a:off x="1429617" y="426479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42"/>
          <p:cNvSpPr/>
          <p:nvPr/>
        </p:nvSpPr>
        <p:spPr>
          <a:xfrm rot="5400000">
            <a:off x="7003292" y="419122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09"/>
        <p:cNvGrpSpPr/>
        <p:nvPr/>
      </p:nvGrpSpPr>
      <p:grpSpPr>
        <a:xfrm>
          <a:off x="0" y="0"/>
          <a:ext cx="0" cy="0"/>
          <a:chOff x="0" y="0"/>
          <a:chExt cx="0" cy="0"/>
        </a:xfrm>
      </p:grpSpPr>
      <p:sp>
        <p:nvSpPr>
          <p:cNvPr id="2810" name="Google Shape;2810;p43"/>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General characteristics</a:t>
            </a:r>
            <a:endParaRPr/>
          </a:p>
        </p:txBody>
      </p:sp>
      <p:sp>
        <p:nvSpPr>
          <p:cNvPr id="2811" name="Google Shape;2811;p43"/>
          <p:cNvSpPr txBox="1">
            <a:spLocks noGrp="1"/>
          </p:cNvSpPr>
          <p:nvPr>
            <p:ph type="subTitle" idx="1"/>
          </p:nvPr>
        </p:nvSpPr>
        <p:spPr>
          <a:xfrm rot="-522">
            <a:off x="720000" y="1394362"/>
            <a:ext cx="3951000" cy="207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 you know what helps you make your point clear?</a:t>
            </a:r>
            <a:endParaRPr/>
          </a:p>
          <a:p>
            <a:pPr marL="0" lvl="0" indent="0" algn="l" rtl="0">
              <a:spcBef>
                <a:spcPts val="0"/>
              </a:spcBef>
              <a:spcAft>
                <a:spcPts val="0"/>
              </a:spcAft>
              <a:buNone/>
            </a:pPr>
            <a:r>
              <a:rPr lang="en"/>
              <a:t>Lists like this one:</a:t>
            </a:r>
            <a:endParaRPr/>
          </a:p>
          <a:p>
            <a:pPr marL="457200" lvl="0" indent="-317500" algn="l" rtl="0">
              <a:spcBef>
                <a:spcPts val="1600"/>
              </a:spcBef>
              <a:spcAft>
                <a:spcPts val="0"/>
              </a:spcAft>
              <a:buSzPts val="1400"/>
              <a:buChar char="●"/>
            </a:pPr>
            <a:r>
              <a:rPr lang="en"/>
              <a:t>They’re simple </a:t>
            </a:r>
            <a:endParaRPr/>
          </a:p>
          <a:p>
            <a:pPr marL="457200" lvl="0" indent="-317500" algn="l" rtl="0">
              <a:spcBef>
                <a:spcPts val="0"/>
              </a:spcBef>
              <a:spcAft>
                <a:spcPts val="0"/>
              </a:spcAft>
              <a:buSzPts val="1400"/>
              <a:buChar char="●"/>
            </a:pPr>
            <a:r>
              <a:rPr lang="en"/>
              <a:t>You can organize your ideas clearly</a:t>
            </a:r>
            <a:endParaRPr/>
          </a:p>
          <a:p>
            <a:pPr marL="457200" lvl="0" indent="-317500" algn="l" rtl="0">
              <a:spcBef>
                <a:spcPts val="0"/>
              </a:spcBef>
              <a:spcAft>
                <a:spcPts val="0"/>
              </a:spcAft>
              <a:buSzPts val="1400"/>
              <a:buChar char="●"/>
            </a:pPr>
            <a:r>
              <a:rPr lang="en"/>
              <a:t>You’ll never forget to buy milk!</a:t>
            </a:r>
            <a:endParaRPr/>
          </a:p>
          <a:p>
            <a:pPr marL="0" lvl="0" indent="0" algn="l" rtl="0">
              <a:spcBef>
                <a:spcPts val="1600"/>
              </a:spcBef>
              <a:spcAft>
                <a:spcPts val="0"/>
              </a:spcAft>
              <a:buNone/>
            </a:pPr>
            <a:r>
              <a:rPr lang="en"/>
              <a:t>And the most important thing: the audience won’t miss the point of your presentation</a:t>
            </a:r>
            <a:endParaRPr/>
          </a:p>
        </p:txBody>
      </p:sp>
      <p:grpSp>
        <p:nvGrpSpPr>
          <p:cNvPr id="2812" name="Google Shape;2812;p43"/>
          <p:cNvGrpSpPr/>
          <p:nvPr/>
        </p:nvGrpSpPr>
        <p:grpSpPr>
          <a:xfrm flipH="1">
            <a:off x="5860715" y="540006"/>
            <a:ext cx="1594223" cy="4063586"/>
            <a:chOff x="4772535" y="196083"/>
            <a:chExt cx="814335" cy="2075694"/>
          </a:xfrm>
        </p:grpSpPr>
        <p:sp>
          <p:nvSpPr>
            <p:cNvPr id="2813" name="Google Shape;2813;p43"/>
            <p:cNvSpPr/>
            <p:nvPr/>
          </p:nvSpPr>
          <p:spPr>
            <a:xfrm>
              <a:off x="5129885" y="473566"/>
              <a:ext cx="417480" cy="439485"/>
            </a:xfrm>
            <a:custGeom>
              <a:avLst/>
              <a:gdLst/>
              <a:ahLst/>
              <a:cxnLst/>
              <a:rect l="l" t="t" r="r" b="b"/>
              <a:pathLst>
                <a:path w="13622" h="14340" extrusionOk="0">
                  <a:moveTo>
                    <a:pt x="2306" y="1"/>
                  </a:moveTo>
                  <a:cubicBezTo>
                    <a:pt x="1530" y="1"/>
                    <a:pt x="765" y="556"/>
                    <a:pt x="608" y="1756"/>
                  </a:cubicBezTo>
                  <a:cubicBezTo>
                    <a:pt x="608" y="1756"/>
                    <a:pt x="0" y="10363"/>
                    <a:pt x="959" y="11909"/>
                  </a:cubicBezTo>
                  <a:cubicBezTo>
                    <a:pt x="1002" y="11977"/>
                    <a:pt x="1198" y="12296"/>
                    <a:pt x="1287" y="12339"/>
                  </a:cubicBezTo>
                  <a:cubicBezTo>
                    <a:pt x="1979" y="13356"/>
                    <a:pt x="4131" y="13597"/>
                    <a:pt x="6015" y="13597"/>
                  </a:cubicBezTo>
                  <a:cubicBezTo>
                    <a:pt x="7709" y="13597"/>
                    <a:pt x="9186" y="13402"/>
                    <a:pt x="9186" y="13402"/>
                  </a:cubicBezTo>
                  <a:cubicBezTo>
                    <a:pt x="9397" y="13507"/>
                    <a:pt x="9586" y="13566"/>
                    <a:pt x="9850" y="13742"/>
                  </a:cubicBezTo>
                  <a:cubicBezTo>
                    <a:pt x="10581" y="14227"/>
                    <a:pt x="11321" y="14339"/>
                    <a:pt x="11802" y="14339"/>
                  </a:cubicBezTo>
                  <a:cubicBezTo>
                    <a:pt x="12060" y="14339"/>
                    <a:pt x="12244" y="14307"/>
                    <a:pt x="12310" y="14282"/>
                  </a:cubicBezTo>
                  <a:cubicBezTo>
                    <a:pt x="13428" y="13879"/>
                    <a:pt x="13621" y="13471"/>
                    <a:pt x="13330" y="13442"/>
                  </a:cubicBezTo>
                  <a:cubicBezTo>
                    <a:pt x="11707" y="13283"/>
                    <a:pt x="11243" y="12361"/>
                    <a:pt x="11243" y="12361"/>
                  </a:cubicBezTo>
                  <a:lnTo>
                    <a:pt x="11243" y="12361"/>
                  </a:lnTo>
                  <a:cubicBezTo>
                    <a:pt x="11440" y="12424"/>
                    <a:pt x="11623" y="12450"/>
                    <a:pt x="11788" y="12450"/>
                  </a:cubicBezTo>
                  <a:cubicBezTo>
                    <a:pt x="12191" y="12450"/>
                    <a:pt x="12485" y="12298"/>
                    <a:pt x="12608" y="12181"/>
                  </a:cubicBezTo>
                  <a:cubicBezTo>
                    <a:pt x="12735" y="12061"/>
                    <a:pt x="12649" y="11751"/>
                    <a:pt x="12393" y="11751"/>
                  </a:cubicBezTo>
                  <a:cubicBezTo>
                    <a:pt x="12360" y="11751"/>
                    <a:pt x="12324" y="11756"/>
                    <a:pt x="12286" y="11767"/>
                  </a:cubicBezTo>
                  <a:cubicBezTo>
                    <a:pt x="12200" y="11793"/>
                    <a:pt x="12106" y="11803"/>
                    <a:pt x="12010" y="11803"/>
                  </a:cubicBezTo>
                  <a:cubicBezTo>
                    <a:pt x="11729" y="11803"/>
                    <a:pt x="11429" y="11713"/>
                    <a:pt x="11248" y="11636"/>
                  </a:cubicBezTo>
                  <a:cubicBezTo>
                    <a:pt x="10813" y="11445"/>
                    <a:pt x="10521" y="11389"/>
                    <a:pt x="10306" y="11389"/>
                  </a:cubicBezTo>
                  <a:cubicBezTo>
                    <a:pt x="10169" y="11389"/>
                    <a:pt x="10064" y="11411"/>
                    <a:pt x="9972" y="11436"/>
                  </a:cubicBezTo>
                  <a:cubicBezTo>
                    <a:pt x="9732" y="11501"/>
                    <a:pt x="9515" y="11521"/>
                    <a:pt x="9338" y="11521"/>
                  </a:cubicBezTo>
                  <a:cubicBezTo>
                    <a:pt x="9271" y="11521"/>
                    <a:pt x="9209" y="11519"/>
                    <a:pt x="9154" y="11514"/>
                  </a:cubicBezTo>
                  <a:lnTo>
                    <a:pt x="3896" y="10413"/>
                  </a:lnTo>
                  <a:lnTo>
                    <a:pt x="4121" y="4546"/>
                  </a:lnTo>
                  <a:cubicBezTo>
                    <a:pt x="4243" y="2819"/>
                    <a:pt x="4312" y="1442"/>
                    <a:pt x="3611" y="614"/>
                  </a:cubicBezTo>
                  <a:cubicBezTo>
                    <a:pt x="3266" y="212"/>
                    <a:pt x="2784" y="1"/>
                    <a:pt x="2306" y="1"/>
                  </a:cubicBezTo>
                  <a:close/>
                </a:path>
              </a:pathLst>
            </a:custGeom>
            <a:solidFill>
              <a:srgbClr val="4929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43"/>
            <p:cNvSpPr/>
            <p:nvPr/>
          </p:nvSpPr>
          <p:spPr>
            <a:xfrm>
              <a:off x="5126636" y="465169"/>
              <a:ext cx="285114" cy="432835"/>
            </a:xfrm>
            <a:custGeom>
              <a:avLst/>
              <a:gdLst/>
              <a:ahLst/>
              <a:cxnLst/>
              <a:rect l="l" t="t" r="r" b="b"/>
              <a:pathLst>
                <a:path w="9303" h="14123" extrusionOk="0">
                  <a:moveTo>
                    <a:pt x="2242" y="0"/>
                  </a:moveTo>
                  <a:cubicBezTo>
                    <a:pt x="1845" y="0"/>
                    <a:pt x="1450" y="129"/>
                    <a:pt x="1111" y="379"/>
                  </a:cubicBezTo>
                  <a:cubicBezTo>
                    <a:pt x="691" y="690"/>
                    <a:pt x="394" y="2130"/>
                    <a:pt x="244" y="3890"/>
                  </a:cubicBezTo>
                  <a:cubicBezTo>
                    <a:pt x="0" y="6751"/>
                    <a:pt x="492" y="11117"/>
                    <a:pt x="636" y="11725"/>
                  </a:cubicBezTo>
                  <a:cubicBezTo>
                    <a:pt x="770" y="12282"/>
                    <a:pt x="765" y="14123"/>
                    <a:pt x="5871" y="14123"/>
                  </a:cubicBezTo>
                  <a:cubicBezTo>
                    <a:pt x="6729" y="14123"/>
                    <a:pt x="7733" y="14070"/>
                    <a:pt x="8906" y="13951"/>
                  </a:cubicBezTo>
                  <a:cubicBezTo>
                    <a:pt x="9083" y="13933"/>
                    <a:pt x="8178" y="12299"/>
                    <a:pt x="9303" y="11408"/>
                  </a:cubicBezTo>
                  <a:lnTo>
                    <a:pt x="4080" y="10650"/>
                  </a:lnTo>
                  <a:cubicBezTo>
                    <a:pt x="4080" y="10650"/>
                    <a:pt x="4411" y="3129"/>
                    <a:pt x="4330" y="2355"/>
                  </a:cubicBezTo>
                  <a:cubicBezTo>
                    <a:pt x="4158" y="750"/>
                    <a:pt x="3198" y="0"/>
                    <a:pt x="22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43"/>
            <p:cNvSpPr/>
            <p:nvPr/>
          </p:nvSpPr>
          <p:spPr>
            <a:xfrm>
              <a:off x="4772535" y="1898644"/>
              <a:ext cx="707620" cy="373133"/>
            </a:xfrm>
            <a:custGeom>
              <a:avLst/>
              <a:gdLst/>
              <a:ahLst/>
              <a:cxnLst/>
              <a:rect l="l" t="t" r="r" b="b"/>
              <a:pathLst>
                <a:path w="23089" h="12175" extrusionOk="0">
                  <a:moveTo>
                    <a:pt x="11511" y="0"/>
                  </a:moveTo>
                  <a:cubicBezTo>
                    <a:pt x="8821" y="0"/>
                    <a:pt x="6134" y="595"/>
                    <a:pt x="4089" y="1784"/>
                  </a:cubicBezTo>
                  <a:cubicBezTo>
                    <a:pt x="1" y="4161"/>
                    <a:pt x="22" y="8013"/>
                    <a:pt x="4139" y="10391"/>
                  </a:cubicBezTo>
                  <a:cubicBezTo>
                    <a:pt x="6197" y="11580"/>
                    <a:pt x="8889" y="12174"/>
                    <a:pt x="11579" y="12174"/>
                  </a:cubicBezTo>
                  <a:cubicBezTo>
                    <a:pt x="14268" y="12174"/>
                    <a:pt x="16954" y="11580"/>
                    <a:pt x="19001" y="10391"/>
                  </a:cubicBezTo>
                  <a:cubicBezTo>
                    <a:pt x="23089" y="8013"/>
                    <a:pt x="23070" y="4161"/>
                    <a:pt x="18954" y="1784"/>
                  </a:cubicBezTo>
                  <a:cubicBezTo>
                    <a:pt x="16895" y="595"/>
                    <a:pt x="14201" y="0"/>
                    <a:pt x="11511"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43"/>
            <p:cNvSpPr/>
            <p:nvPr/>
          </p:nvSpPr>
          <p:spPr>
            <a:xfrm>
              <a:off x="5054952" y="984644"/>
              <a:ext cx="273835" cy="1054489"/>
            </a:xfrm>
            <a:custGeom>
              <a:avLst/>
              <a:gdLst/>
              <a:ahLst/>
              <a:cxnLst/>
              <a:rect l="l" t="t" r="r" b="b"/>
              <a:pathLst>
                <a:path w="8935" h="34407" extrusionOk="0">
                  <a:moveTo>
                    <a:pt x="6393" y="0"/>
                  </a:moveTo>
                  <a:lnTo>
                    <a:pt x="6393" y="0"/>
                  </a:lnTo>
                  <a:cubicBezTo>
                    <a:pt x="6393" y="0"/>
                    <a:pt x="6393" y="0"/>
                    <a:pt x="6393" y="0"/>
                  </a:cubicBezTo>
                  <a:lnTo>
                    <a:pt x="6393" y="0"/>
                  </a:lnTo>
                  <a:cubicBezTo>
                    <a:pt x="6393" y="0"/>
                    <a:pt x="6393" y="0"/>
                    <a:pt x="6393" y="0"/>
                  </a:cubicBezTo>
                  <a:close/>
                  <a:moveTo>
                    <a:pt x="6393" y="0"/>
                  </a:moveTo>
                  <a:cubicBezTo>
                    <a:pt x="6394" y="4"/>
                    <a:pt x="3912" y="3733"/>
                    <a:pt x="97" y="4283"/>
                  </a:cubicBezTo>
                  <a:cubicBezTo>
                    <a:pt x="97" y="4283"/>
                    <a:pt x="62" y="4190"/>
                    <a:pt x="45" y="4190"/>
                  </a:cubicBezTo>
                  <a:cubicBezTo>
                    <a:pt x="1" y="4190"/>
                    <a:pt x="82" y="4838"/>
                    <a:pt x="1256" y="9542"/>
                  </a:cubicBezTo>
                  <a:cubicBezTo>
                    <a:pt x="1256" y="9542"/>
                    <a:pt x="2852" y="14534"/>
                    <a:pt x="2015" y="17611"/>
                  </a:cubicBezTo>
                  <a:cubicBezTo>
                    <a:pt x="1412" y="19830"/>
                    <a:pt x="1254" y="21236"/>
                    <a:pt x="3438" y="28442"/>
                  </a:cubicBezTo>
                  <a:cubicBezTo>
                    <a:pt x="3743" y="29453"/>
                    <a:pt x="2288" y="31302"/>
                    <a:pt x="4811" y="32110"/>
                  </a:cubicBezTo>
                  <a:cubicBezTo>
                    <a:pt x="6216" y="32561"/>
                    <a:pt x="5858" y="34407"/>
                    <a:pt x="7002" y="34407"/>
                  </a:cubicBezTo>
                  <a:cubicBezTo>
                    <a:pt x="7268" y="34407"/>
                    <a:pt x="7615" y="34307"/>
                    <a:pt x="8085" y="34066"/>
                  </a:cubicBezTo>
                  <a:cubicBezTo>
                    <a:pt x="8935" y="33630"/>
                    <a:pt x="7283" y="31650"/>
                    <a:pt x="6568" y="30352"/>
                  </a:cubicBezTo>
                  <a:cubicBezTo>
                    <a:pt x="6037" y="29389"/>
                    <a:pt x="5782" y="29105"/>
                    <a:pt x="6007" y="25838"/>
                  </a:cubicBezTo>
                  <a:cubicBezTo>
                    <a:pt x="6089" y="24636"/>
                    <a:pt x="5735" y="18539"/>
                    <a:pt x="6656" y="16112"/>
                  </a:cubicBezTo>
                  <a:cubicBezTo>
                    <a:pt x="7579" y="13685"/>
                    <a:pt x="8207" y="4756"/>
                    <a:pt x="6393" y="0"/>
                  </a:cubicBezTo>
                  <a:close/>
                </a:path>
              </a:pathLst>
            </a:custGeom>
            <a:solidFill>
              <a:srgbClr val="4929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43"/>
            <p:cNvSpPr/>
            <p:nvPr/>
          </p:nvSpPr>
          <p:spPr>
            <a:xfrm>
              <a:off x="5136290" y="1861132"/>
              <a:ext cx="192068" cy="185325"/>
            </a:xfrm>
            <a:custGeom>
              <a:avLst/>
              <a:gdLst/>
              <a:ahLst/>
              <a:cxnLst/>
              <a:rect l="l" t="t" r="r" b="b"/>
              <a:pathLst>
                <a:path w="6267" h="6047" extrusionOk="0">
                  <a:moveTo>
                    <a:pt x="846" y="0"/>
                  </a:moveTo>
                  <a:cubicBezTo>
                    <a:pt x="846" y="1"/>
                    <a:pt x="0" y="1213"/>
                    <a:pt x="556" y="2114"/>
                  </a:cubicBezTo>
                  <a:cubicBezTo>
                    <a:pt x="1111" y="3014"/>
                    <a:pt x="1582" y="3214"/>
                    <a:pt x="1972" y="4043"/>
                  </a:cubicBezTo>
                  <a:cubicBezTo>
                    <a:pt x="2362" y="4872"/>
                    <a:pt x="2366" y="5414"/>
                    <a:pt x="3727" y="5761"/>
                  </a:cubicBezTo>
                  <a:cubicBezTo>
                    <a:pt x="4352" y="5922"/>
                    <a:pt x="4967" y="6047"/>
                    <a:pt x="5421" y="6047"/>
                  </a:cubicBezTo>
                  <a:cubicBezTo>
                    <a:pt x="5955" y="6047"/>
                    <a:pt x="6267" y="5874"/>
                    <a:pt x="6112" y="5387"/>
                  </a:cubicBezTo>
                  <a:cubicBezTo>
                    <a:pt x="5828" y="4484"/>
                    <a:pt x="4925" y="3298"/>
                    <a:pt x="4925" y="3298"/>
                  </a:cubicBezTo>
                  <a:cubicBezTo>
                    <a:pt x="4925" y="3298"/>
                    <a:pt x="4892" y="4200"/>
                    <a:pt x="4039" y="4200"/>
                  </a:cubicBezTo>
                  <a:cubicBezTo>
                    <a:pt x="3820" y="4200"/>
                    <a:pt x="3549" y="4141"/>
                    <a:pt x="3210" y="3992"/>
                  </a:cubicBezTo>
                  <a:cubicBezTo>
                    <a:pt x="2075" y="3491"/>
                    <a:pt x="572" y="1233"/>
                    <a:pt x="8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43"/>
            <p:cNvSpPr/>
            <p:nvPr/>
          </p:nvSpPr>
          <p:spPr>
            <a:xfrm>
              <a:off x="5151399" y="1922181"/>
              <a:ext cx="28042" cy="84587"/>
            </a:xfrm>
            <a:custGeom>
              <a:avLst/>
              <a:gdLst/>
              <a:ahLst/>
              <a:cxnLst/>
              <a:rect l="l" t="t" r="r" b="b"/>
              <a:pathLst>
                <a:path w="915" h="2760" extrusionOk="0">
                  <a:moveTo>
                    <a:pt x="1" y="0"/>
                  </a:moveTo>
                  <a:cubicBezTo>
                    <a:pt x="1" y="0"/>
                    <a:pt x="1" y="0"/>
                    <a:pt x="0" y="0"/>
                  </a:cubicBezTo>
                  <a:cubicBezTo>
                    <a:pt x="0" y="0"/>
                    <a:pt x="402" y="1669"/>
                    <a:pt x="406" y="2400"/>
                  </a:cubicBezTo>
                  <a:lnTo>
                    <a:pt x="915" y="2760"/>
                  </a:lnTo>
                  <a:cubicBezTo>
                    <a:pt x="915" y="2760"/>
                    <a:pt x="733" y="1146"/>
                    <a:pt x="804" y="967"/>
                  </a:cubicBezTo>
                  <a:cubicBezTo>
                    <a:pt x="804" y="967"/>
                    <a:pt x="81"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43"/>
            <p:cNvSpPr/>
            <p:nvPr/>
          </p:nvSpPr>
          <p:spPr>
            <a:xfrm>
              <a:off x="5172883" y="1947649"/>
              <a:ext cx="16795" cy="59272"/>
            </a:xfrm>
            <a:custGeom>
              <a:avLst/>
              <a:gdLst/>
              <a:ahLst/>
              <a:cxnLst/>
              <a:rect l="l" t="t" r="r" b="b"/>
              <a:pathLst>
                <a:path w="548" h="1934" extrusionOk="0">
                  <a:moveTo>
                    <a:pt x="0" y="0"/>
                  </a:moveTo>
                  <a:lnTo>
                    <a:pt x="179" y="1933"/>
                  </a:lnTo>
                  <a:lnTo>
                    <a:pt x="547" y="1654"/>
                  </a:lnTo>
                  <a:lnTo>
                    <a:pt x="480" y="687"/>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43"/>
            <p:cNvSpPr/>
            <p:nvPr/>
          </p:nvSpPr>
          <p:spPr>
            <a:xfrm>
              <a:off x="4907323" y="1096415"/>
              <a:ext cx="294369" cy="1039287"/>
            </a:xfrm>
            <a:custGeom>
              <a:avLst/>
              <a:gdLst/>
              <a:ahLst/>
              <a:cxnLst/>
              <a:rect l="l" t="t" r="r" b="b"/>
              <a:pathLst>
                <a:path w="9605" h="33911" extrusionOk="0">
                  <a:moveTo>
                    <a:pt x="2607" y="0"/>
                  </a:moveTo>
                  <a:cubicBezTo>
                    <a:pt x="2607" y="0"/>
                    <a:pt x="662" y="3996"/>
                    <a:pt x="1744" y="8984"/>
                  </a:cubicBezTo>
                  <a:cubicBezTo>
                    <a:pt x="1744" y="8984"/>
                    <a:pt x="2684" y="14032"/>
                    <a:pt x="1562" y="16951"/>
                  </a:cubicBezTo>
                  <a:cubicBezTo>
                    <a:pt x="753" y="19055"/>
                    <a:pt x="0" y="20533"/>
                    <a:pt x="2112" y="27367"/>
                  </a:cubicBezTo>
                  <a:cubicBezTo>
                    <a:pt x="2349" y="28133"/>
                    <a:pt x="273" y="28377"/>
                    <a:pt x="2475" y="30554"/>
                  </a:cubicBezTo>
                  <a:cubicBezTo>
                    <a:pt x="3201" y="31270"/>
                    <a:pt x="3621" y="33910"/>
                    <a:pt x="4951" y="33910"/>
                  </a:cubicBezTo>
                  <a:cubicBezTo>
                    <a:pt x="5179" y="33910"/>
                    <a:pt x="5434" y="33833"/>
                    <a:pt x="5722" y="33654"/>
                  </a:cubicBezTo>
                  <a:cubicBezTo>
                    <a:pt x="6517" y="33161"/>
                    <a:pt x="5953" y="32590"/>
                    <a:pt x="4948" y="30084"/>
                  </a:cubicBezTo>
                  <a:cubicBezTo>
                    <a:pt x="4948" y="30084"/>
                    <a:pt x="3967" y="27924"/>
                    <a:pt x="4388" y="25418"/>
                  </a:cubicBezTo>
                  <a:cubicBezTo>
                    <a:pt x="4783" y="23054"/>
                    <a:pt x="4940" y="18259"/>
                    <a:pt x="6067" y="15988"/>
                  </a:cubicBezTo>
                  <a:cubicBezTo>
                    <a:pt x="7196" y="13716"/>
                    <a:pt x="9605" y="6162"/>
                    <a:pt x="9105" y="629"/>
                  </a:cubicBezTo>
                  <a:cubicBezTo>
                    <a:pt x="9105" y="629"/>
                    <a:pt x="9105" y="629"/>
                    <a:pt x="9105" y="629"/>
                  </a:cubicBezTo>
                  <a:cubicBezTo>
                    <a:pt x="9097" y="629"/>
                    <a:pt x="7280" y="1387"/>
                    <a:pt x="5507" y="1387"/>
                  </a:cubicBezTo>
                  <a:cubicBezTo>
                    <a:pt x="4351" y="1387"/>
                    <a:pt x="3213" y="1065"/>
                    <a:pt x="2607" y="0"/>
                  </a:cubicBezTo>
                  <a:close/>
                </a:path>
              </a:pathLst>
            </a:custGeom>
            <a:solidFill>
              <a:srgbClr val="6644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43"/>
            <p:cNvSpPr/>
            <p:nvPr/>
          </p:nvSpPr>
          <p:spPr>
            <a:xfrm>
              <a:off x="4939564" y="1945412"/>
              <a:ext cx="167029" cy="205675"/>
            </a:xfrm>
            <a:custGeom>
              <a:avLst/>
              <a:gdLst/>
              <a:ahLst/>
              <a:cxnLst/>
              <a:rect l="l" t="t" r="r" b="b"/>
              <a:pathLst>
                <a:path w="5450" h="6711" extrusionOk="0">
                  <a:moveTo>
                    <a:pt x="1025" y="0"/>
                  </a:moveTo>
                  <a:cubicBezTo>
                    <a:pt x="1024" y="0"/>
                    <a:pt x="0" y="1068"/>
                    <a:pt x="411" y="2042"/>
                  </a:cubicBezTo>
                  <a:cubicBezTo>
                    <a:pt x="820" y="3016"/>
                    <a:pt x="1252" y="3290"/>
                    <a:pt x="1509" y="4168"/>
                  </a:cubicBezTo>
                  <a:cubicBezTo>
                    <a:pt x="1763" y="5047"/>
                    <a:pt x="1684" y="5583"/>
                    <a:pt x="2973" y="6140"/>
                  </a:cubicBezTo>
                  <a:cubicBezTo>
                    <a:pt x="3697" y="6453"/>
                    <a:pt x="4412" y="6711"/>
                    <a:pt x="4877" y="6711"/>
                  </a:cubicBezTo>
                  <a:cubicBezTo>
                    <a:pt x="5240" y="6711"/>
                    <a:pt x="5449" y="6553"/>
                    <a:pt x="5388" y="6141"/>
                  </a:cubicBezTo>
                  <a:cubicBezTo>
                    <a:pt x="5246" y="5207"/>
                    <a:pt x="4541" y="3892"/>
                    <a:pt x="4541" y="3892"/>
                  </a:cubicBezTo>
                  <a:cubicBezTo>
                    <a:pt x="4541" y="3892"/>
                    <a:pt x="4390" y="4659"/>
                    <a:pt x="3690" y="4659"/>
                  </a:cubicBezTo>
                  <a:cubicBezTo>
                    <a:pt x="3446" y="4659"/>
                    <a:pt x="3134" y="4565"/>
                    <a:pt x="2738" y="4312"/>
                  </a:cubicBezTo>
                  <a:cubicBezTo>
                    <a:pt x="1692" y="3641"/>
                    <a:pt x="562" y="1175"/>
                    <a:pt x="10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43"/>
            <p:cNvSpPr/>
            <p:nvPr/>
          </p:nvSpPr>
          <p:spPr>
            <a:xfrm>
              <a:off x="4950720" y="2004041"/>
              <a:ext cx="19768" cy="87928"/>
            </a:xfrm>
            <a:custGeom>
              <a:avLst/>
              <a:gdLst/>
              <a:ahLst/>
              <a:cxnLst/>
              <a:rect l="l" t="t" r="r" b="b"/>
              <a:pathLst>
                <a:path w="645" h="2869" extrusionOk="0">
                  <a:moveTo>
                    <a:pt x="0" y="0"/>
                  </a:moveTo>
                  <a:cubicBezTo>
                    <a:pt x="0" y="0"/>
                    <a:pt x="138" y="1712"/>
                    <a:pt x="27" y="2435"/>
                  </a:cubicBezTo>
                  <a:lnTo>
                    <a:pt x="473" y="2869"/>
                  </a:lnTo>
                  <a:cubicBezTo>
                    <a:pt x="473" y="2869"/>
                    <a:pt x="546" y="1248"/>
                    <a:pt x="645" y="1080"/>
                  </a:cubicBezTo>
                  <a:cubicBezTo>
                    <a:pt x="645" y="1080"/>
                    <a:pt x="77" y="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43"/>
            <p:cNvSpPr/>
            <p:nvPr/>
          </p:nvSpPr>
          <p:spPr>
            <a:xfrm>
              <a:off x="4964143" y="2032574"/>
              <a:ext cx="15140" cy="59303"/>
            </a:xfrm>
            <a:custGeom>
              <a:avLst/>
              <a:gdLst/>
              <a:ahLst/>
              <a:cxnLst/>
              <a:rect l="l" t="t" r="r" b="b"/>
              <a:pathLst>
                <a:path w="494" h="1935" extrusionOk="0">
                  <a:moveTo>
                    <a:pt x="128" y="0"/>
                  </a:moveTo>
                  <a:lnTo>
                    <a:pt x="0" y="1935"/>
                  </a:lnTo>
                  <a:lnTo>
                    <a:pt x="409" y="1718"/>
                  </a:lnTo>
                  <a:lnTo>
                    <a:pt x="493" y="753"/>
                  </a:lnTo>
                  <a:lnTo>
                    <a:pt x="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43"/>
            <p:cNvSpPr/>
            <p:nvPr/>
          </p:nvSpPr>
          <p:spPr>
            <a:xfrm>
              <a:off x="4875572" y="959789"/>
              <a:ext cx="452510" cy="580648"/>
            </a:xfrm>
            <a:custGeom>
              <a:avLst/>
              <a:gdLst/>
              <a:ahLst/>
              <a:cxnLst/>
              <a:rect l="l" t="t" r="r" b="b"/>
              <a:pathLst>
                <a:path w="14765" h="18946" extrusionOk="0">
                  <a:moveTo>
                    <a:pt x="2356" y="0"/>
                  </a:moveTo>
                  <a:cubicBezTo>
                    <a:pt x="2356" y="0"/>
                    <a:pt x="0" y="2888"/>
                    <a:pt x="1320" y="8631"/>
                  </a:cubicBezTo>
                  <a:cubicBezTo>
                    <a:pt x="2223" y="12564"/>
                    <a:pt x="2578" y="18371"/>
                    <a:pt x="2578" y="18371"/>
                  </a:cubicBezTo>
                  <a:cubicBezTo>
                    <a:pt x="2578" y="18371"/>
                    <a:pt x="4305" y="18945"/>
                    <a:pt x="6511" y="18945"/>
                  </a:cubicBezTo>
                  <a:cubicBezTo>
                    <a:pt x="8557" y="18945"/>
                    <a:pt x="11015" y="18452"/>
                    <a:pt x="12889" y="16549"/>
                  </a:cubicBezTo>
                  <a:cubicBezTo>
                    <a:pt x="12889" y="16549"/>
                    <a:pt x="14765" y="5325"/>
                    <a:pt x="12025" y="127"/>
                  </a:cubicBezTo>
                  <a:cubicBezTo>
                    <a:pt x="12025" y="127"/>
                    <a:pt x="9953" y="1928"/>
                    <a:pt x="7132" y="1928"/>
                  </a:cubicBezTo>
                  <a:cubicBezTo>
                    <a:pt x="5678" y="1928"/>
                    <a:pt x="4026" y="1449"/>
                    <a:pt x="23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43"/>
            <p:cNvSpPr/>
            <p:nvPr/>
          </p:nvSpPr>
          <p:spPr>
            <a:xfrm>
              <a:off x="4884184" y="971864"/>
              <a:ext cx="389530" cy="564496"/>
            </a:xfrm>
            <a:custGeom>
              <a:avLst/>
              <a:gdLst/>
              <a:ahLst/>
              <a:cxnLst/>
              <a:rect l="l" t="t" r="r" b="b"/>
              <a:pathLst>
                <a:path w="12710" h="18419" extrusionOk="0">
                  <a:moveTo>
                    <a:pt x="1811" y="0"/>
                  </a:moveTo>
                  <a:cubicBezTo>
                    <a:pt x="1238" y="968"/>
                    <a:pt x="0" y="3712"/>
                    <a:pt x="1039" y="8237"/>
                  </a:cubicBezTo>
                  <a:cubicBezTo>
                    <a:pt x="1942" y="12170"/>
                    <a:pt x="2297" y="17977"/>
                    <a:pt x="2297" y="17977"/>
                  </a:cubicBezTo>
                  <a:cubicBezTo>
                    <a:pt x="2297" y="17977"/>
                    <a:pt x="3117" y="18248"/>
                    <a:pt x="4348" y="18419"/>
                  </a:cubicBezTo>
                  <a:cubicBezTo>
                    <a:pt x="4752" y="14835"/>
                    <a:pt x="2922" y="8863"/>
                    <a:pt x="2492" y="7566"/>
                  </a:cubicBezTo>
                  <a:cubicBezTo>
                    <a:pt x="2022" y="6146"/>
                    <a:pt x="3544" y="6082"/>
                    <a:pt x="3544" y="6082"/>
                  </a:cubicBezTo>
                  <a:cubicBezTo>
                    <a:pt x="3900" y="6115"/>
                    <a:pt x="4248" y="6131"/>
                    <a:pt x="4587" y="6131"/>
                  </a:cubicBezTo>
                  <a:cubicBezTo>
                    <a:pt x="8805" y="6131"/>
                    <a:pt x="11610" y="3694"/>
                    <a:pt x="12710" y="2528"/>
                  </a:cubicBezTo>
                  <a:cubicBezTo>
                    <a:pt x="12657" y="2280"/>
                    <a:pt x="12595" y="2041"/>
                    <a:pt x="12531" y="1802"/>
                  </a:cubicBezTo>
                  <a:lnTo>
                    <a:pt x="8957" y="1203"/>
                  </a:lnTo>
                  <a:cubicBezTo>
                    <a:pt x="8329" y="1396"/>
                    <a:pt x="7620" y="1528"/>
                    <a:pt x="6856" y="1528"/>
                  </a:cubicBezTo>
                  <a:cubicBezTo>
                    <a:pt x="5611" y="1528"/>
                    <a:pt x="4220" y="1177"/>
                    <a:pt x="2796" y="167"/>
                  </a:cubicBezTo>
                  <a:lnTo>
                    <a:pt x="1811"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43"/>
            <p:cNvSpPr/>
            <p:nvPr/>
          </p:nvSpPr>
          <p:spPr>
            <a:xfrm>
              <a:off x="4858011" y="456403"/>
              <a:ext cx="445768" cy="639889"/>
            </a:xfrm>
            <a:custGeom>
              <a:avLst/>
              <a:gdLst/>
              <a:ahLst/>
              <a:cxnLst/>
              <a:rect l="l" t="t" r="r" b="b"/>
              <a:pathLst>
                <a:path w="14545" h="20879" extrusionOk="0">
                  <a:moveTo>
                    <a:pt x="10541" y="1"/>
                  </a:moveTo>
                  <a:cubicBezTo>
                    <a:pt x="10449" y="1"/>
                    <a:pt x="10392" y="26"/>
                    <a:pt x="10392" y="26"/>
                  </a:cubicBezTo>
                  <a:cubicBezTo>
                    <a:pt x="2379" y="1336"/>
                    <a:pt x="517" y="4852"/>
                    <a:pt x="517" y="4852"/>
                  </a:cubicBezTo>
                  <a:cubicBezTo>
                    <a:pt x="0" y="6657"/>
                    <a:pt x="1857" y="6202"/>
                    <a:pt x="2939" y="9710"/>
                  </a:cubicBezTo>
                  <a:cubicBezTo>
                    <a:pt x="4019" y="13220"/>
                    <a:pt x="3026" y="16589"/>
                    <a:pt x="2638" y="18517"/>
                  </a:cubicBezTo>
                  <a:cubicBezTo>
                    <a:pt x="2250" y="20439"/>
                    <a:pt x="3499" y="20776"/>
                    <a:pt x="4061" y="20814"/>
                  </a:cubicBezTo>
                  <a:cubicBezTo>
                    <a:pt x="4632" y="20857"/>
                    <a:pt x="5200" y="20879"/>
                    <a:pt x="5756" y="20879"/>
                  </a:cubicBezTo>
                  <a:cubicBezTo>
                    <a:pt x="9621" y="20879"/>
                    <a:pt x="12892" y="19829"/>
                    <a:pt x="12277" y="17484"/>
                  </a:cubicBezTo>
                  <a:cubicBezTo>
                    <a:pt x="11607" y="14925"/>
                    <a:pt x="12208" y="10816"/>
                    <a:pt x="12208" y="10816"/>
                  </a:cubicBezTo>
                  <a:cubicBezTo>
                    <a:pt x="14544" y="8292"/>
                    <a:pt x="13322" y="6253"/>
                    <a:pt x="12870" y="5720"/>
                  </a:cubicBezTo>
                  <a:cubicBezTo>
                    <a:pt x="12425" y="5193"/>
                    <a:pt x="11748" y="4186"/>
                    <a:pt x="11736" y="3593"/>
                  </a:cubicBezTo>
                  <a:cubicBezTo>
                    <a:pt x="11672" y="347"/>
                    <a:pt x="10877" y="1"/>
                    <a:pt x="105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43"/>
            <p:cNvSpPr/>
            <p:nvPr/>
          </p:nvSpPr>
          <p:spPr>
            <a:xfrm>
              <a:off x="4833707" y="503600"/>
              <a:ext cx="344907" cy="619417"/>
            </a:xfrm>
            <a:custGeom>
              <a:avLst/>
              <a:gdLst/>
              <a:ahLst/>
              <a:cxnLst/>
              <a:rect l="l" t="t" r="r" b="b"/>
              <a:pathLst>
                <a:path w="11254" h="20211" extrusionOk="0">
                  <a:moveTo>
                    <a:pt x="5050" y="1"/>
                  </a:moveTo>
                  <a:cubicBezTo>
                    <a:pt x="5050" y="1"/>
                    <a:pt x="1" y="2128"/>
                    <a:pt x="1309" y="4308"/>
                  </a:cubicBezTo>
                  <a:cubicBezTo>
                    <a:pt x="2616" y="6487"/>
                    <a:pt x="5036" y="10340"/>
                    <a:pt x="3372" y="14885"/>
                  </a:cubicBezTo>
                  <a:cubicBezTo>
                    <a:pt x="2432" y="17456"/>
                    <a:pt x="2285" y="19221"/>
                    <a:pt x="5007" y="19796"/>
                  </a:cubicBezTo>
                  <a:cubicBezTo>
                    <a:pt x="6070" y="20020"/>
                    <a:pt x="7034" y="20210"/>
                    <a:pt x="7849" y="20210"/>
                  </a:cubicBezTo>
                  <a:cubicBezTo>
                    <a:pt x="10143" y="20210"/>
                    <a:pt x="11254" y="18704"/>
                    <a:pt x="10050" y="12212"/>
                  </a:cubicBezTo>
                  <a:cubicBezTo>
                    <a:pt x="8422" y="3415"/>
                    <a:pt x="7336" y="794"/>
                    <a:pt x="50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43"/>
            <p:cNvSpPr/>
            <p:nvPr/>
          </p:nvSpPr>
          <p:spPr>
            <a:xfrm>
              <a:off x="5072911" y="451622"/>
              <a:ext cx="219160" cy="620551"/>
            </a:xfrm>
            <a:custGeom>
              <a:avLst/>
              <a:gdLst/>
              <a:ahLst/>
              <a:cxnLst/>
              <a:rect l="l" t="t" r="r" b="b"/>
              <a:pathLst>
                <a:path w="7151" h="20248" extrusionOk="0">
                  <a:moveTo>
                    <a:pt x="3271" y="0"/>
                  </a:moveTo>
                  <a:cubicBezTo>
                    <a:pt x="1930" y="0"/>
                    <a:pt x="1" y="847"/>
                    <a:pt x="1" y="847"/>
                  </a:cubicBezTo>
                  <a:cubicBezTo>
                    <a:pt x="1" y="847"/>
                    <a:pt x="14" y="846"/>
                    <a:pt x="38" y="846"/>
                  </a:cubicBezTo>
                  <a:cubicBezTo>
                    <a:pt x="528" y="846"/>
                    <a:pt x="5639" y="1292"/>
                    <a:pt x="4163" y="20025"/>
                  </a:cubicBezTo>
                  <a:cubicBezTo>
                    <a:pt x="4151" y="20178"/>
                    <a:pt x="4265" y="20248"/>
                    <a:pt x="4448" y="20248"/>
                  </a:cubicBezTo>
                  <a:cubicBezTo>
                    <a:pt x="5083" y="20248"/>
                    <a:pt x="6554" y="19416"/>
                    <a:pt x="6556" y="18345"/>
                  </a:cubicBezTo>
                  <a:cubicBezTo>
                    <a:pt x="6558" y="17392"/>
                    <a:pt x="5216" y="15293"/>
                    <a:pt x="5388" y="13571"/>
                  </a:cubicBezTo>
                  <a:cubicBezTo>
                    <a:pt x="5562" y="11846"/>
                    <a:pt x="5462" y="11250"/>
                    <a:pt x="6066" y="9791"/>
                  </a:cubicBezTo>
                  <a:cubicBezTo>
                    <a:pt x="6536" y="8662"/>
                    <a:pt x="7151" y="6849"/>
                    <a:pt x="5312" y="4558"/>
                  </a:cubicBezTo>
                  <a:cubicBezTo>
                    <a:pt x="4587" y="3654"/>
                    <a:pt x="5227" y="747"/>
                    <a:pt x="4072" y="155"/>
                  </a:cubicBezTo>
                  <a:cubicBezTo>
                    <a:pt x="3856" y="45"/>
                    <a:pt x="3579" y="0"/>
                    <a:pt x="32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43"/>
            <p:cNvSpPr/>
            <p:nvPr/>
          </p:nvSpPr>
          <p:spPr>
            <a:xfrm>
              <a:off x="4916486" y="494069"/>
              <a:ext cx="239725" cy="536699"/>
            </a:xfrm>
            <a:custGeom>
              <a:avLst/>
              <a:gdLst/>
              <a:ahLst/>
              <a:cxnLst/>
              <a:rect l="l" t="t" r="r" b="b"/>
              <a:pathLst>
                <a:path w="7822" h="17512" extrusionOk="0">
                  <a:moveTo>
                    <a:pt x="2206" y="1"/>
                  </a:moveTo>
                  <a:lnTo>
                    <a:pt x="1" y="1638"/>
                  </a:lnTo>
                  <a:cubicBezTo>
                    <a:pt x="1" y="1638"/>
                    <a:pt x="46" y="1626"/>
                    <a:pt x="133" y="1626"/>
                  </a:cubicBezTo>
                  <a:cubicBezTo>
                    <a:pt x="417" y="1626"/>
                    <a:pt x="1139" y="1763"/>
                    <a:pt x="2146" y="2937"/>
                  </a:cubicBezTo>
                  <a:cubicBezTo>
                    <a:pt x="2726" y="3616"/>
                    <a:pt x="4476" y="5325"/>
                    <a:pt x="4476" y="5325"/>
                  </a:cubicBezTo>
                  <a:cubicBezTo>
                    <a:pt x="4726" y="5780"/>
                    <a:pt x="4169" y="6970"/>
                    <a:pt x="4417" y="7475"/>
                  </a:cubicBezTo>
                  <a:cubicBezTo>
                    <a:pt x="5830" y="10368"/>
                    <a:pt x="7508" y="14054"/>
                    <a:pt x="7822" y="17512"/>
                  </a:cubicBezTo>
                  <a:cubicBezTo>
                    <a:pt x="7822" y="17512"/>
                    <a:pt x="7708" y="2381"/>
                    <a:pt x="2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43"/>
            <p:cNvSpPr/>
            <p:nvPr/>
          </p:nvSpPr>
          <p:spPr>
            <a:xfrm>
              <a:off x="5119863" y="451653"/>
              <a:ext cx="122988" cy="551686"/>
            </a:xfrm>
            <a:custGeom>
              <a:avLst/>
              <a:gdLst/>
              <a:ahLst/>
              <a:cxnLst/>
              <a:rect l="l" t="t" r="r" b="b"/>
              <a:pathLst>
                <a:path w="4013" h="18001" extrusionOk="0">
                  <a:moveTo>
                    <a:pt x="2090" y="1"/>
                  </a:moveTo>
                  <a:cubicBezTo>
                    <a:pt x="2090" y="1"/>
                    <a:pt x="740" y="344"/>
                    <a:pt x="1" y="690"/>
                  </a:cubicBezTo>
                  <a:cubicBezTo>
                    <a:pt x="1" y="690"/>
                    <a:pt x="3854" y="8234"/>
                    <a:pt x="2766" y="18000"/>
                  </a:cubicBezTo>
                  <a:cubicBezTo>
                    <a:pt x="2766" y="18000"/>
                    <a:pt x="3875" y="13354"/>
                    <a:pt x="3990" y="7106"/>
                  </a:cubicBezTo>
                  <a:cubicBezTo>
                    <a:pt x="4013" y="5861"/>
                    <a:pt x="2865" y="6800"/>
                    <a:pt x="2670" y="5603"/>
                  </a:cubicBezTo>
                  <a:cubicBezTo>
                    <a:pt x="2475" y="4402"/>
                    <a:pt x="3497" y="1286"/>
                    <a:pt x="20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43"/>
            <p:cNvSpPr/>
            <p:nvPr/>
          </p:nvSpPr>
          <p:spPr>
            <a:xfrm>
              <a:off x="4996415" y="381470"/>
              <a:ext cx="64666" cy="67884"/>
            </a:xfrm>
            <a:custGeom>
              <a:avLst/>
              <a:gdLst/>
              <a:ahLst/>
              <a:cxnLst/>
              <a:rect l="l" t="t" r="r" b="b"/>
              <a:pathLst>
                <a:path w="2110" h="2215" extrusionOk="0">
                  <a:moveTo>
                    <a:pt x="752" y="1"/>
                  </a:moveTo>
                  <a:cubicBezTo>
                    <a:pt x="658" y="1"/>
                    <a:pt x="559" y="28"/>
                    <a:pt x="455" y="92"/>
                  </a:cubicBezTo>
                  <a:cubicBezTo>
                    <a:pt x="233" y="230"/>
                    <a:pt x="1" y="508"/>
                    <a:pt x="392" y="1137"/>
                  </a:cubicBezTo>
                  <a:cubicBezTo>
                    <a:pt x="750" y="1711"/>
                    <a:pt x="1411" y="2215"/>
                    <a:pt x="1956" y="2215"/>
                  </a:cubicBezTo>
                  <a:cubicBezTo>
                    <a:pt x="2009" y="2215"/>
                    <a:pt x="2060" y="2210"/>
                    <a:pt x="2110" y="2200"/>
                  </a:cubicBezTo>
                  <a:lnTo>
                    <a:pt x="1644" y="899"/>
                  </a:lnTo>
                  <a:cubicBezTo>
                    <a:pt x="1644" y="899"/>
                    <a:pt x="1289" y="1"/>
                    <a:pt x="752" y="1"/>
                  </a:cubicBezTo>
                  <a:close/>
                </a:path>
              </a:pathLst>
            </a:custGeom>
            <a:solidFill>
              <a:srgbClr val="F1B2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43"/>
            <p:cNvSpPr/>
            <p:nvPr/>
          </p:nvSpPr>
          <p:spPr>
            <a:xfrm>
              <a:off x="5037483" y="204358"/>
              <a:ext cx="212694" cy="481748"/>
            </a:xfrm>
            <a:custGeom>
              <a:avLst/>
              <a:gdLst/>
              <a:ahLst/>
              <a:cxnLst/>
              <a:rect l="l" t="t" r="r" b="b"/>
              <a:pathLst>
                <a:path w="6940" h="15719" extrusionOk="0">
                  <a:moveTo>
                    <a:pt x="1452" y="1"/>
                  </a:moveTo>
                  <a:cubicBezTo>
                    <a:pt x="1452" y="1"/>
                    <a:pt x="0" y="2176"/>
                    <a:pt x="667" y="4259"/>
                  </a:cubicBezTo>
                  <a:cubicBezTo>
                    <a:pt x="1333" y="6343"/>
                    <a:pt x="2032" y="6539"/>
                    <a:pt x="2190" y="7661"/>
                  </a:cubicBezTo>
                  <a:cubicBezTo>
                    <a:pt x="2346" y="8782"/>
                    <a:pt x="1774" y="8240"/>
                    <a:pt x="2571" y="9250"/>
                  </a:cubicBezTo>
                  <a:cubicBezTo>
                    <a:pt x="3366" y="10262"/>
                    <a:pt x="4197" y="10720"/>
                    <a:pt x="4498" y="12026"/>
                  </a:cubicBezTo>
                  <a:cubicBezTo>
                    <a:pt x="4799" y="13331"/>
                    <a:pt x="4431" y="13466"/>
                    <a:pt x="4950" y="14205"/>
                  </a:cubicBezTo>
                  <a:cubicBezTo>
                    <a:pt x="5465" y="14947"/>
                    <a:pt x="6374" y="15571"/>
                    <a:pt x="6599" y="15710"/>
                  </a:cubicBezTo>
                  <a:cubicBezTo>
                    <a:pt x="6608" y="15715"/>
                    <a:pt x="6617" y="15718"/>
                    <a:pt x="6626" y="15718"/>
                  </a:cubicBezTo>
                  <a:cubicBezTo>
                    <a:pt x="6835" y="15718"/>
                    <a:pt x="6940" y="14139"/>
                    <a:pt x="6759" y="12646"/>
                  </a:cubicBezTo>
                  <a:cubicBezTo>
                    <a:pt x="6567" y="11091"/>
                    <a:pt x="6898" y="10193"/>
                    <a:pt x="6009" y="9014"/>
                  </a:cubicBezTo>
                  <a:cubicBezTo>
                    <a:pt x="5119" y="7833"/>
                    <a:pt x="4998" y="8057"/>
                    <a:pt x="5041" y="6618"/>
                  </a:cubicBezTo>
                  <a:cubicBezTo>
                    <a:pt x="5086" y="5181"/>
                    <a:pt x="5384" y="4974"/>
                    <a:pt x="4869" y="3901"/>
                  </a:cubicBezTo>
                  <a:cubicBezTo>
                    <a:pt x="4354" y="2828"/>
                    <a:pt x="3712" y="2246"/>
                    <a:pt x="3874" y="1892"/>
                  </a:cubicBezTo>
                  <a:cubicBezTo>
                    <a:pt x="4034" y="1541"/>
                    <a:pt x="1452" y="1"/>
                    <a:pt x="1452" y="1"/>
                  </a:cubicBezTo>
                  <a:close/>
                </a:path>
              </a:pathLst>
            </a:custGeom>
            <a:solidFill>
              <a:srgbClr val="341C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43"/>
            <p:cNvSpPr/>
            <p:nvPr/>
          </p:nvSpPr>
          <p:spPr>
            <a:xfrm>
              <a:off x="4976433" y="196083"/>
              <a:ext cx="248582" cy="317539"/>
            </a:xfrm>
            <a:custGeom>
              <a:avLst/>
              <a:gdLst/>
              <a:ahLst/>
              <a:cxnLst/>
              <a:rect l="l" t="t" r="r" b="b"/>
              <a:pathLst>
                <a:path w="8111" h="10361" extrusionOk="0">
                  <a:moveTo>
                    <a:pt x="2886" y="0"/>
                  </a:moveTo>
                  <a:cubicBezTo>
                    <a:pt x="2010" y="0"/>
                    <a:pt x="1033" y="330"/>
                    <a:pt x="1" y="1155"/>
                  </a:cubicBezTo>
                  <a:lnTo>
                    <a:pt x="4898" y="2048"/>
                  </a:lnTo>
                  <a:cubicBezTo>
                    <a:pt x="4898" y="2048"/>
                    <a:pt x="1598" y="4048"/>
                    <a:pt x="1617" y="7736"/>
                  </a:cubicBezTo>
                  <a:cubicBezTo>
                    <a:pt x="1617" y="8234"/>
                    <a:pt x="2361" y="10360"/>
                    <a:pt x="3242" y="10360"/>
                  </a:cubicBezTo>
                  <a:cubicBezTo>
                    <a:pt x="3300" y="10360"/>
                    <a:pt x="3359" y="10351"/>
                    <a:pt x="3418" y="10331"/>
                  </a:cubicBezTo>
                  <a:cubicBezTo>
                    <a:pt x="3418" y="10331"/>
                    <a:pt x="8111" y="4908"/>
                    <a:pt x="6248" y="2013"/>
                  </a:cubicBezTo>
                  <a:cubicBezTo>
                    <a:pt x="5556" y="935"/>
                    <a:pt x="4363" y="0"/>
                    <a:pt x="2886" y="0"/>
                  </a:cubicBezTo>
                  <a:close/>
                </a:path>
              </a:pathLst>
            </a:custGeom>
            <a:solidFill>
              <a:srgbClr val="341C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43"/>
            <p:cNvSpPr/>
            <p:nvPr/>
          </p:nvSpPr>
          <p:spPr>
            <a:xfrm>
              <a:off x="4985137" y="355910"/>
              <a:ext cx="179257" cy="213000"/>
            </a:xfrm>
            <a:custGeom>
              <a:avLst/>
              <a:gdLst/>
              <a:ahLst/>
              <a:cxnLst/>
              <a:rect l="l" t="t" r="r" b="b"/>
              <a:pathLst>
                <a:path w="5849" h="6950" extrusionOk="0">
                  <a:moveTo>
                    <a:pt x="839" y="1"/>
                  </a:moveTo>
                  <a:lnTo>
                    <a:pt x="839" y="1"/>
                  </a:lnTo>
                  <a:cubicBezTo>
                    <a:pt x="1909" y="3023"/>
                    <a:pt x="1392" y="3925"/>
                    <a:pt x="833" y="4560"/>
                  </a:cubicBezTo>
                  <a:cubicBezTo>
                    <a:pt x="0" y="5519"/>
                    <a:pt x="3073" y="6836"/>
                    <a:pt x="3073" y="6836"/>
                  </a:cubicBezTo>
                  <a:cubicBezTo>
                    <a:pt x="3464" y="6915"/>
                    <a:pt x="3793" y="6950"/>
                    <a:pt x="4069" y="6950"/>
                  </a:cubicBezTo>
                  <a:cubicBezTo>
                    <a:pt x="5849" y="6950"/>
                    <a:pt x="5418" y="5500"/>
                    <a:pt x="5245" y="5109"/>
                  </a:cubicBezTo>
                  <a:cubicBezTo>
                    <a:pt x="4517" y="3476"/>
                    <a:pt x="5745" y="1828"/>
                    <a:pt x="5745" y="1828"/>
                  </a:cubicBezTo>
                  <a:lnTo>
                    <a:pt x="839" y="1"/>
                  </a:lnTo>
                  <a:close/>
                </a:path>
              </a:pathLst>
            </a:custGeom>
            <a:solidFill>
              <a:srgbClr val="4929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43"/>
            <p:cNvSpPr/>
            <p:nvPr/>
          </p:nvSpPr>
          <p:spPr>
            <a:xfrm>
              <a:off x="5006651" y="364491"/>
              <a:ext cx="138772" cy="142082"/>
            </a:xfrm>
            <a:custGeom>
              <a:avLst/>
              <a:gdLst/>
              <a:ahLst/>
              <a:cxnLst/>
              <a:rect l="l" t="t" r="r" b="b"/>
              <a:pathLst>
                <a:path w="4528" h="4636" extrusionOk="0">
                  <a:moveTo>
                    <a:pt x="776" y="0"/>
                  </a:moveTo>
                  <a:cubicBezTo>
                    <a:pt x="776" y="0"/>
                    <a:pt x="604" y="132"/>
                    <a:pt x="347" y="353"/>
                  </a:cubicBezTo>
                  <a:cubicBezTo>
                    <a:pt x="1133" y="2872"/>
                    <a:pt x="647" y="3691"/>
                    <a:pt x="131" y="4280"/>
                  </a:cubicBezTo>
                  <a:cubicBezTo>
                    <a:pt x="44" y="4385"/>
                    <a:pt x="2" y="4487"/>
                    <a:pt x="1" y="4591"/>
                  </a:cubicBezTo>
                  <a:cubicBezTo>
                    <a:pt x="230" y="4622"/>
                    <a:pt x="452" y="4636"/>
                    <a:pt x="667" y="4636"/>
                  </a:cubicBezTo>
                  <a:cubicBezTo>
                    <a:pt x="3051" y="4636"/>
                    <a:pt x="4527" y="2912"/>
                    <a:pt x="4527" y="2912"/>
                  </a:cubicBezTo>
                  <a:lnTo>
                    <a:pt x="776"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43"/>
            <p:cNvSpPr/>
            <p:nvPr/>
          </p:nvSpPr>
          <p:spPr>
            <a:xfrm>
              <a:off x="4979068" y="234577"/>
              <a:ext cx="218241" cy="233994"/>
            </a:xfrm>
            <a:custGeom>
              <a:avLst/>
              <a:gdLst/>
              <a:ahLst/>
              <a:cxnLst/>
              <a:rect l="l" t="t" r="r" b="b"/>
              <a:pathLst>
                <a:path w="7121" h="7635" extrusionOk="0">
                  <a:moveTo>
                    <a:pt x="3568" y="1"/>
                  </a:moveTo>
                  <a:cubicBezTo>
                    <a:pt x="1223" y="1"/>
                    <a:pt x="1" y="2736"/>
                    <a:pt x="869" y="4825"/>
                  </a:cubicBezTo>
                  <a:cubicBezTo>
                    <a:pt x="1760" y="6949"/>
                    <a:pt x="3821" y="7635"/>
                    <a:pt x="5073" y="7635"/>
                  </a:cubicBezTo>
                  <a:cubicBezTo>
                    <a:pt x="5299" y="7635"/>
                    <a:pt x="5499" y="7612"/>
                    <a:pt x="5661" y="7572"/>
                  </a:cubicBezTo>
                  <a:cubicBezTo>
                    <a:pt x="7121" y="7207"/>
                    <a:pt x="6813" y="4672"/>
                    <a:pt x="6668" y="4041"/>
                  </a:cubicBezTo>
                  <a:cubicBezTo>
                    <a:pt x="6520" y="3421"/>
                    <a:pt x="6096" y="3114"/>
                    <a:pt x="6076" y="2862"/>
                  </a:cubicBezTo>
                  <a:cubicBezTo>
                    <a:pt x="5903" y="577"/>
                    <a:pt x="5116" y="362"/>
                    <a:pt x="5116" y="362"/>
                  </a:cubicBezTo>
                  <a:cubicBezTo>
                    <a:pt x="4560" y="112"/>
                    <a:pt x="4041" y="1"/>
                    <a:pt x="3568" y="1"/>
                  </a:cubicBezTo>
                  <a:close/>
                </a:path>
              </a:pathLst>
            </a:custGeom>
            <a:solidFill>
              <a:srgbClr val="6644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43"/>
            <p:cNvSpPr/>
            <p:nvPr/>
          </p:nvSpPr>
          <p:spPr>
            <a:xfrm>
              <a:off x="4935947" y="207117"/>
              <a:ext cx="197309" cy="243954"/>
            </a:xfrm>
            <a:custGeom>
              <a:avLst/>
              <a:gdLst/>
              <a:ahLst/>
              <a:cxnLst/>
              <a:rect l="l" t="t" r="r" b="b"/>
              <a:pathLst>
                <a:path w="6438" h="7960" extrusionOk="0">
                  <a:moveTo>
                    <a:pt x="3248" y="0"/>
                  </a:moveTo>
                  <a:cubicBezTo>
                    <a:pt x="181" y="0"/>
                    <a:pt x="42" y="3467"/>
                    <a:pt x="42" y="3467"/>
                  </a:cubicBezTo>
                  <a:cubicBezTo>
                    <a:pt x="42" y="3467"/>
                    <a:pt x="1" y="6161"/>
                    <a:pt x="3098" y="7959"/>
                  </a:cubicBezTo>
                  <a:lnTo>
                    <a:pt x="3176" y="7594"/>
                  </a:lnTo>
                  <a:cubicBezTo>
                    <a:pt x="3015" y="2755"/>
                    <a:pt x="4795" y="2086"/>
                    <a:pt x="5791" y="2086"/>
                  </a:cubicBezTo>
                  <a:cubicBezTo>
                    <a:pt x="6171" y="2086"/>
                    <a:pt x="6437" y="2183"/>
                    <a:pt x="6437" y="2183"/>
                  </a:cubicBezTo>
                  <a:cubicBezTo>
                    <a:pt x="6126" y="762"/>
                    <a:pt x="3752" y="28"/>
                    <a:pt x="3745" y="28"/>
                  </a:cubicBezTo>
                  <a:cubicBezTo>
                    <a:pt x="3745" y="28"/>
                    <a:pt x="3745" y="28"/>
                    <a:pt x="3745" y="28"/>
                  </a:cubicBezTo>
                  <a:cubicBezTo>
                    <a:pt x="3571" y="9"/>
                    <a:pt x="3406" y="0"/>
                    <a:pt x="3248" y="0"/>
                  </a:cubicBezTo>
                  <a:close/>
                </a:path>
              </a:pathLst>
            </a:custGeom>
            <a:solidFill>
              <a:srgbClr val="2211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43"/>
            <p:cNvSpPr/>
            <p:nvPr/>
          </p:nvSpPr>
          <p:spPr>
            <a:xfrm>
              <a:off x="5002269" y="198198"/>
              <a:ext cx="177051" cy="128382"/>
            </a:xfrm>
            <a:custGeom>
              <a:avLst/>
              <a:gdLst/>
              <a:ahLst/>
              <a:cxnLst/>
              <a:rect l="l" t="t" r="r" b="b"/>
              <a:pathLst>
                <a:path w="5777" h="4189" extrusionOk="0">
                  <a:moveTo>
                    <a:pt x="2221" y="0"/>
                  </a:moveTo>
                  <a:cubicBezTo>
                    <a:pt x="1597" y="0"/>
                    <a:pt x="863" y="144"/>
                    <a:pt x="0" y="484"/>
                  </a:cubicBezTo>
                  <a:cubicBezTo>
                    <a:pt x="0" y="484"/>
                    <a:pt x="10" y="484"/>
                    <a:pt x="29" y="484"/>
                  </a:cubicBezTo>
                  <a:cubicBezTo>
                    <a:pt x="359" y="484"/>
                    <a:pt x="3423" y="537"/>
                    <a:pt x="4273" y="2474"/>
                  </a:cubicBezTo>
                  <a:cubicBezTo>
                    <a:pt x="4273" y="2474"/>
                    <a:pt x="4326" y="2451"/>
                    <a:pt x="4418" y="2451"/>
                  </a:cubicBezTo>
                  <a:cubicBezTo>
                    <a:pt x="4681" y="2451"/>
                    <a:pt x="5260" y="2649"/>
                    <a:pt x="5776" y="4188"/>
                  </a:cubicBezTo>
                  <a:cubicBezTo>
                    <a:pt x="5776" y="4188"/>
                    <a:pt x="5595" y="0"/>
                    <a:pt x="2221" y="0"/>
                  </a:cubicBezTo>
                  <a:close/>
                </a:path>
              </a:pathLst>
            </a:custGeom>
            <a:solidFill>
              <a:srgbClr val="341C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43"/>
            <p:cNvSpPr/>
            <p:nvPr/>
          </p:nvSpPr>
          <p:spPr>
            <a:xfrm>
              <a:off x="4839990" y="552361"/>
              <a:ext cx="192221" cy="561248"/>
            </a:xfrm>
            <a:custGeom>
              <a:avLst/>
              <a:gdLst/>
              <a:ahLst/>
              <a:cxnLst/>
              <a:rect l="l" t="t" r="r" b="b"/>
              <a:pathLst>
                <a:path w="6272" h="18313" extrusionOk="0">
                  <a:moveTo>
                    <a:pt x="2151" y="0"/>
                  </a:moveTo>
                  <a:cubicBezTo>
                    <a:pt x="1" y="1346"/>
                    <a:pt x="489" y="3170"/>
                    <a:pt x="1017" y="4045"/>
                  </a:cubicBezTo>
                  <a:cubicBezTo>
                    <a:pt x="2325" y="6223"/>
                    <a:pt x="4831" y="8749"/>
                    <a:pt x="3167" y="13293"/>
                  </a:cubicBezTo>
                  <a:cubicBezTo>
                    <a:pt x="2227" y="15864"/>
                    <a:pt x="2080" y="17629"/>
                    <a:pt x="4802" y="18204"/>
                  </a:cubicBezTo>
                  <a:cubicBezTo>
                    <a:pt x="4983" y="18241"/>
                    <a:pt x="5161" y="18279"/>
                    <a:pt x="5335" y="18312"/>
                  </a:cubicBezTo>
                  <a:cubicBezTo>
                    <a:pt x="5457" y="17729"/>
                    <a:pt x="5612" y="16869"/>
                    <a:pt x="5791" y="15609"/>
                  </a:cubicBezTo>
                  <a:cubicBezTo>
                    <a:pt x="6271" y="12223"/>
                    <a:pt x="5418" y="7142"/>
                    <a:pt x="5130" y="3614"/>
                  </a:cubicBezTo>
                  <a:cubicBezTo>
                    <a:pt x="4857" y="275"/>
                    <a:pt x="2786" y="120"/>
                    <a:pt x="2151"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43"/>
            <p:cNvSpPr/>
            <p:nvPr/>
          </p:nvSpPr>
          <p:spPr>
            <a:xfrm>
              <a:off x="4918815" y="226823"/>
              <a:ext cx="153728" cy="496459"/>
            </a:xfrm>
            <a:custGeom>
              <a:avLst/>
              <a:gdLst/>
              <a:ahLst/>
              <a:cxnLst/>
              <a:rect l="l" t="t" r="r" b="b"/>
              <a:pathLst>
                <a:path w="5016" h="16199" extrusionOk="0">
                  <a:moveTo>
                    <a:pt x="1884" y="0"/>
                  </a:moveTo>
                  <a:cubicBezTo>
                    <a:pt x="1884" y="0"/>
                    <a:pt x="1" y="1814"/>
                    <a:pt x="203" y="3992"/>
                  </a:cubicBezTo>
                  <a:cubicBezTo>
                    <a:pt x="408" y="6169"/>
                    <a:pt x="1047" y="6511"/>
                    <a:pt x="961" y="7640"/>
                  </a:cubicBezTo>
                  <a:cubicBezTo>
                    <a:pt x="873" y="8769"/>
                    <a:pt x="143" y="8600"/>
                    <a:pt x="703" y="9760"/>
                  </a:cubicBezTo>
                  <a:cubicBezTo>
                    <a:pt x="1263" y="10920"/>
                    <a:pt x="1869" y="11114"/>
                    <a:pt x="1881" y="12453"/>
                  </a:cubicBezTo>
                  <a:cubicBezTo>
                    <a:pt x="1895" y="13793"/>
                    <a:pt x="1904" y="13792"/>
                    <a:pt x="2250" y="14626"/>
                  </a:cubicBezTo>
                  <a:cubicBezTo>
                    <a:pt x="2596" y="15461"/>
                    <a:pt x="2773" y="16183"/>
                    <a:pt x="3038" y="16197"/>
                  </a:cubicBezTo>
                  <a:cubicBezTo>
                    <a:pt x="3052" y="16198"/>
                    <a:pt x="3066" y="16199"/>
                    <a:pt x="3079" y="16199"/>
                  </a:cubicBezTo>
                  <a:cubicBezTo>
                    <a:pt x="3832" y="16199"/>
                    <a:pt x="4209" y="15024"/>
                    <a:pt x="4352" y="13492"/>
                  </a:cubicBezTo>
                  <a:cubicBezTo>
                    <a:pt x="4500" y="11932"/>
                    <a:pt x="5016" y="11126"/>
                    <a:pt x="4400" y="9782"/>
                  </a:cubicBezTo>
                  <a:cubicBezTo>
                    <a:pt x="3784" y="8438"/>
                    <a:pt x="3619" y="8632"/>
                    <a:pt x="3970" y="7236"/>
                  </a:cubicBezTo>
                  <a:cubicBezTo>
                    <a:pt x="4321" y="5841"/>
                    <a:pt x="4658" y="5704"/>
                    <a:pt x="4384" y="4545"/>
                  </a:cubicBezTo>
                  <a:cubicBezTo>
                    <a:pt x="4112" y="3386"/>
                    <a:pt x="4307" y="2794"/>
                    <a:pt x="4539" y="2482"/>
                  </a:cubicBezTo>
                  <a:cubicBezTo>
                    <a:pt x="4774" y="2172"/>
                    <a:pt x="1884" y="0"/>
                    <a:pt x="1884" y="0"/>
                  </a:cubicBezTo>
                  <a:close/>
                </a:path>
              </a:pathLst>
            </a:custGeom>
            <a:solidFill>
              <a:srgbClr val="2211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43"/>
            <p:cNvSpPr/>
            <p:nvPr/>
          </p:nvSpPr>
          <p:spPr>
            <a:xfrm>
              <a:off x="5105735" y="828403"/>
              <a:ext cx="481135" cy="278647"/>
            </a:xfrm>
            <a:custGeom>
              <a:avLst/>
              <a:gdLst/>
              <a:ahLst/>
              <a:cxnLst/>
              <a:rect l="l" t="t" r="r" b="b"/>
              <a:pathLst>
                <a:path w="15699" h="9092" extrusionOk="0">
                  <a:moveTo>
                    <a:pt x="8673" y="0"/>
                  </a:moveTo>
                  <a:lnTo>
                    <a:pt x="0" y="5008"/>
                  </a:lnTo>
                  <a:lnTo>
                    <a:pt x="7027" y="9092"/>
                  </a:lnTo>
                  <a:lnTo>
                    <a:pt x="15699" y="4084"/>
                  </a:lnTo>
                  <a:lnTo>
                    <a:pt x="86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43"/>
            <p:cNvSpPr/>
            <p:nvPr/>
          </p:nvSpPr>
          <p:spPr>
            <a:xfrm>
              <a:off x="5174630" y="946978"/>
              <a:ext cx="65463" cy="37819"/>
            </a:xfrm>
            <a:custGeom>
              <a:avLst/>
              <a:gdLst/>
              <a:ahLst/>
              <a:cxnLst/>
              <a:rect l="l" t="t" r="r" b="b"/>
              <a:pathLst>
                <a:path w="2136" h="1234" extrusionOk="0">
                  <a:moveTo>
                    <a:pt x="1936" y="0"/>
                  </a:moveTo>
                  <a:lnTo>
                    <a:pt x="0" y="1119"/>
                  </a:lnTo>
                  <a:lnTo>
                    <a:pt x="197" y="1234"/>
                  </a:lnTo>
                  <a:lnTo>
                    <a:pt x="2135" y="115"/>
                  </a:lnTo>
                  <a:lnTo>
                    <a:pt x="19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43"/>
            <p:cNvSpPr/>
            <p:nvPr/>
          </p:nvSpPr>
          <p:spPr>
            <a:xfrm>
              <a:off x="5198382" y="944189"/>
              <a:ext cx="94364" cy="54491"/>
            </a:xfrm>
            <a:custGeom>
              <a:avLst/>
              <a:gdLst/>
              <a:ahLst/>
              <a:cxnLst/>
              <a:rect l="l" t="t" r="r" b="b"/>
              <a:pathLst>
                <a:path w="3079" h="1778" extrusionOk="0">
                  <a:moveTo>
                    <a:pt x="2879" y="1"/>
                  </a:moveTo>
                  <a:lnTo>
                    <a:pt x="1" y="1661"/>
                  </a:lnTo>
                  <a:lnTo>
                    <a:pt x="201" y="1778"/>
                  </a:lnTo>
                  <a:lnTo>
                    <a:pt x="3078" y="117"/>
                  </a:lnTo>
                  <a:lnTo>
                    <a:pt x="287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43"/>
            <p:cNvSpPr/>
            <p:nvPr/>
          </p:nvSpPr>
          <p:spPr>
            <a:xfrm>
              <a:off x="5186521" y="943668"/>
              <a:ext cx="83239" cy="48025"/>
            </a:xfrm>
            <a:custGeom>
              <a:avLst/>
              <a:gdLst/>
              <a:ahLst/>
              <a:cxnLst/>
              <a:rect l="l" t="t" r="r" b="b"/>
              <a:pathLst>
                <a:path w="2716" h="1567" extrusionOk="0">
                  <a:moveTo>
                    <a:pt x="2517" y="1"/>
                  </a:moveTo>
                  <a:lnTo>
                    <a:pt x="1" y="1452"/>
                  </a:lnTo>
                  <a:lnTo>
                    <a:pt x="198" y="1567"/>
                  </a:lnTo>
                  <a:lnTo>
                    <a:pt x="2716" y="115"/>
                  </a:lnTo>
                  <a:lnTo>
                    <a:pt x="25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43"/>
            <p:cNvSpPr/>
            <p:nvPr/>
          </p:nvSpPr>
          <p:spPr>
            <a:xfrm>
              <a:off x="5260290" y="891690"/>
              <a:ext cx="96601" cy="55962"/>
            </a:xfrm>
            <a:custGeom>
              <a:avLst/>
              <a:gdLst/>
              <a:ahLst/>
              <a:cxnLst/>
              <a:rect l="l" t="t" r="r" b="b"/>
              <a:pathLst>
                <a:path w="3152" h="1826" extrusionOk="0">
                  <a:moveTo>
                    <a:pt x="1484" y="0"/>
                  </a:moveTo>
                  <a:lnTo>
                    <a:pt x="1" y="855"/>
                  </a:lnTo>
                  <a:lnTo>
                    <a:pt x="1667" y="1826"/>
                  </a:lnTo>
                  <a:lnTo>
                    <a:pt x="3152" y="967"/>
                  </a:lnTo>
                  <a:lnTo>
                    <a:pt x="148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43"/>
            <p:cNvSpPr/>
            <p:nvPr/>
          </p:nvSpPr>
          <p:spPr>
            <a:xfrm>
              <a:off x="5222287" y="964386"/>
              <a:ext cx="83239" cy="48117"/>
            </a:xfrm>
            <a:custGeom>
              <a:avLst/>
              <a:gdLst/>
              <a:ahLst/>
              <a:cxnLst/>
              <a:rect l="l" t="t" r="r" b="b"/>
              <a:pathLst>
                <a:path w="2716" h="1570" extrusionOk="0">
                  <a:moveTo>
                    <a:pt x="2516" y="1"/>
                  </a:moveTo>
                  <a:lnTo>
                    <a:pt x="0" y="1454"/>
                  </a:lnTo>
                  <a:lnTo>
                    <a:pt x="199" y="1570"/>
                  </a:lnTo>
                  <a:lnTo>
                    <a:pt x="2715" y="116"/>
                  </a:lnTo>
                  <a:lnTo>
                    <a:pt x="25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43"/>
            <p:cNvSpPr/>
            <p:nvPr/>
          </p:nvSpPr>
          <p:spPr>
            <a:xfrm>
              <a:off x="5210273" y="967696"/>
              <a:ext cx="65616" cy="37911"/>
            </a:xfrm>
            <a:custGeom>
              <a:avLst/>
              <a:gdLst/>
              <a:ahLst/>
              <a:cxnLst/>
              <a:rect l="l" t="t" r="r" b="b"/>
              <a:pathLst>
                <a:path w="2141" h="1237" extrusionOk="0">
                  <a:moveTo>
                    <a:pt x="1941" y="0"/>
                  </a:moveTo>
                  <a:lnTo>
                    <a:pt x="1" y="1119"/>
                  </a:lnTo>
                  <a:lnTo>
                    <a:pt x="201" y="1237"/>
                  </a:lnTo>
                  <a:lnTo>
                    <a:pt x="2140" y="116"/>
                  </a:lnTo>
                  <a:lnTo>
                    <a:pt x="194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43"/>
            <p:cNvSpPr/>
            <p:nvPr/>
          </p:nvSpPr>
          <p:spPr>
            <a:xfrm>
              <a:off x="5162586" y="923379"/>
              <a:ext cx="94394" cy="54491"/>
            </a:xfrm>
            <a:custGeom>
              <a:avLst/>
              <a:gdLst/>
              <a:ahLst/>
              <a:cxnLst/>
              <a:rect l="l" t="t" r="r" b="b"/>
              <a:pathLst>
                <a:path w="3080" h="1778" extrusionOk="0">
                  <a:moveTo>
                    <a:pt x="2879" y="1"/>
                  </a:moveTo>
                  <a:lnTo>
                    <a:pt x="1" y="1663"/>
                  </a:lnTo>
                  <a:lnTo>
                    <a:pt x="201" y="1777"/>
                  </a:lnTo>
                  <a:lnTo>
                    <a:pt x="3080" y="118"/>
                  </a:lnTo>
                  <a:lnTo>
                    <a:pt x="287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43"/>
            <p:cNvSpPr/>
            <p:nvPr/>
          </p:nvSpPr>
          <p:spPr>
            <a:xfrm>
              <a:off x="5347022" y="962608"/>
              <a:ext cx="65463" cy="37880"/>
            </a:xfrm>
            <a:custGeom>
              <a:avLst/>
              <a:gdLst/>
              <a:ahLst/>
              <a:cxnLst/>
              <a:rect l="l" t="t" r="r" b="b"/>
              <a:pathLst>
                <a:path w="2136" h="1236" extrusionOk="0">
                  <a:moveTo>
                    <a:pt x="1938" y="0"/>
                  </a:moveTo>
                  <a:lnTo>
                    <a:pt x="1" y="1119"/>
                  </a:lnTo>
                  <a:lnTo>
                    <a:pt x="199" y="1235"/>
                  </a:lnTo>
                  <a:lnTo>
                    <a:pt x="2136" y="116"/>
                  </a:lnTo>
                  <a:lnTo>
                    <a:pt x="19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43"/>
            <p:cNvSpPr/>
            <p:nvPr/>
          </p:nvSpPr>
          <p:spPr>
            <a:xfrm>
              <a:off x="5370866" y="959819"/>
              <a:ext cx="94272" cy="54491"/>
            </a:xfrm>
            <a:custGeom>
              <a:avLst/>
              <a:gdLst/>
              <a:ahLst/>
              <a:cxnLst/>
              <a:rect l="l" t="t" r="r" b="b"/>
              <a:pathLst>
                <a:path w="3076" h="1778" extrusionOk="0">
                  <a:moveTo>
                    <a:pt x="2877" y="1"/>
                  </a:moveTo>
                  <a:lnTo>
                    <a:pt x="1" y="1663"/>
                  </a:lnTo>
                  <a:lnTo>
                    <a:pt x="199" y="1778"/>
                  </a:lnTo>
                  <a:lnTo>
                    <a:pt x="3076" y="118"/>
                  </a:lnTo>
                  <a:lnTo>
                    <a:pt x="28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43"/>
            <p:cNvSpPr/>
            <p:nvPr/>
          </p:nvSpPr>
          <p:spPr>
            <a:xfrm>
              <a:off x="5358944" y="959298"/>
              <a:ext cx="83239" cy="48117"/>
            </a:xfrm>
            <a:custGeom>
              <a:avLst/>
              <a:gdLst/>
              <a:ahLst/>
              <a:cxnLst/>
              <a:rect l="l" t="t" r="r" b="b"/>
              <a:pathLst>
                <a:path w="2716" h="1570" extrusionOk="0">
                  <a:moveTo>
                    <a:pt x="2516" y="1"/>
                  </a:moveTo>
                  <a:lnTo>
                    <a:pt x="0" y="1455"/>
                  </a:lnTo>
                  <a:lnTo>
                    <a:pt x="198" y="1570"/>
                  </a:lnTo>
                  <a:lnTo>
                    <a:pt x="2716" y="115"/>
                  </a:lnTo>
                  <a:lnTo>
                    <a:pt x="25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43"/>
            <p:cNvSpPr/>
            <p:nvPr/>
          </p:nvSpPr>
          <p:spPr>
            <a:xfrm>
              <a:off x="5432713" y="907320"/>
              <a:ext cx="96601" cy="55962"/>
            </a:xfrm>
            <a:custGeom>
              <a:avLst/>
              <a:gdLst/>
              <a:ahLst/>
              <a:cxnLst/>
              <a:rect l="l" t="t" r="r" b="b"/>
              <a:pathLst>
                <a:path w="3152" h="1826" extrusionOk="0">
                  <a:moveTo>
                    <a:pt x="1486" y="0"/>
                  </a:moveTo>
                  <a:lnTo>
                    <a:pt x="0" y="857"/>
                  </a:lnTo>
                  <a:lnTo>
                    <a:pt x="1667" y="1826"/>
                  </a:lnTo>
                  <a:lnTo>
                    <a:pt x="3151" y="969"/>
                  </a:lnTo>
                  <a:lnTo>
                    <a:pt x="1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43"/>
            <p:cNvSpPr/>
            <p:nvPr/>
          </p:nvSpPr>
          <p:spPr>
            <a:xfrm>
              <a:off x="5394679" y="980047"/>
              <a:ext cx="83239" cy="48117"/>
            </a:xfrm>
            <a:custGeom>
              <a:avLst/>
              <a:gdLst/>
              <a:ahLst/>
              <a:cxnLst/>
              <a:rect l="l" t="t" r="r" b="b"/>
              <a:pathLst>
                <a:path w="2716" h="1570" extrusionOk="0">
                  <a:moveTo>
                    <a:pt x="2520" y="0"/>
                  </a:moveTo>
                  <a:lnTo>
                    <a:pt x="1" y="1454"/>
                  </a:lnTo>
                  <a:lnTo>
                    <a:pt x="200" y="1569"/>
                  </a:lnTo>
                  <a:lnTo>
                    <a:pt x="2716" y="118"/>
                  </a:lnTo>
                  <a:lnTo>
                    <a:pt x="25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43"/>
            <p:cNvSpPr/>
            <p:nvPr/>
          </p:nvSpPr>
          <p:spPr>
            <a:xfrm>
              <a:off x="5382788" y="983418"/>
              <a:ext cx="65463" cy="37850"/>
            </a:xfrm>
            <a:custGeom>
              <a:avLst/>
              <a:gdLst/>
              <a:ahLst/>
              <a:cxnLst/>
              <a:rect l="l" t="t" r="r" b="b"/>
              <a:pathLst>
                <a:path w="2136" h="1235" extrusionOk="0">
                  <a:moveTo>
                    <a:pt x="1938" y="0"/>
                  </a:moveTo>
                  <a:lnTo>
                    <a:pt x="0" y="1119"/>
                  </a:lnTo>
                  <a:lnTo>
                    <a:pt x="198" y="1234"/>
                  </a:lnTo>
                  <a:lnTo>
                    <a:pt x="2135" y="116"/>
                  </a:lnTo>
                  <a:lnTo>
                    <a:pt x="19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43"/>
            <p:cNvSpPr/>
            <p:nvPr/>
          </p:nvSpPr>
          <p:spPr>
            <a:xfrm>
              <a:off x="5335009" y="939071"/>
              <a:ext cx="94364" cy="54461"/>
            </a:xfrm>
            <a:custGeom>
              <a:avLst/>
              <a:gdLst/>
              <a:ahLst/>
              <a:cxnLst/>
              <a:rect l="l" t="t" r="r" b="b"/>
              <a:pathLst>
                <a:path w="3079" h="1777" extrusionOk="0">
                  <a:moveTo>
                    <a:pt x="2879" y="0"/>
                  </a:moveTo>
                  <a:lnTo>
                    <a:pt x="0" y="1662"/>
                  </a:lnTo>
                  <a:lnTo>
                    <a:pt x="201" y="1777"/>
                  </a:lnTo>
                  <a:lnTo>
                    <a:pt x="3078" y="116"/>
                  </a:lnTo>
                  <a:lnTo>
                    <a:pt x="287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43"/>
            <p:cNvSpPr/>
            <p:nvPr/>
          </p:nvSpPr>
          <p:spPr>
            <a:xfrm>
              <a:off x="4824850" y="577921"/>
              <a:ext cx="407336" cy="464463"/>
            </a:xfrm>
            <a:custGeom>
              <a:avLst/>
              <a:gdLst/>
              <a:ahLst/>
              <a:cxnLst/>
              <a:rect l="l" t="t" r="r" b="b"/>
              <a:pathLst>
                <a:path w="13291" h="15155" extrusionOk="0">
                  <a:moveTo>
                    <a:pt x="3085" y="1"/>
                  </a:moveTo>
                  <a:cubicBezTo>
                    <a:pt x="2359" y="1"/>
                    <a:pt x="1631" y="494"/>
                    <a:pt x="1382" y="1599"/>
                  </a:cubicBezTo>
                  <a:cubicBezTo>
                    <a:pt x="1382" y="1599"/>
                    <a:pt x="0" y="10116"/>
                    <a:pt x="813" y="11743"/>
                  </a:cubicBezTo>
                  <a:cubicBezTo>
                    <a:pt x="849" y="11816"/>
                    <a:pt x="1018" y="12151"/>
                    <a:pt x="1102" y="12201"/>
                  </a:cubicBezTo>
                  <a:cubicBezTo>
                    <a:pt x="2000" y="13816"/>
                    <a:pt x="6336" y="13985"/>
                    <a:pt x="8113" y="13985"/>
                  </a:cubicBezTo>
                  <a:cubicBezTo>
                    <a:pt x="8584" y="13985"/>
                    <a:pt x="8876" y="13974"/>
                    <a:pt x="8876" y="13974"/>
                  </a:cubicBezTo>
                  <a:cubicBezTo>
                    <a:pt x="9073" y="14098"/>
                    <a:pt x="9258" y="14173"/>
                    <a:pt x="9503" y="14372"/>
                  </a:cubicBezTo>
                  <a:cubicBezTo>
                    <a:pt x="10320" y="15027"/>
                    <a:pt x="11199" y="15155"/>
                    <a:pt x="11643" y="15155"/>
                  </a:cubicBezTo>
                  <a:cubicBezTo>
                    <a:pt x="11770" y="15155"/>
                    <a:pt x="11862" y="15144"/>
                    <a:pt x="11906" y="15133"/>
                  </a:cubicBezTo>
                  <a:cubicBezTo>
                    <a:pt x="13063" y="14830"/>
                    <a:pt x="13290" y="14442"/>
                    <a:pt x="13000" y="14386"/>
                  </a:cubicBezTo>
                  <a:cubicBezTo>
                    <a:pt x="11399" y="14081"/>
                    <a:pt x="11019" y="13120"/>
                    <a:pt x="11019" y="13120"/>
                  </a:cubicBezTo>
                  <a:lnTo>
                    <a:pt x="11019" y="13120"/>
                  </a:lnTo>
                  <a:cubicBezTo>
                    <a:pt x="11266" y="13225"/>
                    <a:pt x="11495" y="13265"/>
                    <a:pt x="11695" y="13265"/>
                  </a:cubicBezTo>
                  <a:cubicBezTo>
                    <a:pt x="12027" y="13265"/>
                    <a:pt x="12279" y="13157"/>
                    <a:pt x="12396" y="13064"/>
                  </a:cubicBezTo>
                  <a:cubicBezTo>
                    <a:pt x="12539" y="12952"/>
                    <a:pt x="12473" y="12616"/>
                    <a:pt x="12190" y="12616"/>
                  </a:cubicBezTo>
                  <a:cubicBezTo>
                    <a:pt x="12166" y="12616"/>
                    <a:pt x="12139" y="12618"/>
                    <a:pt x="12111" y="12624"/>
                  </a:cubicBezTo>
                  <a:cubicBezTo>
                    <a:pt x="12057" y="12634"/>
                    <a:pt x="12001" y="12639"/>
                    <a:pt x="11943" y="12639"/>
                  </a:cubicBezTo>
                  <a:cubicBezTo>
                    <a:pt x="11633" y="12639"/>
                    <a:pt x="11287" y="12505"/>
                    <a:pt x="11092" y="12397"/>
                  </a:cubicBezTo>
                  <a:cubicBezTo>
                    <a:pt x="10602" y="12129"/>
                    <a:pt x="10292" y="12063"/>
                    <a:pt x="10067" y="12063"/>
                  </a:cubicBezTo>
                  <a:cubicBezTo>
                    <a:pt x="9979" y="12063"/>
                    <a:pt x="9904" y="12073"/>
                    <a:pt x="9836" y="12085"/>
                  </a:cubicBezTo>
                  <a:cubicBezTo>
                    <a:pt x="9684" y="12112"/>
                    <a:pt x="9542" y="12122"/>
                    <a:pt x="9414" y="12122"/>
                  </a:cubicBezTo>
                  <a:cubicBezTo>
                    <a:pt x="9259" y="12122"/>
                    <a:pt x="9124" y="12107"/>
                    <a:pt x="9015" y="12088"/>
                  </a:cubicBezTo>
                  <a:lnTo>
                    <a:pt x="3878" y="10519"/>
                  </a:lnTo>
                  <a:lnTo>
                    <a:pt x="4630" y="4696"/>
                  </a:lnTo>
                  <a:cubicBezTo>
                    <a:pt x="4907" y="2986"/>
                    <a:pt x="5100" y="1619"/>
                    <a:pt x="4477" y="737"/>
                  </a:cubicBezTo>
                  <a:cubicBezTo>
                    <a:pt x="4137" y="261"/>
                    <a:pt x="3612" y="1"/>
                    <a:pt x="3085" y="1"/>
                  </a:cubicBezTo>
                  <a:close/>
                </a:path>
              </a:pathLst>
            </a:custGeom>
            <a:solidFill>
              <a:srgbClr val="6644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43"/>
            <p:cNvSpPr/>
            <p:nvPr/>
          </p:nvSpPr>
          <p:spPr>
            <a:xfrm>
              <a:off x="4832543" y="569002"/>
              <a:ext cx="271016" cy="444603"/>
            </a:xfrm>
            <a:custGeom>
              <a:avLst/>
              <a:gdLst/>
              <a:ahLst/>
              <a:cxnLst/>
              <a:rect l="l" t="t" r="r" b="b"/>
              <a:pathLst>
                <a:path w="8843" h="14507" extrusionOk="0">
                  <a:moveTo>
                    <a:pt x="2676" y="1"/>
                  </a:moveTo>
                  <a:cubicBezTo>
                    <a:pt x="2334" y="1"/>
                    <a:pt x="1990" y="96"/>
                    <a:pt x="1679" y="284"/>
                  </a:cubicBezTo>
                  <a:cubicBezTo>
                    <a:pt x="1234" y="553"/>
                    <a:pt x="810" y="1962"/>
                    <a:pt x="502" y="3703"/>
                  </a:cubicBezTo>
                  <a:cubicBezTo>
                    <a:pt x="0" y="6527"/>
                    <a:pt x="95" y="10923"/>
                    <a:pt x="185" y="11541"/>
                  </a:cubicBezTo>
                  <a:cubicBezTo>
                    <a:pt x="279" y="12189"/>
                    <a:pt x="41" y="14506"/>
                    <a:pt x="7776" y="14506"/>
                  </a:cubicBezTo>
                  <a:cubicBezTo>
                    <a:pt x="7921" y="14506"/>
                    <a:pt x="8069" y="14506"/>
                    <a:pt x="8221" y="14504"/>
                  </a:cubicBezTo>
                  <a:cubicBezTo>
                    <a:pt x="8398" y="14501"/>
                    <a:pt x="7645" y="12794"/>
                    <a:pt x="8842" y="12006"/>
                  </a:cubicBezTo>
                  <a:lnTo>
                    <a:pt x="3710" y="10781"/>
                  </a:lnTo>
                  <a:cubicBezTo>
                    <a:pt x="3710" y="10781"/>
                    <a:pt x="4720" y="3322"/>
                    <a:pt x="4707" y="2542"/>
                  </a:cubicBezTo>
                  <a:cubicBezTo>
                    <a:pt x="4680" y="833"/>
                    <a:pt x="3689" y="1"/>
                    <a:pt x="26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8" name="Google Shape;2858;p43"/>
          <p:cNvGrpSpPr/>
          <p:nvPr/>
        </p:nvGrpSpPr>
        <p:grpSpPr>
          <a:xfrm>
            <a:off x="4670997" y="2887720"/>
            <a:ext cx="1479325" cy="907010"/>
            <a:chOff x="7229047" y="3658520"/>
            <a:chExt cx="1479325" cy="907010"/>
          </a:xfrm>
        </p:grpSpPr>
        <p:sp>
          <p:nvSpPr>
            <p:cNvPr id="2859" name="Google Shape;2859;p43"/>
            <p:cNvSpPr/>
            <p:nvPr/>
          </p:nvSpPr>
          <p:spPr>
            <a:xfrm>
              <a:off x="7676684" y="3739768"/>
              <a:ext cx="978691" cy="516738"/>
            </a:xfrm>
            <a:custGeom>
              <a:avLst/>
              <a:gdLst/>
              <a:ahLst/>
              <a:cxnLst/>
              <a:rect l="l" t="t" r="r" b="b"/>
              <a:pathLst>
                <a:path w="28440" h="15016" extrusionOk="0">
                  <a:moveTo>
                    <a:pt x="14151" y="0"/>
                  </a:moveTo>
                  <a:cubicBezTo>
                    <a:pt x="10831" y="0"/>
                    <a:pt x="7514" y="734"/>
                    <a:pt x="4992" y="2201"/>
                  </a:cubicBezTo>
                  <a:cubicBezTo>
                    <a:pt x="332" y="4906"/>
                    <a:pt x="0" y="9191"/>
                    <a:pt x="4005" y="12133"/>
                  </a:cubicBezTo>
                  <a:cubicBezTo>
                    <a:pt x="4324" y="12366"/>
                    <a:pt x="4670" y="12593"/>
                    <a:pt x="5060" y="12816"/>
                  </a:cubicBezTo>
                  <a:cubicBezTo>
                    <a:pt x="5437" y="13036"/>
                    <a:pt x="5829" y="13238"/>
                    <a:pt x="6239" y="13424"/>
                  </a:cubicBezTo>
                  <a:cubicBezTo>
                    <a:pt x="8579" y="14485"/>
                    <a:pt x="11408" y="15016"/>
                    <a:pt x="14234" y="15016"/>
                  </a:cubicBezTo>
                  <a:cubicBezTo>
                    <a:pt x="17556" y="15016"/>
                    <a:pt x="20873" y="14283"/>
                    <a:pt x="23389" y="12816"/>
                  </a:cubicBezTo>
                  <a:cubicBezTo>
                    <a:pt x="28439" y="9890"/>
                    <a:pt x="28403" y="5124"/>
                    <a:pt x="23335" y="2199"/>
                  </a:cubicBezTo>
                  <a:cubicBezTo>
                    <a:pt x="20796" y="733"/>
                    <a:pt x="17471" y="0"/>
                    <a:pt x="14151"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43"/>
            <p:cNvSpPr/>
            <p:nvPr/>
          </p:nvSpPr>
          <p:spPr>
            <a:xfrm>
              <a:off x="7229047" y="4109771"/>
              <a:ext cx="665607" cy="434733"/>
            </a:xfrm>
            <a:custGeom>
              <a:avLst/>
              <a:gdLst/>
              <a:ahLst/>
              <a:cxnLst/>
              <a:rect l="l" t="t" r="r" b="b"/>
              <a:pathLst>
                <a:path w="19342" h="12633" extrusionOk="0">
                  <a:moveTo>
                    <a:pt x="19140" y="0"/>
                  </a:moveTo>
                  <a:lnTo>
                    <a:pt x="0" y="11124"/>
                  </a:lnTo>
                  <a:lnTo>
                    <a:pt x="2135" y="12632"/>
                  </a:lnTo>
                  <a:lnTo>
                    <a:pt x="19342" y="1705"/>
                  </a:lnTo>
                  <a:lnTo>
                    <a:pt x="19140" y="0"/>
                  </a:lnTo>
                  <a:close/>
                </a:path>
              </a:pathLst>
            </a:custGeom>
            <a:solidFill>
              <a:srgbClr val="7BA8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43"/>
            <p:cNvSpPr/>
            <p:nvPr/>
          </p:nvSpPr>
          <p:spPr>
            <a:xfrm>
              <a:off x="7852945" y="3705458"/>
              <a:ext cx="730130" cy="318729"/>
            </a:xfrm>
            <a:custGeom>
              <a:avLst/>
              <a:gdLst/>
              <a:ahLst/>
              <a:cxnLst/>
              <a:rect l="l" t="t" r="r" b="b"/>
              <a:pathLst>
                <a:path w="21217" h="9262" extrusionOk="0">
                  <a:moveTo>
                    <a:pt x="0" y="9195"/>
                  </a:moveTo>
                  <a:cubicBezTo>
                    <a:pt x="0" y="9197"/>
                    <a:pt x="0" y="9200"/>
                    <a:pt x="0" y="9202"/>
                  </a:cubicBezTo>
                  <a:lnTo>
                    <a:pt x="0" y="9195"/>
                  </a:lnTo>
                  <a:close/>
                  <a:moveTo>
                    <a:pt x="10577" y="0"/>
                  </a:moveTo>
                  <a:cubicBezTo>
                    <a:pt x="7858" y="0"/>
                    <a:pt x="5142" y="600"/>
                    <a:pt x="3082" y="1799"/>
                  </a:cubicBezTo>
                  <a:cubicBezTo>
                    <a:pt x="1036" y="2985"/>
                    <a:pt x="12" y="4547"/>
                    <a:pt x="9" y="6109"/>
                  </a:cubicBezTo>
                  <a:lnTo>
                    <a:pt x="0" y="9195"/>
                  </a:lnTo>
                  <a:lnTo>
                    <a:pt x="0" y="9195"/>
                  </a:lnTo>
                  <a:cubicBezTo>
                    <a:pt x="6" y="7632"/>
                    <a:pt x="1030" y="6077"/>
                    <a:pt x="3073" y="4889"/>
                  </a:cubicBezTo>
                  <a:cubicBezTo>
                    <a:pt x="5134" y="3691"/>
                    <a:pt x="7849" y="3093"/>
                    <a:pt x="10568" y="3093"/>
                  </a:cubicBezTo>
                  <a:cubicBezTo>
                    <a:pt x="13288" y="3093"/>
                    <a:pt x="16010" y="3691"/>
                    <a:pt x="18084" y="4889"/>
                  </a:cubicBezTo>
                  <a:cubicBezTo>
                    <a:pt x="20162" y="6092"/>
                    <a:pt x="21205" y="7674"/>
                    <a:pt x="21202" y="9256"/>
                  </a:cubicBezTo>
                  <a:lnTo>
                    <a:pt x="21202" y="9256"/>
                  </a:lnTo>
                  <a:lnTo>
                    <a:pt x="21210" y="6173"/>
                  </a:lnTo>
                  <a:cubicBezTo>
                    <a:pt x="21216" y="4586"/>
                    <a:pt x="20176" y="3002"/>
                    <a:pt x="18093" y="1799"/>
                  </a:cubicBezTo>
                  <a:cubicBezTo>
                    <a:pt x="16019" y="600"/>
                    <a:pt x="13296" y="0"/>
                    <a:pt x="10577" y="0"/>
                  </a:cubicBezTo>
                  <a:close/>
                  <a:moveTo>
                    <a:pt x="21202" y="9256"/>
                  </a:moveTo>
                  <a:lnTo>
                    <a:pt x="21202" y="9262"/>
                  </a:lnTo>
                  <a:cubicBezTo>
                    <a:pt x="21202" y="9260"/>
                    <a:pt x="21202" y="9258"/>
                    <a:pt x="21202" y="925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43"/>
            <p:cNvSpPr/>
            <p:nvPr/>
          </p:nvSpPr>
          <p:spPr>
            <a:xfrm>
              <a:off x="7817191" y="3749128"/>
              <a:ext cx="801674" cy="422654"/>
            </a:xfrm>
            <a:custGeom>
              <a:avLst/>
              <a:gdLst/>
              <a:ahLst/>
              <a:cxnLst/>
              <a:rect l="l" t="t" r="r" b="b"/>
              <a:pathLst>
                <a:path w="23296" h="12282" extrusionOk="0">
                  <a:moveTo>
                    <a:pt x="11615" y="0"/>
                  </a:moveTo>
                  <a:cubicBezTo>
                    <a:pt x="8896" y="0"/>
                    <a:pt x="6181" y="599"/>
                    <a:pt x="4121" y="1795"/>
                  </a:cubicBezTo>
                  <a:cubicBezTo>
                    <a:pt x="1" y="4190"/>
                    <a:pt x="30" y="8090"/>
                    <a:pt x="4178" y="10486"/>
                  </a:cubicBezTo>
                  <a:cubicBezTo>
                    <a:pt x="6252" y="11683"/>
                    <a:pt x="8971" y="12281"/>
                    <a:pt x="11686" y="12281"/>
                  </a:cubicBezTo>
                  <a:cubicBezTo>
                    <a:pt x="14401" y="12281"/>
                    <a:pt x="17113" y="11683"/>
                    <a:pt x="19174" y="10486"/>
                  </a:cubicBezTo>
                  <a:cubicBezTo>
                    <a:pt x="23295" y="8088"/>
                    <a:pt x="23272" y="4185"/>
                    <a:pt x="19132" y="1795"/>
                  </a:cubicBezTo>
                  <a:cubicBezTo>
                    <a:pt x="17057" y="599"/>
                    <a:pt x="14334" y="0"/>
                    <a:pt x="11615" y="0"/>
                  </a:cubicBezTo>
                  <a:close/>
                </a:path>
              </a:pathLst>
            </a:custGeom>
            <a:solidFill>
              <a:srgbClr val="FFFFFF">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43"/>
            <p:cNvSpPr/>
            <p:nvPr/>
          </p:nvSpPr>
          <p:spPr>
            <a:xfrm>
              <a:off x="7771629" y="3915581"/>
              <a:ext cx="892557" cy="366046"/>
            </a:xfrm>
            <a:custGeom>
              <a:avLst/>
              <a:gdLst/>
              <a:ahLst/>
              <a:cxnLst/>
              <a:rect l="l" t="t" r="r" b="b"/>
              <a:pathLst>
                <a:path w="25937" h="10637" extrusionOk="0">
                  <a:moveTo>
                    <a:pt x="12" y="0"/>
                  </a:moveTo>
                  <a:lnTo>
                    <a:pt x="4" y="3090"/>
                  </a:lnTo>
                  <a:cubicBezTo>
                    <a:pt x="1" y="4739"/>
                    <a:pt x="924" y="6389"/>
                    <a:pt x="2777" y="7754"/>
                  </a:cubicBezTo>
                  <a:cubicBezTo>
                    <a:pt x="3096" y="7988"/>
                    <a:pt x="3443" y="8212"/>
                    <a:pt x="3834" y="8439"/>
                  </a:cubicBezTo>
                  <a:cubicBezTo>
                    <a:pt x="4210" y="8656"/>
                    <a:pt x="4605" y="8859"/>
                    <a:pt x="5013" y="9045"/>
                  </a:cubicBezTo>
                  <a:cubicBezTo>
                    <a:pt x="7353" y="10106"/>
                    <a:pt x="10181" y="10636"/>
                    <a:pt x="13006" y="10636"/>
                  </a:cubicBezTo>
                  <a:cubicBezTo>
                    <a:pt x="16328" y="10636"/>
                    <a:pt x="19645" y="9903"/>
                    <a:pt x="22160" y="8438"/>
                  </a:cubicBezTo>
                  <a:cubicBezTo>
                    <a:pt x="24669" y="6986"/>
                    <a:pt x="25923" y="5077"/>
                    <a:pt x="25929" y="3165"/>
                  </a:cubicBezTo>
                  <a:lnTo>
                    <a:pt x="25936" y="75"/>
                  </a:lnTo>
                  <a:lnTo>
                    <a:pt x="25936" y="75"/>
                  </a:lnTo>
                  <a:cubicBezTo>
                    <a:pt x="25930" y="1987"/>
                    <a:pt x="24676" y="3895"/>
                    <a:pt x="22170" y="5345"/>
                  </a:cubicBezTo>
                  <a:cubicBezTo>
                    <a:pt x="19655" y="6811"/>
                    <a:pt x="16338" y="7544"/>
                    <a:pt x="13017" y="7544"/>
                  </a:cubicBezTo>
                  <a:cubicBezTo>
                    <a:pt x="10191" y="7544"/>
                    <a:pt x="7362" y="7013"/>
                    <a:pt x="5022" y="5952"/>
                  </a:cubicBezTo>
                  <a:cubicBezTo>
                    <a:pt x="4612" y="5763"/>
                    <a:pt x="4219" y="5564"/>
                    <a:pt x="3843" y="5345"/>
                  </a:cubicBezTo>
                  <a:cubicBezTo>
                    <a:pt x="3453" y="5121"/>
                    <a:pt x="3107" y="4896"/>
                    <a:pt x="2788" y="4661"/>
                  </a:cubicBezTo>
                  <a:cubicBezTo>
                    <a:pt x="933" y="3298"/>
                    <a:pt x="8" y="1648"/>
                    <a:pt x="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43"/>
            <p:cNvSpPr/>
            <p:nvPr/>
          </p:nvSpPr>
          <p:spPr>
            <a:xfrm>
              <a:off x="7729680" y="3658520"/>
              <a:ext cx="978692" cy="516773"/>
            </a:xfrm>
            <a:custGeom>
              <a:avLst/>
              <a:gdLst/>
              <a:ahLst/>
              <a:cxnLst/>
              <a:rect l="l" t="t" r="r" b="b"/>
              <a:pathLst>
                <a:path w="28440" h="15017" extrusionOk="0">
                  <a:moveTo>
                    <a:pt x="14158" y="1366"/>
                  </a:moveTo>
                  <a:cubicBezTo>
                    <a:pt x="16877" y="1366"/>
                    <a:pt x="19599" y="1965"/>
                    <a:pt x="21673" y="3164"/>
                  </a:cubicBezTo>
                  <a:cubicBezTo>
                    <a:pt x="25814" y="5555"/>
                    <a:pt x="25837" y="9457"/>
                    <a:pt x="21714" y="11855"/>
                  </a:cubicBezTo>
                  <a:cubicBezTo>
                    <a:pt x="19654" y="13051"/>
                    <a:pt x="16943" y="13649"/>
                    <a:pt x="14227" y="13649"/>
                  </a:cubicBezTo>
                  <a:cubicBezTo>
                    <a:pt x="11512" y="13649"/>
                    <a:pt x="8793" y="13051"/>
                    <a:pt x="6718" y="11855"/>
                  </a:cubicBezTo>
                  <a:cubicBezTo>
                    <a:pt x="2570" y="9457"/>
                    <a:pt x="2541" y="5558"/>
                    <a:pt x="6662" y="3164"/>
                  </a:cubicBezTo>
                  <a:cubicBezTo>
                    <a:pt x="8723" y="1965"/>
                    <a:pt x="11439" y="1366"/>
                    <a:pt x="14158" y="1366"/>
                  </a:cubicBezTo>
                  <a:close/>
                  <a:moveTo>
                    <a:pt x="14152" y="0"/>
                  </a:moveTo>
                  <a:cubicBezTo>
                    <a:pt x="10831" y="0"/>
                    <a:pt x="7514" y="733"/>
                    <a:pt x="4991" y="2200"/>
                  </a:cubicBezTo>
                  <a:cubicBezTo>
                    <a:pt x="332" y="4905"/>
                    <a:pt x="1" y="9191"/>
                    <a:pt x="4004" y="12133"/>
                  </a:cubicBezTo>
                  <a:cubicBezTo>
                    <a:pt x="4324" y="12366"/>
                    <a:pt x="4670" y="12592"/>
                    <a:pt x="5060" y="12818"/>
                  </a:cubicBezTo>
                  <a:cubicBezTo>
                    <a:pt x="5436" y="13037"/>
                    <a:pt x="5830" y="13237"/>
                    <a:pt x="6239" y="13425"/>
                  </a:cubicBezTo>
                  <a:cubicBezTo>
                    <a:pt x="8580" y="14486"/>
                    <a:pt x="11410" y="15016"/>
                    <a:pt x="14236" y="15016"/>
                  </a:cubicBezTo>
                  <a:cubicBezTo>
                    <a:pt x="17557" y="15016"/>
                    <a:pt x="20873" y="14284"/>
                    <a:pt x="23388" y="12818"/>
                  </a:cubicBezTo>
                  <a:cubicBezTo>
                    <a:pt x="28440" y="9891"/>
                    <a:pt x="28403" y="5123"/>
                    <a:pt x="23335" y="2199"/>
                  </a:cubicBezTo>
                  <a:cubicBezTo>
                    <a:pt x="20796" y="733"/>
                    <a:pt x="17472" y="0"/>
                    <a:pt x="141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43"/>
            <p:cNvSpPr/>
            <p:nvPr/>
          </p:nvSpPr>
          <p:spPr>
            <a:xfrm>
              <a:off x="7552972" y="4098587"/>
              <a:ext cx="387244" cy="296154"/>
            </a:xfrm>
            <a:custGeom>
              <a:avLst/>
              <a:gdLst/>
              <a:ahLst/>
              <a:cxnLst/>
              <a:rect l="l" t="t" r="r" b="b"/>
              <a:pathLst>
                <a:path w="11253" h="8606" extrusionOk="0">
                  <a:moveTo>
                    <a:pt x="6" y="5268"/>
                  </a:moveTo>
                  <a:cubicBezTo>
                    <a:pt x="4" y="5269"/>
                    <a:pt x="3" y="5271"/>
                    <a:pt x="1" y="5272"/>
                  </a:cubicBezTo>
                  <a:lnTo>
                    <a:pt x="6" y="5268"/>
                  </a:lnTo>
                  <a:close/>
                  <a:moveTo>
                    <a:pt x="9272" y="1"/>
                  </a:moveTo>
                  <a:cubicBezTo>
                    <a:pt x="9138" y="1"/>
                    <a:pt x="9016" y="32"/>
                    <a:pt x="8911" y="93"/>
                  </a:cubicBezTo>
                  <a:lnTo>
                    <a:pt x="6" y="5268"/>
                  </a:lnTo>
                  <a:lnTo>
                    <a:pt x="6" y="5268"/>
                  </a:lnTo>
                  <a:cubicBezTo>
                    <a:pt x="109" y="5209"/>
                    <a:pt x="228" y="5179"/>
                    <a:pt x="360" y="5179"/>
                  </a:cubicBezTo>
                  <a:cubicBezTo>
                    <a:pt x="546" y="5179"/>
                    <a:pt x="757" y="5240"/>
                    <a:pt x="981" y="5370"/>
                  </a:cubicBezTo>
                  <a:cubicBezTo>
                    <a:pt x="1730" y="5803"/>
                    <a:pt x="2343" y="6859"/>
                    <a:pt x="2341" y="7725"/>
                  </a:cubicBezTo>
                  <a:cubicBezTo>
                    <a:pt x="2340" y="8158"/>
                    <a:pt x="2187" y="8462"/>
                    <a:pt x="1940" y="8605"/>
                  </a:cubicBezTo>
                  <a:lnTo>
                    <a:pt x="1940" y="8605"/>
                  </a:lnTo>
                  <a:lnTo>
                    <a:pt x="10849" y="3428"/>
                  </a:lnTo>
                  <a:cubicBezTo>
                    <a:pt x="11096" y="3286"/>
                    <a:pt x="11247" y="2982"/>
                    <a:pt x="11250" y="2548"/>
                  </a:cubicBezTo>
                  <a:cubicBezTo>
                    <a:pt x="11253" y="1684"/>
                    <a:pt x="10641" y="624"/>
                    <a:pt x="9891" y="189"/>
                  </a:cubicBezTo>
                  <a:cubicBezTo>
                    <a:pt x="9668" y="61"/>
                    <a:pt x="9458" y="1"/>
                    <a:pt x="9272" y="1"/>
                  </a:cubicBezTo>
                  <a:close/>
                  <a:moveTo>
                    <a:pt x="1940" y="8605"/>
                  </a:moveTo>
                  <a:lnTo>
                    <a:pt x="1939" y="8606"/>
                  </a:lnTo>
                  <a:cubicBezTo>
                    <a:pt x="1939" y="8606"/>
                    <a:pt x="1940" y="8606"/>
                    <a:pt x="1940" y="8605"/>
                  </a:cubicBezTo>
                  <a:close/>
                </a:path>
              </a:pathLst>
            </a:custGeom>
            <a:solidFill>
              <a:srgbClr val="F35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43"/>
            <p:cNvSpPr/>
            <p:nvPr/>
          </p:nvSpPr>
          <p:spPr>
            <a:xfrm>
              <a:off x="7619697" y="4181211"/>
              <a:ext cx="320415" cy="213495"/>
            </a:xfrm>
            <a:custGeom>
              <a:avLst/>
              <a:gdLst/>
              <a:ahLst/>
              <a:cxnLst/>
              <a:rect l="l" t="t" r="r" b="b"/>
              <a:pathLst>
                <a:path w="9311" h="6204" extrusionOk="0">
                  <a:moveTo>
                    <a:pt x="9289" y="0"/>
                  </a:moveTo>
                  <a:lnTo>
                    <a:pt x="379" y="5178"/>
                  </a:lnTo>
                  <a:cubicBezTo>
                    <a:pt x="382" y="5223"/>
                    <a:pt x="402" y="5276"/>
                    <a:pt x="402" y="5321"/>
                  </a:cubicBezTo>
                  <a:cubicBezTo>
                    <a:pt x="401" y="5755"/>
                    <a:pt x="248" y="6059"/>
                    <a:pt x="1" y="6203"/>
                  </a:cubicBezTo>
                  <a:lnTo>
                    <a:pt x="1" y="6203"/>
                  </a:lnTo>
                  <a:lnTo>
                    <a:pt x="8910" y="1024"/>
                  </a:lnTo>
                  <a:cubicBezTo>
                    <a:pt x="9157" y="881"/>
                    <a:pt x="9310" y="578"/>
                    <a:pt x="9311" y="142"/>
                  </a:cubicBezTo>
                  <a:cubicBezTo>
                    <a:pt x="9311" y="97"/>
                    <a:pt x="9292" y="47"/>
                    <a:pt x="9289" y="0"/>
                  </a:cubicBezTo>
                  <a:close/>
                  <a:moveTo>
                    <a:pt x="1" y="6203"/>
                  </a:moveTo>
                  <a:lnTo>
                    <a:pt x="0" y="6204"/>
                  </a:lnTo>
                  <a:cubicBezTo>
                    <a:pt x="0" y="6203"/>
                    <a:pt x="1" y="6203"/>
                    <a:pt x="1" y="6203"/>
                  </a:cubicBezTo>
                  <a:close/>
                </a:path>
              </a:pathLst>
            </a:custGeom>
            <a:solidFill>
              <a:srgbClr val="B72B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43"/>
            <p:cNvSpPr/>
            <p:nvPr/>
          </p:nvSpPr>
          <p:spPr>
            <a:xfrm>
              <a:off x="7539275" y="4276740"/>
              <a:ext cx="94325" cy="121132"/>
            </a:xfrm>
            <a:custGeom>
              <a:avLst/>
              <a:gdLst/>
              <a:ahLst/>
              <a:cxnLst/>
              <a:rect l="l" t="t" r="r" b="b"/>
              <a:pathLst>
                <a:path w="2741" h="3520" extrusionOk="0">
                  <a:moveTo>
                    <a:pt x="762" y="0"/>
                  </a:moveTo>
                  <a:cubicBezTo>
                    <a:pt x="313" y="0"/>
                    <a:pt x="4" y="354"/>
                    <a:pt x="2" y="964"/>
                  </a:cubicBezTo>
                  <a:cubicBezTo>
                    <a:pt x="1" y="1839"/>
                    <a:pt x="611" y="2895"/>
                    <a:pt x="1370" y="3334"/>
                  </a:cubicBezTo>
                  <a:cubicBezTo>
                    <a:pt x="1588" y="3460"/>
                    <a:pt x="1795" y="3519"/>
                    <a:pt x="1979" y="3519"/>
                  </a:cubicBezTo>
                  <a:cubicBezTo>
                    <a:pt x="2427" y="3519"/>
                    <a:pt x="2737" y="3163"/>
                    <a:pt x="2739" y="2545"/>
                  </a:cubicBezTo>
                  <a:cubicBezTo>
                    <a:pt x="2741" y="1681"/>
                    <a:pt x="2129" y="624"/>
                    <a:pt x="1379" y="190"/>
                  </a:cubicBezTo>
                  <a:cubicBezTo>
                    <a:pt x="1157" y="61"/>
                    <a:pt x="948" y="0"/>
                    <a:pt x="762" y="0"/>
                  </a:cubicBezTo>
                  <a:close/>
                </a:path>
              </a:pathLst>
            </a:custGeom>
            <a:solidFill>
              <a:srgbClr val="FD62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43"/>
            <p:cNvSpPr/>
            <p:nvPr/>
          </p:nvSpPr>
          <p:spPr>
            <a:xfrm>
              <a:off x="7279805" y="4204612"/>
              <a:ext cx="466978" cy="357030"/>
            </a:xfrm>
            <a:custGeom>
              <a:avLst/>
              <a:gdLst/>
              <a:ahLst/>
              <a:cxnLst/>
              <a:rect l="l" t="t" r="r" b="b"/>
              <a:pathLst>
                <a:path w="13570" h="10375" extrusionOk="0">
                  <a:moveTo>
                    <a:pt x="11181" y="0"/>
                  </a:moveTo>
                  <a:cubicBezTo>
                    <a:pt x="11019" y="0"/>
                    <a:pt x="10872" y="39"/>
                    <a:pt x="10746" y="112"/>
                  </a:cubicBezTo>
                  <a:lnTo>
                    <a:pt x="0" y="6357"/>
                  </a:lnTo>
                  <a:cubicBezTo>
                    <a:pt x="127" y="6284"/>
                    <a:pt x="275" y="6246"/>
                    <a:pt x="438" y="6246"/>
                  </a:cubicBezTo>
                  <a:cubicBezTo>
                    <a:pt x="662" y="6246"/>
                    <a:pt x="914" y="6318"/>
                    <a:pt x="1181" y="6473"/>
                  </a:cubicBezTo>
                  <a:cubicBezTo>
                    <a:pt x="2086" y="6995"/>
                    <a:pt x="2825" y="8270"/>
                    <a:pt x="2822" y="9313"/>
                  </a:cubicBezTo>
                  <a:cubicBezTo>
                    <a:pt x="2819" y="9834"/>
                    <a:pt x="2638" y="10198"/>
                    <a:pt x="2344" y="10371"/>
                  </a:cubicBezTo>
                  <a:lnTo>
                    <a:pt x="2344" y="10371"/>
                  </a:lnTo>
                  <a:lnTo>
                    <a:pt x="13083" y="4134"/>
                  </a:lnTo>
                  <a:cubicBezTo>
                    <a:pt x="13380" y="3960"/>
                    <a:pt x="13565" y="3594"/>
                    <a:pt x="13565" y="3069"/>
                  </a:cubicBezTo>
                  <a:cubicBezTo>
                    <a:pt x="13570" y="2027"/>
                    <a:pt x="12833" y="753"/>
                    <a:pt x="11927" y="229"/>
                  </a:cubicBezTo>
                  <a:cubicBezTo>
                    <a:pt x="11659" y="73"/>
                    <a:pt x="11405" y="0"/>
                    <a:pt x="11181" y="0"/>
                  </a:cubicBezTo>
                  <a:close/>
                  <a:moveTo>
                    <a:pt x="2344" y="10371"/>
                  </a:moveTo>
                  <a:lnTo>
                    <a:pt x="2337" y="10375"/>
                  </a:lnTo>
                  <a:cubicBezTo>
                    <a:pt x="2339" y="10374"/>
                    <a:pt x="2342" y="10372"/>
                    <a:pt x="2344" y="1037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43"/>
            <p:cNvSpPr/>
            <p:nvPr/>
          </p:nvSpPr>
          <p:spPr>
            <a:xfrm>
              <a:off x="7360296" y="4291951"/>
              <a:ext cx="386452" cy="269691"/>
            </a:xfrm>
            <a:custGeom>
              <a:avLst/>
              <a:gdLst/>
              <a:ahLst/>
              <a:cxnLst/>
              <a:rect l="l" t="t" r="r" b="b"/>
              <a:pathLst>
                <a:path w="11230" h="7837" extrusionOk="0">
                  <a:moveTo>
                    <a:pt x="11145" y="1"/>
                  </a:moveTo>
                  <a:lnTo>
                    <a:pt x="400" y="6244"/>
                  </a:lnTo>
                  <a:cubicBezTo>
                    <a:pt x="436" y="6424"/>
                    <a:pt x="486" y="6605"/>
                    <a:pt x="485" y="6775"/>
                  </a:cubicBezTo>
                  <a:cubicBezTo>
                    <a:pt x="483" y="7299"/>
                    <a:pt x="297" y="7665"/>
                    <a:pt x="2" y="7836"/>
                  </a:cubicBezTo>
                  <a:lnTo>
                    <a:pt x="2" y="7836"/>
                  </a:lnTo>
                  <a:lnTo>
                    <a:pt x="10747" y="1596"/>
                  </a:lnTo>
                  <a:cubicBezTo>
                    <a:pt x="11042" y="1422"/>
                    <a:pt x="11226" y="1054"/>
                    <a:pt x="11229" y="531"/>
                  </a:cubicBezTo>
                  <a:cubicBezTo>
                    <a:pt x="11229" y="361"/>
                    <a:pt x="11181" y="179"/>
                    <a:pt x="11145" y="1"/>
                  </a:cubicBezTo>
                  <a:close/>
                  <a:moveTo>
                    <a:pt x="2" y="7836"/>
                  </a:moveTo>
                  <a:lnTo>
                    <a:pt x="0" y="7837"/>
                  </a:lnTo>
                  <a:cubicBezTo>
                    <a:pt x="1" y="7837"/>
                    <a:pt x="2" y="7836"/>
                    <a:pt x="2" y="783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43"/>
            <p:cNvSpPr/>
            <p:nvPr/>
          </p:nvSpPr>
          <p:spPr>
            <a:xfrm>
              <a:off x="7263218" y="4419483"/>
              <a:ext cx="113837" cy="146047"/>
            </a:xfrm>
            <a:custGeom>
              <a:avLst/>
              <a:gdLst/>
              <a:ahLst/>
              <a:cxnLst/>
              <a:rect l="l" t="t" r="r" b="b"/>
              <a:pathLst>
                <a:path w="3308" h="4244" extrusionOk="0">
                  <a:moveTo>
                    <a:pt x="917" y="0"/>
                  </a:moveTo>
                  <a:cubicBezTo>
                    <a:pt x="377" y="0"/>
                    <a:pt x="6" y="427"/>
                    <a:pt x="5" y="1162"/>
                  </a:cubicBezTo>
                  <a:cubicBezTo>
                    <a:pt x="1" y="2216"/>
                    <a:pt x="738" y="3493"/>
                    <a:pt x="1654" y="4020"/>
                  </a:cubicBezTo>
                  <a:cubicBezTo>
                    <a:pt x="1917" y="4172"/>
                    <a:pt x="2166" y="4244"/>
                    <a:pt x="2387" y="4244"/>
                  </a:cubicBezTo>
                  <a:cubicBezTo>
                    <a:pt x="2927" y="4244"/>
                    <a:pt x="3301" y="3815"/>
                    <a:pt x="3304" y="3069"/>
                  </a:cubicBezTo>
                  <a:cubicBezTo>
                    <a:pt x="3307" y="2026"/>
                    <a:pt x="2568" y="751"/>
                    <a:pt x="1663" y="229"/>
                  </a:cubicBezTo>
                  <a:cubicBezTo>
                    <a:pt x="1395" y="74"/>
                    <a:pt x="1141" y="0"/>
                    <a:pt x="9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43"/>
            <p:cNvSpPr/>
            <p:nvPr/>
          </p:nvSpPr>
          <p:spPr>
            <a:xfrm>
              <a:off x="7960175" y="3833060"/>
              <a:ext cx="424857" cy="217831"/>
            </a:xfrm>
            <a:custGeom>
              <a:avLst/>
              <a:gdLst/>
              <a:ahLst/>
              <a:cxnLst/>
              <a:rect l="l" t="t" r="r" b="b"/>
              <a:pathLst>
                <a:path w="12346" h="6330" extrusionOk="0">
                  <a:moveTo>
                    <a:pt x="1348" y="0"/>
                  </a:moveTo>
                  <a:lnTo>
                    <a:pt x="1348" y="0"/>
                  </a:lnTo>
                  <a:cubicBezTo>
                    <a:pt x="1" y="1646"/>
                    <a:pt x="503" y="3680"/>
                    <a:pt x="2855" y="5040"/>
                  </a:cubicBezTo>
                  <a:cubicBezTo>
                    <a:pt x="4345" y="5901"/>
                    <a:pt x="6296" y="6329"/>
                    <a:pt x="8246" y="6329"/>
                  </a:cubicBezTo>
                  <a:cubicBezTo>
                    <a:pt x="9674" y="6329"/>
                    <a:pt x="11101" y="6099"/>
                    <a:pt x="12346" y="5640"/>
                  </a:cubicBezTo>
                  <a:lnTo>
                    <a:pt x="12346" y="5640"/>
                  </a:lnTo>
                  <a:cubicBezTo>
                    <a:pt x="11864" y="5682"/>
                    <a:pt x="11378" y="5703"/>
                    <a:pt x="10891" y="5703"/>
                  </a:cubicBezTo>
                  <a:cubicBezTo>
                    <a:pt x="8454" y="5703"/>
                    <a:pt x="6017" y="5175"/>
                    <a:pt x="4153" y="4100"/>
                  </a:cubicBezTo>
                  <a:cubicBezTo>
                    <a:pt x="2204" y="2973"/>
                    <a:pt x="1275" y="1479"/>
                    <a:pt x="1348" y="0"/>
                  </a:cubicBezTo>
                  <a:close/>
                </a:path>
              </a:pathLst>
            </a:custGeom>
            <a:solidFill>
              <a:srgbClr val="FFFFFF">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43"/>
            <p:cNvSpPr/>
            <p:nvPr/>
          </p:nvSpPr>
          <p:spPr>
            <a:xfrm>
              <a:off x="8250031" y="4049136"/>
              <a:ext cx="19718" cy="1308"/>
            </a:xfrm>
            <a:custGeom>
              <a:avLst/>
              <a:gdLst/>
              <a:ahLst/>
              <a:cxnLst/>
              <a:rect l="l" t="t" r="r" b="b"/>
              <a:pathLst>
                <a:path w="573" h="38" extrusionOk="0">
                  <a:moveTo>
                    <a:pt x="319" y="1"/>
                  </a:moveTo>
                  <a:cubicBezTo>
                    <a:pt x="211" y="1"/>
                    <a:pt x="103" y="12"/>
                    <a:pt x="1" y="37"/>
                  </a:cubicBezTo>
                  <a:cubicBezTo>
                    <a:pt x="192" y="36"/>
                    <a:pt x="382" y="30"/>
                    <a:pt x="573" y="20"/>
                  </a:cubicBezTo>
                  <a:cubicBezTo>
                    <a:pt x="489" y="7"/>
                    <a:pt x="404" y="1"/>
                    <a:pt x="319" y="1"/>
                  </a:cubicBezTo>
                  <a:close/>
                </a:path>
              </a:pathLst>
            </a:custGeom>
            <a:solidFill>
              <a:srgbClr val="FFC9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43"/>
            <p:cNvSpPr/>
            <p:nvPr/>
          </p:nvSpPr>
          <p:spPr>
            <a:xfrm>
              <a:off x="8536206" y="3918128"/>
              <a:ext cx="127980" cy="286553"/>
            </a:xfrm>
            <a:custGeom>
              <a:avLst/>
              <a:gdLst/>
              <a:ahLst/>
              <a:cxnLst/>
              <a:rect l="l" t="t" r="r" b="b"/>
              <a:pathLst>
                <a:path w="3719" h="8327" extrusionOk="0">
                  <a:moveTo>
                    <a:pt x="3718" y="1"/>
                  </a:moveTo>
                  <a:lnTo>
                    <a:pt x="3718" y="1"/>
                  </a:lnTo>
                  <a:cubicBezTo>
                    <a:pt x="3712" y="1898"/>
                    <a:pt x="2473" y="3792"/>
                    <a:pt x="1" y="5240"/>
                  </a:cubicBezTo>
                  <a:lnTo>
                    <a:pt x="2" y="5240"/>
                  </a:lnTo>
                  <a:lnTo>
                    <a:pt x="2" y="8327"/>
                  </a:lnTo>
                  <a:cubicBezTo>
                    <a:pt x="2469" y="6879"/>
                    <a:pt x="3705" y="4984"/>
                    <a:pt x="3711" y="3091"/>
                  </a:cubicBezTo>
                  <a:lnTo>
                    <a:pt x="37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74" name="Google Shape;2874;p43"/>
          <p:cNvSpPr/>
          <p:nvPr/>
        </p:nvSpPr>
        <p:spPr>
          <a:xfrm rot="5400000">
            <a:off x="7544517" y="672559"/>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43"/>
          <p:cNvSpPr/>
          <p:nvPr/>
        </p:nvSpPr>
        <p:spPr>
          <a:xfrm rot="5400000">
            <a:off x="370841" y="39878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43"/>
          <p:cNvSpPr/>
          <p:nvPr/>
        </p:nvSpPr>
        <p:spPr>
          <a:xfrm rot="5400000">
            <a:off x="7898948" y="4220123"/>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80"/>
        <p:cNvGrpSpPr/>
        <p:nvPr/>
      </p:nvGrpSpPr>
      <p:grpSpPr>
        <a:xfrm>
          <a:off x="0" y="0"/>
          <a:ext cx="0" cy="0"/>
          <a:chOff x="0" y="0"/>
          <a:chExt cx="0" cy="0"/>
        </a:xfrm>
      </p:grpSpPr>
      <p:sp>
        <p:nvSpPr>
          <p:cNvPr id="2881" name="Google Shape;2881;p44"/>
          <p:cNvSpPr txBox="1">
            <a:spLocks noGrp="1"/>
          </p:cNvSpPr>
          <p:nvPr>
            <p:ph type="subTitle" idx="1"/>
          </p:nvPr>
        </p:nvSpPr>
        <p:spPr>
          <a:xfrm>
            <a:off x="1818288" y="3578325"/>
            <a:ext cx="29076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Saturn </a:t>
            </a:r>
            <a:r>
              <a:rPr lang="en"/>
              <a:t>is a gas giant and has several rings. It's composed of hydrogen</a:t>
            </a:r>
            <a:endParaRPr/>
          </a:p>
        </p:txBody>
      </p:sp>
      <p:sp>
        <p:nvSpPr>
          <p:cNvPr id="2882" name="Google Shape;2882;p44"/>
          <p:cNvSpPr txBox="1">
            <a:spLocks noGrp="1"/>
          </p:cNvSpPr>
          <p:nvPr>
            <p:ph type="subTitle" idx="2"/>
          </p:nvPr>
        </p:nvSpPr>
        <p:spPr>
          <a:xfrm>
            <a:off x="1818288" y="2208125"/>
            <a:ext cx="29076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Neptune </a:t>
            </a:r>
            <a:r>
              <a:rPr lang="en"/>
              <a:t>is the fourth-largest object by diameter in the Solar System </a:t>
            </a:r>
            <a:endParaRPr/>
          </a:p>
        </p:txBody>
      </p:sp>
      <p:sp>
        <p:nvSpPr>
          <p:cNvPr id="2883" name="Google Shape;2883;p44"/>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Cultural differences</a:t>
            </a:r>
            <a:endParaRPr/>
          </a:p>
        </p:txBody>
      </p:sp>
      <p:sp>
        <p:nvSpPr>
          <p:cNvPr id="2884" name="Google Shape;2884;p44"/>
          <p:cNvSpPr/>
          <p:nvPr/>
        </p:nvSpPr>
        <p:spPr>
          <a:xfrm>
            <a:off x="720000" y="3111125"/>
            <a:ext cx="940200" cy="9402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44"/>
          <p:cNvSpPr/>
          <p:nvPr/>
        </p:nvSpPr>
        <p:spPr>
          <a:xfrm>
            <a:off x="720000" y="1740873"/>
            <a:ext cx="940200" cy="9402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44"/>
          <p:cNvSpPr txBox="1">
            <a:spLocks noGrp="1"/>
          </p:cNvSpPr>
          <p:nvPr>
            <p:ph type="subTitle" idx="3"/>
          </p:nvPr>
        </p:nvSpPr>
        <p:spPr>
          <a:xfrm>
            <a:off x="1818300" y="3111125"/>
            <a:ext cx="2907600" cy="46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 America</a:t>
            </a:r>
            <a:endParaRPr/>
          </a:p>
        </p:txBody>
      </p:sp>
      <p:sp>
        <p:nvSpPr>
          <p:cNvPr id="2887" name="Google Shape;2887;p44"/>
          <p:cNvSpPr txBox="1">
            <a:spLocks noGrp="1"/>
          </p:cNvSpPr>
          <p:nvPr>
            <p:ph type="subTitle" idx="4"/>
          </p:nvPr>
        </p:nvSpPr>
        <p:spPr>
          <a:xfrm>
            <a:off x="1818300" y="1740875"/>
            <a:ext cx="2907600" cy="46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 Europe</a:t>
            </a:r>
            <a:endParaRPr/>
          </a:p>
        </p:txBody>
      </p:sp>
      <p:grpSp>
        <p:nvGrpSpPr>
          <p:cNvPr id="2888" name="Google Shape;2888;p44"/>
          <p:cNvGrpSpPr/>
          <p:nvPr/>
        </p:nvGrpSpPr>
        <p:grpSpPr>
          <a:xfrm>
            <a:off x="5318736" y="1636050"/>
            <a:ext cx="3061861" cy="2945399"/>
            <a:chOff x="3429081" y="1413724"/>
            <a:chExt cx="3364682" cy="3236702"/>
          </a:xfrm>
        </p:grpSpPr>
        <p:sp>
          <p:nvSpPr>
            <p:cNvPr id="2889" name="Google Shape;2889;p44"/>
            <p:cNvSpPr/>
            <p:nvPr/>
          </p:nvSpPr>
          <p:spPr>
            <a:xfrm>
              <a:off x="4189976" y="3573555"/>
              <a:ext cx="2039388" cy="1076870"/>
            </a:xfrm>
            <a:custGeom>
              <a:avLst/>
              <a:gdLst/>
              <a:ahLst/>
              <a:cxnLst/>
              <a:rect l="l" t="t" r="r" b="b"/>
              <a:pathLst>
                <a:path w="59263" h="31293" extrusionOk="0">
                  <a:moveTo>
                    <a:pt x="29489" y="1"/>
                  </a:moveTo>
                  <a:cubicBezTo>
                    <a:pt x="22569" y="1"/>
                    <a:pt x="15658" y="1528"/>
                    <a:pt x="10401" y="4583"/>
                  </a:cubicBezTo>
                  <a:cubicBezTo>
                    <a:pt x="691" y="10220"/>
                    <a:pt x="1" y="19151"/>
                    <a:pt x="8343" y="25284"/>
                  </a:cubicBezTo>
                  <a:cubicBezTo>
                    <a:pt x="9009" y="25771"/>
                    <a:pt x="9730" y="26240"/>
                    <a:pt x="10542" y="26710"/>
                  </a:cubicBezTo>
                  <a:cubicBezTo>
                    <a:pt x="11326" y="27168"/>
                    <a:pt x="12147" y="27585"/>
                    <a:pt x="13000" y="27974"/>
                  </a:cubicBezTo>
                  <a:cubicBezTo>
                    <a:pt x="17876" y="30186"/>
                    <a:pt x="23772" y="31293"/>
                    <a:pt x="29661" y="31293"/>
                  </a:cubicBezTo>
                  <a:cubicBezTo>
                    <a:pt x="36582" y="31293"/>
                    <a:pt x="43495" y="29765"/>
                    <a:pt x="48736" y="26710"/>
                  </a:cubicBezTo>
                  <a:cubicBezTo>
                    <a:pt x="59263" y="20614"/>
                    <a:pt x="59188" y="10679"/>
                    <a:pt x="48627" y="4583"/>
                  </a:cubicBezTo>
                  <a:cubicBezTo>
                    <a:pt x="43336" y="1528"/>
                    <a:pt x="36408" y="1"/>
                    <a:pt x="29489"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44"/>
            <p:cNvSpPr/>
            <p:nvPr/>
          </p:nvSpPr>
          <p:spPr>
            <a:xfrm>
              <a:off x="3429081" y="271035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44"/>
            <p:cNvSpPr/>
            <p:nvPr/>
          </p:nvSpPr>
          <p:spPr>
            <a:xfrm>
              <a:off x="6107199" y="1658396"/>
              <a:ext cx="310676" cy="298219"/>
            </a:xfrm>
            <a:custGeom>
              <a:avLst/>
              <a:gdLst/>
              <a:ahLst/>
              <a:cxnLst/>
              <a:rect l="l" t="t" r="r" b="b"/>
              <a:pathLst>
                <a:path w="9028" h="8666" extrusionOk="0">
                  <a:moveTo>
                    <a:pt x="2023" y="0"/>
                  </a:moveTo>
                  <a:cubicBezTo>
                    <a:pt x="1552" y="0"/>
                    <a:pt x="1081" y="179"/>
                    <a:pt x="720" y="538"/>
                  </a:cubicBezTo>
                  <a:cubicBezTo>
                    <a:pt x="2" y="1258"/>
                    <a:pt x="1" y="2422"/>
                    <a:pt x="720" y="3142"/>
                  </a:cubicBezTo>
                  <a:lnTo>
                    <a:pt x="5707" y="8127"/>
                  </a:lnTo>
                  <a:cubicBezTo>
                    <a:pt x="6066" y="8486"/>
                    <a:pt x="6536" y="8665"/>
                    <a:pt x="7008" y="8665"/>
                  </a:cubicBezTo>
                  <a:cubicBezTo>
                    <a:pt x="7479" y="8665"/>
                    <a:pt x="7950" y="8486"/>
                    <a:pt x="8311" y="8127"/>
                  </a:cubicBezTo>
                  <a:cubicBezTo>
                    <a:pt x="9028" y="7408"/>
                    <a:pt x="9028" y="6241"/>
                    <a:pt x="8309" y="5522"/>
                  </a:cubicBezTo>
                  <a:cubicBezTo>
                    <a:pt x="8104" y="5318"/>
                    <a:pt x="7859" y="5177"/>
                    <a:pt x="7601" y="5089"/>
                  </a:cubicBezTo>
                  <a:cubicBezTo>
                    <a:pt x="7652" y="5048"/>
                    <a:pt x="7705" y="5013"/>
                    <a:pt x="7753" y="4966"/>
                  </a:cubicBezTo>
                  <a:cubicBezTo>
                    <a:pt x="8472" y="4248"/>
                    <a:pt x="8472" y="3081"/>
                    <a:pt x="7753" y="2362"/>
                  </a:cubicBezTo>
                  <a:cubicBezTo>
                    <a:pt x="7395" y="2004"/>
                    <a:pt x="6928" y="1827"/>
                    <a:pt x="6459" y="1827"/>
                  </a:cubicBezTo>
                  <a:cubicBezTo>
                    <a:pt x="6250" y="1827"/>
                    <a:pt x="6041" y="1862"/>
                    <a:pt x="5841" y="1932"/>
                  </a:cubicBezTo>
                  <a:cubicBezTo>
                    <a:pt x="5761" y="1626"/>
                    <a:pt x="5610" y="1338"/>
                    <a:pt x="5370" y="1098"/>
                  </a:cubicBezTo>
                  <a:cubicBezTo>
                    <a:pt x="5011" y="740"/>
                    <a:pt x="4543" y="563"/>
                    <a:pt x="4075" y="563"/>
                  </a:cubicBezTo>
                  <a:cubicBezTo>
                    <a:pt x="3859" y="563"/>
                    <a:pt x="3644" y="601"/>
                    <a:pt x="3439" y="675"/>
                  </a:cubicBezTo>
                  <a:cubicBezTo>
                    <a:pt x="3402" y="630"/>
                    <a:pt x="3369" y="583"/>
                    <a:pt x="3328" y="539"/>
                  </a:cubicBezTo>
                  <a:cubicBezTo>
                    <a:pt x="2967" y="180"/>
                    <a:pt x="2495" y="0"/>
                    <a:pt x="20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44"/>
            <p:cNvSpPr/>
            <p:nvPr/>
          </p:nvSpPr>
          <p:spPr>
            <a:xfrm>
              <a:off x="3943892" y="1489569"/>
              <a:ext cx="198835" cy="190852"/>
            </a:xfrm>
            <a:custGeom>
              <a:avLst/>
              <a:gdLst/>
              <a:ahLst/>
              <a:cxnLst/>
              <a:rect l="l" t="t" r="r" b="b"/>
              <a:pathLst>
                <a:path w="5778" h="5546" extrusionOk="0">
                  <a:moveTo>
                    <a:pt x="4486" y="0"/>
                  </a:moveTo>
                  <a:cubicBezTo>
                    <a:pt x="4184" y="0"/>
                    <a:pt x="3881" y="116"/>
                    <a:pt x="3651" y="346"/>
                  </a:cubicBezTo>
                  <a:cubicBezTo>
                    <a:pt x="3624" y="374"/>
                    <a:pt x="3604" y="405"/>
                    <a:pt x="3580" y="434"/>
                  </a:cubicBezTo>
                  <a:cubicBezTo>
                    <a:pt x="3449" y="386"/>
                    <a:pt x="3310" y="362"/>
                    <a:pt x="3172" y="362"/>
                  </a:cubicBezTo>
                  <a:cubicBezTo>
                    <a:pt x="2872" y="362"/>
                    <a:pt x="2572" y="476"/>
                    <a:pt x="2344" y="705"/>
                  </a:cubicBezTo>
                  <a:cubicBezTo>
                    <a:pt x="2190" y="859"/>
                    <a:pt x="2092" y="1043"/>
                    <a:pt x="2041" y="1236"/>
                  </a:cubicBezTo>
                  <a:cubicBezTo>
                    <a:pt x="1914" y="1191"/>
                    <a:pt x="1781" y="1168"/>
                    <a:pt x="1647" y="1168"/>
                  </a:cubicBezTo>
                  <a:cubicBezTo>
                    <a:pt x="1347" y="1168"/>
                    <a:pt x="1047" y="1282"/>
                    <a:pt x="818" y="1511"/>
                  </a:cubicBezTo>
                  <a:cubicBezTo>
                    <a:pt x="357" y="1972"/>
                    <a:pt x="357" y="2717"/>
                    <a:pt x="818" y="3177"/>
                  </a:cubicBezTo>
                  <a:cubicBezTo>
                    <a:pt x="849" y="3208"/>
                    <a:pt x="882" y="3230"/>
                    <a:pt x="915" y="3255"/>
                  </a:cubicBezTo>
                  <a:cubicBezTo>
                    <a:pt x="751" y="3312"/>
                    <a:pt x="593" y="3401"/>
                    <a:pt x="461" y="3533"/>
                  </a:cubicBezTo>
                  <a:cubicBezTo>
                    <a:pt x="0" y="3995"/>
                    <a:pt x="0" y="4739"/>
                    <a:pt x="461" y="5199"/>
                  </a:cubicBezTo>
                  <a:cubicBezTo>
                    <a:pt x="692" y="5430"/>
                    <a:pt x="993" y="5545"/>
                    <a:pt x="1294" y="5545"/>
                  </a:cubicBezTo>
                  <a:cubicBezTo>
                    <a:pt x="1596" y="5545"/>
                    <a:pt x="1897" y="5430"/>
                    <a:pt x="2128" y="5199"/>
                  </a:cubicBezTo>
                  <a:lnTo>
                    <a:pt x="5317" y="2010"/>
                  </a:lnTo>
                  <a:cubicBezTo>
                    <a:pt x="5778" y="1549"/>
                    <a:pt x="5778" y="804"/>
                    <a:pt x="5317" y="344"/>
                  </a:cubicBezTo>
                  <a:cubicBezTo>
                    <a:pt x="5088" y="115"/>
                    <a:pt x="4787" y="0"/>
                    <a:pt x="44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44"/>
            <p:cNvSpPr/>
            <p:nvPr/>
          </p:nvSpPr>
          <p:spPr>
            <a:xfrm>
              <a:off x="3895645" y="1474978"/>
              <a:ext cx="2561598" cy="2410664"/>
            </a:xfrm>
            <a:custGeom>
              <a:avLst/>
              <a:gdLst/>
              <a:ahLst/>
              <a:cxnLst/>
              <a:rect l="l" t="t" r="r" b="b"/>
              <a:pathLst>
                <a:path w="74438" h="70052" extrusionOk="0">
                  <a:moveTo>
                    <a:pt x="37213" y="1"/>
                  </a:moveTo>
                  <a:lnTo>
                    <a:pt x="37191" y="150"/>
                  </a:lnTo>
                  <a:lnTo>
                    <a:pt x="37218" y="466"/>
                  </a:lnTo>
                  <a:cubicBezTo>
                    <a:pt x="37828" y="466"/>
                    <a:pt x="38444" y="481"/>
                    <a:pt x="39045" y="509"/>
                  </a:cubicBezTo>
                  <a:lnTo>
                    <a:pt x="39066" y="42"/>
                  </a:lnTo>
                  <a:cubicBezTo>
                    <a:pt x="38457" y="16"/>
                    <a:pt x="37837" y="1"/>
                    <a:pt x="37215" y="1"/>
                  </a:cubicBezTo>
                  <a:close/>
                  <a:moveTo>
                    <a:pt x="35289" y="48"/>
                  </a:moveTo>
                  <a:cubicBezTo>
                    <a:pt x="34663" y="77"/>
                    <a:pt x="34028" y="122"/>
                    <a:pt x="33405" y="184"/>
                  </a:cubicBezTo>
                  <a:lnTo>
                    <a:pt x="33449" y="648"/>
                  </a:lnTo>
                  <a:cubicBezTo>
                    <a:pt x="34065" y="589"/>
                    <a:pt x="34692" y="544"/>
                    <a:pt x="35311" y="514"/>
                  </a:cubicBezTo>
                  <a:lnTo>
                    <a:pt x="35289" y="48"/>
                  </a:lnTo>
                  <a:close/>
                  <a:moveTo>
                    <a:pt x="40953" y="176"/>
                  </a:moveTo>
                  <a:lnTo>
                    <a:pt x="40909" y="640"/>
                  </a:lnTo>
                  <a:cubicBezTo>
                    <a:pt x="41526" y="699"/>
                    <a:pt x="42151" y="772"/>
                    <a:pt x="42763" y="860"/>
                  </a:cubicBezTo>
                  <a:lnTo>
                    <a:pt x="42829" y="397"/>
                  </a:lnTo>
                  <a:cubicBezTo>
                    <a:pt x="42210" y="310"/>
                    <a:pt x="41579" y="235"/>
                    <a:pt x="40953" y="176"/>
                  </a:cubicBezTo>
                  <a:close/>
                  <a:moveTo>
                    <a:pt x="31529" y="408"/>
                  </a:moveTo>
                  <a:cubicBezTo>
                    <a:pt x="30909" y="498"/>
                    <a:pt x="30281" y="604"/>
                    <a:pt x="29665" y="725"/>
                  </a:cubicBezTo>
                  <a:lnTo>
                    <a:pt x="29755" y="1183"/>
                  </a:lnTo>
                  <a:cubicBezTo>
                    <a:pt x="30363" y="1065"/>
                    <a:pt x="30984" y="959"/>
                    <a:pt x="31597" y="871"/>
                  </a:cubicBezTo>
                  <a:lnTo>
                    <a:pt x="31529" y="408"/>
                  </a:lnTo>
                  <a:close/>
                  <a:moveTo>
                    <a:pt x="44691" y="709"/>
                  </a:moveTo>
                  <a:lnTo>
                    <a:pt x="44603" y="1168"/>
                  </a:lnTo>
                  <a:cubicBezTo>
                    <a:pt x="45212" y="1285"/>
                    <a:pt x="45826" y="1420"/>
                    <a:pt x="46428" y="1566"/>
                  </a:cubicBezTo>
                  <a:lnTo>
                    <a:pt x="46537" y="1111"/>
                  </a:lnTo>
                  <a:cubicBezTo>
                    <a:pt x="45927" y="964"/>
                    <a:pt x="45305" y="829"/>
                    <a:pt x="44691" y="709"/>
                  </a:cubicBezTo>
                  <a:close/>
                  <a:moveTo>
                    <a:pt x="27821" y="1130"/>
                  </a:moveTo>
                  <a:cubicBezTo>
                    <a:pt x="27213" y="1281"/>
                    <a:pt x="26599" y="1446"/>
                    <a:pt x="25996" y="1626"/>
                  </a:cubicBezTo>
                  <a:lnTo>
                    <a:pt x="26131" y="2074"/>
                  </a:lnTo>
                  <a:cubicBezTo>
                    <a:pt x="26725" y="1897"/>
                    <a:pt x="27332" y="1732"/>
                    <a:pt x="27932" y="1584"/>
                  </a:cubicBezTo>
                  <a:lnTo>
                    <a:pt x="27821" y="1130"/>
                  </a:lnTo>
                  <a:close/>
                  <a:moveTo>
                    <a:pt x="48366" y="1604"/>
                  </a:moveTo>
                  <a:lnTo>
                    <a:pt x="48233" y="2052"/>
                  </a:lnTo>
                  <a:cubicBezTo>
                    <a:pt x="48827" y="2229"/>
                    <a:pt x="49425" y="2421"/>
                    <a:pt x="50009" y="2627"/>
                  </a:cubicBezTo>
                  <a:lnTo>
                    <a:pt x="50164" y="2185"/>
                  </a:lnTo>
                  <a:cubicBezTo>
                    <a:pt x="49576" y="1977"/>
                    <a:pt x="48970" y="1783"/>
                    <a:pt x="48366" y="1604"/>
                  </a:cubicBezTo>
                  <a:close/>
                  <a:moveTo>
                    <a:pt x="24198" y="2212"/>
                  </a:moveTo>
                  <a:cubicBezTo>
                    <a:pt x="23608" y="2418"/>
                    <a:pt x="23013" y="2645"/>
                    <a:pt x="22432" y="2883"/>
                  </a:cubicBezTo>
                  <a:lnTo>
                    <a:pt x="22609" y="3316"/>
                  </a:lnTo>
                  <a:cubicBezTo>
                    <a:pt x="23184" y="3079"/>
                    <a:pt x="23771" y="2857"/>
                    <a:pt x="24355" y="2652"/>
                  </a:cubicBezTo>
                  <a:lnTo>
                    <a:pt x="24198" y="2212"/>
                  </a:lnTo>
                  <a:close/>
                  <a:moveTo>
                    <a:pt x="51932" y="2854"/>
                  </a:moveTo>
                  <a:lnTo>
                    <a:pt x="51756" y="3287"/>
                  </a:lnTo>
                  <a:cubicBezTo>
                    <a:pt x="52330" y="3521"/>
                    <a:pt x="52906" y="3771"/>
                    <a:pt x="53468" y="4033"/>
                  </a:cubicBezTo>
                  <a:lnTo>
                    <a:pt x="53665" y="3609"/>
                  </a:lnTo>
                  <a:cubicBezTo>
                    <a:pt x="53096" y="3344"/>
                    <a:pt x="52512" y="3089"/>
                    <a:pt x="51932" y="2854"/>
                  </a:cubicBezTo>
                  <a:close/>
                  <a:moveTo>
                    <a:pt x="20700" y="3641"/>
                  </a:moveTo>
                  <a:cubicBezTo>
                    <a:pt x="20134" y="3907"/>
                    <a:pt x="19563" y="4190"/>
                    <a:pt x="19009" y="4485"/>
                  </a:cubicBezTo>
                  <a:lnTo>
                    <a:pt x="19228" y="4898"/>
                  </a:lnTo>
                  <a:cubicBezTo>
                    <a:pt x="19777" y="4607"/>
                    <a:pt x="20339" y="4327"/>
                    <a:pt x="20897" y="4065"/>
                  </a:cubicBezTo>
                  <a:lnTo>
                    <a:pt x="20700" y="3641"/>
                  </a:lnTo>
                  <a:close/>
                  <a:moveTo>
                    <a:pt x="55357" y="4449"/>
                  </a:moveTo>
                  <a:lnTo>
                    <a:pt x="55139" y="4861"/>
                  </a:lnTo>
                  <a:cubicBezTo>
                    <a:pt x="55687" y="5151"/>
                    <a:pt x="56236" y="5457"/>
                    <a:pt x="56771" y="5776"/>
                  </a:cubicBezTo>
                  <a:lnTo>
                    <a:pt x="57010" y="5373"/>
                  </a:lnTo>
                  <a:cubicBezTo>
                    <a:pt x="56467" y="5051"/>
                    <a:pt x="55910" y="4741"/>
                    <a:pt x="55357" y="4449"/>
                  </a:cubicBezTo>
                  <a:close/>
                  <a:moveTo>
                    <a:pt x="17363" y="5411"/>
                  </a:moveTo>
                  <a:cubicBezTo>
                    <a:pt x="16823" y="5732"/>
                    <a:pt x="16286" y="6073"/>
                    <a:pt x="15766" y="6418"/>
                  </a:cubicBezTo>
                  <a:lnTo>
                    <a:pt x="16025" y="6807"/>
                  </a:lnTo>
                  <a:cubicBezTo>
                    <a:pt x="16537" y="6465"/>
                    <a:pt x="17069" y="6131"/>
                    <a:pt x="17603" y="5814"/>
                  </a:cubicBezTo>
                  <a:lnTo>
                    <a:pt x="17363" y="5411"/>
                  </a:lnTo>
                  <a:close/>
                  <a:moveTo>
                    <a:pt x="58613" y="6381"/>
                  </a:moveTo>
                  <a:lnTo>
                    <a:pt x="58356" y="6770"/>
                  </a:lnTo>
                  <a:cubicBezTo>
                    <a:pt x="58875" y="7114"/>
                    <a:pt x="59390" y="7474"/>
                    <a:pt x="59888" y="7844"/>
                  </a:cubicBezTo>
                  <a:lnTo>
                    <a:pt x="60164" y="7467"/>
                  </a:lnTo>
                  <a:cubicBezTo>
                    <a:pt x="59659" y="7094"/>
                    <a:pt x="59139" y="6728"/>
                    <a:pt x="58613" y="6381"/>
                  </a:cubicBezTo>
                  <a:close/>
                  <a:moveTo>
                    <a:pt x="14223" y="7502"/>
                  </a:moveTo>
                  <a:cubicBezTo>
                    <a:pt x="13720" y="7875"/>
                    <a:pt x="13221" y="8267"/>
                    <a:pt x="12736" y="8665"/>
                  </a:cubicBezTo>
                  <a:lnTo>
                    <a:pt x="13032" y="9025"/>
                  </a:lnTo>
                  <a:cubicBezTo>
                    <a:pt x="13512" y="8633"/>
                    <a:pt x="14005" y="8247"/>
                    <a:pt x="14501" y="7879"/>
                  </a:cubicBezTo>
                  <a:lnTo>
                    <a:pt x="14223" y="7502"/>
                  </a:lnTo>
                  <a:close/>
                  <a:moveTo>
                    <a:pt x="61658" y="8631"/>
                  </a:moveTo>
                  <a:lnTo>
                    <a:pt x="61362" y="8993"/>
                  </a:lnTo>
                  <a:cubicBezTo>
                    <a:pt x="61841" y="9386"/>
                    <a:pt x="62316" y="9797"/>
                    <a:pt x="62776" y="10216"/>
                  </a:cubicBezTo>
                  <a:lnTo>
                    <a:pt x="63090" y="9871"/>
                  </a:lnTo>
                  <a:cubicBezTo>
                    <a:pt x="62627" y="9448"/>
                    <a:pt x="62144" y="9031"/>
                    <a:pt x="61658" y="8631"/>
                  </a:cubicBezTo>
                  <a:close/>
                  <a:moveTo>
                    <a:pt x="11310" y="9901"/>
                  </a:moveTo>
                  <a:cubicBezTo>
                    <a:pt x="10845" y="10326"/>
                    <a:pt x="10388" y="10766"/>
                    <a:pt x="9949" y="11211"/>
                  </a:cubicBezTo>
                  <a:lnTo>
                    <a:pt x="10281" y="11540"/>
                  </a:lnTo>
                  <a:cubicBezTo>
                    <a:pt x="10715" y="11101"/>
                    <a:pt x="11167" y="10667"/>
                    <a:pt x="11626" y="10247"/>
                  </a:cubicBezTo>
                  <a:lnTo>
                    <a:pt x="11310" y="9901"/>
                  </a:lnTo>
                  <a:close/>
                  <a:moveTo>
                    <a:pt x="64458" y="11180"/>
                  </a:moveTo>
                  <a:lnTo>
                    <a:pt x="64126" y="11509"/>
                  </a:lnTo>
                  <a:cubicBezTo>
                    <a:pt x="64561" y="11950"/>
                    <a:pt x="64991" y="12409"/>
                    <a:pt x="65403" y="12871"/>
                  </a:cubicBezTo>
                  <a:lnTo>
                    <a:pt x="65753" y="12561"/>
                  </a:lnTo>
                  <a:cubicBezTo>
                    <a:pt x="65336" y="12090"/>
                    <a:pt x="64899" y="11626"/>
                    <a:pt x="64458" y="11180"/>
                  </a:cubicBezTo>
                  <a:close/>
                  <a:moveTo>
                    <a:pt x="8656" y="12590"/>
                  </a:moveTo>
                  <a:cubicBezTo>
                    <a:pt x="8241" y="13057"/>
                    <a:pt x="7831" y="13544"/>
                    <a:pt x="7440" y="14034"/>
                  </a:cubicBezTo>
                  <a:lnTo>
                    <a:pt x="7806" y="14327"/>
                  </a:lnTo>
                  <a:cubicBezTo>
                    <a:pt x="8191" y="13843"/>
                    <a:pt x="8596" y="13363"/>
                    <a:pt x="9006" y="12901"/>
                  </a:cubicBezTo>
                  <a:lnTo>
                    <a:pt x="8656" y="12590"/>
                  </a:lnTo>
                  <a:close/>
                  <a:moveTo>
                    <a:pt x="66975" y="14007"/>
                  </a:moveTo>
                  <a:lnTo>
                    <a:pt x="66609" y="14299"/>
                  </a:lnTo>
                  <a:cubicBezTo>
                    <a:pt x="66997" y="14785"/>
                    <a:pt x="67376" y="15285"/>
                    <a:pt x="67736" y="15789"/>
                  </a:cubicBezTo>
                  <a:lnTo>
                    <a:pt x="68116" y="15517"/>
                  </a:lnTo>
                  <a:cubicBezTo>
                    <a:pt x="67752" y="15006"/>
                    <a:pt x="67368" y="14500"/>
                    <a:pt x="66975" y="14007"/>
                  </a:cubicBezTo>
                  <a:close/>
                  <a:moveTo>
                    <a:pt x="6302" y="15543"/>
                  </a:moveTo>
                  <a:cubicBezTo>
                    <a:pt x="5935" y="16058"/>
                    <a:pt x="5579" y="16585"/>
                    <a:pt x="5246" y="17111"/>
                  </a:cubicBezTo>
                  <a:lnTo>
                    <a:pt x="5641" y="17361"/>
                  </a:lnTo>
                  <a:cubicBezTo>
                    <a:pt x="5970" y="16842"/>
                    <a:pt x="6321" y="16321"/>
                    <a:pt x="6682" y="15816"/>
                  </a:cubicBezTo>
                  <a:lnTo>
                    <a:pt x="6302" y="15543"/>
                  </a:lnTo>
                  <a:close/>
                  <a:moveTo>
                    <a:pt x="69175" y="17085"/>
                  </a:moveTo>
                  <a:lnTo>
                    <a:pt x="68780" y="17335"/>
                  </a:lnTo>
                  <a:cubicBezTo>
                    <a:pt x="69111" y="17857"/>
                    <a:pt x="69434" y="18394"/>
                    <a:pt x="69738" y="18936"/>
                  </a:cubicBezTo>
                  <a:lnTo>
                    <a:pt x="70147" y="18707"/>
                  </a:lnTo>
                  <a:cubicBezTo>
                    <a:pt x="69839" y="18160"/>
                    <a:pt x="69512" y="17613"/>
                    <a:pt x="69175" y="17085"/>
                  </a:cubicBezTo>
                  <a:close/>
                  <a:moveTo>
                    <a:pt x="4276" y="18732"/>
                  </a:moveTo>
                  <a:cubicBezTo>
                    <a:pt x="3968" y="19281"/>
                    <a:pt x="3673" y="19844"/>
                    <a:pt x="3396" y="20408"/>
                  </a:cubicBezTo>
                  <a:lnTo>
                    <a:pt x="3816" y="20615"/>
                  </a:lnTo>
                  <a:cubicBezTo>
                    <a:pt x="4090" y="20061"/>
                    <a:pt x="4380" y="19505"/>
                    <a:pt x="4684" y="18962"/>
                  </a:cubicBezTo>
                  <a:lnTo>
                    <a:pt x="4276" y="18732"/>
                  </a:lnTo>
                  <a:close/>
                  <a:moveTo>
                    <a:pt x="71026" y="20378"/>
                  </a:moveTo>
                  <a:lnTo>
                    <a:pt x="70605" y="20586"/>
                  </a:lnTo>
                  <a:cubicBezTo>
                    <a:pt x="70880" y="21143"/>
                    <a:pt x="71139" y="21713"/>
                    <a:pt x="71380" y="22280"/>
                  </a:cubicBezTo>
                  <a:lnTo>
                    <a:pt x="71810" y="22097"/>
                  </a:lnTo>
                  <a:cubicBezTo>
                    <a:pt x="71567" y="21522"/>
                    <a:pt x="71302" y="20944"/>
                    <a:pt x="71026" y="20378"/>
                  </a:cubicBezTo>
                  <a:close/>
                  <a:moveTo>
                    <a:pt x="2612" y="22131"/>
                  </a:moveTo>
                  <a:cubicBezTo>
                    <a:pt x="2366" y="22712"/>
                    <a:pt x="2134" y="23304"/>
                    <a:pt x="1923" y="23895"/>
                  </a:cubicBezTo>
                  <a:lnTo>
                    <a:pt x="2365" y="24053"/>
                  </a:lnTo>
                  <a:cubicBezTo>
                    <a:pt x="2573" y="23471"/>
                    <a:pt x="2802" y="22886"/>
                    <a:pt x="3041" y="22312"/>
                  </a:cubicBezTo>
                  <a:lnTo>
                    <a:pt x="2612" y="22131"/>
                  </a:lnTo>
                  <a:close/>
                  <a:moveTo>
                    <a:pt x="72498" y="23857"/>
                  </a:moveTo>
                  <a:lnTo>
                    <a:pt x="72057" y="24014"/>
                  </a:lnTo>
                  <a:cubicBezTo>
                    <a:pt x="72265" y="24596"/>
                    <a:pt x="72460" y="25192"/>
                    <a:pt x="72635" y="25783"/>
                  </a:cubicBezTo>
                  <a:lnTo>
                    <a:pt x="73084" y="25651"/>
                  </a:lnTo>
                  <a:cubicBezTo>
                    <a:pt x="72907" y="25051"/>
                    <a:pt x="72710" y="24448"/>
                    <a:pt x="72498" y="23857"/>
                  </a:cubicBezTo>
                  <a:close/>
                  <a:moveTo>
                    <a:pt x="1341" y="25696"/>
                  </a:moveTo>
                  <a:cubicBezTo>
                    <a:pt x="1161" y="26302"/>
                    <a:pt x="1000" y="26918"/>
                    <a:pt x="858" y="27530"/>
                  </a:cubicBezTo>
                  <a:lnTo>
                    <a:pt x="1313" y="27635"/>
                  </a:lnTo>
                  <a:cubicBezTo>
                    <a:pt x="1452" y="27034"/>
                    <a:pt x="1613" y="26425"/>
                    <a:pt x="1788" y="25828"/>
                  </a:cubicBezTo>
                  <a:lnTo>
                    <a:pt x="1341" y="25696"/>
                  </a:lnTo>
                  <a:close/>
                  <a:moveTo>
                    <a:pt x="73567" y="27480"/>
                  </a:moveTo>
                  <a:lnTo>
                    <a:pt x="73112" y="27587"/>
                  </a:lnTo>
                  <a:cubicBezTo>
                    <a:pt x="73253" y="28189"/>
                    <a:pt x="73380" y="28804"/>
                    <a:pt x="73485" y="29413"/>
                  </a:cubicBezTo>
                  <a:lnTo>
                    <a:pt x="73946" y="29332"/>
                  </a:lnTo>
                  <a:cubicBezTo>
                    <a:pt x="73838" y="28716"/>
                    <a:pt x="73711" y="28090"/>
                    <a:pt x="73567" y="27480"/>
                  </a:cubicBezTo>
                  <a:close/>
                  <a:moveTo>
                    <a:pt x="483" y="29383"/>
                  </a:moveTo>
                  <a:cubicBezTo>
                    <a:pt x="375" y="30004"/>
                    <a:pt x="286" y="30634"/>
                    <a:pt x="214" y="31256"/>
                  </a:cubicBezTo>
                  <a:lnTo>
                    <a:pt x="678" y="31309"/>
                  </a:lnTo>
                  <a:cubicBezTo>
                    <a:pt x="748" y="30696"/>
                    <a:pt x="837" y="30075"/>
                    <a:pt x="944" y="29464"/>
                  </a:cubicBezTo>
                  <a:lnTo>
                    <a:pt x="483" y="29383"/>
                  </a:lnTo>
                  <a:close/>
                  <a:moveTo>
                    <a:pt x="74217" y="31205"/>
                  </a:moveTo>
                  <a:lnTo>
                    <a:pt x="73753" y="31259"/>
                  </a:lnTo>
                  <a:cubicBezTo>
                    <a:pt x="73823" y="31875"/>
                    <a:pt x="73879" y="32500"/>
                    <a:pt x="73914" y="33117"/>
                  </a:cubicBezTo>
                  <a:lnTo>
                    <a:pt x="74379" y="33089"/>
                  </a:lnTo>
                  <a:cubicBezTo>
                    <a:pt x="74343" y="32463"/>
                    <a:pt x="74290" y="31830"/>
                    <a:pt x="74217" y="31205"/>
                  </a:cubicBezTo>
                  <a:close/>
                  <a:moveTo>
                    <a:pt x="53" y="33142"/>
                  </a:moveTo>
                  <a:cubicBezTo>
                    <a:pt x="18" y="33765"/>
                    <a:pt x="1" y="34399"/>
                    <a:pt x="1" y="35022"/>
                  </a:cubicBezTo>
                  <a:lnTo>
                    <a:pt x="1" y="35031"/>
                  </a:lnTo>
                  <a:lnTo>
                    <a:pt x="466" y="35022"/>
                  </a:lnTo>
                  <a:cubicBezTo>
                    <a:pt x="466" y="34406"/>
                    <a:pt x="485" y="33781"/>
                    <a:pt x="520" y="33168"/>
                  </a:cubicBezTo>
                  <a:lnTo>
                    <a:pt x="53" y="33142"/>
                  </a:lnTo>
                  <a:close/>
                  <a:moveTo>
                    <a:pt x="74438" y="34982"/>
                  </a:moveTo>
                  <a:lnTo>
                    <a:pt x="73970" y="35022"/>
                  </a:lnTo>
                  <a:cubicBezTo>
                    <a:pt x="73970" y="35629"/>
                    <a:pt x="73953" y="36242"/>
                    <a:pt x="73918" y="36845"/>
                  </a:cubicBezTo>
                  <a:lnTo>
                    <a:pt x="74385" y="36871"/>
                  </a:lnTo>
                  <a:cubicBezTo>
                    <a:pt x="74420" y="36258"/>
                    <a:pt x="74436" y="35636"/>
                    <a:pt x="74438" y="35022"/>
                  </a:cubicBezTo>
                  <a:lnTo>
                    <a:pt x="74438" y="34982"/>
                  </a:lnTo>
                  <a:close/>
                  <a:moveTo>
                    <a:pt x="521" y="36896"/>
                  </a:moveTo>
                  <a:lnTo>
                    <a:pt x="55" y="36922"/>
                  </a:lnTo>
                  <a:cubicBezTo>
                    <a:pt x="90" y="37550"/>
                    <a:pt x="144" y="38182"/>
                    <a:pt x="216" y="38805"/>
                  </a:cubicBezTo>
                  <a:lnTo>
                    <a:pt x="679" y="38754"/>
                  </a:lnTo>
                  <a:cubicBezTo>
                    <a:pt x="611" y="38140"/>
                    <a:pt x="555" y="37515"/>
                    <a:pt x="521" y="36896"/>
                  </a:cubicBezTo>
                  <a:close/>
                  <a:moveTo>
                    <a:pt x="73763" y="38701"/>
                  </a:moveTo>
                  <a:cubicBezTo>
                    <a:pt x="73695" y="39317"/>
                    <a:pt x="73604" y="39938"/>
                    <a:pt x="73500" y="40548"/>
                  </a:cubicBezTo>
                  <a:lnTo>
                    <a:pt x="73961" y="40627"/>
                  </a:lnTo>
                  <a:cubicBezTo>
                    <a:pt x="74068" y="40009"/>
                    <a:pt x="74157" y="39379"/>
                    <a:pt x="74227" y="38754"/>
                  </a:cubicBezTo>
                  <a:lnTo>
                    <a:pt x="73763" y="38701"/>
                  </a:lnTo>
                  <a:close/>
                  <a:moveTo>
                    <a:pt x="946" y="40598"/>
                  </a:moveTo>
                  <a:lnTo>
                    <a:pt x="485" y="40677"/>
                  </a:lnTo>
                  <a:cubicBezTo>
                    <a:pt x="593" y="41297"/>
                    <a:pt x="719" y="41920"/>
                    <a:pt x="861" y="42532"/>
                  </a:cubicBezTo>
                  <a:lnTo>
                    <a:pt x="1317" y="42425"/>
                  </a:lnTo>
                  <a:cubicBezTo>
                    <a:pt x="1175" y="41824"/>
                    <a:pt x="1051" y="41209"/>
                    <a:pt x="946" y="40598"/>
                  </a:cubicBezTo>
                  <a:close/>
                  <a:moveTo>
                    <a:pt x="73131" y="42378"/>
                  </a:moveTo>
                  <a:cubicBezTo>
                    <a:pt x="72992" y="42981"/>
                    <a:pt x="72831" y="43588"/>
                    <a:pt x="72657" y="44185"/>
                  </a:cubicBezTo>
                  <a:lnTo>
                    <a:pt x="73106" y="44317"/>
                  </a:lnTo>
                  <a:cubicBezTo>
                    <a:pt x="73285" y="43711"/>
                    <a:pt x="73446" y="43095"/>
                    <a:pt x="73586" y="42482"/>
                  </a:cubicBezTo>
                  <a:lnTo>
                    <a:pt x="73131" y="42378"/>
                  </a:lnTo>
                  <a:close/>
                  <a:moveTo>
                    <a:pt x="1793" y="44229"/>
                  </a:moveTo>
                  <a:lnTo>
                    <a:pt x="1344" y="44361"/>
                  </a:lnTo>
                  <a:cubicBezTo>
                    <a:pt x="1519" y="44960"/>
                    <a:pt x="1715" y="45563"/>
                    <a:pt x="1927" y="46156"/>
                  </a:cubicBezTo>
                  <a:lnTo>
                    <a:pt x="2368" y="45999"/>
                  </a:lnTo>
                  <a:cubicBezTo>
                    <a:pt x="2160" y="45415"/>
                    <a:pt x="1966" y="44818"/>
                    <a:pt x="1793" y="44229"/>
                  </a:cubicBezTo>
                  <a:close/>
                  <a:moveTo>
                    <a:pt x="72082" y="45960"/>
                  </a:moveTo>
                  <a:cubicBezTo>
                    <a:pt x="71876" y="46542"/>
                    <a:pt x="71649" y="47127"/>
                    <a:pt x="71408" y="47701"/>
                  </a:cubicBezTo>
                  <a:lnTo>
                    <a:pt x="71839" y="47882"/>
                  </a:lnTo>
                  <a:cubicBezTo>
                    <a:pt x="72082" y="47301"/>
                    <a:pt x="72313" y="46709"/>
                    <a:pt x="72524" y="46118"/>
                  </a:cubicBezTo>
                  <a:lnTo>
                    <a:pt x="72082" y="45960"/>
                  </a:lnTo>
                  <a:close/>
                  <a:moveTo>
                    <a:pt x="3044" y="47736"/>
                  </a:moveTo>
                  <a:lnTo>
                    <a:pt x="2614" y="47917"/>
                  </a:lnTo>
                  <a:cubicBezTo>
                    <a:pt x="2855" y="48491"/>
                    <a:pt x="3118" y="49072"/>
                    <a:pt x="3396" y="49636"/>
                  </a:cubicBezTo>
                  <a:lnTo>
                    <a:pt x="3815" y="49433"/>
                  </a:lnTo>
                  <a:cubicBezTo>
                    <a:pt x="3543" y="48874"/>
                    <a:pt x="3282" y="48303"/>
                    <a:pt x="3044" y="47736"/>
                  </a:cubicBezTo>
                  <a:close/>
                  <a:moveTo>
                    <a:pt x="70637" y="49401"/>
                  </a:moveTo>
                  <a:cubicBezTo>
                    <a:pt x="70366" y="49958"/>
                    <a:pt x="70073" y="50514"/>
                    <a:pt x="69771" y="51054"/>
                  </a:cubicBezTo>
                  <a:lnTo>
                    <a:pt x="70179" y="51282"/>
                  </a:lnTo>
                  <a:cubicBezTo>
                    <a:pt x="70485" y="50734"/>
                    <a:pt x="70780" y="50170"/>
                    <a:pt x="71057" y="49606"/>
                  </a:cubicBezTo>
                  <a:lnTo>
                    <a:pt x="70637" y="49401"/>
                  </a:lnTo>
                  <a:close/>
                  <a:moveTo>
                    <a:pt x="4682" y="51080"/>
                  </a:moveTo>
                  <a:lnTo>
                    <a:pt x="4274" y="51310"/>
                  </a:lnTo>
                  <a:cubicBezTo>
                    <a:pt x="4581" y="51856"/>
                    <a:pt x="4906" y="52403"/>
                    <a:pt x="5243" y="52934"/>
                  </a:cubicBezTo>
                  <a:lnTo>
                    <a:pt x="5638" y="52682"/>
                  </a:lnTo>
                  <a:cubicBezTo>
                    <a:pt x="5306" y="52160"/>
                    <a:pt x="4984" y="51620"/>
                    <a:pt x="4682" y="51080"/>
                  </a:cubicBezTo>
                  <a:close/>
                  <a:moveTo>
                    <a:pt x="68817" y="52657"/>
                  </a:moveTo>
                  <a:cubicBezTo>
                    <a:pt x="68486" y="53180"/>
                    <a:pt x="68136" y="53699"/>
                    <a:pt x="67776" y="54204"/>
                  </a:cubicBezTo>
                  <a:lnTo>
                    <a:pt x="68157" y="54475"/>
                  </a:lnTo>
                  <a:cubicBezTo>
                    <a:pt x="68520" y="53965"/>
                    <a:pt x="68875" y="53436"/>
                    <a:pt x="69212" y="52908"/>
                  </a:cubicBezTo>
                  <a:lnTo>
                    <a:pt x="68817" y="52657"/>
                  </a:lnTo>
                  <a:close/>
                  <a:moveTo>
                    <a:pt x="6681" y="54232"/>
                  </a:moveTo>
                  <a:lnTo>
                    <a:pt x="6301" y="54502"/>
                  </a:lnTo>
                  <a:cubicBezTo>
                    <a:pt x="6662" y="55012"/>
                    <a:pt x="7047" y="55519"/>
                    <a:pt x="7440" y="56014"/>
                  </a:cubicBezTo>
                  <a:lnTo>
                    <a:pt x="7806" y="55723"/>
                  </a:lnTo>
                  <a:cubicBezTo>
                    <a:pt x="7418" y="55234"/>
                    <a:pt x="7039" y="54734"/>
                    <a:pt x="6681" y="54232"/>
                  </a:cubicBezTo>
                  <a:close/>
                  <a:moveTo>
                    <a:pt x="66654" y="55692"/>
                  </a:moveTo>
                  <a:cubicBezTo>
                    <a:pt x="66271" y="56175"/>
                    <a:pt x="65869" y="56653"/>
                    <a:pt x="65455" y="57120"/>
                  </a:cubicBezTo>
                  <a:lnTo>
                    <a:pt x="65804" y="57430"/>
                  </a:lnTo>
                  <a:cubicBezTo>
                    <a:pt x="66221" y="56959"/>
                    <a:pt x="66631" y="56472"/>
                    <a:pt x="67020" y="55982"/>
                  </a:cubicBezTo>
                  <a:lnTo>
                    <a:pt x="66654" y="55692"/>
                  </a:lnTo>
                  <a:close/>
                  <a:moveTo>
                    <a:pt x="9007" y="57149"/>
                  </a:moveTo>
                  <a:lnTo>
                    <a:pt x="8658" y="57459"/>
                  </a:lnTo>
                  <a:cubicBezTo>
                    <a:pt x="9072" y="57926"/>
                    <a:pt x="9506" y="58391"/>
                    <a:pt x="9952" y="58842"/>
                  </a:cubicBezTo>
                  <a:lnTo>
                    <a:pt x="10283" y="58513"/>
                  </a:lnTo>
                  <a:cubicBezTo>
                    <a:pt x="9844" y="58066"/>
                    <a:pt x="9415" y="57608"/>
                    <a:pt x="9007" y="57149"/>
                  </a:cubicBezTo>
                  <a:close/>
                  <a:moveTo>
                    <a:pt x="64182" y="58483"/>
                  </a:moveTo>
                  <a:cubicBezTo>
                    <a:pt x="63749" y="58922"/>
                    <a:pt x="63297" y="59358"/>
                    <a:pt x="62840" y="59777"/>
                  </a:cubicBezTo>
                  <a:lnTo>
                    <a:pt x="63155" y="60122"/>
                  </a:lnTo>
                  <a:cubicBezTo>
                    <a:pt x="63618" y="59698"/>
                    <a:pt x="64076" y="59257"/>
                    <a:pt x="64515" y="58811"/>
                  </a:cubicBezTo>
                  <a:lnTo>
                    <a:pt x="64182" y="58483"/>
                  </a:lnTo>
                  <a:close/>
                  <a:moveTo>
                    <a:pt x="11633" y="59807"/>
                  </a:moveTo>
                  <a:lnTo>
                    <a:pt x="11317" y="60153"/>
                  </a:lnTo>
                  <a:cubicBezTo>
                    <a:pt x="11780" y="60575"/>
                    <a:pt x="12261" y="60992"/>
                    <a:pt x="12747" y="61393"/>
                  </a:cubicBezTo>
                  <a:lnTo>
                    <a:pt x="13045" y="61030"/>
                  </a:lnTo>
                  <a:cubicBezTo>
                    <a:pt x="12565" y="60638"/>
                    <a:pt x="12090" y="60224"/>
                    <a:pt x="11633" y="59807"/>
                  </a:cubicBezTo>
                  <a:close/>
                  <a:moveTo>
                    <a:pt x="61431" y="61000"/>
                  </a:moveTo>
                  <a:cubicBezTo>
                    <a:pt x="60953" y="61395"/>
                    <a:pt x="60458" y="61781"/>
                    <a:pt x="59965" y="62148"/>
                  </a:cubicBezTo>
                  <a:lnTo>
                    <a:pt x="60243" y="62524"/>
                  </a:lnTo>
                  <a:cubicBezTo>
                    <a:pt x="60744" y="62153"/>
                    <a:pt x="61244" y="61761"/>
                    <a:pt x="61730" y="61360"/>
                  </a:cubicBezTo>
                  <a:lnTo>
                    <a:pt x="61431" y="61000"/>
                  </a:lnTo>
                  <a:close/>
                  <a:moveTo>
                    <a:pt x="14518" y="62183"/>
                  </a:moveTo>
                  <a:lnTo>
                    <a:pt x="14241" y="62558"/>
                  </a:lnTo>
                  <a:cubicBezTo>
                    <a:pt x="14744" y="62931"/>
                    <a:pt x="15265" y="63297"/>
                    <a:pt x="15790" y="63646"/>
                  </a:cubicBezTo>
                  <a:lnTo>
                    <a:pt x="16050" y="63259"/>
                  </a:lnTo>
                  <a:cubicBezTo>
                    <a:pt x="15532" y="62913"/>
                    <a:pt x="15016" y="62552"/>
                    <a:pt x="14518" y="62183"/>
                  </a:cubicBezTo>
                  <a:close/>
                  <a:moveTo>
                    <a:pt x="58442" y="63222"/>
                  </a:moveTo>
                  <a:cubicBezTo>
                    <a:pt x="57933" y="63563"/>
                    <a:pt x="57403" y="63897"/>
                    <a:pt x="56867" y="64218"/>
                  </a:cubicBezTo>
                  <a:lnTo>
                    <a:pt x="57106" y="64619"/>
                  </a:lnTo>
                  <a:cubicBezTo>
                    <a:pt x="57649" y="64295"/>
                    <a:pt x="58188" y="63955"/>
                    <a:pt x="58701" y="63611"/>
                  </a:cubicBezTo>
                  <a:lnTo>
                    <a:pt x="58442" y="63222"/>
                  </a:lnTo>
                  <a:close/>
                  <a:moveTo>
                    <a:pt x="17633" y="64254"/>
                  </a:moveTo>
                  <a:lnTo>
                    <a:pt x="17393" y="64656"/>
                  </a:lnTo>
                  <a:cubicBezTo>
                    <a:pt x="17933" y="64978"/>
                    <a:pt x="18489" y="65289"/>
                    <a:pt x="19045" y="65583"/>
                  </a:cubicBezTo>
                  <a:lnTo>
                    <a:pt x="19265" y="65169"/>
                  </a:lnTo>
                  <a:cubicBezTo>
                    <a:pt x="18716" y="64880"/>
                    <a:pt x="18167" y="64573"/>
                    <a:pt x="17633" y="64254"/>
                  </a:cubicBezTo>
                  <a:close/>
                  <a:moveTo>
                    <a:pt x="55245" y="65133"/>
                  </a:moveTo>
                  <a:cubicBezTo>
                    <a:pt x="54697" y="65424"/>
                    <a:pt x="54135" y="65706"/>
                    <a:pt x="53575" y="65967"/>
                  </a:cubicBezTo>
                  <a:lnTo>
                    <a:pt x="53772" y="66391"/>
                  </a:lnTo>
                  <a:cubicBezTo>
                    <a:pt x="54340" y="66125"/>
                    <a:pt x="54909" y="65841"/>
                    <a:pt x="55465" y="65547"/>
                  </a:cubicBezTo>
                  <a:lnTo>
                    <a:pt x="55245" y="65133"/>
                  </a:lnTo>
                  <a:close/>
                  <a:moveTo>
                    <a:pt x="20934" y="66000"/>
                  </a:moveTo>
                  <a:lnTo>
                    <a:pt x="20736" y="66425"/>
                  </a:lnTo>
                  <a:cubicBezTo>
                    <a:pt x="21303" y="66690"/>
                    <a:pt x="21885" y="66944"/>
                    <a:pt x="22469" y="67181"/>
                  </a:cubicBezTo>
                  <a:lnTo>
                    <a:pt x="22644" y="66748"/>
                  </a:lnTo>
                  <a:cubicBezTo>
                    <a:pt x="22071" y="66513"/>
                    <a:pt x="21494" y="66262"/>
                    <a:pt x="20934" y="66000"/>
                  </a:cubicBezTo>
                  <a:close/>
                  <a:moveTo>
                    <a:pt x="51867" y="66719"/>
                  </a:moveTo>
                  <a:cubicBezTo>
                    <a:pt x="51297" y="66953"/>
                    <a:pt x="50710" y="67178"/>
                    <a:pt x="50122" y="67385"/>
                  </a:cubicBezTo>
                  <a:lnTo>
                    <a:pt x="50277" y="67825"/>
                  </a:lnTo>
                  <a:cubicBezTo>
                    <a:pt x="50871" y="67614"/>
                    <a:pt x="51465" y="67389"/>
                    <a:pt x="52044" y="67152"/>
                  </a:cubicBezTo>
                  <a:lnTo>
                    <a:pt x="51867" y="66719"/>
                  </a:lnTo>
                  <a:close/>
                  <a:moveTo>
                    <a:pt x="24393" y="67411"/>
                  </a:moveTo>
                  <a:lnTo>
                    <a:pt x="24238" y="67851"/>
                  </a:lnTo>
                  <a:cubicBezTo>
                    <a:pt x="24829" y="68059"/>
                    <a:pt x="25433" y="68255"/>
                    <a:pt x="26036" y="68435"/>
                  </a:cubicBezTo>
                  <a:lnTo>
                    <a:pt x="26169" y="67986"/>
                  </a:lnTo>
                  <a:cubicBezTo>
                    <a:pt x="25575" y="67809"/>
                    <a:pt x="24978" y="67617"/>
                    <a:pt x="24393" y="67411"/>
                  </a:cubicBezTo>
                  <a:close/>
                  <a:moveTo>
                    <a:pt x="48346" y="67964"/>
                  </a:moveTo>
                  <a:cubicBezTo>
                    <a:pt x="47756" y="68142"/>
                    <a:pt x="47150" y="68306"/>
                    <a:pt x="46545" y="68455"/>
                  </a:cubicBezTo>
                  <a:lnTo>
                    <a:pt x="46656" y="68910"/>
                  </a:lnTo>
                  <a:cubicBezTo>
                    <a:pt x="47269" y="68758"/>
                    <a:pt x="47882" y="68590"/>
                    <a:pt x="48480" y="68413"/>
                  </a:cubicBezTo>
                  <a:lnTo>
                    <a:pt x="48346" y="67964"/>
                  </a:lnTo>
                  <a:close/>
                  <a:moveTo>
                    <a:pt x="27971" y="68476"/>
                  </a:moveTo>
                  <a:lnTo>
                    <a:pt x="27860" y="68929"/>
                  </a:lnTo>
                  <a:cubicBezTo>
                    <a:pt x="28472" y="69080"/>
                    <a:pt x="29093" y="69215"/>
                    <a:pt x="29705" y="69333"/>
                  </a:cubicBezTo>
                  <a:lnTo>
                    <a:pt x="29796" y="68875"/>
                  </a:lnTo>
                  <a:cubicBezTo>
                    <a:pt x="29190" y="68758"/>
                    <a:pt x="28577" y="68624"/>
                    <a:pt x="27971" y="68476"/>
                  </a:cubicBezTo>
                  <a:close/>
                  <a:moveTo>
                    <a:pt x="44722" y="68861"/>
                  </a:moveTo>
                  <a:cubicBezTo>
                    <a:pt x="44115" y="68979"/>
                    <a:pt x="43494" y="69083"/>
                    <a:pt x="42883" y="69172"/>
                  </a:cubicBezTo>
                  <a:lnTo>
                    <a:pt x="42950" y="69636"/>
                  </a:lnTo>
                  <a:cubicBezTo>
                    <a:pt x="43570" y="69544"/>
                    <a:pt x="44196" y="69439"/>
                    <a:pt x="44811" y="69319"/>
                  </a:cubicBezTo>
                  <a:lnTo>
                    <a:pt x="44722" y="68861"/>
                  </a:lnTo>
                  <a:close/>
                  <a:moveTo>
                    <a:pt x="31635" y="69184"/>
                  </a:moveTo>
                  <a:lnTo>
                    <a:pt x="31569" y="69646"/>
                  </a:lnTo>
                  <a:cubicBezTo>
                    <a:pt x="32189" y="69737"/>
                    <a:pt x="32820" y="69812"/>
                    <a:pt x="33446" y="69872"/>
                  </a:cubicBezTo>
                  <a:lnTo>
                    <a:pt x="33488" y="69405"/>
                  </a:lnTo>
                  <a:cubicBezTo>
                    <a:pt x="32871" y="69346"/>
                    <a:pt x="32248" y="69272"/>
                    <a:pt x="31635" y="69184"/>
                  </a:cubicBezTo>
                  <a:close/>
                  <a:moveTo>
                    <a:pt x="41028" y="69398"/>
                  </a:moveTo>
                  <a:cubicBezTo>
                    <a:pt x="40414" y="69459"/>
                    <a:pt x="39788" y="69504"/>
                    <a:pt x="39167" y="69535"/>
                  </a:cubicBezTo>
                  <a:lnTo>
                    <a:pt x="39190" y="70002"/>
                  </a:lnTo>
                  <a:cubicBezTo>
                    <a:pt x="39819" y="69971"/>
                    <a:pt x="40454" y="69924"/>
                    <a:pt x="41071" y="69864"/>
                  </a:cubicBezTo>
                  <a:lnTo>
                    <a:pt x="41028" y="69398"/>
                  </a:lnTo>
                  <a:close/>
                  <a:moveTo>
                    <a:pt x="35351" y="69540"/>
                  </a:moveTo>
                  <a:lnTo>
                    <a:pt x="35329" y="70005"/>
                  </a:lnTo>
                  <a:cubicBezTo>
                    <a:pt x="35958" y="70037"/>
                    <a:pt x="36594" y="70052"/>
                    <a:pt x="37218" y="70052"/>
                  </a:cubicBezTo>
                  <a:lnTo>
                    <a:pt x="37298" y="70052"/>
                  </a:lnTo>
                  <a:lnTo>
                    <a:pt x="37298" y="69583"/>
                  </a:lnTo>
                  <a:lnTo>
                    <a:pt x="37218" y="69583"/>
                  </a:lnTo>
                  <a:cubicBezTo>
                    <a:pt x="36602" y="69583"/>
                    <a:pt x="35973" y="69569"/>
                    <a:pt x="35351" y="6954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44"/>
            <p:cNvSpPr/>
            <p:nvPr/>
          </p:nvSpPr>
          <p:spPr>
            <a:xfrm>
              <a:off x="4042071" y="1760017"/>
              <a:ext cx="2268678" cy="2269917"/>
            </a:xfrm>
            <a:custGeom>
              <a:avLst/>
              <a:gdLst/>
              <a:ahLst/>
              <a:cxnLst/>
              <a:rect l="l" t="t" r="r" b="b"/>
              <a:pathLst>
                <a:path w="65926" h="65962" extrusionOk="0">
                  <a:moveTo>
                    <a:pt x="32963" y="0"/>
                  </a:moveTo>
                  <a:cubicBezTo>
                    <a:pt x="14787" y="0"/>
                    <a:pt x="0" y="14799"/>
                    <a:pt x="0" y="32977"/>
                  </a:cubicBezTo>
                  <a:cubicBezTo>
                    <a:pt x="0" y="51164"/>
                    <a:pt x="14787" y="65962"/>
                    <a:pt x="32963" y="65962"/>
                  </a:cubicBezTo>
                  <a:cubicBezTo>
                    <a:pt x="51138" y="65962"/>
                    <a:pt x="65925" y="51166"/>
                    <a:pt x="65924" y="32977"/>
                  </a:cubicBezTo>
                  <a:cubicBezTo>
                    <a:pt x="65924" y="14796"/>
                    <a:pt x="51138" y="0"/>
                    <a:pt x="329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44"/>
            <p:cNvSpPr/>
            <p:nvPr/>
          </p:nvSpPr>
          <p:spPr>
            <a:xfrm>
              <a:off x="4042174" y="1792571"/>
              <a:ext cx="982855" cy="2002463"/>
            </a:xfrm>
            <a:custGeom>
              <a:avLst/>
              <a:gdLst/>
              <a:ahLst/>
              <a:cxnLst/>
              <a:rect l="l" t="t" r="r" b="b"/>
              <a:pathLst>
                <a:path w="28561" h="58190" extrusionOk="0">
                  <a:moveTo>
                    <a:pt x="8439" y="11763"/>
                  </a:moveTo>
                  <a:cubicBezTo>
                    <a:pt x="8852" y="11763"/>
                    <a:pt x="9307" y="11911"/>
                    <a:pt x="9788" y="12206"/>
                  </a:cubicBezTo>
                  <a:cubicBezTo>
                    <a:pt x="10129" y="12406"/>
                    <a:pt x="10508" y="12593"/>
                    <a:pt x="10912" y="12792"/>
                  </a:cubicBezTo>
                  <a:cubicBezTo>
                    <a:pt x="12123" y="13388"/>
                    <a:pt x="13497" y="14065"/>
                    <a:pt x="13558" y="15212"/>
                  </a:cubicBezTo>
                  <a:cubicBezTo>
                    <a:pt x="13592" y="15808"/>
                    <a:pt x="13326" y="16355"/>
                    <a:pt x="13018" y="16987"/>
                  </a:cubicBezTo>
                  <a:cubicBezTo>
                    <a:pt x="12726" y="17587"/>
                    <a:pt x="12382" y="18296"/>
                    <a:pt x="12306" y="19142"/>
                  </a:cubicBezTo>
                  <a:cubicBezTo>
                    <a:pt x="11734" y="18549"/>
                    <a:pt x="11018" y="18017"/>
                    <a:pt x="10399" y="17557"/>
                  </a:cubicBezTo>
                  <a:cubicBezTo>
                    <a:pt x="10202" y="17410"/>
                    <a:pt x="10018" y="17275"/>
                    <a:pt x="9858" y="17148"/>
                  </a:cubicBezTo>
                  <a:cubicBezTo>
                    <a:pt x="9510" y="16876"/>
                    <a:pt x="9105" y="16620"/>
                    <a:pt x="8676" y="16349"/>
                  </a:cubicBezTo>
                  <a:cubicBezTo>
                    <a:pt x="7429" y="15563"/>
                    <a:pt x="6252" y="14820"/>
                    <a:pt x="6442" y="13809"/>
                  </a:cubicBezTo>
                  <a:lnTo>
                    <a:pt x="6711" y="12369"/>
                  </a:lnTo>
                  <a:lnTo>
                    <a:pt x="7820" y="11888"/>
                  </a:lnTo>
                  <a:cubicBezTo>
                    <a:pt x="8013" y="11804"/>
                    <a:pt x="8220" y="11763"/>
                    <a:pt x="8439" y="11763"/>
                  </a:cubicBezTo>
                  <a:close/>
                  <a:moveTo>
                    <a:pt x="12993" y="22482"/>
                  </a:moveTo>
                  <a:cubicBezTo>
                    <a:pt x="13399" y="23655"/>
                    <a:pt x="13969" y="24927"/>
                    <a:pt x="14655" y="25644"/>
                  </a:cubicBezTo>
                  <a:cubicBezTo>
                    <a:pt x="14379" y="25391"/>
                    <a:pt x="14091" y="25143"/>
                    <a:pt x="13775" y="24924"/>
                  </a:cubicBezTo>
                  <a:cubicBezTo>
                    <a:pt x="13585" y="24791"/>
                    <a:pt x="13343" y="24589"/>
                    <a:pt x="13109" y="24396"/>
                  </a:cubicBezTo>
                  <a:cubicBezTo>
                    <a:pt x="12622" y="23992"/>
                    <a:pt x="12117" y="23575"/>
                    <a:pt x="11621" y="23344"/>
                  </a:cubicBezTo>
                  <a:lnTo>
                    <a:pt x="11545" y="23312"/>
                  </a:lnTo>
                  <a:lnTo>
                    <a:pt x="11545" y="23312"/>
                  </a:lnTo>
                  <a:cubicBezTo>
                    <a:pt x="11587" y="23314"/>
                    <a:pt x="11628" y="23317"/>
                    <a:pt x="11671" y="23317"/>
                  </a:cubicBezTo>
                  <a:cubicBezTo>
                    <a:pt x="12094" y="23317"/>
                    <a:pt x="12619" y="23152"/>
                    <a:pt x="12993" y="22482"/>
                  </a:cubicBezTo>
                  <a:close/>
                  <a:moveTo>
                    <a:pt x="9833" y="22203"/>
                  </a:moveTo>
                  <a:cubicBezTo>
                    <a:pt x="9953" y="22203"/>
                    <a:pt x="10034" y="22208"/>
                    <a:pt x="10085" y="22216"/>
                  </a:cubicBezTo>
                  <a:cubicBezTo>
                    <a:pt x="10111" y="22255"/>
                    <a:pt x="10142" y="22315"/>
                    <a:pt x="10183" y="22385"/>
                  </a:cubicBezTo>
                  <a:cubicBezTo>
                    <a:pt x="10331" y="22655"/>
                    <a:pt x="10483" y="22931"/>
                    <a:pt x="10777" y="23072"/>
                  </a:cubicBezTo>
                  <a:cubicBezTo>
                    <a:pt x="10828" y="23099"/>
                    <a:pt x="10881" y="23123"/>
                    <a:pt x="10931" y="23146"/>
                  </a:cubicBezTo>
                  <a:cubicBezTo>
                    <a:pt x="10860" y="23142"/>
                    <a:pt x="10792" y="23136"/>
                    <a:pt x="10720" y="23136"/>
                  </a:cubicBezTo>
                  <a:cubicBezTo>
                    <a:pt x="9495" y="23136"/>
                    <a:pt x="9071" y="24298"/>
                    <a:pt x="8789" y="25066"/>
                  </a:cubicBezTo>
                  <a:cubicBezTo>
                    <a:pt x="8669" y="25396"/>
                    <a:pt x="8518" y="25809"/>
                    <a:pt x="8366" y="25961"/>
                  </a:cubicBezTo>
                  <a:cubicBezTo>
                    <a:pt x="8025" y="26303"/>
                    <a:pt x="7532" y="26508"/>
                    <a:pt x="7053" y="26508"/>
                  </a:cubicBezTo>
                  <a:cubicBezTo>
                    <a:pt x="6704" y="26508"/>
                    <a:pt x="6419" y="26399"/>
                    <a:pt x="6287" y="26216"/>
                  </a:cubicBezTo>
                  <a:cubicBezTo>
                    <a:pt x="6119" y="25982"/>
                    <a:pt x="6212" y="25597"/>
                    <a:pt x="6281" y="25391"/>
                  </a:cubicBezTo>
                  <a:cubicBezTo>
                    <a:pt x="6799" y="23885"/>
                    <a:pt x="7500" y="22339"/>
                    <a:pt x="8773" y="22271"/>
                  </a:cubicBezTo>
                  <a:cubicBezTo>
                    <a:pt x="8863" y="22267"/>
                    <a:pt x="8980" y="22257"/>
                    <a:pt x="9113" y="22245"/>
                  </a:cubicBezTo>
                  <a:cubicBezTo>
                    <a:pt x="9331" y="22227"/>
                    <a:pt x="9601" y="22203"/>
                    <a:pt x="9833" y="22203"/>
                  </a:cubicBezTo>
                  <a:close/>
                  <a:moveTo>
                    <a:pt x="25087" y="1"/>
                  </a:moveTo>
                  <a:cubicBezTo>
                    <a:pt x="10702" y="3552"/>
                    <a:pt x="0" y="16567"/>
                    <a:pt x="0" y="32031"/>
                  </a:cubicBezTo>
                  <a:cubicBezTo>
                    <a:pt x="0" y="35420"/>
                    <a:pt x="514" y="38690"/>
                    <a:pt x="1466" y="41768"/>
                  </a:cubicBezTo>
                  <a:cubicBezTo>
                    <a:pt x="1511" y="41785"/>
                    <a:pt x="1560" y="41804"/>
                    <a:pt x="1601" y="41819"/>
                  </a:cubicBezTo>
                  <a:cubicBezTo>
                    <a:pt x="2116" y="42011"/>
                    <a:pt x="2631" y="42194"/>
                    <a:pt x="3149" y="42375"/>
                  </a:cubicBezTo>
                  <a:cubicBezTo>
                    <a:pt x="3645" y="42549"/>
                    <a:pt x="3990" y="42729"/>
                    <a:pt x="4356" y="42922"/>
                  </a:cubicBezTo>
                  <a:cubicBezTo>
                    <a:pt x="4654" y="43077"/>
                    <a:pt x="4961" y="43238"/>
                    <a:pt x="5371" y="43412"/>
                  </a:cubicBezTo>
                  <a:cubicBezTo>
                    <a:pt x="6754" y="44002"/>
                    <a:pt x="6756" y="44071"/>
                    <a:pt x="6814" y="45804"/>
                  </a:cubicBezTo>
                  <a:lnTo>
                    <a:pt x="6815" y="45834"/>
                  </a:lnTo>
                  <a:cubicBezTo>
                    <a:pt x="6828" y="46223"/>
                    <a:pt x="7037" y="46494"/>
                    <a:pt x="7203" y="46712"/>
                  </a:cubicBezTo>
                  <a:cubicBezTo>
                    <a:pt x="7337" y="46884"/>
                    <a:pt x="7421" y="46998"/>
                    <a:pt x="7427" y="47124"/>
                  </a:cubicBezTo>
                  <a:cubicBezTo>
                    <a:pt x="7489" y="48362"/>
                    <a:pt x="7558" y="49641"/>
                    <a:pt x="7475" y="50862"/>
                  </a:cubicBezTo>
                  <a:cubicBezTo>
                    <a:pt x="7431" y="51449"/>
                    <a:pt x="7305" y="52030"/>
                    <a:pt x="7172" y="52549"/>
                  </a:cubicBezTo>
                  <a:cubicBezTo>
                    <a:pt x="8847" y="54653"/>
                    <a:pt x="10774" y="56548"/>
                    <a:pt x="12909" y="58189"/>
                  </a:cubicBezTo>
                  <a:lnTo>
                    <a:pt x="12991" y="58053"/>
                  </a:lnTo>
                  <a:cubicBezTo>
                    <a:pt x="13157" y="57775"/>
                    <a:pt x="13318" y="57499"/>
                    <a:pt x="13469" y="57240"/>
                  </a:cubicBezTo>
                  <a:lnTo>
                    <a:pt x="13484" y="57216"/>
                  </a:lnTo>
                  <a:cubicBezTo>
                    <a:pt x="13747" y="56763"/>
                    <a:pt x="13974" y="56371"/>
                    <a:pt x="14143" y="56122"/>
                  </a:cubicBezTo>
                  <a:cubicBezTo>
                    <a:pt x="14385" y="55765"/>
                    <a:pt x="14622" y="55396"/>
                    <a:pt x="14863" y="55026"/>
                  </a:cubicBezTo>
                  <a:cubicBezTo>
                    <a:pt x="15460" y="54107"/>
                    <a:pt x="16309" y="53153"/>
                    <a:pt x="17056" y="52312"/>
                  </a:cubicBezTo>
                  <a:lnTo>
                    <a:pt x="17210" y="52139"/>
                  </a:lnTo>
                  <a:cubicBezTo>
                    <a:pt x="17434" y="51886"/>
                    <a:pt x="17706" y="51608"/>
                    <a:pt x="17997" y="51316"/>
                  </a:cubicBezTo>
                  <a:cubicBezTo>
                    <a:pt x="18202" y="51109"/>
                    <a:pt x="18432" y="50891"/>
                    <a:pt x="18670" y="50669"/>
                  </a:cubicBezTo>
                  <a:cubicBezTo>
                    <a:pt x="19857" y="49551"/>
                    <a:pt x="21334" y="48161"/>
                    <a:pt x="21187" y="46501"/>
                  </a:cubicBezTo>
                  <a:cubicBezTo>
                    <a:pt x="21014" y="44568"/>
                    <a:pt x="17848" y="43592"/>
                    <a:pt x="15539" y="42880"/>
                  </a:cubicBezTo>
                  <a:cubicBezTo>
                    <a:pt x="15280" y="42799"/>
                    <a:pt x="15034" y="42725"/>
                    <a:pt x="14800" y="42649"/>
                  </a:cubicBezTo>
                  <a:cubicBezTo>
                    <a:pt x="14227" y="42466"/>
                    <a:pt x="13734" y="42308"/>
                    <a:pt x="13419" y="42172"/>
                  </a:cubicBezTo>
                  <a:cubicBezTo>
                    <a:pt x="11415" y="41306"/>
                    <a:pt x="9961" y="40431"/>
                    <a:pt x="8277" y="39418"/>
                  </a:cubicBezTo>
                  <a:lnTo>
                    <a:pt x="8152" y="39342"/>
                  </a:lnTo>
                  <a:cubicBezTo>
                    <a:pt x="8048" y="39279"/>
                    <a:pt x="7906" y="39199"/>
                    <a:pt x="7743" y="39107"/>
                  </a:cubicBezTo>
                  <a:cubicBezTo>
                    <a:pt x="6872" y="38621"/>
                    <a:pt x="6527" y="38355"/>
                    <a:pt x="6389" y="38223"/>
                  </a:cubicBezTo>
                  <a:cubicBezTo>
                    <a:pt x="6556" y="38109"/>
                    <a:pt x="7021" y="37869"/>
                    <a:pt x="8301" y="37541"/>
                  </a:cubicBezTo>
                  <a:cubicBezTo>
                    <a:pt x="8502" y="37490"/>
                    <a:pt x="8672" y="37446"/>
                    <a:pt x="8805" y="37407"/>
                  </a:cubicBezTo>
                  <a:cubicBezTo>
                    <a:pt x="8945" y="37363"/>
                    <a:pt x="9081" y="37322"/>
                    <a:pt x="9213" y="37282"/>
                  </a:cubicBezTo>
                  <a:cubicBezTo>
                    <a:pt x="9431" y="37216"/>
                    <a:pt x="9646" y="37172"/>
                    <a:pt x="9857" y="37129"/>
                  </a:cubicBezTo>
                  <a:cubicBezTo>
                    <a:pt x="10449" y="37004"/>
                    <a:pt x="11062" y="36877"/>
                    <a:pt x="11678" y="36311"/>
                  </a:cubicBezTo>
                  <a:cubicBezTo>
                    <a:pt x="12028" y="35995"/>
                    <a:pt x="12130" y="35638"/>
                    <a:pt x="12211" y="35352"/>
                  </a:cubicBezTo>
                  <a:cubicBezTo>
                    <a:pt x="12268" y="35153"/>
                    <a:pt x="12316" y="34981"/>
                    <a:pt x="12439" y="34820"/>
                  </a:cubicBezTo>
                  <a:cubicBezTo>
                    <a:pt x="12841" y="34298"/>
                    <a:pt x="13222" y="33805"/>
                    <a:pt x="13684" y="33420"/>
                  </a:cubicBezTo>
                  <a:cubicBezTo>
                    <a:pt x="13764" y="33351"/>
                    <a:pt x="13991" y="33344"/>
                    <a:pt x="14193" y="33335"/>
                  </a:cubicBezTo>
                  <a:cubicBezTo>
                    <a:pt x="14503" y="33322"/>
                    <a:pt x="14859" y="33310"/>
                    <a:pt x="15165" y="33113"/>
                  </a:cubicBezTo>
                  <a:cubicBezTo>
                    <a:pt x="16345" y="32346"/>
                    <a:pt x="17201" y="30685"/>
                    <a:pt x="17317" y="29587"/>
                  </a:cubicBezTo>
                  <a:cubicBezTo>
                    <a:pt x="17397" y="28820"/>
                    <a:pt x="17052" y="28066"/>
                    <a:pt x="16263" y="27279"/>
                  </a:cubicBezTo>
                  <a:cubicBezTo>
                    <a:pt x="16060" y="27077"/>
                    <a:pt x="15863" y="26867"/>
                    <a:pt x="15656" y="26647"/>
                  </a:cubicBezTo>
                  <a:cubicBezTo>
                    <a:pt x="15403" y="26380"/>
                    <a:pt x="15146" y="26109"/>
                    <a:pt x="14875" y="25844"/>
                  </a:cubicBezTo>
                  <a:lnTo>
                    <a:pt x="14875" y="25844"/>
                  </a:lnTo>
                  <a:cubicBezTo>
                    <a:pt x="14912" y="25873"/>
                    <a:pt x="14947" y="25903"/>
                    <a:pt x="14983" y="25930"/>
                  </a:cubicBezTo>
                  <a:cubicBezTo>
                    <a:pt x="15767" y="26517"/>
                    <a:pt x="17267" y="26726"/>
                    <a:pt x="18312" y="26726"/>
                  </a:cubicBezTo>
                  <a:cubicBezTo>
                    <a:pt x="19293" y="26726"/>
                    <a:pt x="20034" y="26565"/>
                    <a:pt x="20515" y="26246"/>
                  </a:cubicBezTo>
                  <a:cubicBezTo>
                    <a:pt x="21456" y="25619"/>
                    <a:pt x="21744" y="24312"/>
                    <a:pt x="21978" y="23256"/>
                  </a:cubicBezTo>
                  <a:cubicBezTo>
                    <a:pt x="22035" y="23000"/>
                    <a:pt x="22088" y="22761"/>
                    <a:pt x="22143" y="22574"/>
                  </a:cubicBezTo>
                  <a:cubicBezTo>
                    <a:pt x="22417" y="21631"/>
                    <a:pt x="22743" y="20637"/>
                    <a:pt x="23266" y="19759"/>
                  </a:cubicBezTo>
                  <a:cubicBezTo>
                    <a:pt x="23511" y="19331"/>
                    <a:pt x="23870" y="18958"/>
                    <a:pt x="24247" y="18560"/>
                  </a:cubicBezTo>
                  <a:cubicBezTo>
                    <a:pt x="24379" y="18424"/>
                    <a:pt x="24612" y="18264"/>
                    <a:pt x="24859" y="18097"/>
                  </a:cubicBezTo>
                  <a:cubicBezTo>
                    <a:pt x="25289" y="17805"/>
                    <a:pt x="25735" y="17502"/>
                    <a:pt x="25962" y="17110"/>
                  </a:cubicBezTo>
                  <a:cubicBezTo>
                    <a:pt x="26737" y="15787"/>
                    <a:pt x="26603" y="14372"/>
                    <a:pt x="26475" y="13003"/>
                  </a:cubicBezTo>
                  <a:cubicBezTo>
                    <a:pt x="26369" y="11873"/>
                    <a:pt x="26269" y="10810"/>
                    <a:pt x="26748" y="9999"/>
                  </a:cubicBezTo>
                  <a:cubicBezTo>
                    <a:pt x="26930" y="9689"/>
                    <a:pt x="26900" y="9399"/>
                    <a:pt x="26876" y="9187"/>
                  </a:cubicBezTo>
                  <a:cubicBezTo>
                    <a:pt x="26857" y="9026"/>
                    <a:pt x="26857" y="8974"/>
                    <a:pt x="26885" y="8933"/>
                  </a:cubicBezTo>
                  <a:cubicBezTo>
                    <a:pt x="27621" y="7819"/>
                    <a:pt x="28385" y="6668"/>
                    <a:pt x="28468" y="4851"/>
                  </a:cubicBezTo>
                  <a:cubicBezTo>
                    <a:pt x="28560" y="2794"/>
                    <a:pt x="27422" y="1164"/>
                    <a:pt x="25087" y="1"/>
                  </a:cubicBez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44"/>
            <p:cNvSpPr/>
            <p:nvPr/>
          </p:nvSpPr>
          <p:spPr>
            <a:xfrm>
              <a:off x="4761085" y="2160200"/>
              <a:ext cx="1542919" cy="1600904"/>
            </a:xfrm>
            <a:custGeom>
              <a:avLst/>
              <a:gdLst/>
              <a:ahLst/>
              <a:cxnLst/>
              <a:rect l="l" t="t" r="r" b="b"/>
              <a:pathLst>
                <a:path w="44836" h="46521" extrusionOk="0">
                  <a:moveTo>
                    <a:pt x="7270" y="23323"/>
                  </a:moveTo>
                  <a:cubicBezTo>
                    <a:pt x="8550" y="24032"/>
                    <a:pt x="9996" y="24529"/>
                    <a:pt x="11366" y="25002"/>
                  </a:cubicBezTo>
                  <a:lnTo>
                    <a:pt x="12249" y="25307"/>
                  </a:lnTo>
                  <a:cubicBezTo>
                    <a:pt x="12306" y="25328"/>
                    <a:pt x="12361" y="25344"/>
                    <a:pt x="12418" y="25364"/>
                  </a:cubicBezTo>
                  <a:cubicBezTo>
                    <a:pt x="12360" y="25363"/>
                    <a:pt x="12303" y="25359"/>
                    <a:pt x="12241" y="25359"/>
                  </a:cubicBezTo>
                  <a:cubicBezTo>
                    <a:pt x="11687" y="25359"/>
                    <a:pt x="11087" y="25452"/>
                    <a:pt x="10502" y="25541"/>
                  </a:cubicBezTo>
                  <a:cubicBezTo>
                    <a:pt x="9946" y="25628"/>
                    <a:pt x="9369" y="25717"/>
                    <a:pt x="8870" y="25717"/>
                  </a:cubicBezTo>
                  <a:cubicBezTo>
                    <a:pt x="7971" y="25717"/>
                    <a:pt x="7554" y="25440"/>
                    <a:pt x="7334" y="24699"/>
                  </a:cubicBezTo>
                  <a:cubicBezTo>
                    <a:pt x="7318" y="24642"/>
                    <a:pt x="7333" y="24460"/>
                    <a:pt x="7343" y="24340"/>
                  </a:cubicBezTo>
                  <a:cubicBezTo>
                    <a:pt x="7365" y="24075"/>
                    <a:pt x="7394" y="23698"/>
                    <a:pt x="7270" y="23323"/>
                  </a:cubicBezTo>
                  <a:close/>
                  <a:moveTo>
                    <a:pt x="22402" y="1"/>
                  </a:moveTo>
                  <a:cubicBezTo>
                    <a:pt x="21606" y="1"/>
                    <a:pt x="20964" y="238"/>
                    <a:pt x="20496" y="708"/>
                  </a:cubicBezTo>
                  <a:cubicBezTo>
                    <a:pt x="19776" y="1429"/>
                    <a:pt x="19450" y="2981"/>
                    <a:pt x="19454" y="4121"/>
                  </a:cubicBezTo>
                  <a:cubicBezTo>
                    <a:pt x="19457" y="4920"/>
                    <a:pt x="19375" y="5726"/>
                    <a:pt x="19293" y="6516"/>
                  </a:cubicBezTo>
                  <a:cubicBezTo>
                    <a:pt x="19208" y="7331"/>
                    <a:pt x="19124" y="8169"/>
                    <a:pt x="19126" y="9043"/>
                  </a:cubicBezTo>
                  <a:cubicBezTo>
                    <a:pt x="19126" y="9236"/>
                    <a:pt x="19135" y="9419"/>
                    <a:pt x="19144" y="9591"/>
                  </a:cubicBezTo>
                  <a:cubicBezTo>
                    <a:pt x="19179" y="10273"/>
                    <a:pt x="19179" y="10273"/>
                    <a:pt x="18944" y="10352"/>
                  </a:cubicBezTo>
                  <a:cubicBezTo>
                    <a:pt x="18834" y="10387"/>
                    <a:pt x="18742" y="10408"/>
                    <a:pt x="18659" y="10408"/>
                  </a:cubicBezTo>
                  <a:cubicBezTo>
                    <a:pt x="18393" y="10408"/>
                    <a:pt x="18209" y="10195"/>
                    <a:pt x="17786" y="9552"/>
                  </a:cubicBezTo>
                  <a:lnTo>
                    <a:pt x="17693" y="9411"/>
                  </a:lnTo>
                  <a:cubicBezTo>
                    <a:pt x="17568" y="9223"/>
                    <a:pt x="17443" y="9006"/>
                    <a:pt x="17333" y="8813"/>
                  </a:cubicBezTo>
                  <a:cubicBezTo>
                    <a:pt x="16803" y="7896"/>
                    <a:pt x="16143" y="6753"/>
                    <a:pt x="14707" y="6753"/>
                  </a:cubicBezTo>
                  <a:cubicBezTo>
                    <a:pt x="14511" y="6753"/>
                    <a:pt x="14306" y="6776"/>
                    <a:pt x="14094" y="6822"/>
                  </a:cubicBezTo>
                  <a:cubicBezTo>
                    <a:pt x="12375" y="7207"/>
                    <a:pt x="11227" y="8011"/>
                    <a:pt x="10483" y="9353"/>
                  </a:cubicBezTo>
                  <a:cubicBezTo>
                    <a:pt x="10315" y="9657"/>
                    <a:pt x="10247" y="10103"/>
                    <a:pt x="10176" y="10573"/>
                  </a:cubicBezTo>
                  <a:cubicBezTo>
                    <a:pt x="10132" y="10854"/>
                    <a:pt x="10061" y="11328"/>
                    <a:pt x="9982" y="11436"/>
                  </a:cubicBezTo>
                  <a:cubicBezTo>
                    <a:pt x="9776" y="11716"/>
                    <a:pt x="9530" y="11998"/>
                    <a:pt x="9287" y="12276"/>
                  </a:cubicBezTo>
                  <a:cubicBezTo>
                    <a:pt x="8781" y="12857"/>
                    <a:pt x="8259" y="13458"/>
                    <a:pt x="7912" y="14203"/>
                  </a:cubicBezTo>
                  <a:cubicBezTo>
                    <a:pt x="7810" y="14419"/>
                    <a:pt x="7757" y="14653"/>
                    <a:pt x="7707" y="14860"/>
                  </a:cubicBezTo>
                  <a:cubicBezTo>
                    <a:pt x="7696" y="14911"/>
                    <a:pt x="7674" y="15005"/>
                    <a:pt x="7649" y="15092"/>
                  </a:cubicBezTo>
                  <a:cubicBezTo>
                    <a:pt x="7618" y="15060"/>
                    <a:pt x="7589" y="15029"/>
                    <a:pt x="7567" y="15006"/>
                  </a:cubicBezTo>
                  <a:cubicBezTo>
                    <a:pt x="7342" y="14766"/>
                    <a:pt x="7004" y="14406"/>
                    <a:pt x="6462" y="14296"/>
                  </a:cubicBezTo>
                  <a:cubicBezTo>
                    <a:pt x="6327" y="14272"/>
                    <a:pt x="6195" y="14260"/>
                    <a:pt x="6065" y="14260"/>
                  </a:cubicBezTo>
                  <a:cubicBezTo>
                    <a:pt x="5504" y="14260"/>
                    <a:pt x="5001" y="14486"/>
                    <a:pt x="4629" y="14917"/>
                  </a:cubicBezTo>
                  <a:cubicBezTo>
                    <a:pt x="3953" y="15697"/>
                    <a:pt x="3289" y="17189"/>
                    <a:pt x="3416" y="18080"/>
                  </a:cubicBezTo>
                  <a:cubicBezTo>
                    <a:pt x="3672" y="19929"/>
                    <a:pt x="4514" y="21237"/>
                    <a:pt x="5655" y="22220"/>
                  </a:cubicBezTo>
                  <a:cubicBezTo>
                    <a:pt x="5595" y="22217"/>
                    <a:pt x="5538" y="22206"/>
                    <a:pt x="5476" y="22206"/>
                  </a:cubicBezTo>
                  <a:cubicBezTo>
                    <a:pt x="4432" y="22206"/>
                    <a:pt x="3251" y="22810"/>
                    <a:pt x="2841" y="23550"/>
                  </a:cubicBezTo>
                  <a:cubicBezTo>
                    <a:pt x="2411" y="24314"/>
                    <a:pt x="2143" y="25241"/>
                    <a:pt x="1886" y="26135"/>
                  </a:cubicBezTo>
                  <a:cubicBezTo>
                    <a:pt x="1709" y="26754"/>
                    <a:pt x="1541" y="27338"/>
                    <a:pt x="1331" y="27831"/>
                  </a:cubicBezTo>
                  <a:cubicBezTo>
                    <a:pt x="0" y="30978"/>
                    <a:pt x="534" y="33162"/>
                    <a:pt x="2967" y="34511"/>
                  </a:cubicBezTo>
                  <a:cubicBezTo>
                    <a:pt x="3775" y="34953"/>
                    <a:pt x="4679" y="35004"/>
                    <a:pt x="5287" y="35004"/>
                  </a:cubicBezTo>
                  <a:cubicBezTo>
                    <a:pt x="5653" y="35004"/>
                    <a:pt x="6004" y="34984"/>
                    <a:pt x="6342" y="34963"/>
                  </a:cubicBezTo>
                  <a:cubicBezTo>
                    <a:pt x="6631" y="34946"/>
                    <a:pt x="6910" y="34932"/>
                    <a:pt x="7145" y="34932"/>
                  </a:cubicBezTo>
                  <a:cubicBezTo>
                    <a:pt x="7279" y="34932"/>
                    <a:pt x="7399" y="34937"/>
                    <a:pt x="7497" y="34947"/>
                  </a:cubicBezTo>
                  <a:cubicBezTo>
                    <a:pt x="8784" y="35100"/>
                    <a:pt x="9375" y="35418"/>
                    <a:pt x="9682" y="36131"/>
                  </a:cubicBezTo>
                  <a:cubicBezTo>
                    <a:pt x="10079" y="37057"/>
                    <a:pt x="9798" y="38314"/>
                    <a:pt x="9524" y="39533"/>
                  </a:cubicBezTo>
                  <a:cubicBezTo>
                    <a:pt x="9340" y="40359"/>
                    <a:pt x="9165" y="41139"/>
                    <a:pt x="9157" y="41906"/>
                  </a:cubicBezTo>
                  <a:cubicBezTo>
                    <a:pt x="9143" y="43399"/>
                    <a:pt x="9448" y="44409"/>
                    <a:pt x="10117" y="45086"/>
                  </a:cubicBezTo>
                  <a:lnTo>
                    <a:pt x="10158" y="45124"/>
                  </a:lnTo>
                  <a:cubicBezTo>
                    <a:pt x="10707" y="45680"/>
                    <a:pt x="11539" y="46520"/>
                    <a:pt x="12724" y="46520"/>
                  </a:cubicBezTo>
                  <a:cubicBezTo>
                    <a:pt x="13124" y="46520"/>
                    <a:pt x="13789" y="46489"/>
                    <a:pt x="14234" y="46431"/>
                  </a:cubicBezTo>
                  <a:cubicBezTo>
                    <a:pt x="17210" y="46046"/>
                    <a:pt x="17524" y="43209"/>
                    <a:pt x="17735" y="41334"/>
                  </a:cubicBezTo>
                  <a:lnTo>
                    <a:pt x="17747" y="41212"/>
                  </a:lnTo>
                  <a:cubicBezTo>
                    <a:pt x="17845" y="40352"/>
                    <a:pt x="17943" y="39461"/>
                    <a:pt x="18271" y="38795"/>
                  </a:cubicBezTo>
                  <a:cubicBezTo>
                    <a:pt x="18456" y="38418"/>
                    <a:pt x="18549" y="38037"/>
                    <a:pt x="18636" y="37669"/>
                  </a:cubicBezTo>
                  <a:cubicBezTo>
                    <a:pt x="18710" y="37363"/>
                    <a:pt x="18778" y="37075"/>
                    <a:pt x="18900" y="36794"/>
                  </a:cubicBezTo>
                  <a:cubicBezTo>
                    <a:pt x="19444" y="35525"/>
                    <a:pt x="20007" y="34214"/>
                    <a:pt x="20737" y="33170"/>
                  </a:cubicBezTo>
                  <a:cubicBezTo>
                    <a:pt x="20920" y="32908"/>
                    <a:pt x="21192" y="32653"/>
                    <a:pt x="21483" y="32386"/>
                  </a:cubicBezTo>
                  <a:cubicBezTo>
                    <a:pt x="22190" y="31729"/>
                    <a:pt x="23061" y="30918"/>
                    <a:pt x="22963" y="29557"/>
                  </a:cubicBezTo>
                  <a:lnTo>
                    <a:pt x="22963" y="29557"/>
                  </a:lnTo>
                  <a:cubicBezTo>
                    <a:pt x="23178" y="29759"/>
                    <a:pt x="23456" y="30030"/>
                    <a:pt x="23508" y="30135"/>
                  </a:cubicBezTo>
                  <a:cubicBezTo>
                    <a:pt x="23614" y="30388"/>
                    <a:pt x="23633" y="30762"/>
                    <a:pt x="23650" y="31158"/>
                  </a:cubicBezTo>
                  <a:cubicBezTo>
                    <a:pt x="23699" y="32130"/>
                    <a:pt x="23785" y="33938"/>
                    <a:pt x="26180" y="33938"/>
                  </a:cubicBezTo>
                  <a:lnTo>
                    <a:pt x="26266" y="33938"/>
                  </a:lnTo>
                  <a:cubicBezTo>
                    <a:pt x="28433" y="33897"/>
                    <a:pt x="28712" y="32037"/>
                    <a:pt x="28900" y="30807"/>
                  </a:cubicBezTo>
                  <a:cubicBezTo>
                    <a:pt x="28996" y="30171"/>
                    <a:pt x="29096" y="29512"/>
                    <a:pt x="29368" y="29250"/>
                  </a:cubicBezTo>
                  <a:cubicBezTo>
                    <a:pt x="29464" y="29160"/>
                    <a:pt x="29527" y="29133"/>
                    <a:pt x="29545" y="29133"/>
                  </a:cubicBezTo>
                  <a:cubicBezTo>
                    <a:pt x="29571" y="29133"/>
                    <a:pt x="29805" y="29155"/>
                    <a:pt x="30369" y="29893"/>
                  </a:cubicBezTo>
                  <a:cubicBezTo>
                    <a:pt x="30750" y="30408"/>
                    <a:pt x="30750" y="30408"/>
                    <a:pt x="30629" y="31215"/>
                  </a:cubicBezTo>
                  <a:lnTo>
                    <a:pt x="30620" y="31284"/>
                  </a:lnTo>
                  <a:cubicBezTo>
                    <a:pt x="30333" y="33278"/>
                    <a:pt x="30862" y="35016"/>
                    <a:pt x="32107" y="36182"/>
                  </a:cubicBezTo>
                  <a:cubicBezTo>
                    <a:pt x="32344" y="36402"/>
                    <a:pt x="32566" y="36703"/>
                    <a:pt x="32783" y="36991"/>
                  </a:cubicBezTo>
                  <a:cubicBezTo>
                    <a:pt x="33186" y="37533"/>
                    <a:pt x="33533" y="38001"/>
                    <a:pt x="34009" y="38001"/>
                  </a:cubicBezTo>
                  <a:cubicBezTo>
                    <a:pt x="34450" y="38001"/>
                    <a:pt x="34663" y="37524"/>
                    <a:pt x="34865" y="37063"/>
                  </a:cubicBezTo>
                  <a:cubicBezTo>
                    <a:pt x="34916" y="36946"/>
                    <a:pt x="34995" y="36770"/>
                    <a:pt x="35028" y="36728"/>
                  </a:cubicBezTo>
                  <a:cubicBezTo>
                    <a:pt x="35805" y="35849"/>
                    <a:pt x="35631" y="33907"/>
                    <a:pt x="35302" y="31262"/>
                  </a:cubicBezTo>
                  <a:cubicBezTo>
                    <a:pt x="35223" y="30624"/>
                    <a:pt x="35103" y="29658"/>
                    <a:pt x="35138" y="29462"/>
                  </a:cubicBezTo>
                  <a:cubicBezTo>
                    <a:pt x="35262" y="28779"/>
                    <a:pt x="35769" y="28226"/>
                    <a:pt x="36355" y="27588"/>
                  </a:cubicBezTo>
                  <a:cubicBezTo>
                    <a:pt x="36617" y="27303"/>
                    <a:pt x="36888" y="27009"/>
                    <a:pt x="37154" y="26674"/>
                  </a:cubicBezTo>
                  <a:cubicBezTo>
                    <a:pt x="37262" y="26538"/>
                    <a:pt x="37527" y="26367"/>
                    <a:pt x="37760" y="26214"/>
                  </a:cubicBezTo>
                  <a:cubicBezTo>
                    <a:pt x="38067" y="26015"/>
                    <a:pt x="38358" y="25827"/>
                    <a:pt x="38521" y="25600"/>
                  </a:cubicBezTo>
                  <a:cubicBezTo>
                    <a:pt x="38968" y="24971"/>
                    <a:pt x="39476" y="24607"/>
                    <a:pt x="40115" y="24149"/>
                  </a:cubicBezTo>
                  <a:cubicBezTo>
                    <a:pt x="40366" y="23969"/>
                    <a:pt x="40625" y="23784"/>
                    <a:pt x="40898" y="23566"/>
                  </a:cubicBezTo>
                  <a:cubicBezTo>
                    <a:pt x="41758" y="22879"/>
                    <a:pt x="42292" y="21979"/>
                    <a:pt x="42806" y="21108"/>
                  </a:cubicBezTo>
                  <a:cubicBezTo>
                    <a:pt x="43119" y="20580"/>
                    <a:pt x="43407" y="20279"/>
                    <a:pt x="43807" y="19859"/>
                  </a:cubicBezTo>
                  <a:lnTo>
                    <a:pt x="43985" y="19672"/>
                  </a:lnTo>
                  <a:cubicBezTo>
                    <a:pt x="44130" y="19518"/>
                    <a:pt x="44206" y="19263"/>
                    <a:pt x="44326" y="18826"/>
                  </a:cubicBezTo>
                  <a:cubicBezTo>
                    <a:pt x="44370" y="18667"/>
                    <a:pt x="44436" y="18430"/>
                    <a:pt x="44474" y="18348"/>
                  </a:cubicBezTo>
                  <a:cubicBezTo>
                    <a:pt x="44645" y="18162"/>
                    <a:pt x="44758" y="17983"/>
                    <a:pt x="44835" y="17815"/>
                  </a:cubicBezTo>
                  <a:cubicBezTo>
                    <a:pt x="44244" y="12220"/>
                    <a:pt x="42240" y="7041"/>
                    <a:pt x="39192" y="2636"/>
                  </a:cubicBezTo>
                  <a:cubicBezTo>
                    <a:pt x="38879" y="2476"/>
                    <a:pt x="38557" y="2349"/>
                    <a:pt x="38225" y="2349"/>
                  </a:cubicBezTo>
                  <a:cubicBezTo>
                    <a:pt x="38194" y="2349"/>
                    <a:pt x="38162" y="2351"/>
                    <a:pt x="38139" y="2352"/>
                  </a:cubicBezTo>
                  <a:cubicBezTo>
                    <a:pt x="37833" y="2371"/>
                    <a:pt x="37526" y="2436"/>
                    <a:pt x="37230" y="2498"/>
                  </a:cubicBezTo>
                  <a:cubicBezTo>
                    <a:pt x="36930" y="2563"/>
                    <a:pt x="36619" y="2623"/>
                    <a:pt x="36383" y="2623"/>
                  </a:cubicBezTo>
                  <a:cubicBezTo>
                    <a:pt x="36294" y="2623"/>
                    <a:pt x="36238" y="2614"/>
                    <a:pt x="36209" y="2607"/>
                  </a:cubicBezTo>
                  <a:cubicBezTo>
                    <a:pt x="36050" y="2566"/>
                    <a:pt x="35855" y="2393"/>
                    <a:pt x="35646" y="2207"/>
                  </a:cubicBezTo>
                  <a:cubicBezTo>
                    <a:pt x="35499" y="2079"/>
                    <a:pt x="35350" y="1944"/>
                    <a:pt x="35176" y="1820"/>
                  </a:cubicBezTo>
                  <a:lnTo>
                    <a:pt x="34736" y="924"/>
                  </a:lnTo>
                  <a:lnTo>
                    <a:pt x="34055" y="1166"/>
                  </a:lnTo>
                  <a:cubicBezTo>
                    <a:pt x="33488" y="1366"/>
                    <a:pt x="32778" y="1373"/>
                    <a:pt x="32026" y="1384"/>
                  </a:cubicBezTo>
                  <a:cubicBezTo>
                    <a:pt x="31276" y="1392"/>
                    <a:pt x="30544" y="1708"/>
                    <a:pt x="29837" y="2016"/>
                  </a:cubicBezTo>
                  <a:cubicBezTo>
                    <a:pt x="29590" y="2124"/>
                    <a:pt x="29356" y="2225"/>
                    <a:pt x="29125" y="2313"/>
                  </a:cubicBezTo>
                  <a:cubicBezTo>
                    <a:pt x="28446" y="2570"/>
                    <a:pt x="27644" y="2899"/>
                    <a:pt x="26847" y="3400"/>
                  </a:cubicBezTo>
                  <a:cubicBezTo>
                    <a:pt x="26244" y="3770"/>
                    <a:pt x="25549" y="4219"/>
                    <a:pt x="24966" y="4768"/>
                  </a:cubicBezTo>
                  <a:cubicBezTo>
                    <a:pt x="24718" y="5009"/>
                    <a:pt x="24528" y="5322"/>
                    <a:pt x="24344" y="5626"/>
                  </a:cubicBezTo>
                  <a:cubicBezTo>
                    <a:pt x="24233" y="5809"/>
                    <a:pt x="24026" y="6147"/>
                    <a:pt x="23928" y="6213"/>
                  </a:cubicBezTo>
                  <a:cubicBezTo>
                    <a:pt x="23710" y="6341"/>
                    <a:pt x="23493" y="6404"/>
                    <a:pt x="23310" y="6404"/>
                  </a:cubicBezTo>
                  <a:cubicBezTo>
                    <a:pt x="23102" y="6404"/>
                    <a:pt x="22938" y="6324"/>
                    <a:pt x="22863" y="6169"/>
                  </a:cubicBezTo>
                  <a:cubicBezTo>
                    <a:pt x="22758" y="5953"/>
                    <a:pt x="22841" y="5635"/>
                    <a:pt x="23077" y="5338"/>
                  </a:cubicBezTo>
                  <a:cubicBezTo>
                    <a:pt x="23274" y="5089"/>
                    <a:pt x="23602" y="4816"/>
                    <a:pt x="23950" y="4526"/>
                  </a:cubicBezTo>
                  <a:cubicBezTo>
                    <a:pt x="24841" y="3784"/>
                    <a:pt x="26061" y="2769"/>
                    <a:pt x="25801" y="1256"/>
                  </a:cubicBezTo>
                  <a:lnTo>
                    <a:pt x="25720" y="787"/>
                  </a:lnTo>
                  <a:lnTo>
                    <a:pt x="25271" y="630"/>
                  </a:lnTo>
                  <a:cubicBezTo>
                    <a:pt x="24432" y="337"/>
                    <a:pt x="23347" y="1"/>
                    <a:pt x="22402" y="1"/>
                  </a:cubicBez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44"/>
            <p:cNvSpPr/>
            <p:nvPr/>
          </p:nvSpPr>
          <p:spPr>
            <a:xfrm>
              <a:off x="5816689" y="3358821"/>
              <a:ext cx="391305" cy="401972"/>
            </a:xfrm>
            <a:custGeom>
              <a:avLst/>
              <a:gdLst/>
              <a:ahLst/>
              <a:cxnLst/>
              <a:rect l="l" t="t" r="r" b="b"/>
              <a:pathLst>
                <a:path w="11371" h="11681" extrusionOk="0">
                  <a:moveTo>
                    <a:pt x="8963" y="1"/>
                  </a:moveTo>
                  <a:cubicBezTo>
                    <a:pt x="8703" y="1"/>
                    <a:pt x="8487" y="30"/>
                    <a:pt x="8290" y="91"/>
                  </a:cubicBezTo>
                  <a:cubicBezTo>
                    <a:pt x="8166" y="132"/>
                    <a:pt x="8058" y="168"/>
                    <a:pt x="7964" y="192"/>
                  </a:cubicBezTo>
                  <a:cubicBezTo>
                    <a:pt x="5364" y="965"/>
                    <a:pt x="4113" y="3054"/>
                    <a:pt x="3143" y="4953"/>
                  </a:cubicBezTo>
                  <a:cubicBezTo>
                    <a:pt x="3038" y="5161"/>
                    <a:pt x="2773" y="5531"/>
                    <a:pt x="2489" y="5926"/>
                  </a:cubicBezTo>
                  <a:cubicBezTo>
                    <a:pt x="1438" y="7391"/>
                    <a:pt x="1" y="9395"/>
                    <a:pt x="917" y="10820"/>
                  </a:cubicBezTo>
                  <a:cubicBezTo>
                    <a:pt x="1227" y="11304"/>
                    <a:pt x="2052" y="11554"/>
                    <a:pt x="2678" y="11680"/>
                  </a:cubicBezTo>
                  <a:cubicBezTo>
                    <a:pt x="6353" y="8564"/>
                    <a:pt x="9338" y="4659"/>
                    <a:pt x="11370" y="228"/>
                  </a:cubicBezTo>
                  <a:lnTo>
                    <a:pt x="11104" y="176"/>
                  </a:lnTo>
                  <a:cubicBezTo>
                    <a:pt x="10958" y="149"/>
                    <a:pt x="10798" y="134"/>
                    <a:pt x="10625" y="134"/>
                  </a:cubicBezTo>
                  <a:cubicBezTo>
                    <a:pt x="10390" y="134"/>
                    <a:pt x="10125" y="103"/>
                    <a:pt x="9844" y="70"/>
                  </a:cubicBezTo>
                  <a:cubicBezTo>
                    <a:pt x="9552" y="36"/>
                    <a:pt x="9250" y="1"/>
                    <a:pt x="8963" y="1"/>
                  </a:cubicBez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44"/>
            <p:cNvSpPr/>
            <p:nvPr/>
          </p:nvSpPr>
          <p:spPr>
            <a:xfrm>
              <a:off x="4042071" y="2232053"/>
              <a:ext cx="720701" cy="1554516"/>
            </a:xfrm>
            <a:custGeom>
              <a:avLst/>
              <a:gdLst/>
              <a:ahLst/>
              <a:cxnLst/>
              <a:rect l="l" t="t" r="r" b="b"/>
              <a:pathLst>
                <a:path w="20943" h="45173" extrusionOk="0">
                  <a:moveTo>
                    <a:pt x="6225" y="1"/>
                  </a:moveTo>
                  <a:cubicBezTo>
                    <a:pt x="2312" y="5423"/>
                    <a:pt x="0" y="12078"/>
                    <a:pt x="0" y="19262"/>
                  </a:cubicBezTo>
                  <a:cubicBezTo>
                    <a:pt x="0" y="22466"/>
                    <a:pt x="461" y="25562"/>
                    <a:pt x="1315" y="28494"/>
                  </a:cubicBezTo>
                  <a:cubicBezTo>
                    <a:pt x="1459" y="28561"/>
                    <a:pt x="1599" y="28624"/>
                    <a:pt x="1744" y="28671"/>
                  </a:cubicBezTo>
                  <a:cubicBezTo>
                    <a:pt x="2256" y="28861"/>
                    <a:pt x="2770" y="29044"/>
                    <a:pt x="3283" y="29225"/>
                  </a:cubicBezTo>
                  <a:cubicBezTo>
                    <a:pt x="4204" y="29548"/>
                    <a:pt x="4615" y="29885"/>
                    <a:pt x="5531" y="30273"/>
                  </a:cubicBezTo>
                  <a:cubicBezTo>
                    <a:pt x="7160" y="30971"/>
                    <a:pt x="7160" y="31241"/>
                    <a:pt x="7220" y="33055"/>
                  </a:cubicBezTo>
                  <a:cubicBezTo>
                    <a:pt x="7236" y="33570"/>
                    <a:pt x="7804" y="33819"/>
                    <a:pt x="7832" y="34337"/>
                  </a:cubicBezTo>
                  <a:cubicBezTo>
                    <a:pt x="7898" y="35586"/>
                    <a:pt x="7964" y="36877"/>
                    <a:pt x="7880" y="38126"/>
                  </a:cubicBezTo>
                  <a:cubicBezTo>
                    <a:pt x="7830" y="38824"/>
                    <a:pt x="7669" y="39518"/>
                    <a:pt x="7494" y="40175"/>
                  </a:cubicBezTo>
                  <a:cubicBezTo>
                    <a:pt x="9008" y="42018"/>
                    <a:pt x="10716" y="43695"/>
                    <a:pt x="12590" y="45172"/>
                  </a:cubicBezTo>
                  <a:lnTo>
                    <a:pt x="12647" y="45077"/>
                  </a:lnTo>
                  <a:cubicBezTo>
                    <a:pt x="12817" y="44793"/>
                    <a:pt x="12980" y="44513"/>
                    <a:pt x="13134" y="44248"/>
                  </a:cubicBezTo>
                  <a:cubicBezTo>
                    <a:pt x="13402" y="43784"/>
                    <a:pt x="13633" y="43386"/>
                    <a:pt x="13810" y="43128"/>
                  </a:cubicBezTo>
                  <a:cubicBezTo>
                    <a:pt x="14050" y="42773"/>
                    <a:pt x="14287" y="42407"/>
                    <a:pt x="14525" y="42040"/>
                  </a:cubicBezTo>
                  <a:cubicBezTo>
                    <a:pt x="15182" y="41029"/>
                    <a:pt x="16129" y="39983"/>
                    <a:pt x="16909" y="39107"/>
                  </a:cubicBezTo>
                  <a:cubicBezTo>
                    <a:pt x="17137" y="38846"/>
                    <a:pt x="17416" y="38565"/>
                    <a:pt x="17710" y="38267"/>
                  </a:cubicBezTo>
                  <a:cubicBezTo>
                    <a:pt x="18910" y="37054"/>
                    <a:pt x="20942" y="35544"/>
                    <a:pt x="20786" y="33774"/>
                  </a:cubicBezTo>
                  <a:cubicBezTo>
                    <a:pt x="20619" y="31916"/>
                    <a:pt x="16846" y="30966"/>
                    <a:pt x="14682" y="30273"/>
                  </a:cubicBezTo>
                  <a:cubicBezTo>
                    <a:pt x="14097" y="30087"/>
                    <a:pt x="13592" y="29924"/>
                    <a:pt x="13261" y="29780"/>
                  </a:cubicBezTo>
                  <a:cubicBezTo>
                    <a:pt x="11182" y="28881"/>
                    <a:pt x="9708" y="27986"/>
                    <a:pt x="7943" y="26925"/>
                  </a:cubicBezTo>
                  <a:cubicBezTo>
                    <a:pt x="7842" y="26862"/>
                    <a:pt x="7708" y="26786"/>
                    <a:pt x="7550" y="26698"/>
                  </a:cubicBezTo>
                  <a:cubicBezTo>
                    <a:pt x="7155" y="26476"/>
                    <a:pt x="5953" y="25803"/>
                    <a:pt x="5926" y="25467"/>
                  </a:cubicBezTo>
                  <a:cubicBezTo>
                    <a:pt x="5899" y="25143"/>
                    <a:pt x="6667" y="24779"/>
                    <a:pt x="8208" y="24387"/>
                  </a:cubicBezTo>
                  <a:cubicBezTo>
                    <a:pt x="8401" y="24337"/>
                    <a:pt x="8565" y="24295"/>
                    <a:pt x="8689" y="24257"/>
                  </a:cubicBezTo>
                  <a:cubicBezTo>
                    <a:pt x="8833" y="24213"/>
                    <a:pt x="8969" y="24170"/>
                    <a:pt x="9100" y="24131"/>
                  </a:cubicBezTo>
                  <a:cubicBezTo>
                    <a:pt x="9942" y="23876"/>
                    <a:pt x="10669" y="23927"/>
                    <a:pt x="11409" y="23247"/>
                  </a:cubicBezTo>
                  <a:cubicBezTo>
                    <a:pt x="11890" y="22811"/>
                    <a:pt x="11741" y="22302"/>
                    <a:pt x="12122" y="21809"/>
                  </a:cubicBezTo>
                  <a:cubicBezTo>
                    <a:pt x="12539" y="21268"/>
                    <a:pt x="12934" y="20758"/>
                    <a:pt x="13430" y="20344"/>
                  </a:cubicBezTo>
                  <a:cubicBezTo>
                    <a:pt x="13794" y="20042"/>
                    <a:pt x="14512" y="20290"/>
                    <a:pt x="14948" y="20009"/>
                  </a:cubicBezTo>
                  <a:cubicBezTo>
                    <a:pt x="15996" y="19332"/>
                    <a:pt x="16809" y="17818"/>
                    <a:pt x="16917" y="16782"/>
                  </a:cubicBezTo>
                  <a:cubicBezTo>
                    <a:pt x="16983" y="16145"/>
                    <a:pt x="16678" y="15499"/>
                    <a:pt x="15981" y="14805"/>
                  </a:cubicBezTo>
                  <a:cubicBezTo>
                    <a:pt x="15772" y="14596"/>
                    <a:pt x="15570" y="14381"/>
                    <a:pt x="15365" y="14163"/>
                  </a:cubicBezTo>
                  <a:cubicBezTo>
                    <a:pt x="14811" y="13575"/>
                    <a:pt x="14236" y="12965"/>
                    <a:pt x="13544" y="12486"/>
                  </a:cubicBezTo>
                  <a:cubicBezTo>
                    <a:pt x="13342" y="12343"/>
                    <a:pt x="13105" y="12148"/>
                    <a:pt x="12853" y="11939"/>
                  </a:cubicBezTo>
                  <a:cubicBezTo>
                    <a:pt x="12385" y="11552"/>
                    <a:pt x="11901" y="11151"/>
                    <a:pt x="11462" y="10946"/>
                  </a:cubicBezTo>
                  <a:cubicBezTo>
                    <a:pt x="11195" y="10829"/>
                    <a:pt x="10954" y="10773"/>
                    <a:pt x="10724" y="10773"/>
                  </a:cubicBezTo>
                  <a:cubicBezTo>
                    <a:pt x="9784" y="10773"/>
                    <a:pt x="9447" y="11695"/>
                    <a:pt x="9174" y="12435"/>
                  </a:cubicBezTo>
                  <a:cubicBezTo>
                    <a:pt x="9026" y="12840"/>
                    <a:pt x="8872" y="13262"/>
                    <a:pt x="8659" y="13477"/>
                  </a:cubicBezTo>
                  <a:cubicBezTo>
                    <a:pt x="8242" y="13894"/>
                    <a:pt x="7643" y="14143"/>
                    <a:pt x="7059" y="14143"/>
                  </a:cubicBezTo>
                  <a:cubicBezTo>
                    <a:pt x="6574" y="14143"/>
                    <a:pt x="6174" y="13974"/>
                    <a:pt x="5965" y="13682"/>
                  </a:cubicBezTo>
                  <a:cubicBezTo>
                    <a:pt x="5705" y="13320"/>
                    <a:pt x="5789" y="12833"/>
                    <a:pt x="5907" y="12489"/>
                  </a:cubicBezTo>
                  <a:cubicBezTo>
                    <a:pt x="6467" y="10857"/>
                    <a:pt x="7247" y="9178"/>
                    <a:pt x="8759" y="9098"/>
                  </a:cubicBezTo>
                  <a:cubicBezTo>
                    <a:pt x="8847" y="9094"/>
                    <a:pt x="8958" y="9085"/>
                    <a:pt x="9084" y="9073"/>
                  </a:cubicBezTo>
                  <a:cubicBezTo>
                    <a:pt x="9310" y="9054"/>
                    <a:pt x="9589" y="9029"/>
                    <a:pt x="9838" y="9029"/>
                  </a:cubicBezTo>
                  <a:cubicBezTo>
                    <a:pt x="10202" y="9029"/>
                    <a:pt x="10312" y="9080"/>
                    <a:pt x="10328" y="9091"/>
                  </a:cubicBezTo>
                  <a:cubicBezTo>
                    <a:pt x="10383" y="9132"/>
                    <a:pt x="10487" y="9320"/>
                    <a:pt x="10544" y="9423"/>
                  </a:cubicBezTo>
                  <a:cubicBezTo>
                    <a:pt x="10672" y="9655"/>
                    <a:pt x="10781" y="9854"/>
                    <a:pt x="10970" y="9944"/>
                  </a:cubicBezTo>
                  <a:cubicBezTo>
                    <a:pt x="11222" y="10075"/>
                    <a:pt x="11453" y="10141"/>
                    <a:pt x="11674" y="10141"/>
                  </a:cubicBezTo>
                  <a:cubicBezTo>
                    <a:pt x="12275" y="10141"/>
                    <a:pt x="12691" y="9692"/>
                    <a:pt x="12907" y="8808"/>
                  </a:cubicBezTo>
                  <a:cubicBezTo>
                    <a:pt x="13255" y="7410"/>
                    <a:pt x="11475" y="6086"/>
                    <a:pt x="10173" y="5119"/>
                  </a:cubicBezTo>
                  <a:cubicBezTo>
                    <a:pt x="9968" y="4965"/>
                    <a:pt x="9776" y="4823"/>
                    <a:pt x="9611" y="4694"/>
                  </a:cubicBezTo>
                  <a:cubicBezTo>
                    <a:pt x="9279" y="4432"/>
                    <a:pt x="8881" y="4184"/>
                    <a:pt x="8462" y="3919"/>
                  </a:cubicBezTo>
                  <a:cubicBezTo>
                    <a:pt x="7157" y="3094"/>
                    <a:pt x="5807" y="2241"/>
                    <a:pt x="6047" y="961"/>
                  </a:cubicBezTo>
                  <a:lnTo>
                    <a:pt x="62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44"/>
            <p:cNvSpPr/>
            <p:nvPr/>
          </p:nvSpPr>
          <p:spPr>
            <a:xfrm>
              <a:off x="4889238" y="2174274"/>
              <a:ext cx="1411394" cy="1279835"/>
            </a:xfrm>
            <a:custGeom>
              <a:avLst/>
              <a:gdLst/>
              <a:ahLst/>
              <a:cxnLst/>
              <a:rect l="l" t="t" r="r" b="b"/>
              <a:pathLst>
                <a:path w="41014" h="37191" extrusionOk="0">
                  <a:moveTo>
                    <a:pt x="18674" y="1"/>
                  </a:moveTo>
                  <a:cubicBezTo>
                    <a:pt x="18032" y="1"/>
                    <a:pt x="17478" y="167"/>
                    <a:pt x="17056" y="590"/>
                  </a:cubicBezTo>
                  <a:cubicBezTo>
                    <a:pt x="16449" y="1197"/>
                    <a:pt x="16128" y="2631"/>
                    <a:pt x="16131" y="3713"/>
                  </a:cubicBezTo>
                  <a:cubicBezTo>
                    <a:pt x="16134" y="4533"/>
                    <a:pt x="16051" y="5352"/>
                    <a:pt x="15967" y="6144"/>
                  </a:cubicBezTo>
                  <a:cubicBezTo>
                    <a:pt x="15885" y="6948"/>
                    <a:pt x="15798" y="7782"/>
                    <a:pt x="15802" y="8635"/>
                  </a:cubicBezTo>
                  <a:cubicBezTo>
                    <a:pt x="15802" y="8821"/>
                    <a:pt x="15811" y="8996"/>
                    <a:pt x="15819" y="9165"/>
                  </a:cubicBezTo>
                  <a:cubicBezTo>
                    <a:pt x="15860" y="9952"/>
                    <a:pt x="15849" y="10164"/>
                    <a:pt x="15338" y="10332"/>
                  </a:cubicBezTo>
                  <a:cubicBezTo>
                    <a:pt x="15182" y="10383"/>
                    <a:pt x="15037" y="10408"/>
                    <a:pt x="14911" y="10408"/>
                  </a:cubicBezTo>
                  <a:cubicBezTo>
                    <a:pt x="14427" y="10408"/>
                    <a:pt x="14143" y="10013"/>
                    <a:pt x="13720" y="9370"/>
                  </a:cubicBezTo>
                  <a:lnTo>
                    <a:pt x="13626" y="9229"/>
                  </a:lnTo>
                  <a:cubicBezTo>
                    <a:pt x="13499" y="9035"/>
                    <a:pt x="13375" y="8818"/>
                    <a:pt x="13253" y="8609"/>
                  </a:cubicBezTo>
                  <a:cubicBezTo>
                    <a:pt x="12751" y="7738"/>
                    <a:pt x="12182" y="6751"/>
                    <a:pt x="10978" y="6751"/>
                  </a:cubicBezTo>
                  <a:cubicBezTo>
                    <a:pt x="10813" y="6751"/>
                    <a:pt x="10637" y="6771"/>
                    <a:pt x="10454" y="6811"/>
                  </a:cubicBezTo>
                  <a:cubicBezTo>
                    <a:pt x="8936" y="7147"/>
                    <a:pt x="7840" y="7825"/>
                    <a:pt x="7113" y="9138"/>
                  </a:cubicBezTo>
                  <a:cubicBezTo>
                    <a:pt x="6841" y="9630"/>
                    <a:pt x="6852" y="10904"/>
                    <a:pt x="6582" y="11267"/>
                  </a:cubicBezTo>
                  <a:cubicBezTo>
                    <a:pt x="6365" y="11561"/>
                    <a:pt x="6112" y="11849"/>
                    <a:pt x="5869" y="12130"/>
                  </a:cubicBezTo>
                  <a:cubicBezTo>
                    <a:pt x="5382" y="12689"/>
                    <a:pt x="4877" y="13269"/>
                    <a:pt x="4555" y="13964"/>
                  </a:cubicBezTo>
                  <a:cubicBezTo>
                    <a:pt x="4473" y="14139"/>
                    <a:pt x="4427" y="14342"/>
                    <a:pt x="4380" y="14540"/>
                  </a:cubicBezTo>
                  <a:cubicBezTo>
                    <a:pt x="4298" y="14897"/>
                    <a:pt x="4229" y="15153"/>
                    <a:pt x="4078" y="15190"/>
                  </a:cubicBezTo>
                  <a:cubicBezTo>
                    <a:pt x="4049" y="15197"/>
                    <a:pt x="4021" y="15200"/>
                    <a:pt x="3998" y="15200"/>
                  </a:cubicBezTo>
                  <a:cubicBezTo>
                    <a:pt x="3866" y="15200"/>
                    <a:pt x="3742" y="15075"/>
                    <a:pt x="3552" y="14874"/>
                  </a:cubicBezTo>
                  <a:cubicBezTo>
                    <a:pt x="3340" y="14648"/>
                    <a:pt x="3076" y="14366"/>
                    <a:pt x="2671" y="14284"/>
                  </a:cubicBezTo>
                  <a:cubicBezTo>
                    <a:pt x="2560" y="14264"/>
                    <a:pt x="2452" y="14254"/>
                    <a:pt x="2347" y="14254"/>
                  </a:cubicBezTo>
                  <a:cubicBezTo>
                    <a:pt x="1901" y="14254"/>
                    <a:pt x="1510" y="14431"/>
                    <a:pt x="1217" y="14771"/>
                  </a:cubicBezTo>
                  <a:cubicBezTo>
                    <a:pt x="550" y="15542"/>
                    <a:pt x="1" y="16923"/>
                    <a:pt x="99" y="17614"/>
                  </a:cubicBezTo>
                  <a:cubicBezTo>
                    <a:pt x="699" y="21942"/>
                    <a:pt x="4634" y="23119"/>
                    <a:pt x="8231" y="24366"/>
                  </a:cubicBezTo>
                  <a:lnTo>
                    <a:pt x="8664" y="24516"/>
                  </a:lnTo>
                  <a:cubicBezTo>
                    <a:pt x="9745" y="24892"/>
                    <a:pt x="10836" y="25100"/>
                    <a:pt x="11891" y="25296"/>
                  </a:cubicBezTo>
                  <a:cubicBezTo>
                    <a:pt x="13315" y="25564"/>
                    <a:pt x="14656" y="25816"/>
                    <a:pt x="16001" y="26458"/>
                  </a:cubicBezTo>
                  <a:cubicBezTo>
                    <a:pt x="17138" y="26986"/>
                    <a:pt x="18138" y="27486"/>
                    <a:pt x="18883" y="28252"/>
                  </a:cubicBezTo>
                  <a:cubicBezTo>
                    <a:pt x="18991" y="28367"/>
                    <a:pt x="19139" y="28503"/>
                    <a:pt x="19310" y="28660"/>
                  </a:cubicBezTo>
                  <a:cubicBezTo>
                    <a:pt x="19599" y="28923"/>
                    <a:pt x="20077" y="29362"/>
                    <a:pt x="20162" y="29571"/>
                  </a:cubicBezTo>
                  <a:cubicBezTo>
                    <a:pt x="20295" y="29887"/>
                    <a:pt x="20315" y="30297"/>
                    <a:pt x="20334" y="30730"/>
                  </a:cubicBezTo>
                  <a:cubicBezTo>
                    <a:pt x="20384" y="31740"/>
                    <a:pt x="20450" y="33125"/>
                    <a:pt x="22454" y="33125"/>
                  </a:cubicBezTo>
                  <a:lnTo>
                    <a:pt x="22536" y="33125"/>
                  </a:lnTo>
                  <a:cubicBezTo>
                    <a:pt x="24362" y="33091"/>
                    <a:pt x="24592" y="31564"/>
                    <a:pt x="24778" y="30339"/>
                  </a:cubicBezTo>
                  <a:cubicBezTo>
                    <a:pt x="24889" y="29602"/>
                    <a:pt x="24993" y="28907"/>
                    <a:pt x="25367" y="28547"/>
                  </a:cubicBezTo>
                  <a:cubicBezTo>
                    <a:pt x="25528" y="28395"/>
                    <a:pt x="25679" y="28320"/>
                    <a:pt x="25824" y="28320"/>
                  </a:cubicBezTo>
                  <a:cubicBezTo>
                    <a:pt x="26267" y="28320"/>
                    <a:pt x="26800" y="29018"/>
                    <a:pt x="26971" y="29244"/>
                  </a:cubicBezTo>
                  <a:cubicBezTo>
                    <a:pt x="27452" y="29895"/>
                    <a:pt x="27435" y="30022"/>
                    <a:pt x="27307" y="30866"/>
                  </a:cubicBezTo>
                  <a:lnTo>
                    <a:pt x="27299" y="30935"/>
                  </a:lnTo>
                  <a:cubicBezTo>
                    <a:pt x="27032" y="32793"/>
                    <a:pt x="27515" y="34408"/>
                    <a:pt x="28661" y="35479"/>
                  </a:cubicBezTo>
                  <a:cubicBezTo>
                    <a:pt x="29318" y="36094"/>
                    <a:pt x="29835" y="37191"/>
                    <a:pt x="30288" y="37191"/>
                  </a:cubicBezTo>
                  <a:cubicBezTo>
                    <a:pt x="30567" y="37191"/>
                    <a:pt x="30814" y="36269"/>
                    <a:pt x="31002" y="36056"/>
                  </a:cubicBezTo>
                  <a:cubicBezTo>
                    <a:pt x="31666" y="35305"/>
                    <a:pt x="31484" y="33366"/>
                    <a:pt x="31180" y="30907"/>
                  </a:cubicBezTo>
                  <a:cubicBezTo>
                    <a:pt x="31078" y="30088"/>
                    <a:pt x="30974" y="29244"/>
                    <a:pt x="31019" y="28986"/>
                  </a:cubicBezTo>
                  <a:cubicBezTo>
                    <a:pt x="31224" y="27861"/>
                    <a:pt x="32229" y="27135"/>
                    <a:pt x="33117" y="26018"/>
                  </a:cubicBezTo>
                  <a:cubicBezTo>
                    <a:pt x="33413" y="25644"/>
                    <a:pt x="34232" y="25293"/>
                    <a:pt x="34470" y="24960"/>
                  </a:cubicBezTo>
                  <a:cubicBezTo>
                    <a:pt x="34956" y="24277"/>
                    <a:pt x="35514" y="23877"/>
                    <a:pt x="36157" y="23415"/>
                  </a:cubicBezTo>
                  <a:cubicBezTo>
                    <a:pt x="36405" y="23238"/>
                    <a:pt x="36659" y="23055"/>
                    <a:pt x="36924" y="22846"/>
                  </a:cubicBezTo>
                  <a:cubicBezTo>
                    <a:pt x="37727" y="22206"/>
                    <a:pt x="38241" y="21337"/>
                    <a:pt x="38737" y="20497"/>
                  </a:cubicBezTo>
                  <a:cubicBezTo>
                    <a:pt x="39123" y="19846"/>
                    <a:pt x="39486" y="19501"/>
                    <a:pt x="39972" y="18989"/>
                  </a:cubicBezTo>
                  <a:cubicBezTo>
                    <a:pt x="40134" y="18818"/>
                    <a:pt x="40290" y="17845"/>
                    <a:pt x="40441" y="17687"/>
                  </a:cubicBezTo>
                  <a:cubicBezTo>
                    <a:pt x="40830" y="17279"/>
                    <a:pt x="40845" y="16917"/>
                    <a:pt x="41013" y="16557"/>
                  </a:cubicBezTo>
                  <a:cubicBezTo>
                    <a:pt x="40349" y="11590"/>
                    <a:pt x="38577" y="6970"/>
                    <a:pt x="35951" y="2953"/>
                  </a:cubicBezTo>
                  <a:cubicBezTo>
                    <a:pt x="35447" y="2694"/>
                    <a:pt x="34952" y="2351"/>
                    <a:pt x="34498" y="2351"/>
                  </a:cubicBezTo>
                  <a:cubicBezTo>
                    <a:pt x="34478" y="2351"/>
                    <a:pt x="34457" y="2351"/>
                    <a:pt x="34437" y="2353"/>
                  </a:cubicBezTo>
                  <a:cubicBezTo>
                    <a:pt x="34163" y="2369"/>
                    <a:pt x="33872" y="2432"/>
                    <a:pt x="33590" y="2492"/>
                  </a:cubicBezTo>
                  <a:cubicBezTo>
                    <a:pt x="33270" y="2560"/>
                    <a:pt x="32934" y="2624"/>
                    <a:pt x="32659" y="2624"/>
                  </a:cubicBezTo>
                  <a:cubicBezTo>
                    <a:pt x="32558" y="2624"/>
                    <a:pt x="32466" y="2616"/>
                    <a:pt x="32386" y="2596"/>
                  </a:cubicBezTo>
                  <a:cubicBezTo>
                    <a:pt x="32131" y="2531"/>
                    <a:pt x="31898" y="2325"/>
                    <a:pt x="31654" y="2107"/>
                  </a:cubicBezTo>
                  <a:cubicBezTo>
                    <a:pt x="31490" y="1964"/>
                    <a:pt x="31325" y="1817"/>
                    <a:pt x="31135" y="1690"/>
                  </a:cubicBezTo>
                  <a:lnTo>
                    <a:pt x="30807" y="1023"/>
                  </a:lnTo>
                  <a:lnTo>
                    <a:pt x="30466" y="1144"/>
                  </a:lnTo>
                  <a:cubicBezTo>
                    <a:pt x="29835" y="1367"/>
                    <a:pt x="29094" y="1375"/>
                    <a:pt x="28307" y="1386"/>
                  </a:cubicBezTo>
                  <a:cubicBezTo>
                    <a:pt x="27392" y="1396"/>
                    <a:pt x="26449" y="1946"/>
                    <a:pt x="25543" y="2288"/>
                  </a:cubicBezTo>
                  <a:cubicBezTo>
                    <a:pt x="24885" y="2539"/>
                    <a:pt x="24106" y="2859"/>
                    <a:pt x="23334" y="3343"/>
                  </a:cubicBezTo>
                  <a:cubicBezTo>
                    <a:pt x="22748" y="3702"/>
                    <a:pt x="22075" y="4138"/>
                    <a:pt x="21524" y="4656"/>
                  </a:cubicBezTo>
                  <a:cubicBezTo>
                    <a:pt x="21313" y="4862"/>
                    <a:pt x="21136" y="5153"/>
                    <a:pt x="20964" y="5434"/>
                  </a:cubicBezTo>
                  <a:cubicBezTo>
                    <a:pt x="20785" y="5728"/>
                    <a:pt x="20582" y="6062"/>
                    <a:pt x="20411" y="6160"/>
                  </a:cubicBezTo>
                  <a:cubicBezTo>
                    <a:pt x="20128" y="6326"/>
                    <a:pt x="19841" y="6414"/>
                    <a:pt x="19581" y="6414"/>
                  </a:cubicBezTo>
                  <a:cubicBezTo>
                    <a:pt x="19218" y="6414"/>
                    <a:pt x="18914" y="6239"/>
                    <a:pt x="18772" y="5945"/>
                  </a:cubicBezTo>
                  <a:cubicBezTo>
                    <a:pt x="18598" y="5582"/>
                    <a:pt x="18694" y="5112"/>
                    <a:pt x="19032" y="4686"/>
                  </a:cubicBezTo>
                  <a:cubicBezTo>
                    <a:pt x="19256" y="4404"/>
                    <a:pt x="19600" y="4117"/>
                    <a:pt x="19964" y="3814"/>
                  </a:cubicBezTo>
                  <a:cubicBezTo>
                    <a:pt x="20825" y="3097"/>
                    <a:pt x="21896" y="2206"/>
                    <a:pt x="21676" y="922"/>
                  </a:cubicBezTo>
                  <a:lnTo>
                    <a:pt x="21635" y="686"/>
                  </a:lnTo>
                  <a:lnTo>
                    <a:pt x="21410" y="607"/>
                  </a:lnTo>
                  <a:cubicBezTo>
                    <a:pt x="20418" y="261"/>
                    <a:pt x="19477" y="1"/>
                    <a:pt x="186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44"/>
            <p:cNvSpPr/>
            <p:nvPr/>
          </p:nvSpPr>
          <p:spPr>
            <a:xfrm>
              <a:off x="5833551" y="3372724"/>
              <a:ext cx="368351" cy="376163"/>
            </a:xfrm>
            <a:custGeom>
              <a:avLst/>
              <a:gdLst/>
              <a:ahLst/>
              <a:cxnLst/>
              <a:rect l="l" t="t" r="r" b="b"/>
              <a:pathLst>
                <a:path w="10704" h="10931" extrusionOk="0">
                  <a:moveTo>
                    <a:pt x="8473" y="1"/>
                  </a:moveTo>
                  <a:cubicBezTo>
                    <a:pt x="8276" y="1"/>
                    <a:pt x="8092" y="19"/>
                    <a:pt x="7931" y="71"/>
                  </a:cubicBezTo>
                  <a:cubicBezTo>
                    <a:pt x="7799" y="113"/>
                    <a:pt x="7683" y="150"/>
                    <a:pt x="7590" y="176"/>
                  </a:cubicBezTo>
                  <a:cubicBezTo>
                    <a:pt x="5249" y="871"/>
                    <a:pt x="4040" y="2725"/>
                    <a:pt x="3016" y="4732"/>
                  </a:cubicBezTo>
                  <a:cubicBezTo>
                    <a:pt x="2898" y="4966"/>
                    <a:pt x="2634" y="5333"/>
                    <a:pt x="2330" y="5756"/>
                  </a:cubicBezTo>
                  <a:cubicBezTo>
                    <a:pt x="1348" y="7126"/>
                    <a:pt x="1" y="9003"/>
                    <a:pt x="769" y="10197"/>
                  </a:cubicBezTo>
                  <a:cubicBezTo>
                    <a:pt x="1013" y="10578"/>
                    <a:pt x="1877" y="10826"/>
                    <a:pt x="2586" y="10931"/>
                  </a:cubicBezTo>
                  <a:cubicBezTo>
                    <a:pt x="5976" y="7967"/>
                    <a:pt x="8753" y="4317"/>
                    <a:pt x="10703" y="202"/>
                  </a:cubicBezTo>
                  <a:lnTo>
                    <a:pt x="10536" y="169"/>
                  </a:lnTo>
                  <a:cubicBezTo>
                    <a:pt x="10416" y="145"/>
                    <a:pt x="10282" y="134"/>
                    <a:pt x="10135" y="134"/>
                  </a:cubicBezTo>
                  <a:cubicBezTo>
                    <a:pt x="9614" y="134"/>
                    <a:pt x="8998" y="1"/>
                    <a:pt x="84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44"/>
            <p:cNvSpPr/>
            <p:nvPr/>
          </p:nvSpPr>
          <p:spPr>
            <a:xfrm>
              <a:off x="4776674" y="2938335"/>
              <a:ext cx="765781" cy="808763"/>
            </a:xfrm>
            <a:custGeom>
              <a:avLst/>
              <a:gdLst/>
              <a:ahLst/>
              <a:cxnLst/>
              <a:rect l="l" t="t" r="r" b="b"/>
              <a:pathLst>
                <a:path w="22253" h="23502" extrusionOk="0">
                  <a:moveTo>
                    <a:pt x="5022" y="0"/>
                  </a:moveTo>
                  <a:cubicBezTo>
                    <a:pt x="4125" y="0"/>
                    <a:pt x="3079" y="521"/>
                    <a:pt x="2739" y="1136"/>
                  </a:cubicBezTo>
                  <a:cubicBezTo>
                    <a:pt x="2333" y="1860"/>
                    <a:pt x="2074" y="2763"/>
                    <a:pt x="1821" y="3636"/>
                  </a:cubicBezTo>
                  <a:cubicBezTo>
                    <a:pt x="1639" y="4267"/>
                    <a:pt x="1468" y="4861"/>
                    <a:pt x="1250" y="5377"/>
                  </a:cubicBezTo>
                  <a:cubicBezTo>
                    <a:pt x="296" y="7633"/>
                    <a:pt x="1" y="10044"/>
                    <a:pt x="2706" y="11544"/>
                  </a:cubicBezTo>
                  <a:cubicBezTo>
                    <a:pt x="3360" y="11900"/>
                    <a:pt x="4108" y="11985"/>
                    <a:pt x="4831" y="11985"/>
                  </a:cubicBezTo>
                  <a:cubicBezTo>
                    <a:pt x="5501" y="11985"/>
                    <a:pt x="6148" y="11912"/>
                    <a:pt x="6680" y="11912"/>
                  </a:cubicBezTo>
                  <a:cubicBezTo>
                    <a:pt x="6825" y="11912"/>
                    <a:pt x="6962" y="11918"/>
                    <a:pt x="7088" y="11932"/>
                  </a:cubicBezTo>
                  <a:cubicBezTo>
                    <a:pt x="8287" y="12072"/>
                    <a:pt x="9172" y="12368"/>
                    <a:pt x="9597" y="13355"/>
                  </a:cubicBezTo>
                  <a:cubicBezTo>
                    <a:pt x="10044" y="14404"/>
                    <a:pt x="9750" y="15725"/>
                    <a:pt x="9464" y="17004"/>
                  </a:cubicBezTo>
                  <a:cubicBezTo>
                    <a:pt x="9282" y="17810"/>
                    <a:pt x="9112" y="18571"/>
                    <a:pt x="9107" y="19295"/>
                  </a:cubicBezTo>
                  <a:cubicBezTo>
                    <a:pt x="9093" y="20675"/>
                    <a:pt x="9361" y="21592"/>
                    <a:pt x="9949" y="22188"/>
                  </a:cubicBezTo>
                  <a:cubicBezTo>
                    <a:pt x="10466" y="22708"/>
                    <a:pt x="11225" y="23501"/>
                    <a:pt x="12267" y="23501"/>
                  </a:cubicBezTo>
                  <a:cubicBezTo>
                    <a:pt x="12283" y="23501"/>
                    <a:pt x="12301" y="23502"/>
                    <a:pt x="12318" y="23502"/>
                  </a:cubicBezTo>
                  <a:cubicBezTo>
                    <a:pt x="12691" y="23502"/>
                    <a:pt x="13310" y="23472"/>
                    <a:pt x="13730" y="23416"/>
                  </a:cubicBezTo>
                  <a:cubicBezTo>
                    <a:pt x="16448" y="23065"/>
                    <a:pt x="16684" y="20417"/>
                    <a:pt x="16891" y="18555"/>
                  </a:cubicBezTo>
                  <a:cubicBezTo>
                    <a:pt x="16992" y="17659"/>
                    <a:pt x="17098" y="16733"/>
                    <a:pt x="17455" y="16003"/>
                  </a:cubicBezTo>
                  <a:cubicBezTo>
                    <a:pt x="17768" y="15371"/>
                    <a:pt x="17791" y="14686"/>
                    <a:pt x="18075" y="14025"/>
                  </a:cubicBezTo>
                  <a:cubicBezTo>
                    <a:pt x="18628" y="12738"/>
                    <a:pt x="19200" y="11406"/>
                    <a:pt x="19954" y="10327"/>
                  </a:cubicBezTo>
                  <a:cubicBezTo>
                    <a:pt x="20160" y="10030"/>
                    <a:pt x="20450" y="9760"/>
                    <a:pt x="20757" y="9477"/>
                  </a:cubicBezTo>
                  <a:cubicBezTo>
                    <a:pt x="21456" y="8826"/>
                    <a:pt x="22252" y="8088"/>
                    <a:pt x="22096" y="6837"/>
                  </a:cubicBezTo>
                  <a:cubicBezTo>
                    <a:pt x="21848" y="4859"/>
                    <a:pt x="19006" y="4457"/>
                    <a:pt x="17126" y="4189"/>
                  </a:cubicBezTo>
                  <a:cubicBezTo>
                    <a:pt x="16801" y="4144"/>
                    <a:pt x="16494" y="4100"/>
                    <a:pt x="16248" y="4055"/>
                  </a:cubicBezTo>
                  <a:cubicBezTo>
                    <a:pt x="15860" y="3981"/>
                    <a:pt x="15469" y="3882"/>
                    <a:pt x="15055" y="3777"/>
                  </a:cubicBezTo>
                  <a:cubicBezTo>
                    <a:pt x="14425" y="3617"/>
                    <a:pt x="13774" y="3450"/>
                    <a:pt x="13130" y="3384"/>
                  </a:cubicBezTo>
                  <a:lnTo>
                    <a:pt x="12729" y="3285"/>
                  </a:lnTo>
                  <a:cubicBezTo>
                    <a:pt x="12463" y="3194"/>
                    <a:pt x="12154" y="3150"/>
                    <a:pt x="11785" y="3150"/>
                  </a:cubicBezTo>
                  <a:cubicBezTo>
                    <a:pt x="11262" y="3150"/>
                    <a:pt x="10676" y="3243"/>
                    <a:pt x="10109" y="3330"/>
                  </a:cubicBezTo>
                  <a:cubicBezTo>
                    <a:pt x="9537" y="3420"/>
                    <a:pt x="8946" y="3512"/>
                    <a:pt x="8416" y="3512"/>
                  </a:cubicBezTo>
                  <a:cubicBezTo>
                    <a:pt x="7338" y="3512"/>
                    <a:pt x="6763" y="3120"/>
                    <a:pt x="6492" y="2204"/>
                  </a:cubicBezTo>
                  <a:cubicBezTo>
                    <a:pt x="6453" y="2078"/>
                    <a:pt x="6470" y="1892"/>
                    <a:pt x="6485" y="1698"/>
                  </a:cubicBezTo>
                  <a:cubicBezTo>
                    <a:pt x="6516" y="1303"/>
                    <a:pt x="6559" y="763"/>
                    <a:pt x="6119" y="368"/>
                  </a:cubicBezTo>
                  <a:cubicBezTo>
                    <a:pt x="5844" y="126"/>
                    <a:pt x="5465" y="0"/>
                    <a:pt x="50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44"/>
            <p:cNvSpPr/>
            <p:nvPr/>
          </p:nvSpPr>
          <p:spPr>
            <a:xfrm>
              <a:off x="4280549" y="1798421"/>
              <a:ext cx="730474" cy="900231"/>
            </a:xfrm>
            <a:custGeom>
              <a:avLst/>
              <a:gdLst/>
              <a:ahLst/>
              <a:cxnLst/>
              <a:rect l="l" t="t" r="r" b="b"/>
              <a:pathLst>
                <a:path w="21227" h="26160" extrusionOk="0">
                  <a:moveTo>
                    <a:pt x="17547" y="1"/>
                  </a:moveTo>
                  <a:cubicBezTo>
                    <a:pt x="10489" y="1879"/>
                    <a:pt x="4361" y="6049"/>
                    <a:pt x="1" y="11662"/>
                  </a:cubicBezTo>
                  <a:lnTo>
                    <a:pt x="732" y="11344"/>
                  </a:lnTo>
                  <a:cubicBezTo>
                    <a:pt x="978" y="11237"/>
                    <a:pt x="1239" y="11184"/>
                    <a:pt x="1513" y="11184"/>
                  </a:cubicBezTo>
                  <a:cubicBezTo>
                    <a:pt x="2000" y="11184"/>
                    <a:pt x="2526" y="11351"/>
                    <a:pt x="3069" y="11683"/>
                  </a:cubicBezTo>
                  <a:cubicBezTo>
                    <a:pt x="3396" y="11879"/>
                    <a:pt x="3769" y="12063"/>
                    <a:pt x="4164" y="12258"/>
                  </a:cubicBezTo>
                  <a:cubicBezTo>
                    <a:pt x="5475" y="12903"/>
                    <a:pt x="6962" y="13636"/>
                    <a:pt x="7038" y="15017"/>
                  </a:cubicBezTo>
                  <a:cubicBezTo>
                    <a:pt x="7077" y="15718"/>
                    <a:pt x="6776" y="16338"/>
                    <a:pt x="6457" y="16992"/>
                  </a:cubicBezTo>
                  <a:cubicBezTo>
                    <a:pt x="6069" y="17790"/>
                    <a:pt x="5629" y="18694"/>
                    <a:pt x="5810" y="19837"/>
                  </a:cubicBezTo>
                  <a:cubicBezTo>
                    <a:pt x="6006" y="21057"/>
                    <a:pt x="7035" y="24518"/>
                    <a:pt x="8301" y="25446"/>
                  </a:cubicBezTo>
                  <a:cubicBezTo>
                    <a:pt x="8962" y="25939"/>
                    <a:pt x="10327" y="26160"/>
                    <a:pt x="11386" y="26160"/>
                  </a:cubicBezTo>
                  <a:cubicBezTo>
                    <a:pt x="12005" y="26160"/>
                    <a:pt x="12851" y="26090"/>
                    <a:pt x="13366" y="25749"/>
                  </a:cubicBezTo>
                  <a:cubicBezTo>
                    <a:pt x="14170" y="25212"/>
                    <a:pt x="14441" y="23992"/>
                    <a:pt x="14656" y="23013"/>
                  </a:cubicBezTo>
                  <a:cubicBezTo>
                    <a:pt x="14715" y="22749"/>
                    <a:pt x="14770" y="22499"/>
                    <a:pt x="14829" y="22302"/>
                  </a:cubicBezTo>
                  <a:cubicBezTo>
                    <a:pt x="15110" y="21332"/>
                    <a:pt x="15445" y="20311"/>
                    <a:pt x="15989" y="19399"/>
                  </a:cubicBezTo>
                  <a:cubicBezTo>
                    <a:pt x="16260" y="18928"/>
                    <a:pt x="16633" y="18534"/>
                    <a:pt x="17031" y="18120"/>
                  </a:cubicBezTo>
                  <a:cubicBezTo>
                    <a:pt x="17429" y="17703"/>
                    <a:pt x="18381" y="17272"/>
                    <a:pt x="18687" y="16745"/>
                  </a:cubicBezTo>
                  <a:cubicBezTo>
                    <a:pt x="19396" y="15535"/>
                    <a:pt x="19271" y="14188"/>
                    <a:pt x="19146" y="12881"/>
                  </a:cubicBezTo>
                  <a:cubicBezTo>
                    <a:pt x="19032" y="11686"/>
                    <a:pt x="18927" y="10556"/>
                    <a:pt x="19471" y="9635"/>
                  </a:cubicBezTo>
                  <a:cubicBezTo>
                    <a:pt x="19701" y="9247"/>
                    <a:pt x="19395" y="8893"/>
                    <a:pt x="19622" y="8551"/>
                  </a:cubicBezTo>
                  <a:cubicBezTo>
                    <a:pt x="20362" y="7433"/>
                    <a:pt x="21061" y="6378"/>
                    <a:pt x="21139" y="4675"/>
                  </a:cubicBezTo>
                  <a:cubicBezTo>
                    <a:pt x="21227" y="2669"/>
                    <a:pt x="20018" y="1101"/>
                    <a:pt x="175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44"/>
            <p:cNvSpPr/>
            <p:nvPr/>
          </p:nvSpPr>
          <p:spPr>
            <a:xfrm>
              <a:off x="4800247" y="2939436"/>
              <a:ext cx="729545" cy="784984"/>
            </a:xfrm>
            <a:custGeom>
              <a:avLst/>
              <a:gdLst/>
              <a:ahLst/>
              <a:cxnLst/>
              <a:rect l="l" t="t" r="r" b="b"/>
              <a:pathLst>
                <a:path w="21200" h="22811" extrusionOk="0">
                  <a:moveTo>
                    <a:pt x="15491" y="4420"/>
                  </a:moveTo>
                  <a:cubicBezTo>
                    <a:pt x="14471" y="4229"/>
                    <a:pt x="13403" y="3856"/>
                    <a:pt x="12376" y="3753"/>
                  </a:cubicBezTo>
                  <a:lnTo>
                    <a:pt x="11931" y="3642"/>
                  </a:lnTo>
                  <a:cubicBezTo>
                    <a:pt x="10095" y="3009"/>
                    <a:pt x="6312" y="5295"/>
                    <a:pt x="5422" y="2289"/>
                  </a:cubicBezTo>
                  <a:cubicBezTo>
                    <a:pt x="5267" y="1771"/>
                    <a:pt x="5640" y="1061"/>
                    <a:pt x="5171" y="641"/>
                  </a:cubicBezTo>
                  <a:cubicBezTo>
                    <a:pt x="4442" y="1"/>
                    <a:pt x="2787" y="624"/>
                    <a:pt x="2413" y="1303"/>
                  </a:cubicBezTo>
                  <a:cubicBezTo>
                    <a:pt x="1749" y="2485"/>
                    <a:pt x="1482" y="4230"/>
                    <a:pt x="944" y="5503"/>
                  </a:cubicBezTo>
                  <a:cubicBezTo>
                    <a:pt x="0" y="7734"/>
                    <a:pt x="88" y="9014"/>
                    <a:pt x="2489" y="10346"/>
                  </a:cubicBezTo>
                  <a:cubicBezTo>
                    <a:pt x="3699" y="11003"/>
                    <a:pt x="5122" y="11352"/>
                    <a:pt x="6457" y="11497"/>
                  </a:cubicBezTo>
                  <a:cubicBezTo>
                    <a:pt x="7592" y="11630"/>
                    <a:pt x="8751" y="11908"/>
                    <a:pt x="9291" y="13165"/>
                  </a:cubicBezTo>
                  <a:cubicBezTo>
                    <a:pt x="10079" y="15006"/>
                    <a:pt x="8850" y="17404"/>
                    <a:pt x="8831" y="19267"/>
                  </a:cubicBezTo>
                  <a:cubicBezTo>
                    <a:pt x="8806" y="21980"/>
                    <a:pt x="9914" y="22811"/>
                    <a:pt x="12723" y="22442"/>
                  </a:cubicBezTo>
                  <a:cubicBezTo>
                    <a:pt x="16335" y="21976"/>
                    <a:pt x="14972" y="18161"/>
                    <a:pt x="16138" y="15793"/>
                  </a:cubicBezTo>
                  <a:cubicBezTo>
                    <a:pt x="17046" y="13951"/>
                    <a:pt x="17762" y="11743"/>
                    <a:pt x="18937" y="10063"/>
                  </a:cubicBezTo>
                  <a:cubicBezTo>
                    <a:pt x="19665" y="9013"/>
                    <a:pt x="21200" y="8388"/>
                    <a:pt x="21008" y="6855"/>
                  </a:cubicBezTo>
                  <a:cubicBezTo>
                    <a:pt x="20761" y="4870"/>
                    <a:pt x="17089" y="4717"/>
                    <a:pt x="15491" y="442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44"/>
            <p:cNvSpPr/>
            <p:nvPr/>
          </p:nvSpPr>
          <p:spPr>
            <a:xfrm>
              <a:off x="4300096" y="1805166"/>
              <a:ext cx="697335" cy="888015"/>
            </a:xfrm>
            <a:custGeom>
              <a:avLst/>
              <a:gdLst/>
              <a:ahLst/>
              <a:cxnLst/>
              <a:rect l="l" t="t" r="r" b="b"/>
              <a:pathLst>
                <a:path w="20264" h="25805" extrusionOk="0">
                  <a:moveTo>
                    <a:pt x="17226" y="16341"/>
                  </a:moveTo>
                  <a:cubicBezTo>
                    <a:pt x="18504" y="14166"/>
                    <a:pt x="16779" y="11317"/>
                    <a:pt x="18013" y="9231"/>
                  </a:cubicBezTo>
                  <a:cubicBezTo>
                    <a:pt x="18998" y="7556"/>
                    <a:pt x="20069" y="6540"/>
                    <a:pt x="20164" y="4458"/>
                  </a:cubicBezTo>
                  <a:cubicBezTo>
                    <a:pt x="20264" y="2195"/>
                    <a:pt x="18533" y="852"/>
                    <a:pt x="16413" y="1"/>
                  </a:cubicBezTo>
                  <a:cubicBezTo>
                    <a:pt x="14670" y="497"/>
                    <a:pt x="12967" y="1134"/>
                    <a:pt x="11323" y="1922"/>
                  </a:cubicBezTo>
                  <a:cubicBezTo>
                    <a:pt x="6916" y="4008"/>
                    <a:pt x="3062" y="7055"/>
                    <a:pt x="0" y="10776"/>
                  </a:cubicBezTo>
                  <a:cubicBezTo>
                    <a:pt x="798" y="10431"/>
                    <a:pt x="1734" y="10546"/>
                    <a:pt x="2707" y="11140"/>
                  </a:cubicBezTo>
                  <a:cubicBezTo>
                    <a:pt x="4158" y="12008"/>
                    <a:pt x="6760" y="12735"/>
                    <a:pt x="6872" y="14798"/>
                  </a:cubicBezTo>
                  <a:cubicBezTo>
                    <a:pt x="6970" y="16526"/>
                    <a:pt x="5339" y="17673"/>
                    <a:pt x="5639" y="19575"/>
                  </a:cubicBezTo>
                  <a:cubicBezTo>
                    <a:pt x="5850" y="20883"/>
                    <a:pt x="6880" y="24122"/>
                    <a:pt x="7972" y="24922"/>
                  </a:cubicBezTo>
                  <a:cubicBezTo>
                    <a:pt x="8858" y="25585"/>
                    <a:pt x="11675" y="25804"/>
                    <a:pt x="12568" y="25213"/>
                  </a:cubicBezTo>
                  <a:cubicBezTo>
                    <a:pt x="13437" y="24634"/>
                    <a:pt x="13598" y="22909"/>
                    <a:pt x="13867" y="21989"/>
                  </a:cubicBezTo>
                  <a:cubicBezTo>
                    <a:pt x="14169" y="20954"/>
                    <a:pt x="14512" y="19924"/>
                    <a:pt x="15065" y="18997"/>
                  </a:cubicBezTo>
                  <a:cubicBezTo>
                    <a:pt x="15648" y="17981"/>
                    <a:pt x="16654" y="17327"/>
                    <a:pt x="17226" y="1634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44"/>
            <p:cNvSpPr/>
            <p:nvPr/>
          </p:nvSpPr>
          <p:spPr>
            <a:xfrm>
              <a:off x="4013405" y="2262680"/>
              <a:ext cx="708381" cy="1513565"/>
            </a:xfrm>
            <a:custGeom>
              <a:avLst/>
              <a:gdLst/>
              <a:ahLst/>
              <a:cxnLst/>
              <a:rect l="l" t="t" r="r" b="b"/>
              <a:pathLst>
                <a:path w="20585" h="43983" extrusionOk="0">
                  <a:moveTo>
                    <a:pt x="13935" y="29258"/>
                  </a:moveTo>
                  <a:cubicBezTo>
                    <a:pt x="11951" y="28401"/>
                    <a:pt x="9856" y="27478"/>
                    <a:pt x="8024" y="26376"/>
                  </a:cubicBezTo>
                  <a:cubicBezTo>
                    <a:pt x="7489" y="26045"/>
                    <a:pt x="5872" y="25282"/>
                    <a:pt x="5815" y="24610"/>
                  </a:cubicBezTo>
                  <a:cubicBezTo>
                    <a:pt x="5733" y="23624"/>
                    <a:pt x="8131" y="23204"/>
                    <a:pt x="8862" y="22980"/>
                  </a:cubicBezTo>
                  <a:cubicBezTo>
                    <a:pt x="9887" y="22659"/>
                    <a:pt x="10646" y="22509"/>
                    <a:pt x="11432" y="21788"/>
                  </a:cubicBezTo>
                  <a:cubicBezTo>
                    <a:pt x="12391" y="20917"/>
                    <a:pt x="12998" y="19715"/>
                    <a:pt x="14005" y="18875"/>
                  </a:cubicBezTo>
                  <a:cubicBezTo>
                    <a:pt x="15717" y="17449"/>
                    <a:pt x="18854" y="16518"/>
                    <a:pt x="16529" y="14202"/>
                  </a:cubicBezTo>
                  <a:cubicBezTo>
                    <a:pt x="15759" y="13434"/>
                    <a:pt x="15057" y="12558"/>
                    <a:pt x="14145" y="11929"/>
                  </a:cubicBezTo>
                  <a:cubicBezTo>
                    <a:pt x="13560" y="11516"/>
                    <a:pt x="12739" y="10711"/>
                    <a:pt x="12134" y="10429"/>
                  </a:cubicBezTo>
                  <a:cubicBezTo>
                    <a:pt x="10457" y="9694"/>
                    <a:pt x="10596" y="12048"/>
                    <a:pt x="9780" y="12877"/>
                  </a:cubicBezTo>
                  <a:cubicBezTo>
                    <a:pt x="8353" y="14305"/>
                    <a:pt x="5581" y="13754"/>
                    <a:pt x="6359" y="11471"/>
                  </a:cubicBezTo>
                  <a:cubicBezTo>
                    <a:pt x="6924" y="9826"/>
                    <a:pt x="7790" y="7898"/>
                    <a:pt x="9575" y="7806"/>
                  </a:cubicBezTo>
                  <a:cubicBezTo>
                    <a:pt x="9993" y="7785"/>
                    <a:pt x="10991" y="7637"/>
                    <a:pt x="11366" y="7851"/>
                  </a:cubicBezTo>
                  <a:cubicBezTo>
                    <a:pt x="11630" y="7997"/>
                    <a:pt x="11810" y="8610"/>
                    <a:pt x="11993" y="8698"/>
                  </a:cubicBezTo>
                  <a:cubicBezTo>
                    <a:pt x="12633" y="9032"/>
                    <a:pt x="13099" y="8837"/>
                    <a:pt x="13348" y="7823"/>
                  </a:cubicBezTo>
                  <a:cubicBezTo>
                    <a:pt x="13683" y="6486"/>
                    <a:pt x="11313" y="5004"/>
                    <a:pt x="10197" y="4128"/>
                  </a:cubicBezTo>
                  <a:cubicBezTo>
                    <a:pt x="8836" y="3061"/>
                    <a:pt x="6106" y="2022"/>
                    <a:pt x="6485" y="0"/>
                  </a:cubicBezTo>
                  <a:cubicBezTo>
                    <a:pt x="5508" y="1456"/>
                    <a:pt x="4630" y="2967"/>
                    <a:pt x="3891" y="4574"/>
                  </a:cubicBezTo>
                  <a:cubicBezTo>
                    <a:pt x="3891" y="4574"/>
                    <a:pt x="3891" y="4577"/>
                    <a:pt x="3888" y="4577"/>
                  </a:cubicBezTo>
                  <a:cubicBezTo>
                    <a:pt x="671" y="11566"/>
                    <a:pt x="1" y="19498"/>
                    <a:pt x="2009" y="26923"/>
                  </a:cubicBezTo>
                  <a:cubicBezTo>
                    <a:pt x="2026" y="26983"/>
                    <a:pt x="2046" y="27039"/>
                    <a:pt x="2058" y="27099"/>
                  </a:cubicBezTo>
                  <a:cubicBezTo>
                    <a:pt x="2251" y="27210"/>
                    <a:pt x="2463" y="27315"/>
                    <a:pt x="2723" y="27403"/>
                  </a:cubicBezTo>
                  <a:cubicBezTo>
                    <a:pt x="4167" y="27942"/>
                    <a:pt x="5633" y="28402"/>
                    <a:pt x="7069" y="29010"/>
                  </a:cubicBezTo>
                  <a:cubicBezTo>
                    <a:pt x="8934" y="29807"/>
                    <a:pt x="8937" y="29895"/>
                    <a:pt x="9003" y="31882"/>
                  </a:cubicBezTo>
                  <a:cubicBezTo>
                    <a:pt x="9061" y="33666"/>
                    <a:pt x="9241" y="35475"/>
                    <a:pt x="9121" y="37269"/>
                  </a:cubicBezTo>
                  <a:cubicBezTo>
                    <a:pt x="9061" y="38066"/>
                    <a:pt x="8871" y="38853"/>
                    <a:pt x="8658" y="39628"/>
                  </a:cubicBezTo>
                  <a:cubicBezTo>
                    <a:pt x="10004" y="41219"/>
                    <a:pt x="11505" y="42670"/>
                    <a:pt x="13135" y="43982"/>
                  </a:cubicBezTo>
                  <a:cubicBezTo>
                    <a:pt x="13603" y="43198"/>
                    <a:pt x="14021" y="42437"/>
                    <a:pt x="14311" y="42015"/>
                  </a:cubicBezTo>
                  <a:cubicBezTo>
                    <a:pt x="15222" y="40663"/>
                    <a:pt x="16090" y="39168"/>
                    <a:pt x="17171" y="37952"/>
                  </a:cubicBezTo>
                  <a:cubicBezTo>
                    <a:pt x="18330" y="36635"/>
                    <a:pt x="20584" y="34912"/>
                    <a:pt x="20407" y="32920"/>
                  </a:cubicBezTo>
                  <a:cubicBezTo>
                    <a:pt x="20222" y="30856"/>
                    <a:pt x="15471" y="29924"/>
                    <a:pt x="13935" y="2925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44"/>
            <p:cNvSpPr/>
            <p:nvPr/>
          </p:nvSpPr>
          <p:spPr>
            <a:xfrm>
              <a:off x="4919452" y="2176718"/>
              <a:ext cx="1376397" cy="1324021"/>
            </a:xfrm>
            <a:custGeom>
              <a:avLst/>
              <a:gdLst/>
              <a:ahLst/>
              <a:cxnLst/>
              <a:rect l="l" t="t" r="r" b="b"/>
              <a:pathLst>
                <a:path w="39997" h="38475" extrusionOk="0">
                  <a:moveTo>
                    <a:pt x="39262" y="12288"/>
                  </a:moveTo>
                  <a:lnTo>
                    <a:pt x="39262" y="12276"/>
                  </a:lnTo>
                  <a:cubicBezTo>
                    <a:pt x="38409" y="9129"/>
                    <a:pt x="37107" y="6173"/>
                    <a:pt x="35431" y="3468"/>
                  </a:cubicBezTo>
                  <a:cubicBezTo>
                    <a:pt x="34826" y="3274"/>
                    <a:pt x="34207" y="3174"/>
                    <a:pt x="33585" y="3220"/>
                  </a:cubicBezTo>
                  <a:cubicBezTo>
                    <a:pt x="32917" y="3259"/>
                    <a:pt x="32075" y="3619"/>
                    <a:pt x="31408" y="3451"/>
                  </a:cubicBezTo>
                  <a:cubicBezTo>
                    <a:pt x="30830" y="3304"/>
                    <a:pt x="30454" y="2729"/>
                    <a:pt x="29945" y="2437"/>
                  </a:cubicBezTo>
                  <a:lnTo>
                    <a:pt x="29726" y="1989"/>
                  </a:lnTo>
                  <a:cubicBezTo>
                    <a:pt x="28277" y="2503"/>
                    <a:pt x="26418" y="1982"/>
                    <a:pt x="24810" y="2590"/>
                  </a:cubicBezTo>
                  <a:cubicBezTo>
                    <a:pt x="24053" y="2879"/>
                    <a:pt x="23355" y="3182"/>
                    <a:pt x="22668" y="3613"/>
                  </a:cubicBezTo>
                  <a:cubicBezTo>
                    <a:pt x="22074" y="3977"/>
                    <a:pt x="21443" y="4387"/>
                    <a:pt x="20931" y="4870"/>
                  </a:cubicBezTo>
                  <a:cubicBezTo>
                    <a:pt x="20523" y="5268"/>
                    <a:pt x="20192" y="6173"/>
                    <a:pt x="19739" y="6434"/>
                  </a:cubicBezTo>
                  <a:cubicBezTo>
                    <a:pt x="18043" y="7433"/>
                    <a:pt x="16672" y="5828"/>
                    <a:pt x="17838" y="4359"/>
                  </a:cubicBezTo>
                  <a:cubicBezTo>
                    <a:pt x="18643" y="3342"/>
                    <a:pt x="20662" y="2440"/>
                    <a:pt x="20399" y="918"/>
                  </a:cubicBezTo>
                  <a:cubicBezTo>
                    <a:pt x="17778" y="1"/>
                    <a:pt x="15652" y="926"/>
                    <a:pt x="15658" y="3638"/>
                  </a:cubicBezTo>
                  <a:cubicBezTo>
                    <a:pt x="15667" y="5313"/>
                    <a:pt x="15323" y="6892"/>
                    <a:pt x="15331" y="8560"/>
                  </a:cubicBezTo>
                  <a:cubicBezTo>
                    <a:pt x="15336" y="9578"/>
                    <a:pt x="15593" y="10312"/>
                    <a:pt x="14587" y="10645"/>
                  </a:cubicBezTo>
                  <a:cubicBezTo>
                    <a:pt x="13411" y="11023"/>
                    <a:pt x="12966" y="10214"/>
                    <a:pt x="12412" y="9379"/>
                  </a:cubicBezTo>
                  <a:cubicBezTo>
                    <a:pt x="11685" y="8279"/>
                    <a:pt x="11231" y="6792"/>
                    <a:pt x="9666" y="7133"/>
                  </a:cubicBezTo>
                  <a:cubicBezTo>
                    <a:pt x="7787" y="7552"/>
                    <a:pt x="7032" y="10096"/>
                    <a:pt x="6026" y="11439"/>
                  </a:cubicBezTo>
                  <a:cubicBezTo>
                    <a:pt x="5367" y="12324"/>
                    <a:pt x="4497" y="13083"/>
                    <a:pt x="4040" y="14068"/>
                  </a:cubicBezTo>
                  <a:cubicBezTo>
                    <a:pt x="3830" y="14513"/>
                    <a:pt x="3873" y="15373"/>
                    <a:pt x="3294" y="15514"/>
                  </a:cubicBezTo>
                  <a:cubicBezTo>
                    <a:pt x="2563" y="15695"/>
                    <a:pt x="2348" y="14744"/>
                    <a:pt x="1714" y="14614"/>
                  </a:cubicBezTo>
                  <a:cubicBezTo>
                    <a:pt x="223" y="14345"/>
                    <a:pt x="1" y="16397"/>
                    <a:pt x="157" y="17489"/>
                  </a:cubicBezTo>
                  <a:cubicBezTo>
                    <a:pt x="747" y="21737"/>
                    <a:pt x="4252" y="22786"/>
                    <a:pt x="7911" y="24064"/>
                  </a:cubicBezTo>
                  <a:cubicBezTo>
                    <a:pt x="10368" y="24921"/>
                    <a:pt x="12857" y="24861"/>
                    <a:pt x="15287" y="26020"/>
                  </a:cubicBezTo>
                  <a:cubicBezTo>
                    <a:pt x="16366" y="26522"/>
                    <a:pt x="17474" y="27060"/>
                    <a:pt x="18293" y="27904"/>
                  </a:cubicBezTo>
                  <a:cubicBezTo>
                    <a:pt x="18618" y="28249"/>
                    <a:pt x="19480" y="28930"/>
                    <a:pt x="19651" y="29341"/>
                  </a:cubicBezTo>
                  <a:cubicBezTo>
                    <a:pt x="20179" y="30598"/>
                    <a:pt x="19212" y="32690"/>
                    <a:pt x="21647" y="32646"/>
                  </a:cubicBezTo>
                  <a:cubicBezTo>
                    <a:pt x="24094" y="32601"/>
                    <a:pt x="22996" y="29336"/>
                    <a:pt x="24207" y="28178"/>
                  </a:cubicBezTo>
                  <a:cubicBezTo>
                    <a:pt x="25025" y="27404"/>
                    <a:pt x="25775" y="28091"/>
                    <a:pt x="26415" y="28927"/>
                  </a:cubicBezTo>
                  <a:cubicBezTo>
                    <a:pt x="27012" y="29731"/>
                    <a:pt x="26957" y="29979"/>
                    <a:pt x="26817" y="30918"/>
                  </a:cubicBezTo>
                  <a:cubicBezTo>
                    <a:pt x="26605" y="32390"/>
                    <a:pt x="26858" y="33987"/>
                    <a:pt x="28058" y="35107"/>
                  </a:cubicBezTo>
                  <a:cubicBezTo>
                    <a:pt x="31655" y="38475"/>
                    <a:pt x="29516" y="30086"/>
                    <a:pt x="29739" y="28836"/>
                  </a:cubicBezTo>
                  <a:cubicBezTo>
                    <a:pt x="30033" y="27218"/>
                    <a:pt x="31768" y="25433"/>
                    <a:pt x="32719" y="24109"/>
                  </a:cubicBezTo>
                  <a:cubicBezTo>
                    <a:pt x="33442" y="23094"/>
                    <a:pt x="34311" y="22656"/>
                    <a:pt x="35252" y="21911"/>
                  </a:cubicBezTo>
                  <a:cubicBezTo>
                    <a:pt x="36586" y="20848"/>
                    <a:pt x="37086" y="19061"/>
                    <a:pt x="38258" y="17824"/>
                  </a:cubicBezTo>
                  <a:cubicBezTo>
                    <a:pt x="38949" y="17095"/>
                    <a:pt x="39528" y="16519"/>
                    <a:pt x="39996" y="15939"/>
                  </a:cubicBezTo>
                  <a:cubicBezTo>
                    <a:pt x="39815" y="14710"/>
                    <a:pt x="39584" y="13495"/>
                    <a:pt x="39262" y="1228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44"/>
            <p:cNvSpPr/>
            <p:nvPr/>
          </p:nvSpPr>
          <p:spPr>
            <a:xfrm>
              <a:off x="5861597" y="3386936"/>
              <a:ext cx="331943" cy="349321"/>
            </a:xfrm>
            <a:custGeom>
              <a:avLst/>
              <a:gdLst/>
              <a:ahLst/>
              <a:cxnLst/>
              <a:rect l="l" t="t" r="r" b="b"/>
              <a:pathLst>
                <a:path w="9646" h="10151" extrusionOk="0">
                  <a:moveTo>
                    <a:pt x="6890" y="692"/>
                  </a:moveTo>
                  <a:cubicBezTo>
                    <a:pt x="4710" y="1340"/>
                    <a:pt x="4119" y="2506"/>
                    <a:pt x="3103" y="4503"/>
                  </a:cubicBezTo>
                  <a:cubicBezTo>
                    <a:pt x="2588" y="5520"/>
                    <a:pt x="1" y="8269"/>
                    <a:pt x="835" y="9566"/>
                  </a:cubicBezTo>
                  <a:cubicBezTo>
                    <a:pt x="1062" y="9920"/>
                    <a:pt x="1527" y="10092"/>
                    <a:pt x="2071" y="10151"/>
                  </a:cubicBezTo>
                  <a:cubicBezTo>
                    <a:pt x="5201" y="7353"/>
                    <a:pt x="7780" y="3974"/>
                    <a:pt x="9645" y="155"/>
                  </a:cubicBezTo>
                  <a:cubicBezTo>
                    <a:pt x="8845" y="0"/>
                    <a:pt x="7436" y="537"/>
                    <a:pt x="6890" y="69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44"/>
            <p:cNvSpPr/>
            <p:nvPr/>
          </p:nvSpPr>
          <p:spPr>
            <a:xfrm>
              <a:off x="4581934" y="1759913"/>
              <a:ext cx="1226909" cy="645751"/>
            </a:xfrm>
            <a:custGeom>
              <a:avLst/>
              <a:gdLst/>
              <a:ahLst/>
              <a:cxnLst/>
              <a:rect l="l" t="t" r="r" b="b"/>
              <a:pathLst>
                <a:path w="35653" h="18765" extrusionOk="0">
                  <a:moveTo>
                    <a:pt x="17152" y="0"/>
                  </a:moveTo>
                  <a:cubicBezTo>
                    <a:pt x="13317" y="0"/>
                    <a:pt x="9523" y="787"/>
                    <a:pt x="6553" y="2387"/>
                  </a:cubicBezTo>
                  <a:cubicBezTo>
                    <a:pt x="138" y="5835"/>
                    <a:pt x="0" y="11766"/>
                    <a:pt x="6213" y="15630"/>
                  </a:cubicBezTo>
                  <a:cubicBezTo>
                    <a:pt x="9550" y="17707"/>
                    <a:pt x="14040" y="18765"/>
                    <a:pt x="18476" y="18765"/>
                  </a:cubicBezTo>
                  <a:cubicBezTo>
                    <a:pt x="22301" y="18765"/>
                    <a:pt x="26087" y="17978"/>
                    <a:pt x="29058" y="16381"/>
                  </a:cubicBezTo>
                  <a:cubicBezTo>
                    <a:pt x="35469" y="12931"/>
                    <a:pt x="35652" y="7004"/>
                    <a:pt x="29437" y="3136"/>
                  </a:cubicBezTo>
                  <a:cubicBezTo>
                    <a:pt x="26101" y="1058"/>
                    <a:pt x="21599" y="0"/>
                    <a:pt x="17152" y="0"/>
                  </a:cubicBezTo>
                  <a:close/>
                </a:path>
              </a:pathLst>
            </a:custGeom>
            <a:solidFill>
              <a:srgbClr val="FFFFFF">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44"/>
            <p:cNvSpPr/>
            <p:nvPr/>
          </p:nvSpPr>
          <p:spPr>
            <a:xfrm>
              <a:off x="4038939" y="2706636"/>
              <a:ext cx="2292939" cy="1323298"/>
            </a:xfrm>
            <a:custGeom>
              <a:avLst/>
              <a:gdLst/>
              <a:ahLst/>
              <a:cxnLst/>
              <a:rect l="l" t="t" r="r" b="b"/>
              <a:pathLst>
                <a:path w="66631" h="38454" extrusionOk="0">
                  <a:moveTo>
                    <a:pt x="546" y="0"/>
                  </a:moveTo>
                  <a:cubicBezTo>
                    <a:pt x="142" y="2417"/>
                    <a:pt x="0" y="4893"/>
                    <a:pt x="150" y="7393"/>
                  </a:cubicBezTo>
                  <a:cubicBezTo>
                    <a:pt x="720" y="17093"/>
                    <a:pt x="5699" y="26237"/>
                    <a:pt x="13499" y="31993"/>
                  </a:cubicBezTo>
                  <a:cubicBezTo>
                    <a:pt x="19190" y="36196"/>
                    <a:pt x="26104" y="38453"/>
                    <a:pt x="33143" y="38453"/>
                  </a:cubicBezTo>
                  <a:cubicBezTo>
                    <a:pt x="33775" y="38453"/>
                    <a:pt x="34408" y="38435"/>
                    <a:pt x="35042" y="38398"/>
                  </a:cubicBezTo>
                  <a:cubicBezTo>
                    <a:pt x="35042" y="38399"/>
                    <a:pt x="35043" y="38399"/>
                    <a:pt x="35044" y="38399"/>
                  </a:cubicBezTo>
                  <a:cubicBezTo>
                    <a:pt x="35047" y="38399"/>
                    <a:pt x="35052" y="38396"/>
                    <a:pt x="35055" y="38395"/>
                  </a:cubicBezTo>
                  <a:cubicBezTo>
                    <a:pt x="42752" y="37940"/>
                    <a:pt x="50082" y="34780"/>
                    <a:pt x="55696" y="29503"/>
                  </a:cubicBezTo>
                  <a:cubicBezTo>
                    <a:pt x="62859" y="22776"/>
                    <a:pt x="66631" y="13283"/>
                    <a:pt x="66051" y="3494"/>
                  </a:cubicBezTo>
                  <a:cubicBezTo>
                    <a:pt x="66050" y="3488"/>
                    <a:pt x="66050" y="3488"/>
                    <a:pt x="66048" y="3487"/>
                  </a:cubicBezTo>
                  <a:cubicBezTo>
                    <a:pt x="66034" y="3245"/>
                    <a:pt x="65988" y="3017"/>
                    <a:pt x="65969" y="2779"/>
                  </a:cubicBezTo>
                  <a:cubicBezTo>
                    <a:pt x="65514" y="7367"/>
                    <a:pt x="62227" y="11807"/>
                    <a:pt x="56072" y="15121"/>
                  </a:cubicBezTo>
                  <a:cubicBezTo>
                    <a:pt x="50055" y="18358"/>
                    <a:pt x="42389" y="19950"/>
                    <a:pt x="34640" y="19950"/>
                  </a:cubicBezTo>
                  <a:cubicBezTo>
                    <a:pt x="25653" y="19950"/>
                    <a:pt x="16555" y="17808"/>
                    <a:pt x="9791" y="13604"/>
                  </a:cubicBezTo>
                  <a:cubicBezTo>
                    <a:pt x="3551" y="9721"/>
                    <a:pt x="483" y="4814"/>
                    <a:pt x="54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44"/>
            <p:cNvSpPr/>
            <p:nvPr/>
          </p:nvSpPr>
          <p:spPr>
            <a:xfrm>
              <a:off x="4528216" y="1417853"/>
              <a:ext cx="142709" cy="172820"/>
            </a:xfrm>
            <a:custGeom>
              <a:avLst/>
              <a:gdLst/>
              <a:ahLst/>
              <a:cxnLst/>
              <a:rect l="l" t="t" r="r" b="b"/>
              <a:pathLst>
                <a:path w="4147" h="5022" extrusionOk="0">
                  <a:moveTo>
                    <a:pt x="1269" y="0"/>
                  </a:moveTo>
                  <a:cubicBezTo>
                    <a:pt x="1238" y="0"/>
                    <a:pt x="1209" y="5"/>
                    <a:pt x="1184" y="16"/>
                  </a:cubicBezTo>
                  <a:lnTo>
                    <a:pt x="116" y="507"/>
                  </a:lnTo>
                  <a:cubicBezTo>
                    <a:pt x="43" y="539"/>
                    <a:pt x="0" y="631"/>
                    <a:pt x="21" y="707"/>
                  </a:cubicBezTo>
                  <a:lnTo>
                    <a:pt x="1133" y="4928"/>
                  </a:lnTo>
                  <a:cubicBezTo>
                    <a:pt x="1149" y="4986"/>
                    <a:pt x="1195" y="5022"/>
                    <a:pt x="1248" y="5022"/>
                  </a:cubicBezTo>
                  <a:cubicBezTo>
                    <a:pt x="1266" y="5022"/>
                    <a:pt x="1285" y="5017"/>
                    <a:pt x="1304" y="5008"/>
                  </a:cubicBezTo>
                  <a:lnTo>
                    <a:pt x="4147" y="3705"/>
                  </a:lnTo>
                  <a:lnTo>
                    <a:pt x="1487" y="30"/>
                  </a:lnTo>
                  <a:cubicBezTo>
                    <a:pt x="1401" y="16"/>
                    <a:pt x="1329" y="0"/>
                    <a:pt x="12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44"/>
            <p:cNvSpPr/>
            <p:nvPr/>
          </p:nvSpPr>
          <p:spPr>
            <a:xfrm>
              <a:off x="4787514" y="1451061"/>
              <a:ext cx="46939" cy="46147"/>
            </a:xfrm>
            <a:custGeom>
              <a:avLst/>
              <a:gdLst/>
              <a:ahLst/>
              <a:cxnLst/>
              <a:rect l="l" t="t" r="r" b="b"/>
              <a:pathLst>
                <a:path w="1364" h="1341" extrusionOk="0">
                  <a:moveTo>
                    <a:pt x="534" y="0"/>
                  </a:moveTo>
                  <a:cubicBezTo>
                    <a:pt x="507" y="0"/>
                    <a:pt x="480" y="5"/>
                    <a:pt x="457" y="16"/>
                  </a:cubicBezTo>
                  <a:lnTo>
                    <a:pt x="127" y="165"/>
                  </a:lnTo>
                  <a:cubicBezTo>
                    <a:pt x="56" y="200"/>
                    <a:pt x="0" y="291"/>
                    <a:pt x="7" y="371"/>
                  </a:cubicBezTo>
                  <a:lnTo>
                    <a:pt x="85" y="1245"/>
                  </a:lnTo>
                  <a:cubicBezTo>
                    <a:pt x="90" y="1305"/>
                    <a:pt x="128" y="1340"/>
                    <a:pt x="177" y="1340"/>
                  </a:cubicBezTo>
                  <a:cubicBezTo>
                    <a:pt x="194" y="1340"/>
                    <a:pt x="211" y="1336"/>
                    <a:pt x="230" y="1328"/>
                  </a:cubicBezTo>
                  <a:lnTo>
                    <a:pt x="1293" y="842"/>
                  </a:lnTo>
                  <a:lnTo>
                    <a:pt x="1337" y="822"/>
                  </a:lnTo>
                  <a:cubicBezTo>
                    <a:pt x="1364" y="810"/>
                    <a:pt x="1337" y="754"/>
                    <a:pt x="1283" y="696"/>
                  </a:cubicBezTo>
                  <a:lnTo>
                    <a:pt x="689" y="62"/>
                  </a:lnTo>
                  <a:cubicBezTo>
                    <a:pt x="651" y="23"/>
                    <a:pt x="591" y="0"/>
                    <a:pt x="5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44"/>
            <p:cNvSpPr/>
            <p:nvPr/>
          </p:nvSpPr>
          <p:spPr>
            <a:xfrm>
              <a:off x="4413622" y="1467923"/>
              <a:ext cx="463640" cy="241060"/>
            </a:xfrm>
            <a:custGeom>
              <a:avLst/>
              <a:gdLst/>
              <a:ahLst/>
              <a:cxnLst/>
              <a:rect l="l" t="t" r="r" b="b"/>
              <a:pathLst>
                <a:path w="13473" h="7005" extrusionOk="0">
                  <a:moveTo>
                    <a:pt x="12770" y="0"/>
                  </a:moveTo>
                  <a:cubicBezTo>
                    <a:pt x="12310" y="0"/>
                    <a:pt x="11729" y="171"/>
                    <a:pt x="11294" y="377"/>
                  </a:cubicBezTo>
                  <a:lnTo>
                    <a:pt x="3054" y="4298"/>
                  </a:lnTo>
                  <a:cubicBezTo>
                    <a:pt x="2303" y="4649"/>
                    <a:pt x="0" y="6270"/>
                    <a:pt x="257" y="6809"/>
                  </a:cubicBezTo>
                  <a:cubicBezTo>
                    <a:pt x="322" y="6948"/>
                    <a:pt x="547" y="7004"/>
                    <a:pt x="858" y="7004"/>
                  </a:cubicBezTo>
                  <a:cubicBezTo>
                    <a:pt x="1769" y="7004"/>
                    <a:pt x="3420" y="6526"/>
                    <a:pt x="3976" y="6263"/>
                  </a:cubicBezTo>
                  <a:lnTo>
                    <a:pt x="9739" y="3552"/>
                  </a:lnTo>
                  <a:lnTo>
                    <a:pt x="13472" y="313"/>
                  </a:lnTo>
                  <a:cubicBezTo>
                    <a:pt x="13366" y="88"/>
                    <a:pt x="13099" y="0"/>
                    <a:pt x="12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44"/>
            <p:cNvSpPr/>
            <p:nvPr/>
          </p:nvSpPr>
          <p:spPr>
            <a:xfrm>
              <a:off x="4811913" y="1482962"/>
              <a:ext cx="97009" cy="28218"/>
            </a:xfrm>
            <a:custGeom>
              <a:avLst/>
              <a:gdLst/>
              <a:ahLst/>
              <a:cxnLst/>
              <a:rect l="l" t="t" r="r" b="b"/>
              <a:pathLst>
                <a:path w="2819" h="820" extrusionOk="0">
                  <a:moveTo>
                    <a:pt x="1228" y="0"/>
                  </a:moveTo>
                  <a:lnTo>
                    <a:pt x="1139" y="41"/>
                  </a:lnTo>
                  <a:lnTo>
                    <a:pt x="77" y="527"/>
                  </a:lnTo>
                  <a:cubicBezTo>
                    <a:pt x="1" y="560"/>
                    <a:pt x="7" y="596"/>
                    <a:pt x="87" y="606"/>
                  </a:cubicBezTo>
                  <a:lnTo>
                    <a:pt x="868" y="707"/>
                  </a:lnTo>
                  <a:lnTo>
                    <a:pt x="2138" y="818"/>
                  </a:lnTo>
                  <a:cubicBezTo>
                    <a:pt x="2149" y="819"/>
                    <a:pt x="2160" y="819"/>
                    <a:pt x="2172" y="819"/>
                  </a:cubicBezTo>
                  <a:cubicBezTo>
                    <a:pt x="2250" y="819"/>
                    <a:pt x="2353" y="799"/>
                    <a:pt x="2416" y="771"/>
                  </a:cubicBezTo>
                  <a:lnTo>
                    <a:pt x="2747" y="622"/>
                  </a:lnTo>
                  <a:cubicBezTo>
                    <a:pt x="2819" y="590"/>
                    <a:pt x="2816" y="541"/>
                    <a:pt x="2740" y="515"/>
                  </a:cubicBezTo>
                  <a:lnTo>
                    <a:pt x="12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44"/>
            <p:cNvSpPr/>
            <p:nvPr/>
          </p:nvSpPr>
          <p:spPr>
            <a:xfrm>
              <a:off x="4792435" y="1413724"/>
              <a:ext cx="65281" cy="80284"/>
            </a:xfrm>
            <a:custGeom>
              <a:avLst/>
              <a:gdLst/>
              <a:ahLst/>
              <a:cxnLst/>
              <a:rect l="l" t="t" r="r" b="b"/>
              <a:pathLst>
                <a:path w="1897" h="2333" extrusionOk="0">
                  <a:moveTo>
                    <a:pt x="1738" y="1"/>
                  </a:moveTo>
                  <a:cubicBezTo>
                    <a:pt x="1722" y="1"/>
                    <a:pt x="1704" y="5"/>
                    <a:pt x="1686" y="14"/>
                  </a:cubicBezTo>
                  <a:lnTo>
                    <a:pt x="1357" y="161"/>
                  </a:lnTo>
                  <a:cubicBezTo>
                    <a:pt x="1282" y="195"/>
                    <a:pt x="1191" y="277"/>
                    <a:pt x="1150" y="349"/>
                  </a:cubicBezTo>
                  <a:lnTo>
                    <a:pt x="0" y="2332"/>
                  </a:lnTo>
                  <a:cubicBezTo>
                    <a:pt x="0" y="2332"/>
                    <a:pt x="495" y="2034"/>
                    <a:pt x="1124" y="1815"/>
                  </a:cubicBezTo>
                  <a:cubicBezTo>
                    <a:pt x="1615" y="1645"/>
                    <a:pt x="1879" y="1642"/>
                    <a:pt x="1896" y="1642"/>
                  </a:cubicBezTo>
                  <a:cubicBezTo>
                    <a:pt x="1896" y="1642"/>
                    <a:pt x="1897" y="1642"/>
                    <a:pt x="1897" y="1642"/>
                  </a:cubicBezTo>
                  <a:lnTo>
                    <a:pt x="1826" y="98"/>
                  </a:lnTo>
                  <a:cubicBezTo>
                    <a:pt x="1823" y="38"/>
                    <a:pt x="1787" y="1"/>
                    <a:pt x="17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44"/>
            <p:cNvSpPr/>
            <p:nvPr/>
          </p:nvSpPr>
          <p:spPr>
            <a:xfrm>
              <a:off x="4636375" y="1584100"/>
              <a:ext cx="297152" cy="101620"/>
            </a:xfrm>
            <a:custGeom>
              <a:avLst/>
              <a:gdLst/>
              <a:ahLst/>
              <a:cxnLst/>
              <a:rect l="l" t="t" r="r" b="b"/>
              <a:pathLst>
                <a:path w="8635" h="2953" extrusionOk="0">
                  <a:moveTo>
                    <a:pt x="2833" y="0"/>
                  </a:moveTo>
                  <a:lnTo>
                    <a:pt x="2449" y="176"/>
                  </a:lnTo>
                  <a:lnTo>
                    <a:pt x="75" y="1260"/>
                  </a:lnTo>
                  <a:cubicBezTo>
                    <a:pt x="0" y="1294"/>
                    <a:pt x="6" y="1335"/>
                    <a:pt x="83" y="1352"/>
                  </a:cubicBezTo>
                  <a:lnTo>
                    <a:pt x="7214" y="2944"/>
                  </a:lnTo>
                  <a:cubicBezTo>
                    <a:pt x="7239" y="2950"/>
                    <a:pt x="7269" y="2953"/>
                    <a:pt x="7299" y="2953"/>
                  </a:cubicBezTo>
                  <a:cubicBezTo>
                    <a:pt x="7366" y="2953"/>
                    <a:pt x="7439" y="2940"/>
                    <a:pt x="7489" y="2918"/>
                  </a:cubicBezTo>
                  <a:lnTo>
                    <a:pt x="8562" y="2430"/>
                  </a:lnTo>
                  <a:cubicBezTo>
                    <a:pt x="8635" y="2398"/>
                    <a:pt x="8634" y="2347"/>
                    <a:pt x="8560" y="2318"/>
                  </a:cubicBezTo>
                  <a:lnTo>
                    <a:pt x="28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44"/>
            <p:cNvSpPr/>
            <p:nvPr/>
          </p:nvSpPr>
          <p:spPr>
            <a:xfrm>
              <a:off x="4451889" y="1651342"/>
              <a:ext cx="38198" cy="21129"/>
            </a:xfrm>
            <a:custGeom>
              <a:avLst/>
              <a:gdLst/>
              <a:ahLst/>
              <a:cxnLst/>
              <a:rect l="l" t="t" r="r" b="b"/>
              <a:pathLst>
                <a:path w="1110" h="614" extrusionOk="0">
                  <a:moveTo>
                    <a:pt x="357" y="1"/>
                  </a:moveTo>
                  <a:cubicBezTo>
                    <a:pt x="235" y="96"/>
                    <a:pt x="116" y="191"/>
                    <a:pt x="0" y="289"/>
                  </a:cubicBezTo>
                  <a:cubicBezTo>
                    <a:pt x="167" y="395"/>
                    <a:pt x="548" y="594"/>
                    <a:pt x="1076" y="614"/>
                  </a:cubicBezTo>
                  <a:lnTo>
                    <a:pt x="1109" y="289"/>
                  </a:lnTo>
                  <a:cubicBezTo>
                    <a:pt x="1109" y="289"/>
                    <a:pt x="725" y="231"/>
                    <a:pt x="3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44"/>
            <p:cNvSpPr/>
            <p:nvPr/>
          </p:nvSpPr>
          <p:spPr>
            <a:xfrm>
              <a:off x="4655749" y="1598691"/>
              <a:ext cx="6504" cy="13352"/>
            </a:xfrm>
            <a:custGeom>
              <a:avLst/>
              <a:gdLst/>
              <a:ahLst/>
              <a:cxnLst/>
              <a:rect l="l" t="t" r="r" b="b"/>
              <a:pathLst>
                <a:path w="189" h="388" extrusionOk="0">
                  <a:moveTo>
                    <a:pt x="104" y="0"/>
                  </a:moveTo>
                  <a:cubicBezTo>
                    <a:pt x="102" y="0"/>
                    <a:pt x="99" y="0"/>
                    <a:pt x="97" y="1"/>
                  </a:cubicBezTo>
                  <a:cubicBezTo>
                    <a:pt x="46" y="12"/>
                    <a:pt x="5" y="105"/>
                    <a:pt x="2" y="211"/>
                  </a:cubicBezTo>
                  <a:cubicBezTo>
                    <a:pt x="0" y="311"/>
                    <a:pt x="37" y="388"/>
                    <a:pt x="85" y="388"/>
                  </a:cubicBezTo>
                  <a:cubicBezTo>
                    <a:pt x="87" y="388"/>
                    <a:pt x="90" y="387"/>
                    <a:pt x="92" y="387"/>
                  </a:cubicBezTo>
                  <a:cubicBezTo>
                    <a:pt x="144" y="375"/>
                    <a:pt x="185" y="283"/>
                    <a:pt x="188" y="176"/>
                  </a:cubicBezTo>
                  <a:cubicBezTo>
                    <a:pt x="189" y="74"/>
                    <a:pt x="154" y="0"/>
                    <a:pt x="1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44"/>
            <p:cNvSpPr/>
            <p:nvPr/>
          </p:nvSpPr>
          <p:spPr>
            <a:xfrm>
              <a:off x="4679253" y="1587403"/>
              <a:ext cx="6470" cy="13352"/>
            </a:xfrm>
            <a:custGeom>
              <a:avLst/>
              <a:gdLst/>
              <a:ahLst/>
              <a:cxnLst/>
              <a:rect l="l" t="t" r="r" b="b"/>
              <a:pathLst>
                <a:path w="188" h="388" extrusionOk="0">
                  <a:moveTo>
                    <a:pt x="104" y="1"/>
                  </a:moveTo>
                  <a:cubicBezTo>
                    <a:pt x="102" y="1"/>
                    <a:pt x="100" y="1"/>
                    <a:pt x="99" y="1"/>
                  </a:cubicBezTo>
                  <a:cubicBezTo>
                    <a:pt x="49" y="13"/>
                    <a:pt x="5" y="106"/>
                    <a:pt x="3" y="212"/>
                  </a:cubicBezTo>
                  <a:cubicBezTo>
                    <a:pt x="1" y="313"/>
                    <a:pt x="36" y="388"/>
                    <a:pt x="83" y="388"/>
                  </a:cubicBezTo>
                  <a:cubicBezTo>
                    <a:pt x="86" y="388"/>
                    <a:pt x="89" y="388"/>
                    <a:pt x="91" y="387"/>
                  </a:cubicBezTo>
                  <a:cubicBezTo>
                    <a:pt x="141" y="378"/>
                    <a:pt x="183" y="285"/>
                    <a:pt x="186" y="178"/>
                  </a:cubicBezTo>
                  <a:cubicBezTo>
                    <a:pt x="188" y="76"/>
                    <a:pt x="150" y="1"/>
                    <a:pt x="1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44"/>
            <p:cNvSpPr/>
            <p:nvPr/>
          </p:nvSpPr>
          <p:spPr>
            <a:xfrm>
              <a:off x="4702756" y="1576323"/>
              <a:ext cx="6435" cy="13318"/>
            </a:xfrm>
            <a:custGeom>
              <a:avLst/>
              <a:gdLst/>
              <a:ahLst/>
              <a:cxnLst/>
              <a:rect l="l" t="t" r="r" b="b"/>
              <a:pathLst>
                <a:path w="187" h="387" extrusionOk="0">
                  <a:moveTo>
                    <a:pt x="106" y="0"/>
                  </a:moveTo>
                  <a:cubicBezTo>
                    <a:pt x="103" y="0"/>
                    <a:pt x="100" y="0"/>
                    <a:pt x="97" y="1"/>
                  </a:cubicBezTo>
                  <a:cubicBezTo>
                    <a:pt x="46" y="11"/>
                    <a:pt x="4" y="103"/>
                    <a:pt x="2" y="210"/>
                  </a:cubicBezTo>
                  <a:cubicBezTo>
                    <a:pt x="1" y="310"/>
                    <a:pt x="36" y="386"/>
                    <a:pt x="83" y="386"/>
                  </a:cubicBezTo>
                  <a:cubicBezTo>
                    <a:pt x="85" y="386"/>
                    <a:pt x="88" y="386"/>
                    <a:pt x="90" y="386"/>
                  </a:cubicBezTo>
                  <a:cubicBezTo>
                    <a:pt x="141" y="377"/>
                    <a:pt x="184" y="280"/>
                    <a:pt x="185" y="175"/>
                  </a:cubicBezTo>
                  <a:cubicBezTo>
                    <a:pt x="187" y="76"/>
                    <a:pt x="152"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44"/>
            <p:cNvSpPr/>
            <p:nvPr/>
          </p:nvSpPr>
          <p:spPr>
            <a:xfrm>
              <a:off x="4726191" y="1565139"/>
              <a:ext cx="6504" cy="13283"/>
            </a:xfrm>
            <a:custGeom>
              <a:avLst/>
              <a:gdLst/>
              <a:ahLst/>
              <a:cxnLst/>
              <a:rect l="l" t="t" r="r" b="b"/>
              <a:pathLst>
                <a:path w="189" h="386" extrusionOk="0">
                  <a:moveTo>
                    <a:pt x="107" y="0"/>
                  </a:moveTo>
                  <a:cubicBezTo>
                    <a:pt x="103" y="0"/>
                    <a:pt x="100" y="0"/>
                    <a:pt x="97" y="1"/>
                  </a:cubicBezTo>
                  <a:cubicBezTo>
                    <a:pt x="47" y="10"/>
                    <a:pt x="3" y="104"/>
                    <a:pt x="2" y="209"/>
                  </a:cubicBezTo>
                  <a:cubicBezTo>
                    <a:pt x="0" y="310"/>
                    <a:pt x="35" y="385"/>
                    <a:pt x="82" y="385"/>
                  </a:cubicBezTo>
                  <a:cubicBezTo>
                    <a:pt x="85" y="385"/>
                    <a:pt x="88" y="385"/>
                    <a:pt x="91" y="385"/>
                  </a:cubicBezTo>
                  <a:cubicBezTo>
                    <a:pt x="141" y="374"/>
                    <a:pt x="184" y="281"/>
                    <a:pt x="186" y="175"/>
                  </a:cubicBezTo>
                  <a:cubicBezTo>
                    <a:pt x="189" y="76"/>
                    <a:pt x="153" y="0"/>
                    <a:pt x="1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44"/>
            <p:cNvSpPr/>
            <p:nvPr/>
          </p:nvSpPr>
          <p:spPr>
            <a:xfrm>
              <a:off x="4749695" y="1553851"/>
              <a:ext cx="6470" cy="13318"/>
            </a:xfrm>
            <a:custGeom>
              <a:avLst/>
              <a:gdLst/>
              <a:ahLst/>
              <a:cxnLst/>
              <a:rect l="l" t="t" r="r" b="b"/>
              <a:pathLst>
                <a:path w="188" h="387" extrusionOk="0">
                  <a:moveTo>
                    <a:pt x="106" y="1"/>
                  </a:moveTo>
                  <a:cubicBezTo>
                    <a:pt x="103" y="1"/>
                    <a:pt x="101" y="1"/>
                    <a:pt x="98" y="2"/>
                  </a:cubicBezTo>
                  <a:cubicBezTo>
                    <a:pt x="49" y="10"/>
                    <a:pt x="5" y="104"/>
                    <a:pt x="2" y="211"/>
                  </a:cubicBezTo>
                  <a:cubicBezTo>
                    <a:pt x="0" y="311"/>
                    <a:pt x="37" y="387"/>
                    <a:pt x="82" y="387"/>
                  </a:cubicBezTo>
                  <a:cubicBezTo>
                    <a:pt x="85" y="387"/>
                    <a:pt x="87" y="387"/>
                    <a:pt x="90" y="386"/>
                  </a:cubicBezTo>
                  <a:cubicBezTo>
                    <a:pt x="139" y="376"/>
                    <a:pt x="182" y="284"/>
                    <a:pt x="185" y="177"/>
                  </a:cubicBezTo>
                  <a:cubicBezTo>
                    <a:pt x="187" y="77"/>
                    <a:pt x="151" y="1"/>
                    <a:pt x="1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44"/>
            <p:cNvSpPr/>
            <p:nvPr/>
          </p:nvSpPr>
          <p:spPr>
            <a:xfrm>
              <a:off x="4538505" y="1654714"/>
              <a:ext cx="6470" cy="13249"/>
            </a:xfrm>
            <a:custGeom>
              <a:avLst/>
              <a:gdLst/>
              <a:ahLst/>
              <a:cxnLst/>
              <a:rect l="l" t="t" r="r" b="b"/>
              <a:pathLst>
                <a:path w="188" h="385" extrusionOk="0">
                  <a:moveTo>
                    <a:pt x="106" y="0"/>
                  </a:moveTo>
                  <a:cubicBezTo>
                    <a:pt x="103" y="0"/>
                    <a:pt x="101" y="0"/>
                    <a:pt x="98" y="1"/>
                  </a:cubicBezTo>
                  <a:cubicBezTo>
                    <a:pt x="47" y="10"/>
                    <a:pt x="4" y="103"/>
                    <a:pt x="3" y="209"/>
                  </a:cubicBezTo>
                  <a:cubicBezTo>
                    <a:pt x="0" y="310"/>
                    <a:pt x="35" y="385"/>
                    <a:pt x="83" y="385"/>
                  </a:cubicBezTo>
                  <a:cubicBezTo>
                    <a:pt x="85" y="385"/>
                    <a:pt x="88" y="385"/>
                    <a:pt x="91" y="384"/>
                  </a:cubicBezTo>
                  <a:cubicBezTo>
                    <a:pt x="142" y="376"/>
                    <a:pt x="183" y="282"/>
                    <a:pt x="186" y="177"/>
                  </a:cubicBezTo>
                  <a:cubicBezTo>
                    <a:pt x="187" y="77"/>
                    <a:pt x="151"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44"/>
            <p:cNvSpPr/>
            <p:nvPr/>
          </p:nvSpPr>
          <p:spPr>
            <a:xfrm>
              <a:off x="4562009" y="1643496"/>
              <a:ext cx="6401" cy="13318"/>
            </a:xfrm>
            <a:custGeom>
              <a:avLst/>
              <a:gdLst/>
              <a:ahLst/>
              <a:cxnLst/>
              <a:rect l="l" t="t" r="r" b="b"/>
              <a:pathLst>
                <a:path w="186" h="387" extrusionOk="0">
                  <a:moveTo>
                    <a:pt x="103" y="0"/>
                  </a:moveTo>
                  <a:cubicBezTo>
                    <a:pt x="101" y="0"/>
                    <a:pt x="99" y="0"/>
                    <a:pt x="97" y="1"/>
                  </a:cubicBezTo>
                  <a:cubicBezTo>
                    <a:pt x="47" y="11"/>
                    <a:pt x="3" y="105"/>
                    <a:pt x="2" y="211"/>
                  </a:cubicBezTo>
                  <a:cubicBezTo>
                    <a:pt x="0" y="310"/>
                    <a:pt x="34" y="386"/>
                    <a:pt x="82" y="386"/>
                  </a:cubicBezTo>
                  <a:cubicBezTo>
                    <a:pt x="84" y="386"/>
                    <a:pt x="87" y="386"/>
                    <a:pt x="89" y="386"/>
                  </a:cubicBezTo>
                  <a:cubicBezTo>
                    <a:pt x="139" y="375"/>
                    <a:pt x="183" y="282"/>
                    <a:pt x="184" y="176"/>
                  </a:cubicBezTo>
                  <a:cubicBezTo>
                    <a:pt x="186" y="76"/>
                    <a:pt x="150"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44"/>
            <p:cNvSpPr/>
            <p:nvPr/>
          </p:nvSpPr>
          <p:spPr>
            <a:xfrm>
              <a:off x="4585410" y="1632312"/>
              <a:ext cx="6470" cy="13249"/>
            </a:xfrm>
            <a:custGeom>
              <a:avLst/>
              <a:gdLst/>
              <a:ahLst/>
              <a:cxnLst/>
              <a:rect l="l" t="t" r="r" b="b"/>
              <a:pathLst>
                <a:path w="188" h="385" extrusionOk="0">
                  <a:moveTo>
                    <a:pt x="106" y="0"/>
                  </a:moveTo>
                  <a:cubicBezTo>
                    <a:pt x="103" y="0"/>
                    <a:pt x="100" y="0"/>
                    <a:pt x="97" y="1"/>
                  </a:cubicBezTo>
                  <a:cubicBezTo>
                    <a:pt x="47" y="10"/>
                    <a:pt x="3" y="103"/>
                    <a:pt x="2" y="209"/>
                  </a:cubicBezTo>
                  <a:cubicBezTo>
                    <a:pt x="1" y="310"/>
                    <a:pt x="36" y="385"/>
                    <a:pt x="82" y="385"/>
                  </a:cubicBezTo>
                  <a:cubicBezTo>
                    <a:pt x="85" y="385"/>
                    <a:pt x="87" y="385"/>
                    <a:pt x="90" y="384"/>
                  </a:cubicBezTo>
                  <a:cubicBezTo>
                    <a:pt x="141" y="375"/>
                    <a:pt x="183" y="282"/>
                    <a:pt x="185" y="177"/>
                  </a:cubicBezTo>
                  <a:cubicBezTo>
                    <a:pt x="188" y="76"/>
                    <a:pt x="153"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44"/>
            <p:cNvSpPr/>
            <p:nvPr/>
          </p:nvSpPr>
          <p:spPr>
            <a:xfrm>
              <a:off x="4608913" y="1621128"/>
              <a:ext cx="6470" cy="13318"/>
            </a:xfrm>
            <a:custGeom>
              <a:avLst/>
              <a:gdLst/>
              <a:ahLst/>
              <a:cxnLst/>
              <a:rect l="l" t="t" r="r" b="b"/>
              <a:pathLst>
                <a:path w="188" h="387" extrusionOk="0">
                  <a:moveTo>
                    <a:pt x="105" y="0"/>
                  </a:moveTo>
                  <a:cubicBezTo>
                    <a:pt x="102" y="0"/>
                    <a:pt x="100" y="1"/>
                    <a:pt x="97" y="1"/>
                  </a:cubicBezTo>
                  <a:cubicBezTo>
                    <a:pt x="46" y="11"/>
                    <a:pt x="5" y="104"/>
                    <a:pt x="2" y="210"/>
                  </a:cubicBezTo>
                  <a:cubicBezTo>
                    <a:pt x="1" y="310"/>
                    <a:pt x="36" y="387"/>
                    <a:pt x="82" y="387"/>
                  </a:cubicBezTo>
                  <a:cubicBezTo>
                    <a:pt x="85" y="387"/>
                    <a:pt x="87" y="386"/>
                    <a:pt x="90" y="386"/>
                  </a:cubicBezTo>
                  <a:cubicBezTo>
                    <a:pt x="141" y="374"/>
                    <a:pt x="184" y="282"/>
                    <a:pt x="185" y="175"/>
                  </a:cubicBezTo>
                  <a:cubicBezTo>
                    <a:pt x="188" y="75"/>
                    <a:pt x="151" y="0"/>
                    <a:pt x="1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44"/>
            <p:cNvSpPr/>
            <p:nvPr/>
          </p:nvSpPr>
          <p:spPr>
            <a:xfrm>
              <a:off x="4632279" y="1609875"/>
              <a:ext cx="6538" cy="13283"/>
            </a:xfrm>
            <a:custGeom>
              <a:avLst/>
              <a:gdLst/>
              <a:ahLst/>
              <a:cxnLst/>
              <a:rect l="l" t="t" r="r" b="b"/>
              <a:pathLst>
                <a:path w="190" h="386" extrusionOk="0">
                  <a:moveTo>
                    <a:pt x="106" y="1"/>
                  </a:moveTo>
                  <a:cubicBezTo>
                    <a:pt x="103" y="1"/>
                    <a:pt x="100" y="1"/>
                    <a:pt x="97" y="2"/>
                  </a:cubicBezTo>
                  <a:cubicBezTo>
                    <a:pt x="47" y="11"/>
                    <a:pt x="3" y="104"/>
                    <a:pt x="2" y="210"/>
                  </a:cubicBezTo>
                  <a:cubicBezTo>
                    <a:pt x="1" y="311"/>
                    <a:pt x="36" y="386"/>
                    <a:pt x="83" y="386"/>
                  </a:cubicBezTo>
                  <a:cubicBezTo>
                    <a:pt x="86" y="386"/>
                    <a:pt x="89" y="386"/>
                    <a:pt x="91" y="385"/>
                  </a:cubicBezTo>
                  <a:cubicBezTo>
                    <a:pt x="142" y="376"/>
                    <a:pt x="185" y="281"/>
                    <a:pt x="186" y="177"/>
                  </a:cubicBezTo>
                  <a:cubicBezTo>
                    <a:pt x="189" y="77"/>
                    <a:pt x="153" y="1"/>
                    <a:pt x="1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44"/>
            <p:cNvSpPr/>
            <p:nvPr/>
          </p:nvSpPr>
          <p:spPr>
            <a:xfrm>
              <a:off x="6491346" y="3025364"/>
              <a:ext cx="109604" cy="124814"/>
            </a:xfrm>
            <a:custGeom>
              <a:avLst/>
              <a:gdLst/>
              <a:ahLst/>
              <a:cxnLst/>
              <a:rect l="l" t="t" r="r" b="b"/>
              <a:pathLst>
                <a:path w="3185" h="3627" extrusionOk="0">
                  <a:moveTo>
                    <a:pt x="845" y="0"/>
                  </a:moveTo>
                  <a:cubicBezTo>
                    <a:pt x="820" y="0"/>
                    <a:pt x="795" y="7"/>
                    <a:pt x="775" y="21"/>
                  </a:cubicBezTo>
                  <a:lnTo>
                    <a:pt x="97" y="509"/>
                  </a:lnTo>
                  <a:cubicBezTo>
                    <a:pt x="52" y="541"/>
                    <a:pt x="33" y="611"/>
                    <a:pt x="1" y="699"/>
                  </a:cubicBezTo>
                  <a:lnTo>
                    <a:pt x="1334" y="3626"/>
                  </a:lnTo>
                  <a:lnTo>
                    <a:pt x="3133" y="2332"/>
                  </a:lnTo>
                  <a:cubicBezTo>
                    <a:pt x="3181" y="2298"/>
                    <a:pt x="3184" y="2238"/>
                    <a:pt x="3142" y="2199"/>
                  </a:cubicBezTo>
                  <a:lnTo>
                    <a:pt x="931" y="35"/>
                  </a:lnTo>
                  <a:cubicBezTo>
                    <a:pt x="909" y="12"/>
                    <a:pt x="877" y="0"/>
                    <a:pt x="8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44"/>
            <p:cNvSpPr/>
            <p:nvPr/>
          </p:nvSpPr>
          <p:spPr>
            <a:xfrm>
              <a:off x="6430642" y="3192747"/>
              <a:ext cx="34619" cy="34585"/>
            </a:xfrm>
            <a:custGeom>
              <a:avLst/>
              <a:gdLst/>
              <a:ahLst/>
              <a:cxnLst/>
              <a:rect l="l" t="t" r="r" b="b"/>
              <a:pathLst>
                <a:path w="1006" h="1005" extrusionOk="0">
                  <a:moveTo>
                    <a:pt x="366" y="1"/>
                  </a:moveTo>
                  <a:cubicBezTo>
                    <a:pt x="334" y="1"/>
                    <a:pt x="303" y="9"/>
                    <a:pt x="280" y="27"/>
                  </a:cubicBezTo>
                  <a:lnTo>
                    <a:pt x="73" y="179"/>
                  </a:lnTo>
                  <a:cubicBezTo>
                    <a:pt x="25" y="211"/>
                    <a:pt x="0" y="283"/>
                    <a:pt x="18" y="335"/>
                  </a:cubicBezTo>
                  <a:lnTo>
                    <a:pt x="199" y="925"/>
                  </a:lnTo>
                  <a:cubicBezTo>
                    <a:pt x="213" y="972"/>
                    <a:pt x="236" y="1005"/>
                    <a:pt x="251" y="1005"/>
                  </a:cubicBezTo>
                  <a:cubicBezTo>
                    <a:pt x="254" y="1005"/>
                    <a:pt x="256" y="1004"/>
                    <a:pt x="258" y="1002"/>
                  </a:cubicBezTo>
                  <a:lnTo>
                    <a:pt x="286" y="983"/>
                  </a:lnTo>
                  <a:lnTo>
                    <a:pt x="959" y="496"/>
                  </a:lnTo>
                  <a:cubicBezTo>
                    <a:pt x="1005" y="464"/>
                    <a:pt x="1004" y="410"/>
                    <a:pt x="959" y="378"/>
                  </a:cubicBezTo>
                  <a:lnTo>
                    <a:pt x="448" y="25"/>
                  </a:lnTo>
                  <a:cubicBezTo>
                    <a:pt x="426" y="9"/>
                    <a:pt x="396" y="1"/>
                    <a:pt x="3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44"/>
            <p:cNvSpPr/>
            <p:nvPr/>
          </p:nvSpPr>
          <p:spPr>
            <a:xfrm>
              <a:off x="6415432" y="3049212"/>
              <a:ext cx="314048" cy="204720"/>
            </a:xfrm>
            <a:custGeom>
              <a:avLst/>
              <a:gdLst/>
              <a:ahLst/>
              <a:cxnLst/>
              <a:rect l="l" t="t" r="r" b="b"/>
              <a:pathLst>
                <a:path w="9126" h="5949" extrusionOk="0">
                  <a:moveTo>
                    <a:pt x="8646" y="1"/>
                  </a:moveTo>
                  <a:cubicBezTo>
                    <a:pt x="8079" y="1"/>
                    <a:pt x="6751" y="642"/>
                    <a:pt x="6350" y="926"/>
                  </a:cubicBezTo>
                  <a:lnTo>
                    <a:pt x="1046" y="4629"/>
                  </a:lnTo>
                  <a:cubicBezTo>
                    <a:pt x="567" y="4966"/>
                    <a:pt x="0" y="5602"/>
                    <a:pt x="245" y="5949"/>
                  </a:cubicBezTo>
                  <a:lnTo>
                    <a:pt x="3548" y="4786"/>
                  </a:lnTo>
                  <a:lnTo>
                    <a:pt x="7238" y="2183"/>
                  </a:lnTo>
                  <a:cubicBezTo>
                    <a:pt x="7717" y="1848"/>
                    <a:pt x="9125" y="433"/>
                    <a:pt x="8878" y="82"/>
                  </a:cubicBezTo>
                  <a:cubicBezTo>
                    <a:pt x="8838" y="25"/>
                    <a:pt x="8757" y="1"/>
                    <a:pt x="86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44"/>
            <p:cNvSpPr/>
            <p:nvPr/>
          </p:nvSpPr>
          <p:spPr>
            <a:xfrm>
              <a:off x="6426960" y="3222582"/>
              <a:ext cx="34688" cy="58914"/>
            </a:xfrm>
            <a:custGeom>
              <a:avLst/>
              <a:gdLst/>
              <a:ahLst/>
              <a:cxnLst/>
              <a:rect l="l" t="t" r="r" b="b"/>
              <a:pathLst>
                <a:path w="1008" h="1712" extrusionOk="0">
                  <a:moveTo>
                    <a:pt x="988" y="1"/>
                  </a:moveTo>
                  <a:cubicBezTo>
                    <a:pt x="979" y="1"/>
                    <a:pt x="966" y="6"/>
                    <a:pt x="950" y="18"/>
                  </a:cubicBezTo>
                  <a:lnTo>
                    <a:pt x="277" y="504"/>
                  </a:lnTo>
                  <a:lnTo>
                    <a:pt x="221" y="544"/>
                  </a:lnTo>
                  <a:lnTo>
                    <a:pt x="8" y="1654"/>
                  </a:lnTo>
                  <a:cubicBezTo>
                    <a:pt x="1" y="1691"/>
                    <a:pt x="11" y="1712"/>
                    <a:pt x="33" y="1712"/>
                  </a:cubicBezTo>
                  <a:cubicBezTo>
                    <a:pt x="43" y="1712"/>
                    <a:pt x="56" y="1707"/>
                    <a:pt x="72" y="1696"/>
                  </a:cubicBezTo>
                  <a:lnTo>
                    <a:pt x="278" y="1544"/>
                  </a:lnTo>
                  <a:cubicBezTo>
                    <a:pt x="324" y="1511"/>
                    <a:pt x="381" y="1442"/>
                    <a:pt x="404" y="1391"/>
                  </a:cubicBezTo>
                  <a:lnTo>
                    <a:pt x="782" y="570"/>
                  </a:lnTo>
                  <a:lnTo>
                    <a:pt x="994" y="53"/>
                  </a:lnTo>
                  <a:cubicBezTo>
                    <a:pt x="1007" y="19"/>
                    <a:pt x="1004" y="1"/>
                    <a:pt x="9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44"/>
            <p:cNvSpPr/>
            <p:nvPr/>
          </p:nvSpPr>
          <p:spPr>
            <a:xfrm>
              <a:off x="6391756" y="3207097"/>
              <a:ext cx="71199" cy="31900"/>
            </a:xfrm>
            <a:custGeom>
              <a:avLst/>
              <a:gdLst/>
              <a:ahLst/>
              <a:cxnLst/>
              <a:rect l="l" t="t" r="r" b="b"/>
              <a:pathLst>
                <a:path w="2069" h="927" extrusionOk="0">
                  <a:moveTo>
                    <a:pt x="2068" y="0"/>
                  </a:moveTo>
                  <a:lnTo>
                    <a:pt x="443" y="13"/>
                  </a:lnTo>
                  <a:cubicBezTo>
                    <a:pt x="386" y="13"/>
                    <a:pt x="301" y="41"/>
                    <a:pt x="255" y="76"/>
                  </a:cubicBezTo>
                  <a:lnTo>
                    <a:pt x="48" y="225"/>
                  </a:lnTo>
                  <a:cubicBezTo>
                    <a:pt x="1" y="259"/>
                    <a:pt x="4" y="310"/>
                    <a:pt x="51" y="341"/>
                  </a:cubicBezTo>
                  <a:lnTo>
                    <a:pt x="978" y="926"/>
                  </a:lnTo>
                  <a:cubicBezTo>
                    <a:pt x="978" y="926"/>
                    <a:pt x="1069" y="764"/>
                    <a:pt x="1357" y="511"/>
                  </a:cubicBezTo>
                  <a:cubicBezTo>
                    <a:pt x="1711" y="201"/>
                    <a:pt x="2068" y="0"/>
                    <a:pt x="20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44"/>
            <p:cNvSpPr/>
            <p:nvPr/>
          </p:nvSpPr>
          <p:spPr>
            <a:xfrm>
              <a:off x="6518876" y="3158678"/>
              <a:ext cx="82315" cy="195257"/>
            </a:xfrm>
            <a:custGeom>
              <a:avLst/>
              <a:gdLst/>
              <a:ahLst/>
              <a:cxnLst/>
              <a:rect l="l" t="t" r="r" b="b"/>
              <a:pathLst>
                <a:path w="2392" h="5674" extrusionOk="0">
                  <a:moveTo>
                    <a:pt x="2366" y="1"/>
                  </a:moveTo>
                  <a:cubicBezTo>
                    <a:pt x="2356" y="1"/>
                    <a:pt x="2342" y="6"/>
                    <a:pt x="2326" y="17"/>
                  </a:cubicBezTo>
                  <a:lnTo>
                    <a:pt x="826" y="1100"/>
                  </a:lnTo>
                  <a:lnTo>
                    <a:pt x="583" y="1275"/>
                  </a:lnTo>
                  <a:lnTo>
                    <a:pt x="4" y="5618"/>
                  </a:lnTo>
                  <a:cubicBezTo>
                    <a:pt x="0" y="5653"/>
                    <a:pt x="12" y="5674"/>
                    <a:pt x="33" y="5674"/>
                  </a:cubicBezTo>
                  <a:cubicBezTo>
                    <a:pt x="45" y="5674"/>
                    <a:pt x="58" y="5668"/>
                    <a:pt x="74" y="5656"/>
                  </a:cubicBezTo>
                  <a:lnTo>
                    <a:pt x="750" y="5166"/>
                  </a:lnTo>
                  <a:cubicBezTo>
                    <a:pt x="795" y="5131"/>
                    <a:pt x="847" y="5062"/>
                    <a:pt x="863" y="5006"/>
                  </a:cubicBezTo>
                  <a:lnTo>
                    <a:pt x="2381" y="57"/>
                  </a:lnTo>
                  <a:cubicBezTo>
                    <a:pt x="2392" y="20"/>
                    <a:pt x="2385" y="1"/>
                    <a:pt x="2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44"/>
            <p:cNvSpPr/>
            <p:nvPr/>
          </p:nvSpPr>
          <p:spPr>
            <a:xfrm>
              <a:off x="6671943" y="3055888"/>
              <a:ext cx="13731" cy="26739"/>
            </a:xfrm>
            <a:custGeom>
              <a:avLst/>
              <a:gdLst/>
              <a:ahLst/>
              <a:cxnLst/>
              <a:rect l="l" t="t" r="r" b="b"/>
              <a:pathLst>
                <a:path w="399" h="777" extrusionOk="0">
                  <a:moveTo>
                    <a:pt x="388" y="1"/>
                  </a:moveTo>
                  <a:lnTo>
                    <a:pt x="388" y="1"/>
                  </a:lnTo>
                  <a:cubicBezTo>
                    <a:pt x="290" y="37"/>
                    <a:pt x="189" y="77"/>
                    <a:pt x="87" y="119"/>
                  </a:cubicBezTo>
                  <a:cubicBezTo>
                    <a:pt x="99" y="425"/>
                    <a:pt x="1" y="682"/>
                    <a:pt x="1" y="682"/>
                  </a:cubicBezTo>
                  <a:lnTo>
                    <a:pt x="213" y="776"/>
                  </a:lnTo>
                  <a:cubicBezTo>
                    <a:pt x="387" y="442"/>
                    <a:pt x="399" y="140"/>
                    <a:pt x="3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44"/>
            <p:cNvSpPr/>
            <p:nvPr/>
          </p:nvSpPr>
          <p:spPr>
            <a:xfrm>
              <a:off x="6573420" y="3161087"/>
              <a:ext cx="9842" cy="5678"/>
            </a:xfrm>
            <a:custGeom>
              <a:avLst/>
              <a:gdLst/>
              <a:ahLst/>
              <a:cxnLst/>
              <a:rect l="l" t="t" r="r" b="b"/>
              <a:pathLst>
                <a:path w="286" h="165" extrusionOk="0">
                  <a:moveTo>
                    <a:pt x="74" y="0"/>
                  </a:moveTo>
                  <a:cubicBezTo>
                    <a:pt x="51" y="0"/>
                    <a:pt x="32" y="6"/>
                    <a:pt x="22" y="17"/>
                  </a:cubicBezTo>
                  <a:cubicBezTo>
                    <a:pt x="0" y="45"/>
                    <a:pt x="33" y="96"/>
                    <a:pt x="98" y="133"/>
                  </a:cubicBezTo>
                  <a:cubicBezTo>
                    <a:pt x="136" y="154"/>
                    <a:pt x="177" y="165"/>
                    <a:pt x="209" y="165"/>
                  </a:cubicBezTo>
                  <a:cubicBezTo>
                    <a:pt x="233" y="165"/>
                    <a:pt x="252" y="159"/>
                    <a:pt x="262" y="148"/>
                  </a:cubicBezTo>
                  <a:cubicBezTo>
                    <a:pt x="286" y="120"/>
                    <a:pt x="251" y="67"/>
                    <a:pt x="185" y="32"/>
                  </a:cubicBezTo>
                  <a:cubicBezTo>
                    <a:pt x="147" y="11"/>
                    <a:pt x="106" y="0"/>
                    <a:pt x="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44"/>
            <p:cNvSpPr/>
            <p:nvPr/>
          </p:nvSpPr>
          <p:spPr>
            <a:xfrm>
              <a:off x="6558278" y="3171583"/>
              <a:ext cx="9773" cy="5678"/>
            </a:xfrm>
            <a:custGeom>
              <a:avLst/>
              <a:gdLst/>
              <a:ahLst/>
              <a:cxnLst/>
              <a:rect l="l" t="t" r="r" b="b"/>
              <a:pathLst>
                <a:path w="284" h="165" extrusionOk="0">
                  <a:moveTo>
                    <a:pt x="73" y="1"/>
                  </a:moveTo>
                  <a:cubicBezTo>
                    <a:pt x="50" y="1"/>
                    <a:pt x="31" y="7"/>
                    <a:pt x="21" y="18"/>
                  </a:cubicBezTo>
                  <a:cubicBezTo>
                    <a:pt x="0" y="45"/>
                    <a:pt x="34" y="96"/>
                    <a:pt x="100" y="132"/>
                  </a:cubicBezTo>
                  <a:cubicBezTo>
                    <a:pt x="138" y="154"/>
                    <a:pt x="178" y="164"/>
                    <a:pt x="209" y="164"/>
                  </a:cubicBezTo>
                  <a:cubicBezTo>
                    <a:pt x="232" y="164"/>
                    <a:pt x="251" y="159"/>
                    <a:pt x="261" y="147"/>
                  </a:cubicBezTo>
                  <a:cubicBezTo>
                    <a:pt x="284" y="121"/>
                    <a:pt x="250" y="69"/>
                    <a:pt x="184" y="33"/>
                  </a:cubicBezTo>
                  <a:cubicBezTo>
                    <a:pt x="146" y="12"/>
                    <a:pt x="106" y="1"/>
                    <a:pt x="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44"/>
            <p:cNvSpPr/>
            <p:nvPr/>
          </p:nvSpPr>
          <p:spPr>
            <a:xfrm>
              <a:off x="6543171" y="3182044"/>
              <a:ext cx="9876" cy="5747"/>
            </a:xfrm>
            <a:custGeom>
              <a:avLst/>
              <a:gdLst/>
              <a:ahLst/>
              <a:cxnLst/>
              <a:rect l="l" t="t" r="r" b="b"/>
              <a:pathLst>
                <a:path w="287" h="167" extrusionOk="0">
                  <a:moveTo>
                    <a:pt x="75" y="1"/>
                  </a:moveTo>
                  <a:cubicBezTo>
                    <a:pt x="52" y="1"/>
                    <a:pt x="33" y="6"/>
                    <a:pt x="24" y="19"/>
                  </a:cubicBezTo>
                  <a:cubicBezTo>
                    <a:pt x="0" y="48"/>
                    <a:pt x="34" y="99"/>
                    <a:pt x="100" y="134"/>
                  </a:cubicBezTo>
                  <a:cubicBezTo>
                    <a:pt x="138" y="155"/>
                    <a:pt x="178" y="166"/>
                    <a:pt x="211" y="166"/>
                  </a:cubicBezTo>
                  <a:cubicBezTo>
                    <a:pt x="234" y="166"/>
                    <a:pt x="253" y="160"/>
                    <a:pt x="264" y="149"/>
                  </a:cubicBezTo>
                  <a:cubicBezTo>
                    <a:pt x="287" y="121"/>
                    <a:pt x="252" y="68"/>
                    <a:pt x="186" y="33"/>
                  </a:cubicBezTo>
                  <a:cubicBezTo>
                    <a:pt x="148" y="12"/>
                    <a:pt x="107" y="1"/>
                    <a:pt x="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44"/>
            <p:cNvSpPr/>
            <p:nvPr/>
          </p:nvSpPr>
          <p:spPr>
            <a:xfrm>
              <a:off x="6527961" y="3192609"/>
              <a:ext cx="9842" cy="5747"/>
            </a:xfrm>
            <a:custGeom>
              <a:avLst/>
              <a:gdLst/>
              <a:ahLst/>
              <a:cxnLst/>
              <a:rect l="l" t="t" r="r" b="b"/>
              <a:pathLst>
                <a:path w="286" h="167" extrusionOk="0">
                  <a:moveTo>
                    <a:pt x="74" y="0"/>
                  </a:moveTo>
                  <a:cubicBezTo>
                    <a:pt x="52" y="0"/>
                    <a:pt x="34" y="6"/>
                    <a:pt x="24" y="17"/>
                  </a:cubicBezTo>
                  <a:cubicBezTo>
                    <a:pt x="0" y="45"/>
                    <a:pt x="35" y="98"/>
                    <a:pt x="101" y="134"/>
                  </a:cubicBezTo>
                  <a:cubicBezTo>
                    <a:pt x="140" y="155"/>
                    <a:pt x="181" y="166"/>
                    <a:pt x="212" y="166"/>
                  </a:cubicBezTo>
                  <a:cubicBezTo>
                    <a:pt x="235" y="166"/>
                    <a:pt x="253" y="161"/>
                    <a:pt x="262" y="149"/>
                  </a:cubicBezTo>
                  <a:cubicBezTo>
                    <a:pt x="286" y="120"/>
                    <a:pt x="251" y="69"/>
                    <a:pt x="185" y="32"/>
                  </a:cubicBezTo>
                  <a:cubicBezTo>
                    <a:pt x="146" y="11"/>
                    <a:pt x="106" y="0"/>
                    <a:pt x="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44"/>
            <p:cNvSpPr/>
            <p:nvPr/>
          </p:nvSpPr>
          <p:spPr>
            <a:xfrm>
              <a:off x="6512854" y="3203105"/>
              <a:ext cx="9911" cy="5747"/>
            </a:xfrm>
            <a:custGeom>
              <a:avLst/>
              <a:gdLst/>
              <a:ahLst/>
              <a:cxnLst/>
              <a:rect l="l" t="t" r="r" b="b"/>
              <a:pathLst>
                <a:path w="288" h="167" extrusionOk="0">
                  <a:moveTo>
                    <a:pt x="76" y="0"/>
                  </a:moveTo>
                  <a:cubicBezTo>
                    <a:pt x="53" y="0"/>
                    <a:pt x="34" y="6"/>
                    <a:pt x="24" y="18"/>
                  </a:cubicBezTo>
                  <a:cubicBezTo>
                    <a:pt x="0" y="47"/>
                    <a:pt x="36" y="100"/>
                    <a:pt x="101" y="135"/>
                  </a:cubicBezTo>
                  <a:cubicBezTo>
                    <a:pt x="140" y="155"/>
                    <a:pt x="181" y="166"/>
                    <a:pt x="212" y="166"/>
                  </a:cubicBezTo>
                  <a:cubicBezTo>
                    <a:pt x="235" y="166"/>
                    <a:pt x="254" y="161"/>
                    <a:pt x="264" y="148"/>
                  </a:cubicBezTo>
                  <a:cubicBezTo>
                    <a:pt x="287" y="121"/>
                    <a:pt x="254" y="69"/>
                    <a:pt x="188" y="33"/>
                  </a:cubicBezTo>
                  <a:cubicBezTo>
                    <a:pt x="149" y="11"/>
                    <a:pt x="108" y="0"/>
                    <a:pt x="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44"/>
            <p:cNvSpPr/>
            <p:nvPr/>
          </p:nvSpPr>
          <p:spPr>
            <a:xfrm>
              <a:off x="6648990" y="3108402"/>
              <a:ext cx="9842" cy="5644"/>
            </a:xfrm>
            <a:custGeom>
              <a:avLst/>
              <a:gdLst/>
              <a:ahLst/>
              <a:cxnLst/>
              <a:rect l="l" t="t" r="r" b="b"/>
              <a:pathLst>
                <a:path w="286" h="164" extrusionOk="0">
                  <a:moveTo>
                    <a:pt x="74" y="1"/>
                  </a:moveTo>
                  <a:cubicBezTo>
                    <a:pt x="51" y="1"/>
                    <a:pt x="32" y="6"/>
                    <a:pt x="22" y="18"/>
                  </a:cubicBezTo>
                  <a:cubicBezTo>
                    <a:pt x="1" y="44"/>
                    <a:pt x="36" y="96"/>
                    <a:pt x="101" y="132"/>
                  </a:cubicBezTo>
                  <a:cubicBezTo>
                    <a:pt x="140" y="153"/>
                    <a:pt x="181" y="164"/>
                    <a:pt x="213" y="164"/>
                  </a:cubicBezTo>
                  <a:cubicBezTo>
                    <a:pt x="235" y="164"/>
                    <a:pt x="253" y="158"/>
                    <a:pt x="262" y="147"/>
                  </a:cubicBezTo>
                  <a:cubicBezTo>
                    <a:pt x="286" y="121"/>
                    <a:pt x="251" y="66"/>
                    <a:pt x="185" y="33"/>
                  </a:cubicBezTo>
                  <a:cubicBezTo>
                    <a:pt x="147" y="12"/>
                    <a:pt x="106" y="1"/>
                    <a:pt x="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44"/>
            <p:cNvSpPr/>
            <p:nvPr/>
          </p:nvSpPr>
          <p:spPr>
            <a:xfrm>
              <a:off x="6633883" y="3118897"/>
              <a:ext cx="9842" cy="5712"/>
            </a:xfrm>
            <a:custGeom>
              <a:avLst/>
              <a:gdLst/>
              <a:ahLst/>
              <a:cxnLst/>
              <a:rect l="l" t="t" r="r" b="b"/>
              <a:pathLst>
                <a:path w="286" h="166" extrusionOk="0">
                  <a:moveTo>
                    <a:pt x="75" y="1"/>
                  </a:moveTo>
                  <a:cubicBezTo>
                    <a:pt x="51" y="1"/>
                    <a:pt x="32" y="6"/>
                    <a:pt x="23" y="17"/>
                  </a:cubicBezTo>
                  <a:cubicBezTo>
                    <a:pt x="1" y="45"/>
                    <a:pt x="36" y="96"/>
                    <a:pt x="102" y="133"/>
                  </a:cubicBezTo>
                  <a:cubicBezTo>
                    <a:pt x="140" y="154"/>
                    <a:pt x="180" y="165"/>
                    <a:pt x="211" y="165"/>
                  </a:cubicBezTo>
                  <a:cubicBezTo>
                    <a:pt x="234" y="165"/>
                    <a:pt x="253" y="159"/>
                    <a:pt x="262" y="148"/>
                  </a:cubicBezTo>
                  <a:cubicBezTo>
                    <a:pt x="286" y="120"/>
                    <a:pt x="251" y="67"/>
                    <a:pt x="185" y="32"/>
                  </a:cubicBezTo>
                  <a:cubicBezTo>
                    <a:pt x="147" y="11"/>
                    <a:pt x="107" y="1"/>
                    <a:pt x="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44"/>
            <p:cNvSpPr/>
            <p:nvPr/>
          </p:nvSpPr>
          <p:spPr>
            <a:xfrm>
              <a:off x="6618775" y="3129428"/>
              <a:ext cx="9842" cy="5712"/>
            </a:xfrm>
            <a:custGeom>
              <a:avLst/>
              <a:gdLst/>
              <a:ahLst/>
              <a:cxnLst/>
              <a:rect l="l" t="t" r="r" b="b"/>
              <a:pathLst>
                <a:path w="286" h="166" extrusionOk="0">
                  <a:moveTo>
                    <a:pt x="73" y="0"/>
                  </a:moveTo>
                  <a:cubicBezTo>
                    <a:pt x="51" y="0"/>
                    <a:pt x="32" y="6"/>
                    <a:pt x="23" y="17"/>
                  </a:cubicBezTo>
                  <a:cubicBezTo>
                    <a:pt x="1" y="45"/>
                    <a:pt x="34" y="98"/>
                    <a:pt x="100" y="134"/>
                  </a:cubicBezTo>
                  <a:cubicBezTo>
                    <a:pt x="138" y="155"/>
                    <a:pt x="179" y="166"/>
                    <a:pt x="211" y="166"/>
                  </a:cubicBezTo>
                  <a:cubicBezTo>
                    <a:pt x="234" y="166"/>
                    <a:pt x="253" y="160"/>
                    <a:pt x="263" y="147"/>
                  </a:cubicBezTo>
                  <a:cubicBezTo>
                    <a:pt x="286" y="120"/>
                    <a:pt x="251" y="68"/>
                    <a:pt x="185" y="32"/>
                  </a:cubicBezTo>
                  <a:cubicBezTo>
                    <a:pt x="146" y="11"/>
                    <a:pt x="105" y="0"/>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44"/>
            <p:cNvSpPr/>
            <p:nvPr/>
          </p:nvSpPr>
          <p:spPr>
            <a:xfrm>
              <a:off x="6603634" y="3139992"/>
              <a:ext cx="9911" cy="5678"/>
            </a:xfrm>
            <a:custGeom>
              <a:avLst/>
              <a:gdLst/>
              <a:ahLst/>
              <a:cxnLst/>
              <a:rect l="l" t="t" r="r" b="b"/>
              <a:pathLst>
                <a:path w="288" h="165" extrusionOk="0">
                  <a:moveTo>
                    <a:pt x="74" y="0"/>
                  </a:moveTo>
                  <a:cubicBezTo>
                    <a:pt x="52" y="0"/>
                    <a:pt x="33" y="6"/>
                    <a:pt x="24" y="17"/>
                  </a:cubicBezTo>
                  <a:cubicBezTo>
                    <a:pt x="0" y="45"/>
                    <a:pt x="35" y="96"/>
                    <a:pt x="101" y="133"/>
                  </a:cubicBezTo>
                  <a:cubicBezTo>
                    <a:pt x="140" y="154"/>
                    <a:pt x="181" y="165"/>
                    <a:pt x="213" y="165"/>
                  </a:cubicBezTo>
                  <a:cubicBezTo>
                    <a:pt x="236" y="165"/>
                    <a:pt x="254" y="159"/>
                    <a:pt x="264" y="148"/>
                  </a:cubicBezTo>
                  <a:cubicBezTo>
                    <a:pt x="287" y="120"/>
                    <a:pt x="252" y="67"/>
                    <a:pt x="186" y="32"/>
                  </a:cubicBezTo>
                  <a:cubicBezTo>
                    <a:pt x="148" y="12"/>
                    <a:pt x="106" y="0"/>
                    <a:pt x="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44"/>
            <p:cNvSpPr/>
            <p:nvPr/>
          </p:nvSpPr>
          <p:spPr>
            <a:xfrm>
              <a:off x="6588527" y="3150454"/>
              <a:ext cx="9911" cy="5712"/>
            </a:xfrm>
            <a:custGeom>
              <a:avLst/>
              <a:gdLst/>
              <a:ahLst/>
              <a:cxnLst/>
              <a:rect l="l" t="t" r="r" b="b"/>
              <a:pathLst>
                <a:path w="288" h="166" extrusionOk="0">
                  <a:moveTo>
                    <a:pt x="76" y="0"/>
                  </a:moveTo>
                  <a:cubicBezTo>
                    <a:pt x="53" y="0"/>
                    <a:pt x="34" y="6"/>
                    <a:pt x="25" y="18"/>
                  </a:cubicBezTo>
                  <a:cubicBezTo>
                    <a:pt x="0" y="47"/>
                    <a:pt x="35" y="100"/>
                    <a:pt x="101" y="135"/>
                  </a:cubicBezTo>
                  <a:cubicBezTo>
                    <a:pt x="140" y="155"/>
                    <a:pt x="182" y="165"/>
                    <a:pt x="214" y="165"/>
                  </a:cubicBezTo>
                  <a:cubicBezTo>
                    <a:pt x="236" y="165"/>
                    <a:pt x="254" y="160"/>
                    <a:pt x="264" y="149"/>
                  </a:cubicBezTo>
                  <a:cubicBezTo>
                    <a:pt x="287" y="122"/>
                    <a:pt x="252" y="69"/>
                    <a:pt x="186" y="32"/>
                  </a:cubicBezTo>
                  <a:cubicBezTo>
                    <a:pt x="148" y="11"/>
                    <a:pt x="107" y="0"/>
                    <a:pt x="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44"/>
            <p:cNvSpPr/>
            <p:nvPr/>
          </p:nvSpPr>
          <p:spPr>
            <a:xfrm>
              <a:off x="3653141" y="2474695"/>
              <a:ext cx="3140622" cy="980722"/>
            </a:xfrm>
            <a:custGeom>
              <a:avLst/>
              <a:gdLst/>
              <a:ahLst/>
              <a:cxnLst/>
              <a:rect l="l" t="t" r="r" b="b"/>
              <a:pathLst>
                <a:path w="91264" h="28499" extrusionOk="0">
                  <a:moveTo>
                    <a:pt x="75836" y="0"/>
                  </a:moveTo>
                  <a:lnTo>
                    <a:pt x="75697" y="446"/>
                  </a:lnTo>
                  <a:cubicBezTo>
                    <a:pt x="76304" y="637"/>
                    <a:pt x="76895" y="834"/>
                    <a:pt x="77473" y="1035"/>
                  </a:cubicBezTo>
                  <a:lnTo>
                    <a:pt x="77627" y="594"/>
                  </a:lnTo>
                  <a:cubicBezTo>
                    <a:pt x="77044" y="389"/>
                    <a:pt x="76449" y="192"/>
                    <a:pt x="75836" y="0"/>
                  </a:cubicBezTo>
                  <a:close/>
                  <a:moveTo>
                    <a:pt x="13204" y="738"/>
                  </a:moveTo>
                  <a:cubicBezTo>
                    <a:pt x="12603" y="953"/>
                    <a:pt x="12009" y="1178"/>
                    <a:pt x="11440" y="1406"/>
                  </a:cubicBezTo>
                  <a:lnTo>
                    <a:pt x="11614" y="1839"/>
                  </a:lnTo>
                  <a:cubicBezTo>
                    <a:pt x="12177" y="1612"/>
                    <a:pt x="12765" y="1390"/>
                    <a:pt x="13362" y="1178"/>
                  </a:cubicBezTo>
                  <a:lnTo>
                    <a:pt x="13204" y="738"/>
                  </a:lnTo>
                  <a:close/>
                  <a:moveTo>
                    <a:pt x="79398" y="1247"/>
                  </a:moveTo>
                  <a:lnTo>
                    <a:pt x="79229" y="1683"/>
                  </a:lnTo>
                  <a:cubicBezTo>
                    <a:pt x="79821" y="1915"/>
                    <a:pt x="80401" y="2157"/>
                    <a:pt x="80955" y="2400"/>
                  </a:cubicBezTo>
                  <a:lnTo>
                    <a:pt x="81144" y="1971"/>
                  </a:lnTo>
                  <a:cubicBezTo>
                    <a:pt x="80584" y="1725"/>
                    <a:pt x="79997" y="1481"/>
                    <a:pt x="79398" y="1247"/>
                  </a:cubicBezTo>
                  <a:close/>
                  <a:moveTo>
                    <a:pt x="9703" y="2146"/>
                  </a:moveTo>
                  <a:cubicBezTo>
                    <a:pt x="9115" y="2413"/>
                    <a:pt x="8541" y="2691"/>
                    <a:pt x="8000" y="2970"/>
                  </a:cubicBezTo>
                  <a:lnTo>
                    <a:pt x="8214" y="3386"/>
                  </a:lnTo>
                  <a:cubicBezTo>
                    <a:pt x="8748" y="3109"/>
                    <a:pt x="9315" y="2837"/>
                    <a:pt x="9896" y="2574"/>
                  </a:cubicBezTo>
                  <a:lnTo>
                    <a:pt x="9703" y="2146"/>
                  </a:lnTo>
                  <a:close/>
                  <a:moveTo>
                    <a:pt x="82857" y="2774"/>
                  </a:moveTo>
                  <a:lnTo>
                    <a:pt x="82646" y="3193"/>
                  </a:lnTo>
                  <a:cubicBezTo>
                    <a:pt x="83218" y="3481"/>
                    <a:pt x="83771" y="3776"/>
                    <a:pt x="84289" y="4076"/>
                  </a:cubicBezTo>
                  <a:lnTo>
                    <a:pt x="84525" y="3670"/>
                  </a:lnTo>
                  <a:cubicBezTo>
                    <a:pt x="83998" y="3367"/>
                    <a:pt x="83438" y="3065"/>
                    <a:pt x="82857" y="2774"/>
                  </a:cubicBezTo>
                  <a:close/>
                  <a:moveTo>
                    <a:pt x="6345" y="3890"/>
                  </a:moveTo>
                  <a:cubicBezTo>
                    <a:pt x="5782" y="4227"/>
                    <a:pt x="5248" y="4575"/>
                    <a:pt x="4755" y="4926"/>
                  </a:cubicBezTo>
                  <a:lnTo>
                    <a:pt x="5029" y="5307"/>
                  </a:lnTo>
                  <a:cubicBezTo>
                    <a:pt x="5508" y="4966"/>
                    <a:pt x="6032" y="4623"/>
                    <a:pt x="6587" y="4290"/>
                  </a:cubicBezTo>
                  <a:lnTo>
                    <a:pt x="6345" y="3890"/>
                  </a:lnTo>
                  <a:close/>
                  <a:moveTo>
                    <a:pt x="86128" y="4680"/>
                  </a:moveTo>
                  <a:lnTo>
                    <a:pt x="85865" y="5065"/>
                  </a:lnTo>
                  <a:cubicBezTo>
                    <a:pt x="86398" y="5430"/>
                    <a:pt x="86895" y="5807"/>
                    <a:pt x="87344" y="6183"/>
                  </a:cubicBezTo>
                  <a:lnTo>
                    <a:pt x="87644" y="5825"/>
                  </a:lnTo>
                  <a:cubicBezTo>
                    <a:pt x="87185" y="5438"/>
                    <a:pt x="86676" y="5054"/>
                    <a:pt x="86128" y="4680"/>
                  </a:cubicBezTo>
                  <a:close/>
                  <a:moveTo>
                    <a:pt x="3263" y="6108"/>
                  </a:moveTo>
                  <a:cubicBezTo>
                    <a:pt x="2762" y="6553"/>
                    <a:pt x="2310" y="7010"/>
                    <a:pt x="1923" y="7469"/>
                  </a:cubicBezTo>
                  <a:lnTo>
                    <a:pt x="2280" y="7770"/>
                  </a:lnTo>
                  <a:cubicBezTo>
                    <a:pt x="2654" y="7330"/>
                    <a:pt x="3090" y="6887"/>
                    <a:pt x="3573" y="6458"/>
                  </a:cubicBezTo>
                  <a:lnTo>
                    <a:pt x="3263" y="6108"/>
                  </a:lnTo>
                  <a:close/>
                  <a:moveTo>
                    <a:pt x="89025" y="7143"/>
                  </a:moveTo>
                  <a:lnTo>
                    <a:pt x="88680" y="7457"/>
                  </a:lnTo>
                  <a:cubicBezTo>
                    <a:pt x="89117" y="7936"/>
                    <a:pt x="89491" y="8426"/>
                    <a:pt x="89792" y="8913"/>
                  </a:cubicBezTo>
                  <a:lnTo>
                    <a:pt x="90188" y="8669"/>
                  </a:lnTo>
                  <a:cubicBezTo>
                    <a:pt x="89872" y="8157"/>
                    <a:pt x="89480" y="7643"/>
                    <a:pt x="89025" y="7143"/>
                  </a:cubicBezTo>
                  <a:close/>
                  <a:moveTo>
                    <a:pt x="827" y="9048"/>
                  </a:moveTo>
                  <a:cubicBezTo>
                    <a:pt x="502" y="9640"/>
                    <a:pt x="268" y="10247"/>
                    <a:pt x="129" y="10852"/>
                  </a:cubicBezTo>
                  <a:lnTo>
                    <a:pt x="584" y="10957"/>
                  </a:lnTo>
                  <a:cubicBezTo>
                    <a:pt x="714" y="10394"/>
                    <a:pt x="934" y="9826"/>
                    <a:pt x="1236" y="9272"/>
                  </a:cubicBezTo>
                  <a:lnTo>
                    <a:pt x="827" y="9048"/>
                  </a:lnTo>
                  <a:close/>
                  <a:moveTo>
                    <a:pt x="90995" y="10424"/>
                  </a:moveTo>
                  <a:lnTo>
                    <a:pt x="90547" y="10559"/>
                  </a:lnTo>
                  <a:cubicBezTo>
                    <a:pt x="90712" y="11106"/>
                    <a:pt x="90796" y="11662"/>
                    <a:pt x="90796" y="12212"/>
                  </a:cubicBezTo>
                  <a:lnTo>
                    <a:pt x="90794" y="12337"/>
                  </a:lnTo>
                  <a:lnTo>
                    <a:pt x="91262" y="12347"/>
                  </a:lnTo>
                  <a:lnTo>
                    <a:pt x="91264" y="12212"/>
                  </a:lnTo>
                  <a:cubicBezTo>
                    <a:pt x="91264" y="11615"/>
                    <a:pt x="91175" y="11013"/>
                    <a:pt x="90995" y="10424"/>
                  </a:cubicBezTo>
                  <a:close/>
                  <a:moveTo>
                    <a:pt x="465" y="12743"/>
                  </a:moveTo>
                  <a:lnTo>
                    <a:pt x="0" y="12789"/>
                  </a:lnTo>
                  <a:cubicBezTo>
                    <a:pt x="62" y="13416"/>
                    <a:pt x="222" y="14045"/>
                    <a:pt x="480" y="14661"/>
                  </a:cubicBezTo>
                  <a:lnTo>
                    <a:pt x="912" y="14480"/>
                  </a:lnTo>
                  <a:cubicBezTo>
                    <a:pt x="672" y="13908"/>
                    <a:pt x="522" y="13323"/>
                    <a:pt x="465" y="12743"/>
                  </a:cubicBezTo>
                  <a:close/>
                  <a:moveTo>
                    <a:pt x="90472" y="14097"/>
                  </a:moveTo>
                  <a:cubicBezTo>
                    <a:pt x="90284" y="14638"/>
                    <a:pt x="90011" y="15182"/>
                    <a:pt x="89662" y="15715"/>
                  </a:cubicBezTo>
                  <a:lnTo>
                    <a:pt x="90054" y="15971"/>
                  </a:lnTo>
                  <a:cubicBezTo>
                    <a:pt x="90424" y="15408"/>
                    <a:pt x="90715" y="14828"/>
                    <a:pt x="90914" y="14249"/>
                  </a:cubicBezTo>
                  <a:lnTo>
                    <a:pt x="90472" y="14097"/>
                  </a:lnTo>
                  <a:close/>
                  <a:moveTo>
                    <a:pt x="1811" y="16059"/>
                  </a:moveTo>
                  <a:lnTo>
                    <a:pt x="1432" y="16334"/>
                  </a:lnTo>
                  <a:cubicBezTo>
                    <a:pt x="1785" y="16819"/>
                    <a:pt x="2206" y="17304"/>
                    <a:pt x="2685" y="17778"/>
                  </a:cubicBezTo>
                  <a:lnTo>
                    <a:pt x="3014" y="17446"/>
                  </a:lnTo>
                  <a:cubicBezTo>
                    <a:pt x="2552" y="16989"/>
                    <a:pt x="2148" y="16524"/>
                    <a:pt x="1811" y="16059"/>
                  </a:cubicBezTo>
                  <a:close/>
                  <a:moveTo>
                    <a:pt x="88518" y="17146"/>
                  </a:moveTo>
                  <a:cubicBezTo>
                    <a:pt x="88118" y="17566"/>
                    <a:pt x="87663" y="17987"/>
                    <a:pt x="87160" y="18397"/>
                  </a:cubicBezTo>
                  <a:lnTo>
                    <a:pt x="87457" y="18758"/>
                  </a:lnTo>
                  <a:cubicBezTo>
                    <a:pt x="87973" y="18335"/>
                    <a:pt x="88444" y="17901"/>
                    <a:pt x="88857" y="17468"/>
                  </a:cubicBezTo>
                  <a:lnTo>
                    <a:pt x="88518" y="17146"/>
                  </a:lnTo>
                  <a:close/>
                  <a:moveTo>
                    <a:pt x="4408" y="18657"/>
                  </a:moveTo>
                  <a:lnTo>
                    <a:pt x="4122" y="19027"/>
                  </a:lnTo>
                  <a:cubicBezTo>
                    <a:pt x="4598" y="19399"/>
                    <a:pt x="5121" y="19766"/>
                    <a:pt x="5674" y="20120"/>
                  </a:cubicBezTo>
                  <a:lnTo>
                    <a:pt x="5925" y="19725"/>
                  </a:lnTo>
                  <a:cubicBezTo>
                    <a:pt x="5384" y="19378"/>
                    <a:pt x="4875" y="19020"/>
                    <a:pt x="4408" y="18657"/>
                  </a:cubicBezTo>
                  <a:close/>
                  <a:moveTo>
                    <a:pt x="85668" y="19495"/>
                  </a:moveTo>
                  <a:cubicBezTo>
                    <a:pt x="85175" y="19826"/>
                    <a:pt x="84641" y="20154"/>
                    <a:pt x="84082" y="20470"/>
                  </a:cubicBezTo>
                  <a:lnTo>
                    <a:pt x="84313" y="20876"/>
                  </a:lnTo>
                  <a:cubicBezTo>
                    <a:pt x="84879" y="20555"/>
                    <a:pt x="85423" y="20221"/>
                    <a:pt x="85928" y="19884"/>
                  </a:cubicBezTo>
                  <a:lnTo>
                    <a:pt x="85668" y="19495"/>
                  </a:lnTo>
                  <a:close/>
                  <a:moveTo>
                    <a:pt x="7528" y="20676"/>
                  </a:moveTo>
                  <a:lnTo>
                    <a:pt x="7304" y="21086"/>
                  </a:lnTo>
                  <a:cubicBezTo>
                    <a:pt x="7833" y="21378"/>
                    <a:pt x="8401" y="21668"/>
                    <a:pt x="8988" y="21949"/>
                  </a:cubicBezTo>
                  <a:lnTo>
                    <a:pt x="9190" y="21527"/>
                  </a:lnTo>
                  <a:cubicBezTo>
                    <a:pt x="8610" y="21249"/>
                    <a:pt x="8051" y="20964"/>
                    <a:pt x="7528" y="20676"/>
                  </a:cubicBezTo>
                  <a:close/>
                  <a:moveTo>
                    <a:pt x="82433" y="21340"/>
                  </a:moveTo>
                  <a:cubicBezTo>
                    <a:pt x="81891" y="21608"/>
                    <a:pt x="81321" y="21871"/>
                    <a:pt x="80737" y="22123"/>
                  </a:cubicBezTo>
                  <a:lnTo>
                    <a:pt x="80921" y="22553"/>
                  </a:lnTo>
                  <a:cubicBezTo>
                    <a:pt x="81511" y="22297"/>
                    <a:pt x="82089" y="22029"/>
                    <a:pt x="82639" y="21759"/>
                  </a:cubicBezTo>
                  <a:lnTo>
                    <a:pt x="82433" y="21340"/>
                  </a:lnTo>
                  <a:close/>
                  <a:moveTo>
                    <a:pt x="10893" y="22291"/>
                  </a:moveTo>
                  <a:lnTo>
                    <a:pt x="10713" y="22723"/>
                  </a:lnTo>
                  <a:cubicBezTo>
                    <a:pt x="11280" y="22963"/>
                    <a:pt x="11871" y="23197"/>
                    <a:pt x="12468" y="23422"/>
                  </a:cubicBezTo>
                  <a:lnTo>
                    <a:pt x="12631" y="22983"/>
                  </a:lnTo>
                  <a:cubicBezTo>
                    <a:pt x="12040" y="22759"/>
                    <a:pt x="11454" y="22530"/>
                    <a:pt x="10893" y="22291"/>
                  </a:cubicBezTo>
                  <a:close/>
                  <a:moveTo>
                    <a:pt x="79005" y="22831"/>
                  </a:moveTo>
                  <a:cubicBezTo>
                    <a:pt x="78440" y="23051"/>
                    <a:pt x="77849" y="23266"/>
                    <a:pt x="77248" y="23473"/>
                  </a:cubicBezTo>
                  <a:lnTo>
                    <a:pt x="77400" y="23915"/>
                  </a:lnTo>
                  <a:cubicBezTo>
                    <a:pt x="78006" y="23707"/>
                    <a:pt x="78601" y="23489"/>
                    <a:pt x="79173" y="23269"/>
                  </a:cubicBezTo>
                  <a:lnTo>
                    <a:pt x="79005" y="22831"/>
                  </a:lnTo>
                  <a:close/>
                  <a:moveTo>
                    <a:pt x="14394" y="23612"/>
                  </a:moveTo>
                  <a:lnTo>
                    <a:pt x="14246" y="24054"/>
                  </a:lnTo>
                  <a:cubicBezTo>
                    <a:pt x="14831" y="24252"/>
                    <a:pt x="15431" y="24443"/>
                    <a:pt x="16042" y="24629"/>
                  </a:cubicBezTo>
                  <a:lnTo>
                    <a:pt x="16177" y="24180"/>
                  </a:lnTo>
                  <a:cubicBezTo>
                    <a:pt x="15570" y="23996"/>
                    <a:pt x="14973" y="23805"/>
                    <a:pt x="14394" y="23612"/>
                  </a:cubicBezTo>
                  <a:close/>
                  <a:moveTo>
                    <a:pt x="75469" y="24056"/>
                  </a:moveTo>
                  <a:cubicBezTo>
                    <a:pt x="74882" y="24237"/>
                    <a:pt x="74284" y="24414"/>
                    <a:pt x="73671" y="24585"/>
                  </a:cubicBezTo>
                  <a:lnTo>
                    <a:pt x="73796" y="25034"/>
                  </a:lnTo>
                  <a:cubicBezTo>
                    <a:pt x="74414" y="24863"/>
                    <a:pt x="75015" y="24685"/>
                    <a:pt x="75606" y="24502"/>
                  </a:cubicBezTo>
                  <a:lnTo>
                    <a:pt x="75469" y="24056"/>
                  </a:lnTo>
                  <a:close/>
                  <a:moveTo>
                    <a:pt x="17978" y="24698"/>
                  </a:moveTo>
                  <a:lnTo>
                    <a:pt x="17855" y="25150"/>
                  </a:lnTo>
                  <a:cubicBezTo>
                    <a:pt x="18452" y="25312"/>
                    <a:pt x="19061" y="25470"/>
                    <a:pt x="19681" y="25624"/>
                  </a:cubicBezTo>
                  <a:lnTo>
                    <a:pt x="19792" y="25168"/>
                  </a:lnTo>
                  <a:cubicBezTo>
                    <a:pt x="19175" y="25017"/>
                    <a:pt x="18571" y="24860"/>
                    <a:pt x="17978" y="24698"/>
                  </a:cubicBezTo>
                  <a:close/>
                  <a:moveTo>
                    <a:pt x="71861" y="25067"/>
                  </a:moveTo>
                  <a:cubicBezTo>
                    <a:pt x="71262" y="25217"/>
                    <a:pt x="70655" y="25364"/>
                    <a:pt x="70036" y="25503"/>
                  </a:cubicBezTo>
                  <a:lnTo>
                    <a:pt x="70142" y="25958"/>
                  </a:lnTo>
                  <a:cubicBezTo>
                    <a:pt x="70761" y="25816"/>
                    <a:pt x="71372" y="25671"/>
                    <a:pt x="71975" y="25522"/>
                  </a:cubicBezTo>
                  <a:lnTo>
                    <a:pt x="71861" y="25067"/>
                  </a:lnTo>
                  <a:close/>
                  <a:moveTo>
                    <a:pt x="21617" y="25595"/>
                  </a:moveTo>
                  <a:lnTo>
                    <a:pt x="21517" y="26051"/>
                  </a:lnTo>
                  <a:cubicBezTo>
                    <a:pt x="22121" y="26184"/>
                    <a:pt x="22739" y="26315"/>
                    <a:pt x="23362" y="26439"/>
                  </a:cubicBezTo>
                  <a:lnTo>
                    <a:pt x="23451" y="25980"/>
                  </a:lnTo>
                  <a:cubicBezTo>
                    <a:pt x="22831" y="25855"/>
                    <a:pt x="22219" y="25728"/>
                    <a:pt x="21617" y="25595"/>
                  </a:cubicBezTo>
                  <a:close/>
                  <a:moveTo>
                    <a:pt x="68203" y="25895"/>
                  </a:moveTo>
                  <a:cubicBezTo>
                    <a:pt x="67599" y="26019"/>
                    <a:pt x="66984" y="26138"/>
                    <a:pt x="66363" y="26250"/>
                  </a:cubicBezTo>
                  <a:lnTo>
                    <a:pt x="66448" y="26711"/>
                  </a:lnTo>
                  <a:cubicBezTo>
                    <a:pt x="67072" y="26598"/>
                    <a:pt x="67688" y="26477"/>
                    <a:pt x="68295" y="26353"/>
                  </a:cubicBezTo>
                  <a:lnTo>
                    <a:pt x="68203" y="25895"/>
                  </a:lnTo>
                  <a:close/>
                  <a:moveTo>
                    <a:pt x="25295" y="26328"/>
                  </a:moveTo>
                  <a:lnTo>
                    <a:pt x="25213" y="26789"/>
                  </a:lnTo>
                  <a:cubicBezTo>
                    <a:pt x="25826" y="26898"/>
                    <a:pt x="26443" y="27001"/>
                    <a:pt x="27071" y="27102"/>
                  </a:cubicBezTo>
                  <a:lnTo>
                    <a:pt x="27144" y="26638"/>
                  </a:lnTo>
                  <a:cubicBezTo>
                    <a:pt x="26521" y="26540"/>
                    <a:pt x="25903" y="26436"/>
                    <a:pt x="25295" y="26328"/>
                  </a:cubicBezTo>
                  <a:close/>
                  <a:moveTo>
                    <a:pt x="64516" y="26572"/>
                  </a:moveTo>
                  <a:cubicBezTo>
                    <a:pt x="63905" y="26672"/>
                    <a:pt x="63287" y="26767"/>
                    <a:pt x="62661" y="26856"/>
                  </a:cubicBezTo>
                  <a:lnTo>
                    <a:pt x="62727" y="27318"/>
                  </a:lnTo>
                  <a:cubicBezTo>
                    <a:pt x="63356" y="27228"/>
                    <a:pt x="63976" y="27132"/>
                    <a:pt x="64591" y="27033"/>
                  </a:cubicBezTo>
                  <a:lnTo>
                    <a:pt x="64516" y="26572"/>
                  </a:lnTo>
                  <a:close/>
                  <a:moveTo>
                    <a:pt x="29001" y="26914"/>
                  </a:moveTo>
                  <a:lnTo>
                    <a:pt x="28936" y="27377"/>
                  </a:lnTo>
                  <a:cubicBezTo>
                    <a:pt x="29552" y="27463"/>
                    <a:pt x="30174" y="27545"/>
                    <a:pt x="30803" y="27623"/>
                  </a:cubicBezTo>
                  <a:lnTo>
                    <a:pt x="30860" y="27157"/>
                  </a:lnTo>
                  <a:cubicBezTo>
                    <a:pt x="30234" y="27081"/>
                    <a:pt x="29612" y="27001"/>
                    <a:pt x="29001" y="26914"/>
                  </a:cubicBezTo>
                  <a:close/>
                  <a:moveTo>
                    <a:pt x="60803" y="27105"/>
                  </a:moveTo>
                  <a:cubicBezTo>
                    <a:pt x="60189" y="27184"/>
                    <a:pt x="59567" y="27257"/>
                    <a:pt x="58939" y="27324"/>
                  </a:cubicBezTo>
                  <a:lnTo>
                    <a:pt x="58990" y="27789"/>
                  </a:lnTo>
                  <a:cubicBezTo>
                    <a:pt x="59619" y="27721"/>
                    <a:pt x="60244" y="27646"/>
                    <a:pt x="60862" y="27570"/>
                  </a:cubicBezTo>
                  <a:lnTo>
                    <a:pt x="60803" y="27105"/>
                  </a:lnTo>
                  <a:close/>
                  <a:moveTo>
                    <a:pt x="32724" y="27369"/>
                  </a:moveTo>
                  <a:lnTo>
                    <a:pt x="32674" y="27835"/>
                  </a:lnTo>
                  <a:cubicBezTo>
                    <a:pt x="33293" y="27901"/>
                    <a:pt x="33918" y="27960"/>
                    <a:pt x="34549" y="28018"/>
                  </a:cubicBezTo>
                  <a:lnTo>
                    <a:pt x="34591" y="27551"/>
                  </a:lnTo>
                  <a:cubicBezTo>
                    <a:pt x="33963" y="27494"/>
                    <a:pt x="33340" y="27435"/>
                    <a:pt x="32724" y="27369"/>
                  </a:cubicBezTo>
                  <a:close/>
                  <a:moveTo>
                    <a:pt x="57072" y="27513"/>
                  </a:moveTo>
                  <a:cubicBezTo>
                    <a:pt x="56453" y="27570"/>
                    <a:pt x="55830" y="27623"/>
                    <a:pt x="55202" y="27669"/>
                  </a:cubicBezTo>
                  <a:lnTo>
                    <a:pt x="55239" y="28136"/>
                  </a:lnTo>
                  <a:cubicBezTo>
                    <a:pt x="55871" y="28089"/>
                    <a:pt x="56496" y="28035"/>
                    <a:pt x="57116" y="27980"/>
                  </a:cubicBezTo>
                  <a:lnTo>
                    <a:pt x="57072" y="27513"/>
                  </a:lnTo>
                  <a:close/>
                  <a:moveTo>
                    <a:pt x="36459" y="27702"/>
                  </a:moveTo>
                  <a:lnTo>
                    <a:pt x="36427" y="28167"/>
                  </a:lnTo>
                  <a:cubicBezTo>
                    <a:pt x="37049" y="28214"/>
                    <a:pt x="37674" y="28253"/>
                    <a:pt x="38304" y="28290"/>
                  </a:cubicBezTo>
                  <a:lnTo>
                    <a:pt x="38332" y="27823"/>
                  </a:lnTo>
                  <a:cubicBezTo>
                    <a:pt x="37703" y="27786"/>
                    <a:pt x="37080" y="27747"/>
                    <a:pt x="36459" y="27702"/>
                  </a:cubicBezTo>
                  <a:close/>
                  <a:moveTo>
                    <a:pt x="53331" y="27798"/>
                  </a:moveTo>
                  <a:cubicBezTo>
                    <a:pt x="52711" y="27836"/>
                    <a:pt x="52088" y="27870"/>
                    <a:pt x="51459" y="27899"/>
                  </a:cubicBezTo>
                  <a:lnTo>
                    <a:pt x="51480" y="28364"/>
                  </a:lnTo>
                  <a:cubicBezTo>
                    <a:pt x="52111" y="28335"/>
                    <a:pt x="52739" y="28303"/>
                    <a:pt x="53361" y="28265"/>
                  </a:cubicBezTo>
                  <a:lnTo>
                    <a:pt x="53331" y="27798"/>
                  </a:lnTo>
                  <a:close/>
                  <a:moveTo>
                    <a:pt x="40208" y="27917"/>
                  </a:moveTo>
                  <a:lnTo>
                    <a:pt x="40187" y="28385"/>
                  </a:lnTo>
                  <a:cubicBezTo>
                    <a:pt x="40810" y="28413"/>
                    <a:pt x="41438" y="28433"/>
                    <a:pt x="42069" y="28451"/>
                  </a:cubicBezTo>
                  <a:lnTo>
                    <a:pt x="42082" y="27982"/>
                  </a:lnTo>
                  <a:cubicBezTo>
                    <a:pt x="41453" y="27965"/>
                    <a:pt x="40829" y="27943"/>
                    <a:pt x="40208" y="27917"/>
                  </a:cubicBezTo>
                  <a:close/>
                  <a:moveTo>
                    <a:pt x="49586" y="27969"/>
                  </a:moveTo>
                  <a:cubicBezTo>
                    <a:pt x="48964" y="27990"/>
                    <a:pt x="48338" y="28004"/>
                    <a:pt x="47709" y="28013"/>
                  </a:cubicBezTo>
                  <a:lnTo>
                    <a:pt x="47716" y="28481"/>
                  </a:lnTo>
                  <a:cubicBezTo>
                    <a:pt x="48347" y="28471"/>
                    <a:pt x="48974" y="28456"/>
                    <a:pt x="49600" y="28437"/>
                  </a:cubicBezTo>
                  <a:lnTo>
                    <a:pt x="49586" y="27969"/>
                  </a:lnTo>
                  <a:close/>
                  <a:moveTo>
                    <a:pt x="43957" y="28019"/>
                  </a:moveTo>
                  <a:lnTo>
                    <a:pt x="43950" y="28487"/>
                  </a:lnTo>
                  <a:cubicBezTo>
                    <a:pt x="44505" y="28495"/>
                    <a:pt x="45061" y="28499"/>
                    <a:pt x="45618" y="28499"/>
                  </a:cubicBezTo>
                  <a:lnTo>
                    <a:pt x="45835" y="28499"/>
                  </a:lnTo>
                  <a:lnTo>
                    <a:pt x="45835" y="28031"/>
                  </a:lnTo>
                  <a:lnTo>
                    <a:pt x="45620" y="28031"/>
                  </a:lnTo>
                  <a:cubicBezTo>
                    <a:pt x="45064" y="28031"/>
                    <a:pt x="44511" y="28026"/>
                    <a:pt x="43957" y="2801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5" name="Google Shape;2945;p44"/>
          <p:cNvGrpSpPr/>
          <p:nvPr/>
        </p:nvGrpSpPr>
        <p:grpSpPr>
          <a:xfrm>
            <a:off x="4421097" y="3785895"/>
            <a:ext cx="1479325" cy="907010"/>
            <a:chOff x="7229047" y="3658520"/>
            <a:chExt cx="1479325" cy="907010"/>
          </a:xfrm>
        </p:grpSpPr>
        <p:sp>
          <p:nvSpPr>
            <p:cNvPr id="2946" name="Google Shape;2946;p44"/>
            <p:cNvSpPr/>
            <p:nvPr/>
          </p:nvSpPr>
          <p:spPr>
            <a:xfrm>
              <a:off x="7676684" y="3739768"/>
              <a:ext cx="978691" cy="516738"/>
            </a:xfrm>
            <a:custGeom>
              <a:avLst/>
              <a:gdLst/>
              <a:ahLst/>
              <a:cxnLst/>
              <a:rect l="l" t="t" r="r" b="b"/>
              <a:pathLst>
                <a:path w="28440" h="15016" extrusionOk="0">
                  <a:moveTo>
                    <a:pt x="14151" y="0"/>
                  </a:moveTo>
                  <a:cubicBezTo>
                    <a:pt x="10831" y="0"/>
                    <a:pt x="7514" y="734"/>
                    <a:pt x="4992" y="2201"/>
                  </a:cubicBezTo>
                  <a:cubicBezTo>
                    <a:pt x="332" y="4906"/>
                    <a:pt x="0" y="9191"/>
                    <a:pt x="4005" y="12133"/>
                  </a:cubicBezTo>
                  <a:cubicBezTo>
                    <a:pt x="4324" y="12366"/>
                    <a:pt x="4670" y="12593"/>
                    <a:pt x="5060" y="12816"/>
                  </a:cubicBezTo>
                  <a:cubicBezTo>
                    <a:pt x="5437" y="13036"/>
                    <a:pt x="5829" y="13238"/>
                    <a:pt x="6239" y="13424"/>
                  </a:cubicBezTo>
                  <a:cubicBezTo>
                    <a:pt x="8579" y="14485"/>
                    <a:pt x="11408" y="15016"/>
                    <a:pt x="14234" y="15016"/>
                  </a:cubicBezTo>
                  <a:cubicBezTo>
                    <a:pt x="17556" y="15016"/>
                    <a:pt x="20873" y="14283"/>
                    <a:pt x="23389" y="12816"/>
                  </a:cubicBezTo>
                  <a:cubicBezTo>
                    <a:pt x="28439" y="9890"/>
                    <a:pt x="28403" y="5124"/>
                    <a:pt x="23335" y="2199"/>
                  </a:cubicBezTo>
                  <a:cubicBezTo>
                    <a:pt x="20796" y="733"/>
                    <a:pt x="17471" y="0"/>
                    <a:pt x="14151"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44"/>
            <p:cNvSpPr/>
            <p:nvPr/>
          </p:nvSpPr>
          <p:spPr>
            <a:xfrm>
              <a:off x="7229047" y="4109771"/>
              <a:ext cx="665607" cy="434733"/>
            </a:xfrm>
            <a:custGeom>
              <a:avLst/>
              <a:gdLst/>
              <a:ahLst/>
              <a:cxnLst/>
              <a:rect l="l" t="t" r="r" b="b"/>
              <a:pathLst>
                <a:path w="19342" h="12633" extrusionOk="0">
                  <a:moveTo>
                    <a:pt x="19140" y="0"/>
                  </a:moveTo>
                  <a:lnTo>
                    <a:pt x="0" y="11124"/>
                  </a:lnTo>
                  <a:lnTo>
                    <a:pt x="2135" y="12632"/>
                  </a:lnTo>
                  <a:lnTo>
                    <a:pt x="19342" y="1705"/>
                  </a:lnTo>
                  <a:lnTo>
                    <a:pt x="19140" y="0"/>
                  </a:lnTo>
                  <a:close/>
                </a:path>
              </a:pathLst>
            </a:custGeom>
            <a:solidFill>
              <a:srgbClr val="7BA8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44"/>
            <p:cNvSpPr/>
            <p:nvPr/>
          </p:nvSpPr>
          <p:spPr>
            <a:xfrm>
              <a:off x="7852945" y="3705458"/>
              <a:ext cx="730130" cy="318729"/>
            </a:xfrm>
            <a:custGeom>
              <a:avLst/>
              <a:gdLst/>
              <a:ahLst/>
              <a:cxnLst/>
              <a:rect l="l" t="t" r="r" b="b"/>
              <a:pathLst>
                <a:path w="21217" h="9262" extrusionOk="0">
                  <a:moveTo>
                    <a:pt x="0" y="9195"/>
                  </a:moveTo>
                  <a:cubicBezTo>
                    <a:pt x="0" y="9197"/>
                    <a:pt x="0" y="9200"/>
                    <a:pt x="0" y="9202"/>
                  </a:cubicBezTo>
                  <a:lnTo>
                    <a:pt x="0" y="9195"/>
                  </a:lnTo>
                  <a:close/>
                  <a:moveTo>
                    <a:pt x="10577" y="0"/>
                  </a:moveTo>
                  <a:cubicBezTo>
                    <a:pt x="7858" y="0"/>
                    <a:pt x="5142" y="600"/>
                    <a:pt x="3082" y="1799"/>
                  </a:cubicBezTo>
                  <a:cubicBezTo>
                    <a:pt x="1036" y="2985"/>
                    <a:pt x="12" y="4547"/>
                    <a:pt x="9" y="6109"/>
                  </a:cubicBezTo>
                  <a:lnTo>
                    <a:pt x="0" y="9195"/>
                  </a:lnTo>
                  <a:lnTo>
                    <a:pt x="0" y="9195"/>
                  </a:lnTo>
                  <a:cubicBezTo>
                    <a:pt x="6" y="7632"/>
                    <a:pt x="1030" y="6077"/>
                    <a:pt x="3073" y="4889"/>
                  </a:cubicBezTo>
                  <a:cubicBezTo>
                    <a:pt x="5134" y="3691"/>
                    <a:pt x="7849" y="3093"/>
                    <a:pt x="10568" y="3093"/>
                  </a:cubicBezTo>
                  <a:cubicBezTo>
                    <a:pt x="13288" y="3093"/>
                    <a:pt x="16010" y="3691"/>
                    <a:pt x="18084" y="4889"/>
                  </a:cubicBezTo>
                  <a:cubicBezTo>
                    <a:pt x="20162" y="6092"/>
                    <a:pt x="21205" y="7674"/>
                    <a:pt x="21202" y="9256"/>
                  </a:cubicBezTo>
                  <a:lnTo>
                    <a:pt x="21202" y="9256"/>
                  </a:lnTo>
                  <a:lnTo>
                    <a:pt x="21210" y="6173"/>
                  </a:lnTo>
                  <a:cubicBezTo>
                    <a:pt x="21216" y="4586"/>
                    <a:pt x="20176" y="3002"/>
                    <a:pt x="18093" y="1799"/>
                  </a:cubicBezTo>
                  <a:cubicBezTo>
                    <a:pt x="16019" y="600"/>
                    <a:pt x="13296" y="0"/>
                    <a:pt x="10577" y="0"/>
                  </a:cubicBezTo>
                  <a:close/>
                  <a:moveTo>
                    <a:pt x="21202" y="9256"/>
                  </a:moveTo>
                  <a:lnTo>
                    <a:pt x="21202" y="9262"/>
                  </a:lnTo>
                  <a:cubicBezTo>
                    <a:pt x="21202" y="9260"/>
                    <a:pt x="21202" y="9258"/>
                    <a:pt x="21202" y="925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44"/>
            <p:cNvSpPr/>
            <p:nvPr/>
          </p:nvSpPr>
          <p:spPr>
            <a:xfrm>
              <a:off x="7817191" y="3749128"/>
              <a:ext cx="801674" cy="422654"/>
            </a:xfrm>
            <a:custGeom>
              <a:avLst/>
              <a:gdLst/>
              <a:ahLst/>
              <a:cxnLst/>
              <a:rect l="l" t="t" r="r" b="b"/>
              <a:pathLst>
                <a:path w="23296" h="12282" extrusionOk="0">
                  <a:moveTo>
                    <a:pt x="11615" y="0"/>
                  </a:moveTo>
                  <a:cubicBezTo>
                    <a:pt x="8896" y="0"/>
                    <a:pt x="6181" y="599"/>
                    <a:pt x="4121" y="1795"/>
                  </a:cubicBezTo>
                  <a:cubicBezTo>
                    <a:pt x="1" y="4190"/>
                    <a:pt x="30" y="8090"/>
                    <a:pt x="4178" y="10486"/>
                  </a:cubicBezTo>
                  <a:cubicBezTo>
                    <a:pt x="6252" y="11683"/>
                    <a:pt x="8971" y="12281"/>
                    <a:pt x="11686" y="12281"/>
                  </a:cubicBezTo>
                  <a:cubicBezTo>
                    <a:pt x="14401" y="12281"/>
                    <a:pt x="17113" y="11683"/>
                    <a:pt x="19174" y="10486"/>
                  </a:cubicBezTo>
                  <a:cubicBezTo>
                    <a:pt x="23295" y="8088"/>
                    <a:pt x="23272" y="4185"/>
                    <a:pt x="19132" y="1795"/>
                  </a:cubicBezTo>
                  <a:cubicBezTo>
                    <a:pt x="17057" y="599"/>
                    <a:pt x="14334" y="0"/>
                    <a:pt x="11615" y="0"/>
                  </a:cubicBezTo>
                  <a:close/>
                </a:path>
              </a:pathLst>
            </a:custGeom>
            <a:solidFill>
              <a:srgbClr val="FFFFFF">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44"/>
            <p:cNvSpPr/>
            <p:nvPr/>
          </p:nvSpPr>
          <p:spPr>
            <a:xfrm>
              <a:off x="7771629" y="3915581"/>
              <a:ext cx="892557" cy="366046"/>
            </a:xfrm>
            <a:custGeom>
              <a:avLst/>
              <a:gdLst/>
              <a:ahLst/>
              <a:cxnLst/>
              <a:rect l="l" t="t" r="r" b="b"/>
              <a:pathLst>
                <a:path w="25937" h="10637" extrusionOk="0">
                  <a:moveTo>
                    <a:pt x="12" y="0"/>
                  </a:moveTo>
                  <a:lnTo>
                    <a:pt x="4" y="3090"/>
                  </a:lnTo>
                  <a:cubicBezTo>
                    <a:pt x="1" y="4739"/>
                    <a:pt x="924" y="6389"/>
                    <a:pt x="2777" y="7754"/>
                  </a:cubicBezTo>
                  <a:cubicBezTo>
                    <a:pt x="3096" y="7988"/>
                    <a:pt x="3443" y="8212"/>
                    <a:pt x="3834" y="8439"/>
                  </a:cubicBezTo>
                  <a:cubicBezTo>
                    <a:pt x="4210" y="8656"/>
                    <a:pt x="4605" y="8859"/>
                    <a:pt x="5013" y="9045"/>
                  </a:cubicBezTo>
                  <a:cubicBezTo>
                    <a:pt x="7353" y="10106"/>
                    <a:pt x="10181" y="10636"/>
                    <a:pt x="13006" y="10636"/>
                  </a:cubicBezTo>
                  <a:cubicBezTo>
                    <a:pt x="16328" y="10636"/>
                    <a:pt x="19645" y="9903"/>
                    <a:pt x="22160" y="8438"/>
                  </a:cubicBezTo>
                  <a:cubicBezTo>
                    <a:pt x="24669" y="6986"/>
                    <a:pt x="25923" y="5077"/>
                    <a:pt x="25929" y="3165"/>
                  </a:cubicBezTo>
                  <a:lnTo>
                    <a:pt x="25936" y="75"/>
                  </a:lnTo>
                  <a:lnTo>
                    <a:pt x="25936" y="75"/>
                  </a:lnTo>
                  <a:cubicBezTo>
                    <a:pt x="25930" y="1987"/>
                    <a:pt x="24676" y="3895"/>
                    <a:pt x="22170" y="5345"/>
                  </a:cubicBezTo>
                  <a:cubicBezTo>
                    <a:pt x="19655" y="6811"/>
                    <a:pt x="16338" y="7544"/>
                    <a:pt x="13017" y="7544"/>
                  </a:cubicBezTo>
                  <a:cubicBezTo>
                    <a:pt x="10191" y="7544"/>
                    <a:pt x="7362" y="7013"/>
                    <a:pt x="5022" y="5952"/>
                  </a:cubicBezTo>
                  <a:cubicBezTo>
                    <a:pt x="4612" y="5763"/>
                    <a:pt x="4219" y="5564"/>
                    <a:pt x="3843" y="5345"/>
                  </a:cubicBezTo>
                  <a:cubicBezTo>
                    <a:pt x="3453" y="5121"/>
                    <a:pt x="3107" y="4896"/>
                    <a:pt x="2788" y="4661"/>
                  </a:cubicBezTo>
                  <a:cubicBezTo>
                    <a:pt x="933" y="3298"/>
                    <a:pt x="8" y="1648"/>
                    <a:pt x="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44"/>
            <p:cNvSpPr/>
            <p:nvPr/>
          </p:nvSpPr>
          <p:spPr>
            <a:xfrm>
              <a:off x="7729680" y="3658520"/>
              <a:ext cx="978692" cy="516773"/>
            </a:xfrm>
            <a:custGeom>
              <a:avLst/>
              <a:gdLst/>
              <a:ahLst/>
              <a:cxnLst/>
              <a:rect l="l" t="t" r="r" b="b"/>
              <a:pathLst>
                <a:path w="28440" h="15017" extrusionOk="0">
                  <a:moveTo>
                    <a:pt x="14158" y="1366"/>
                  </a:moveTo>
                  <a:cubicBezTo>
                    <a:pt x="16877" y="1366"/>
                    <a:pt x="19599" y="1965"/>
                    <a:pt x="21673" y="3164"/>
                  </a:cubicBezTo>
                  <a:cubicBezTo>
                    <a:pt x="25814" y="5555"/>
                    <a:pt x="25837" y="9457"/>
                    <a:pt x="21714" y="11855"/>
                  </a:cubicBezTo>
                  <a:cubicBezTo>
                    <a:pt x="19654" y="13051"/>
                    <a:pt x="16943" y="13649"/>
                    <a:pt x="14227" y="13649"/>
                  </a:cubicBezTo>
                  <a:cubicBezTo>
                    <a:pt x="11512" y="13649"/>
                    <a:pt x="8793" y="13051"/>
                    <a:pt x="6718" y="11855"/>
                  </a:cubicBezTo>
                  <a:cubicBezTo>
                    <a:pt x="2570" y="9457"/>
                    <a:pt x="2541" y="5558"/>
                    <a:pt x="6662" y="3164"/>
                  </a:cubicBezTo>
                  <a:cubicBezTo>
                    <a:pt x="8723" y="1965"/>
                    <a:pt x="11439" y="1366"/>
                    <a:pt x="14158" y="1366"/>
                  </a:cubicBezTo>
                  <a:close/>
                  <a:moveTo>
                    <a:pt x="14152" y="0"/>
                  </a:moveTo>
                  <a:cubicBezTo>
                    <a:pt x="10831" y="0"/>
                    <a:pt x="7514" y="733"/>
                    <a:pt x="4991" y="2200"/>
                  </a:cubicBezTo>
                  <a:cubicBezTo>
                    <a:pt x="332" y="4905"/>
                    <a:pt x="1" y="9191"/>
                    <a:pt x="4004" y="12133"/>
                  </a:cubicBezTo>
                  <a:cubicBezTo>
                    <a:pt x="4324" y="12366"/>
                    <a:pt x="4670" y="12592"/>
                    <a:pt x="5060" y="12818"/>
                  </a:cubicBezTo>
                  <a:cubicBezTo>
                    <a:pt x="5436" y="13037"/>
                    <a:pt x="5830" y="13237"/>
                    <a:pt x="6239" y="13425"/>
                  </a:cubicBezTo>
                  <a:cubicBezTo>
                    <a:pt x="8580" y="14486"/>
                    <a:pt x="11410" y="15016"/>
                    <a:pt x="14236" y="15016"/>
                  </a:cubicBezTo>
                  <a:cubicBezTo>
                    <a:pt x="17557" y="15016"/>
                    <a:pt x="20873" y="14284"/>
                    <a:pt x="23388" y="12818"/>
                  </a:cubicBezTo>
                  <a:cubicBezTo>
                    <a:pt x="28440" y="9891"/>
                    <a:pt x="28403" y="5123"/>
                    <a:pt x="23335" y="2199"/>
                  </a:cubicBezTo>
                  <a:cubicBezTo>
                    <a:pt x="20796" y="733"/>
                    <a:pt x="17472" y="0"/>
                    <a:pt x="141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44"/>
            <p:cNvSpPr/>
            <p:nvPr/>
          </p:nvSpPr>
          <p:spPr>
            <a:xfrm>
              <a:off x="7552972" y="4098587"/>
              <a:ext cx="387244" cy="296154"/>
            </a:xfrm>
            <a:custGeom>
              <a:avLst/>
              <a:gdLst/>
              <a:ahLst/>
              <a:cxnLst/>
              <a:rect l="l" t="t" r="r" b="b"/>
              <a:pathLst>
                <a:path w="11253" h="8606" extrusionOk="0">
                  <a:moveTo>
                    <a:pt x="6" y="5268"/>
                  </a:moveTo>
                  <a:cubicBezTo>
                    <a:pt x="4" y="5269"/>
                    <a:pt x="3" y="5271"/>
                    <a:pt x="1" y="5272"/>
                  </a:cubicBezTo>
                  <a:lnTo>
                    <a:pt x="6" y="5268"/>
                  </a:lnTo>
                  <a:close/>
                  <a:moveTo>
                    <a:pt x="9272" y="1"/>
                  </a:moveTo>
                  <a:cubicBezTo>
                    <a:pt x="9138" y="1"/>
                    <a:pt x="9016" y="32"/>
                    <a:pt x="8911" y="93"/>
                  </a:cubicBezTo>
                  <a:lnTo>
                    <a:pt x="6" y="5268"/>
                  </a:lnTo>
                  <a:lnTo>
                    <a:pt x="6" y="5268"/>
                  </a:lnTo>
                  <a:cubicBezTo>
                    <a:pt x="109" y="5209"/>
                    <a:pt x="228" y="5179"/>
                    <a:pt x="360" y="5179"/>
                  </a:cubicBezTo>
                  <a:cubicBezTo>
                    <a:pt x="546" y="5179"/>
                    <a:pt x="757" y="5240"/>
                    <a:pt x="981" y="5370"/>
                  </a:cubicBezTo>
                  <a:cubicBezTo>
                    <a:pt x="1730" y="5803"/>
                    <a:pt x="2343" y="6859"/>
                    <a:pt x="2341" y="7725"/>
                  </a:cubicBezTo>
                  <a:cubicBezTo>
                    <a:pt x="2340" y="8158"/>
                    <a:pt x="2187" y="8462"/>
                    <a:pt x="1940" y="8605"/>
                  </a:cubicBezTo>
                  <a:lnTo>
                    <a:pt x="1940" y="8605"/>
                  </a:lnTo>
                  <a:lnTo>
                    <a:pt x="10849" y="3428"/>
                  </a:lnTo>
                  <a:cubicBezTo>
                    <a:pt x="11096" y="3286"/>
                    <a:pt x="11247" y="2982"/>
                    <a:pt x="11250" y="2548"/>
                  </a:cubicBezTo>
                  <a:cubicBezTo>
                    <a:pt x="11253" y="1684"/>
                    <a:pt x="10641" y="624"/>
                    <a:pt x="9891" y="189"/>
                  </a:cubicBezTo>
                  <a:cubicBezTo>
                    <a:pt x="9668" y="61"/>
                    <a:pt x="9458" y="1"/>
                    <a:pt x="9272" y="1"/>
                  </a:cubicBezTo>
                  <a:close/>
                  <a:moveTo>
                    <a:pt x="1940" y="8605"/>
                  </a:moveTo>
                  <a:lnTo>
                    <a:pt x="1939" y="8606"/>
                  </a:lnTo>
                  <a:cubicBezTo>
                    <a:pt x="1939" y="8606"/>
                    <a:pt x="1940" y="8606"/>
                    <a:pt x="1940" y="8605"/>
                  </a:cubicBezTo>
                  <a:close/>
                </a:path>
              </a:pathLst>
            </a:custGeom>
            <a:solidFill>
              <a:srgbClr val="F35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44"/>
            <p:cNvSpPr/>
            <p:nvPr/>
          </p:nvSpPr>
          <p:spPr>
            <a:xfrm>
              <a:off x="7619697" y="4181211"/>
              <a:ext cx="320415" cy="213495"/>
            </a:xfrm>
            <a:custGeom>
              <a:avLst/>
              <a:gdLst/>
              <a:ahLst/>
              <a:cxnLst/>
              <a:rect l="l" t="t" r="r" b="b"/>
              <a:pathLst>
                <a:path w="9311" h="6204" extrusionOk="0">
                  <a:moveTo>
                    <a:pt x="9289" y="0"/>
                  </a:moveTo>
                  <a:lnTo>
                    <a:pt x="379" y="5178"/>
                  </a:lnTo>
                  <a:cubicBezTo>
                    <a:pt x="382" y="5223"/>
                    <a:pt x="402" y="5276"/>
                    <a:pt x="402" y="5321"/>
                  </a:cubicBezTo>
                  <a:cubicBezTo>
                    <a:pt x="401" y="5755"/>
                    <a:pt x="248" y="6059"/>
                    <a:pt x="1" y="6203"/>
                  </a:cubicBezTo>
                  <a:lnTo>
                    <a:pt x="1" y="6203"/>
                  </a:lnTo>
                  <a:lnTo>
                    <a:pt x="8910" y="1024"/>
                  </a:lnTo>
                  <a:cubicBezTo>
                    <a:pt x="9157" y="881"/>
                    <a:pt x="9310" y="578"/>
                    <a:pt x="9311" y="142"/>
                  </a:cubicBezTo>
                  <a:cubicBezTo>
                    <a:pt x="9311" y="97"/>
                    <a:pt x="9292" y="47"/>
                    <a:pt x="9289" y="0"/>
                  </a:cubicBezTo>
                  <a:close/>
                  <a:moveTo>
                    <a:pt x="1" y="6203"/>
                  </a:moveTo>
                  <a:lnTo>
                    <a:pt x="0" y="6204"/>
                  </a:lnTo>
                  <a:cubicBezTo>
                    <a:pt x="0" y="6203"/>
                    <a:pt x="1" y="6203"/>
                    <a:pt x="1" y="6203"/>
                  </a:cubicBezTo>
                  <a:close/>
                </a:path>
              </a:pathLst>
            </a:custGeom>
            <a:solidFill>
              <a:srgbClr val="B72B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44"/>
            <p:cNvSpPr/>
            <p:nvPr/>
          </p:nvSpPr>
          <p:spPr>
            <a:xfrm>
              <a:off x="7539275" y="4276740"/>
              <a:ext cx="94325" cy="121132"/>
            </a:xfrm>
            <a:custGeom>
              <a:avLst/>
              <a:gdLst/>
              <a:ahLst/>
              <a:cxnLst/>
              <a:rect l="l" t="t" r="r" b="b"/>
              <a:pathLst>
                <a:path w="2741" h="3520" extrusionOk="0">
                  <a:moveTo>
                    <a:pt x="762" y="0"/>
                  </a:moveTo>
                  <a:cubicBezTo>
                    <a:pt x="313" y="0"/>
                    <a:pt x="4" y="354"/>
                    <a:pt x="2" y="964"/>
                  </a:cubicBezTo>
                  <a:cubicBezTo>
                    <a:pt x="1" y="1839"/>
                    <a:pt x="611" y="2895"/>
                    <a:pt x="1370" y="3334"/>
                  </a:cubicBezTo>
                  <a:cubicBezTo>
                    <a:pt x="1588" y="3460"/>
                    <a:pt x="1795" y="3519"/>
                    <a:pt x="1979" y="3519"/>
                  </a:cubicBezTo>
                  <a:cubicBezTo>
                    <a:pt x="2427" y="3519"/>
                    <a:pt x="2737" y="3163"/>
                    <a:pt x="2739" y="2545"/>
                  </a:cubicBezTo>
                  <a:cubicBezTo>
                    <a:pt x="2741" y="1681"/>
                    <a:pt x="2129" y="624"/>
                    <a:pt x="1379" y="190"/>
                  </a:cubicBezTo>
                  <a:cubicBezTo>
                    <a:pt x="1157" y="61"/>
                    <a:pt x="948" y="0"/>
                    <a:pt x="762" y="0"/>
                  </a:cubicBezTo>
                  <a:close/>
                </a:path>
              </a:pathLst>
            </a:custGeom>
            <a:solidFill>
              <a:srgbClr val="FD62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44"/>
            <p:cNvSpPr/>
            <p:nvPr/>
          </p:nvSpPr>
          <p:spPr>
            <a:xfrm>
              <a:off x="7279805" y="4204612"/>
              <a:ext cx="466978" cy="357030"/>
            </a:xfrm>
            <a:custGeom>
              <a:avLst/>
              <a:gdLst/>
              <a:ahLst/>
              <a:cxnLst/>
              <a:rect l="l" t="t" r="r" b="b"/>
              <a:pathLst>
                <a:path w="13570" h="10375" extrusionOk="0">
                  <a:moveTo>
                    <a:pt x="11181" y="0"/>
                  </a:moveTo>
                  <a:cubicBezTo>
                    <a:pt x="11019" y="0"/>
                    <a:pt x="10872" y="39"/>
                    <a:pt x="10746" y="112"/>
                  </a:cubicBezTo>
                  <a:lnTo>
                    <a:pt x="0" y="6357"/>
                  </a:lnTo>
                  <a:cubicBezTo>
                    <a:pt x="127" y="6284"/>
                    <a:pt x="275" y="6246"/>
                    <a:pt x="438" y="6246"/>
                  </a:cubicBezTo>
                  <a:cubicBezTo>
                    <a:pt x="662" y="6246"/>
                    <a:pt x="914" y="6318"/>
                    <a:pt x="1181" y="6473"/>
                  </a:cubicBezTo>
                  <a:cubicBezTo>
                    <a:pt x="2086" y="6995"/>
                    <a:pt x="2825" y="8270"/>
                    <a:pt x="2822" y="9313"/>
                  </a:cubicBezTo>
                  <a:cubicBezTo>
                    <a:pt x="2819" y="9834"/>
                    <a:pt x="2638" y="10198"/>
                    <a:pt x="2344" y="10371"/>
                  </a:cubicBezTo>
                  <a:lnTo>
                    <a:pt x="2344" y="10371"/>
                  </a:lnTo>
                  <a:lnTo>
                    <a:pt x="13083" y="4134"/>
                  </a:lnTo>
                  <a:cubicBezTo>
                    <a:pt x="13380" y="3960"/>
                    <a:pt x="13565" y="3594"/>
                    <a:pt x="13565" y="3069"/>
                  </a:cubicBezTo>
                  <a:cubicBezTo>
                    <a:pt x="13570" y="2027"/>
                    <a:pt x="12833" y="753"/>
                    <a:pt x="11927" y="229"/>
                  </a:cubicBezTo>
                  <a:cubicBezTo>
                    <a:pt x="11659" y="73"/>
                    <a:pt x="11405" y="0"/>
                    <a:pt x="11181" y="0"/>
                  </a:cubicBezTo>
                  <a:close/>
                  <a:moveTo>
                    <a:pt x="2344" y="10371"/>
                  </a:moveTo>
                  <a:lnTo>
                    <a:pt x="2337" y="10375"/>
                  </a:lnTo>
                  <a:cubicBezTo>
                    <a:pt x="2339" y="10374"/>
                    <a:pt x="2342" y="10372"/>
                    <a:pt x="2344" y="1037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44"/>
            <p:cNvSpPr/>
            <p:nvPr/>
          </p:nvSpPr>
          <p:spPr>
            <a:xfrm>
              <a:off x="7360296" y="4291951"/>
              <a:ext cx="386452" cy="269691"/>
            </a:xfrm>
            <a:custGeom>
              <a:avLst/>
              <a:gdLst/>
              <a:ahLst/>
              <a:cxnLst/>
              <a:rect l="l" t="t" r="r" b="b"/>
              <a:pathLst>
                <a:path w="11230" h="7837" extrusionOk="0">
                  <a:moveTo>
                    <a:pt x="11145" y="1"/>
                  </a:moveTo>
                  <a:lnTo>
                    <a:pt x="400" y="6244"/>
                  </a:lnTo>
                  <a:cubicBezTo>
                    <a:pt x="436" y="6424"/>
                    <a:pt x="486" y="6605"/>
                    <a:pt x="485" y="6775"/>
                  </a:cubicBezTo>
                  <a:cubicBezTo>
                    <a:pt x="483" y="7299"/>
                    <a:pt x="297" y="7665"/>
                    <a:pt x="2" y="7836"/>
                  </a:cubicBezTo>
                  <a:lnTo>
                    <a:pt x="2" y="7836"/>
                  </a:lnTo>
                  <a:lnTo>
                    <a:pt x="10747" y="1596"/>
                  </a:lnTo>
                  <a:cubicBezTo>
                    <a:pt x="11042" y="1422"/>
                    <a:pt x="11226" y="1054"/>
                    <a:pt x="11229" y="531"/>
                  </a:cubicBezTo>
                  <a:cubicBezTo>
                    <a:pt x="11229" y="361"/>
                    <a:pt x="11181" y="179"/>
                    <a:pt x="11145" y="1"/>
                  </a:cubicBezTo>
                  <a:close/>
                  <a:moveTo>
                    <a:pt x="2" y="7836"/>
                  </a:moveTo>
                  <a:lnTo>
                    <a:pt x="0" y="7837"/>
                  </a:lnTo>
                  <a:cubicBezTo>
                    <a:pt x="1" y="7837"/>
                    <a:pt x="2" y="7836"/>
                    <a:pt x="2" y="783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44"/>
            <p:cNvSpPr/>
            <p:nvPr/>
          </p:nvSpPr>
          <p:spPr>
            <a:xfrm>
              <a:off x="7263218" y="4419483"/>
              <a:ext cx="113837" cy="146047"/>
            </a:xfrm>
            <a:custGeom>
              <a:avLst/>
              <a:gdLst/>
              <a:ahLst/>
              <a:cxnLst/>
              <a:rect l="l" t="t" r="r" b="b"/>
              <a:pathLst>
                <a:path w="3308" h="4244" extrusionOk="0">
                  <a:moveTo>
                    <a:pt x="917" y="0"/>
                  </a:moveTo>
                  <a:cubicBezTo>
                    <a:pt x="377" y="0"/>
                    <a:pt x="6" y="427"/>
                    <a:pt x="5" y="1162"/>
                  </a:cubicBezTo>
                  <a:cubicBezTo>
                    <a:pt x="1" y="2216"/>
                    <a:pt x="738" y="3493"/>
                    <a:pt x="1654" y="4020"/>
                  </a:cubicBezTo>
                  <a:cubicBezTo>
                    <a:pt x="1917" y="4172"/>
                    <a:pt x="2166" y="4244"/>
                    <a:pt x="2387" y="4244"/>
                  </a:cubicBezTo>
                  <a:cubicBezTo>
                    <a:pt x="2927" y="4244"/>
                    <a:pt x="3301" y="3815"/>
                    <a:pt x="3304" y="3069"/>
                  </a:cubicBezTo>
                  <a:cubicBezTo>
                    <a:pt x="3307" y="2026"/>
                    <a:pt x="2568" y="751"/>
                    <a:pt x="1663" y="229"/>
                  </a:cubicBezTo>
                  <a:cubicBezTo>
                    <a:pt x="1395" y="74"/>
                    <a:pt x="1141" y="0"/>
                    <a:pt x="9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44"/>
            <p:cNvSpPr/>
            <p:nvPr/>
          </p:nvSpPr>
          <p:spPr>
            <a:xfrm>
              <a:off x="7960175" y="3833060"/>
              <a:ext cx="424857" cy="217831"/>
            </a:xfrm>
            <a:custGeom>
              <a:avLst/>
              <a:gdLst/>
              <a:ahLst/>
              <a:cxnLst/>
              <a:rect l="l" t="t" r="r" b="b"/>
              <a:pathLst>
                <a:path w="12346" h="6330" extrusionOk="0">
                  <a:moveTo>
                    <a:pt x="1348" y="0"/>
                  </a:moveTo>
                  <a:lnTo>
                    <a:pt x="1348" y="0"/>
                  </a:lnTo>
                  <a:cubicBezTo>
                    <a:pt x="1" y="1646"/>
                    <a:pt x="503" y="3680"/>
                    <a:pt x="2855" y="5040"/>
                  </a:cubicBezTo>
                  <a:cubicBezTo>
                    <a:pt x="4345" y="5901"/>
                    <a:pt x="6296" y="6329"/>
                    <a:pt x="8246" y="6329"/>
                  </a:cubicBezTo>
                  <a:cubicBezTo>
                    <a:pt x="9674" y="6329"/>
                    <a:pt x="11101" y="6099"/>
                    <a:pt x="12346" y="5640"/>
                  </a:cubicBezTo>
                  <a:lnTo>
                    <a:pt x="12346" y="5640"/>
                  </a:lnTo>
                  <a:cubicBezTo>
                    <a:pt x="11864" y="5682"/>
                    <a:pt x="11378" y="5703"/>
                    <a:pt x="10891" y="5703"/>
                  </a:cubicBezTo>
                  <a:cubicBezTo>
                    <a:pt x="8454" y="5703"/>
                    <a:pt x="6017" y="5175"/>
                    <a:pt x="4153" y="4100"/>
                  </a:cubicBezTo>
                  <a:cubicBezTo>
                    <a:pt x="2204" y="2973"/>
                    <a:pt x="1275" y="1479"/>
                    <a:pt x="1348" y="0"/>
                  </a:cubicBezTo>
                  <a:close/>
                </a:path>
              </a:pathLst>
            </a:custGeom>
            <a:solidFill>
              <a:srgbClr val="FFFFFF">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44"/>
            <p:cNvSpPr/>
            <p:nvPr/>
          </p:nvSpPr>
          <p:spPr>
            <a:xfrm>
              <a:off x="8250031" y="4049136"/>
              <a:ext cx="19718" cy="1308"/>
            </a:xfrm>
            <a:custGeom>
              <a:avLst/>
              <a:gdLst/>
              <a:ahLst/>
              <a:cxnLst/>
              <a:rect l="l" t="t" r="r" b="b"/>
              <a:pathLst>
                <a:path w="573" h="38" extrusionOk="0">
                  <a:moveTo>
                    <a:pt x="319" y="1"/>
                  </a:moveTo>
                  <a:cubicBezTo>
                    <a:pt x="211" y="1"/>
                    <a:pt x="103" y="12"/>
                    <a:pt x="1" y="37"/>
                  </a:cubicBezTo>
                  <a:cubicBezTo>
                    <a:pt x="192" y="36"/>
                    <a:pt x="382" y="30"/>
                    <a:pt x="573" y="20"/>
                  </a:cubicBezTo>
                  <a:cubicBezTo>
                    <a:pt x="489" y="7"/>
                    <a:pt x="404" y="1"/>
                    <a:pt x="319" y="1"/>
                  </a:cubicBezTo>
                  <a:close/>
                </a:path>
              </a:pathLst>
            </a:custGeom>
            <a:solidFill>
              <a:srgbClr val="FFC9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44"/>
            <p:cNvSpPr/>
            <p:nvPr/>
          </p:nvSpPr>
          <p:spPr>
            <a:xfrm>
              <a:off x="8536206" y="3918128"/>
              <a:ext cx="127980" cy="286553"/>
            </a:xfrm>
            <a:custGeom>
              <a:avLst/>
              <a:gdLst/>
              <a:ahLst/>
              <a:cxnLst/>
              <a:rect l="l" t="t" r="r" b="b"/>
              <a:pathLst>
                <a:path w="3719" h="8327" extrusionOk="0">
                  <a:moveTo>
                    <a:pt x="3718" y="1"/>
                  </a:moveTo>
                  <a:lnTo>
                    <a:pt x="3718" y="1"/>
                  </a:lnTo>
                  <a:cubicBezTo>
                    <a:pt x="3712" y="1898"/>
                    <a:pt x="2473" y="3792"/>
                    <a:pt x="1" y="5240"/>
                  </a:cubicBezTo>
                  <a:lnTo>
                    <a:pt x="2" y="5240"/>
                  </a:lnTo>
                  <a:lnTo>
                    <a:pt x="2" y="8327"/>
                  </a:lnTo>
                  <a:cubicBezTo>
                    <a:pt x="2469" y="6879"/>
                    <a:pt x="3705" y="4984"/>
                    <a:pt x="3711" y="3091"/>
                  </a:cubicBezTo>
                  <a:lnTo>
                    <a:pt x="37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61" name="Google Shape;2961;p44"/>
          <p:cNvSpPr/>
          <p:nvPr/>
        </p:nvSpPr>
        <p:spPr>
          <a:xfrm rot="5400000">
            <a:off x="5620617" y="54159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44"/>
          <p:cNvSpPr/>
          <p:nvPr/>
        </p:nvSpPr>
        <p:spPr>
          <a:xfrm rot="5400000">
            <a:off x="4948616" y="7217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63" name="Google Shape;2963;p44"/>
          <p:cNvGrpSpPr/>
          <p:nvPr/>
        </p:nvGrpSpPr>
        <p:grpSpPr>
          <a:xfrm>
            <a:off x="869966" y="1898477"/>
            <a:ext cx="640253" cy="625003"/>
            <a:chOff x="4798972" y="2648510"/>
            <a:chExt cx="336922" cy="328897"/>
          </a:xfrm>
        </p:grpSpPr>
        <p:sp>
          <p:nvSpPr>
            <p:cNvPr id="2964" name="Google Shape;2964;p44"/>
            <p:cNvSpPr/>
            <p:nvPr/>
          </p:nvSpPr>
          <p:spPr>
            <a:xfrm>
              <a:off x="4843097" y="2681040"/>
              <a:ext cx="42297" cy="32159"/>
            </a:xfrm>
            <a:custGeom>
              <a:avLst/>
              <a:gdLst/>
              <a:ahLst/>
              <a:cxnLst/>
              <a:rect l="l" t="t" r="r" b="b"/>
              <a:pathLst>
                <a:path w="1481" h="1126" extrusionOk="0">
                  <a:moveTo>
                    <a:pt x="827" y="1"/>
                  </a:moveTo>
                  <a:cubicBezTo>
                    <a:pt x="574" y="1"/>
                    <a:pt x="247" y="176"/>
                    <a:pt x="148" y="304"/>
                  </a:cubicBezTo>
                  <a:cubicBezTo>
                    <a:pt x="0" y="505"/>
                    <a:pt x="187" y="852"/>
                    <a:pt x="497" y="903"/>
                  </a:cubicBezTo>
                  <a:cubicBezTo>
                    <a:pt x="738" y="940"/>
                    <a:pt x="764" y="1125"/>
                    <a:pt x="926" y="1125"/>
                  </a:cubicBezTo>
                  <a:cubicBezTo>
                    <a:pt x="975" y="1125"/>
                    <a:pt x="1037" y="1108"/>
                    <a:pt x="1121" y="1065"/>
                  </a:cubicBezTo>
                  <a:cubicBezTo>
                    <a:pt x="1481" y="877"/>
                    <a:pt x="1121" y="182"/>
                    <a:pt x="1121" y="182"/>
                  </a:cubicBezTo>
                  <a:cubicBezTo>
                    <a:pt x="1074" y="50"/>
                    <a:pt x="961" y="1"/>
                    <a:pt x="8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44"/>
            <p:cNvSpPr/>
            <p:nvPr/>
          </p:nvSpPr>
          <p:spPr>
            <a:xfrm>
              <a:off x="4815937" y="2773717"/>
              <a:ext cx="42297" cy="32130"/>
            </a:xfrm>
            <a:custGeom>
              <a:avLst/>
              <a:gdLst/>
              <a:ahLst/>
              <a:cxnLst/>
              <a:rect l="l" t="t" r="r" b="b"/>
              <a:pathLst>
                <a:path w="1481" h="1125" extrusionOk="0">
                  <a:moveTo>
                    <a:pt x="825" y="1"/>
                  </a:moveTo>
                  <a:cubicBezTo>
                    <a:pt x="573" y="1"/>
                    <a:pt x="246" y="176"/>
                    <a:pt x="148" y="305"/>
                  </a:cubicBezTo>
                  <a:cubicBezTo>
                    <a:pt x="0" y="506"/>
                    <a:pt x="186" y="852"/>
                    <a:pt x="497" y="902"/>
                  </a:cubicBezTo>
                  <a:cubicBezTo>
                    <a:pt x="736" y="941"/>
                    <a:pt x="763" y="1125"/>
                    <a:pt x="924" y="1125"/>
                  </a:cubicBezTo>
                  <a:cubicBezTo>
                    <a:pt x="974" y="1125"/>
                    <a:pt x="1035" y="1108"/>
                    <a:pt x="1119" y="1064"/>
                  </a:cubicBezTo>
                  <a:cubicBezTo>
                    <a:pt x="1481" y="878"/>
                    <a:pt x="1119" y="181"/>
                    <a:pt x="1119" y="181"/>
                  </a:cubicBezTo>
                  <a:cubicBezTo>
                    <a:pt x="1072" y="50"/>
                    <a:pt x="959" y="1"/>
                    <a:pt x="8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44"/>
            <p:cNvSpPr/>
            <p:nvPr/>
          </p:nvSpPr>
          <p:spPr>
            <a:xfrm>
              <a:off x="4831102" y="2744757"/>
              <a:ext cx="65402" cy="87536"/>
            </a:xfrm>
            <a:custGeom>
              <a:avLst/>
              <a:gdLst/>
              <a:ahLst/>
              <a:cxnLst/>
              <a:rect l="l" t="t" r="r" b="b"/>
              <a:pathLst>
                <a:path w="2290" h="3065" extrusionOk="0">
                  <a:moveTo>
                    <a:pt x="1669" y="1"/>
                  </a:moveTo>
                  <a:cubicBezTo>
                    <a:pt x="1269" y="1"/>
                    <a:pt x="1273" y="643"/>
                    <a:pt x="1470" y="985"/>
                  </a:cubicBezTo>
                  <a:cubicBezTo>
                    <a:pt x="1682" y="1359"/>
                    <a:pt x="1271" y="1509"/>
                    <a:pt x="1324" y="1989"/>
                  </a:cubicBezTo>
                  <a:cubicBezTo>
                    <a:pt x="1379" y="2471"/>
                    <a:pt x="0" y="2754"/>
                    <a:pt x="733" y="3002"/>
                  </a:cubicBezTo>
                  <a:cubicBezTo>
                    <a:pt x="860" y="3045"/>
                    <a:pt x="986" y="3065"/>
                    <a:pt x="1108" y="3065"/>
                  </a:cubicBezTo>
                  <a:cubicBezTo>
                    <a:pt x="1685" y="3065"/>
                    <a:pt x="2155" y="2634"/>
                    <a:pt x="2140" y="2332"/>
                  </a:cubicBezTo>
                  <a:cubicBezTo>
                    <a:pt x="2135" y="2179"/>
                    <a:pt x="2290" y="1930"/>
                    <a:pt x="2054" y="1682"/>
                  </a:cubicBezTo>
                  <a:cubicBezTo>
                    <a:pt x="1817" y="1432"/>
                    <a:pt x="1954" y="1098"/>
                    <a:pt x="2098" y="873"/>
                  </a:cubicBezTo>
                  <a:cubicBezTo>
                    <a:pt x="2241" y="651"/>
                    <a:pt x="1965" y="614"/>
                    <a:pt x="2078" y="351"/>
                  </a:cubicBezTo>
                  <a:cubicBezTo>
                    <a:pt x="2191" y="90"/>
                    <a:pt x="1780" y="15"/>
                    <a:pt x="1780" y="15"/>
                  </a:cubicBezTo>
                  <a:cubicBezTo>
                    <a:pt x="1740" y="5"/>
                    <a:pt x="1703" y="1"/>
                    <a:pt x="1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44"/>
            <p:cNvSpPr/>
            <p:nvPr/>
          </p:nvSpPr>
          <p:spPr>
            <a:xfrm>
              <a:off x="4924950" y="2669045"/>
              <a:ext cx="126578" cy="123579"/>
            </a:xfrm>
            <a:custGeom>
              <a:avLst/>
              <a:gdLst/>
              <a:ahLst/>
              <a:cxnLst/>
              <a:rect l="l" t="t" r="r" b="b"/>
              <a:pathLst>
                <a:path w="4432" h="4327" extrusionOk="0">
                  <a:moveTo>
                    <a:pt x="3233" y="0"/>
                  </a:moveTo>
                  <a:cubicBezTo>
                    <a:pt x="3026" y="0"/>
                    <a:pt x="2761" y="36"/>
                    <a:pt x="2429" y="141"/>
                  </a:cubicBezTo>
                  <a:cubicBezTo>
                    <a:pt x="1359" y="477"/>
                    <a:pt x="986" y="1730"/>
                    <a:pt x="952" y="2062"/>
                  </a:cubicBezTo>
                  <a:cubicBezTo>
                    <a:pt x="917" y="2392"/>
                    <a:pt x="123" y="2907"/>
                    <a:pt x="64" y="3355"/>
                  </a:cubicBezTo>
                  <a:cubicBezTo>
                    <a:pt x="1" y="3804"/>
                    <a:pt x="532" y="3440"/>
                    <a:pt x="797" y="3771"/>
                  </a:cubicBezTo>
                  <a:cubicBezTo>
                    <a:pt x="1023" y="4053"/>
                    <a:pt x="1215" y="4327"/>
                    <a:pt x="1494" y="4327"/>
                  </a:cubicBezTo>
                  <a:cubicBezTo>
                    <a:pt x="1541" y="4327"/>
                    <a:pt x="1591" y="4319"/>
                    <a:pt x="1644" y="4302"/>
                  </a:cubicBezTo>
                  <a:cubicBezTo>
                    <a:pt x="2009" y="4187"/>
                    <a:pt x="1744" y="3740"/>
                    <a:pt x="1678" y="3075"/>
                  </a:cubicBezTo>
                  <a:cubicBezTo>
                    <a:pt x="1611" y="2411"/>
                    <a:pt x="2027" y="2476"/>
                    <a:pt x="2109" y="2146"/>
                  </a:cubicBezTo>
                  <a:cubicBezTo>
                    <a:pt x="2165" y="1921"/>
                    <a:pt x="2338" y="1679"/>
                    <a:pt x="2536" y="1679"/>
                  </a:cubicBezTo>
                  <a:cubicBezTo>
                    <a:pt x="2629" y="1679"/>
                    <a:pt x="2728" y="1732"/>
                    <a:pt x="2823" y="1863"/>
                  </a:cubicBezTo>
                  <a:cubicBezTo>
                    <a:pt x="2931" y="2011"/>
                    <a:pt x="2914" y="2192"/>
                    <a:pt x="2858" y="2374"/>
                  </a:cubicBezTo>
                  <a:cubicBezTo>
                    <a:pt x="3126" y="1980"/>
                    <a:pt x="3544" y="1693"/>
                    <a:pt x="4037" y="1600"/>
                  </a:cubicBezTo>
                  <a:cubicBezTo>
                    <a:pt x="4019" y="1587"/>
                    <a:pt x="4001" y="1576"/>
                    <a:pt x="3982" y="1560"/>
                  </a:cubicBezTo>
                  <a:cubicBezTo>
                    <a:pt x="3535" y="1224"/>
                    <a:pt x="4181" y="1124"/>
                    <a:pt x="4307" y="788"/>
                  </a:cubicBezTo>
                  <a:cubicBezTo>
                    <a:pt x="4431" y="452"/>
                    <a:pt x="3871" y="178"/>
                    <a:pt x="3871" y="178"/>
                  </a:cubicBezTo>
                  <a:cubicBezTo>
                    <a:pt x="3871" y="178"/>
                    <a:pt x="3693" y="0"/>
                    <a:pt x="32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44"/>
            <p:cNvSpPr/>
            <p:nvPr/>
          </p:nvSpPr>
          <p:spPr>
            <a:xfrm>
              <a:off x="4924950" y="2669131"/>
              <a:ext cx="121837" cy="108614"/>
            </a:xfrm>
            <a:custGeom>
              <a:avLst/>
              <a:gdLst/>
              <a:ahLst/>
              <a:cxnLst/>
              <a:rect l="l" t="t" r="r" b="b"/>
              <a:pathLst>
                <a:path w="4266" h="3803" extrusionOk="0">
                  <a:moveTo>
                    <a:pt x="3228" y="1"/>
                  </a:moveTo>
                  <a:cubicBezTo>
                    <a:pt x="3020" y="1"/>
                    <a:pt x="2755" y="37"/>
                    <a:pt x="2423" y="142"/>
                  </a:cubicBezTo>
                  <a:cubicBezTo>
                    <a:pt x="1353" y="478"/>
                    <a:pt x="981" y="1730"/>
                    <a:pt x="948" y="2061"/>
                  </a:cubicBezTo>
                  <a:cubicBezTo>
                    <a:pt x="913" y="2391"/>
                    <a:pt x="119" y="2908"/>
                    <a:pt x="59" y="3355"/>
                  </a:cubicBezTo>
                  <a:cubicBezTo>
                    <a:pt x="1" y="3802"/>
                    <a:pt x="532" y="3437"/>
                    <a:pt x="798" y="3770"/>
                  </a:cubicBezTo>
                  <a:cubicBezTo>
                    <a:pt x="806" y="3779"/>
                    <a:pt x="813" y="3786"/>
                    <a:pt x="820" y="3795"/>
                  </a:cubicBezTo>
                  <a:cubicBezTo>
                    <a:pt x="923" y="3357"/>
                    <a:pt x="1664" y="2866"/>
                    <a:pt x="1697" y="2546"/>
                  </a:cubicBezTo>
                  <a:cubicBezTo>
                    <a:pt x="1729" y="2216"/>
                    <a:pt x="2102" y="964"/>
                    <a:pt x="3172" y="628"/>
                  </a:cubicBezTo>
                  <a:cubicBezTo>
                    <a:pt x="3503" y="523"/>
                    <a:pt x="3767" y="487"/>
                    <a:pt x="3973" y="487"/>
                  </a:cubicBezTo>
                  <a:cubicBezTo>
                    <a:pt x="4087" y="487"/>
                    <a:pt x="4184" y="498"/>
                    <a:pt x="4265" y="515"/>
                  </a:cubicBezTo>
                  <a:cubicBezTo>
                    <a:pt x="4147" y="316"/>
                    <a:pt x="3865" y="179"/>
                    <a:pt x="3865" y="179"/>
                  </a:cubicBezTo>
                  <a:cubicBezTo>
                    <a:pt x="3865" y="179"/>
                    <a:pt x="3688" y="1"/>
                    <a:pt x="3228"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44"/>
            <p:cNvSpPr/>
            <p:nvPr/>
          </p:nvSpPr>
          <p:spPr>
            <a:xfrm>
              <a:off x="4799029" y="2648510"/>
              <a:ext cx="336865" cy="328897"/>
            </a:xfrm>
            <a:custGeom>
              <a:avLst/>
              <a:gdLst/>
              <a:ahLst/>
              <a:cxnLst/>
              <a:rect l="l" t="t" r="r" b="b"/>
              <a:pathLst>
                <a:path w="11795" h="11516" extrusionOk="0">
                  <a:moveTo>
                    <a:pt x="10653" y="1"/>
                  </a:moveTo>
                  <a:cubicBezTo>
                    <a:pt x="10441" y="1"/>
                    <a:pt x="10277" y="189"/>
                    <a:pt x="10306" y="397"/>
                  </a:cubicBezTo>
                  <a:cubicBezTo>
                    <a:pt x="10372" y="868"/>
                    <a:pt x="9843" y="1204"/>
                    <a:pt x="9547" y="1432"/>
                  </a:cubicBezTo>
                  <a:cubicBezTo>
                    <a:pt x="9184" y="1711"/>
                    <a:pt x="9419" y="2127"/>
                    <a:pt x="9275" y="2345"/>
                  </a:cubicBezTo>
                  <a:cubicBezTo>
                    <a:pt x="10073" y="2555"/>
                    <a:pt x="10662" y="3278"/>
                    <a:pt x="10662" y="4143"/>
                  </a:cubicBezTo>
                  <a:cubicBezTo>
                    <a:pt x="10662" y="4879"/>
                    <a:pt x="10235" y="5512"/>
                    <a:pt x="9616" y="5813"/>
                  </a:cubicBezTo>
                  <a:cubicBezTo>
                    <a:pt x="9565" y="5839"/>
                    <a:pt x="9521" y="5879"/>
                    <a:pt x="9492" y="5930"/>
                  </a:cubicBezTo>
                  <a:lnTo>
                    <a:pt x="8902" y="6973"/>
                  </a:lnTo>
                  <a:cubicBezTo>
                    <a:pt x="8881" y="7012"/>
                    <a:pt x="8841" y="7031"/>
                    <a:pt x="8802" y="7031"/>
                  </a:cubicBezTo>
                  <a:cubicBezTo>
                    <a:pt x="8762" y="7031"/>
                    <a:pt x="8723" y="7012"/>
                    <a:pt x="8700" y="6973"/>
                  </a:cubicBezTo>
                  <a:lnTo>
                    <a:pt x="8110" y="5930"/>
                  </a:lnTo>
                  <a:cubicBezTo>
                    <a:pt x="8081" y="5879"/>
                    <a:pt x="8037" y="5839"/>
                    <a:pt x="7986" y="5813"/>
                  </a:cubicBezTo>
                  <a:cubicBezTo>
                    <a:pt x="7761" y="5704"/>
                    <a:pt x="7562" y="5550"/>
                    <a:pt x="7402" y="5366"/>
                  </a:cubicBezTo>
                  <a:cubicBezTo>
                    <a:pt x="7342" y="5408"/>
                    <a:pt x="7265" y="5437"/>
                    <a:pt x="7164" y="5450"/>
                  </a:cubicBezTo>
                  <a:cubicBezTo>
                    <a:pt x="6630" y="5521"/>
                    <a:pt x="6673" y="5894"/>
                    <a:pt x="6198" y="5894"/>
                  </a:cubicBezTo>
                  <a:cubicBezTo>
                    <a:pt x="6126" y="5894"/>
                    <a:pt x="6043" y="5886"/>
                    <a:pt x="5943" y="5866"/>
                  </a:cubicBezTo>
                  <a:cubicBezTo>
                    <a:pt x="5828" y="5844"/>
                    <a:pt x="5731" y="5834"/>
                    <a:pt x="5646" y="5834"/>
                  </a:cubicBezTo>
                  <a:cubicBezTo>
                    <a:pt x="5173" y="5834"/>
                    <a:pt x="5076" y="6131"/>
                    <a:pt x="4346" y="6131"/>
                  </a:cubicBezTo>
                  <a:cubicBezTo>
                    <a:pt x="3482" y="6131"/>
                    <a:pt x="3499" y="7044"/>
                    <a:pt x="2670" y="7210"/>
                  </a:cubicBezTo>
                  <a:cubicBezTo>
                    <a:pt x="1843" y="7376"/>
                    <a:pt x="2223" y="7823"/>
                    <a:pt x="2372" y="8088"/>
                  </a:cubicBezTo>
                  <a:cubicBezTo>
                    <a:pt x="2494" y="8306"/>
                    <a:pt x="2425" y="8910"/>
                    <a:pt x="1793" y="8910"/>
                  </a:cubicBezTo>
                  <a:cubicBezTo>
                    <a:pt x="1658" y="8910"/>
                    <a:pt x="1499" y="8882"/>
                    <a:pt x="1310" y="8818"/>
                  </a:cubicBezTo>
                  <a:cubicBezTo>
                    <a:pt x="1035" y="8725"/>
                    <a:pt x="856" y="8682"/>
                    <a:pt x="737" y="8682"/>
                  </a:cubicBezTo>
                  <a:cubicBezTo>
                    <a:pt x="389" y="8682"/>
                    <a:pt x="550" y="9051"/>
                    <a:pt x="315" y="9631"/>
                  </a:cubicBezTo>
                  <a:cubicBezTo>
                    <a:pt x="1" y="10412"/>
                    <a:pt x="66" y="10543"/>
                    <a:pt x="315" y="10941"/>
                  </a:cubicBezTo>
                  <a:cubicBezTo>
                    <a:pt x="443" y="11145"/>
                    <a:pt x="576" y="11227"/>
                    <a:pt x="785" y="11227"/>
                  </a:cubicBezTo>
                  <a:cubicBezTo>
                    <a:pt x="982" y="11227"/>
                    <a:pt x="1248" y="11154"/>
                    <a:pt x="1644" y="11042"/>
                  </a:cubicBezTo>
                  <a:cubicBezTo>
                    <a:pt x="2458" y="10812"/>
                    <a:pt x="2109" y="10777"/>
                    <a:pt x="2557" y="10030"/>
                  </a:cubicBezTo>
                  <a:cubicBezTo>
                    <a:pt x="2774" y="9668"/>
                    <a:pt x="2933" y="9626"/>
                    <a:pt x="3121" y="9626"/>
                  </a:cubicBezTo>
                  <a:cubicBezTo>
                    <a:pt x="3176" y="9626"/>
                    <a:pt x="3234" y="9630"/>
                    <a:pt x="3297" y="9630"/>
                  </a:cubicBezTo>
                  <a:cubicBezTo>
                    <a:pt x="3459" y="9630"/>
                    <a:pt x="3653" y="9606"/>
                    <a:pt x="3917" y="9433"/>
                  </a:cubicBezTo>
                  <a:cubicBezTo>
                    <a:pt x="4097" y="9316"/>
                    <a:pt x="4214" y="9267"/>
                    <a:pt x="4300" y="9267"/>
                  </a:cubicBezTo>
                  <a:cubicBezTo>
                    <a:pt x="4555" y="9267"/>
                    <a:pt x="4541" y="9695"/>
                    <a:pt x="5114" y="10030"/>
                  </a:cubicBezTo>
                  <a:cubicBezTo>
                    <a:pt x="5821" y="10443"/>
                    <a:pt x="5363" y="11125"/>
                    <a:pt x="5689" y="11125"/>
                  </a:cubicBezTo>
                  <a:cubicBezTo>
                    <a:pt x="5716" y="11125"/>
                    <a:pt x="5750" y="11120"/>
                    <a:pt x="5790" y="11109"/>
                  </a:cubicBezTo>
                  <a:cubicBezTo>
                    <a:pt x="6303" y="10978"/>
                    <a:pt x="6164" y="10082"/>
                    <a:pt x="6164" y="10082"/>
                  </a:cubicBezTo>
                  <a:cubicBezTo>
                    <a:pt x="6038" y="9609"/>
                    <a:pt x="4795" y="9061"/>
                    <a:pt x="5195" y="8712"/>
                  </a:cubicBezTo>
                  <a:cubicBezTo>
                    <a:pt x="5271" y="8645"/>
                    <a:pt x="5344" y="8615"/>
                    <a:pt x="5417" y="8615"/>
                  </a:cubicBezTo>
                  <a:cubicBezTo>
                    <a:pt x="5721" y="8615"/>
                    <a:pt x="6025" y="9132"/>
                    <a:pt x="6589" y="9534"/>
                  </a:cubicBezTo>
                  <a:cubicBezTo>
                    <a:pt x="7285" y="10030"/>
                    <a:pt x="7161" y="11126"/>
                    <a:pt x="7411" y="11400"/>
                  </a:cubicBezTo>
                  <a:cubicBezTo>
                    <a:pt x="7484" y="11480"/>
                    <a:pt x="7584" y="11515"/>
                    <a:pt x="7684" y="11515"/>
                  </a:cubicBezTo>
                  <a:cubicBezTo>
                    <a:pt x="7926" y="11515"/>
                    <a:pt x="8167" y="11308"/>
                    <a:pt x="8008" y="11025"/>
                  </a:cubicBezTo>
                  <a:cubicBezTo>
                    <a:pt x="7785" y="10626"/>
                    <a:pt x="7982" y="10204"/>
                    <a:pt x="8607" y="9831"/>
                  </a:cubicBezTo>
                  <a:cubicBezTo>
                    <a:pt x="9222" y="9462"/>
                    <a:pt x="8962" y="8367"/>
                    <a:pt x="9411" y="8367"/>
                  </a:cubicBezTo>
                  <a:cubicBezTo>
                    <a:pt x="9417" y="8367"/>
                    <a:pt x="9422" y="8367"/>
                    <a:pt x="9428" y="8367"/>
                  </a:cubicBezTo>
                  <a:cubicBezTo>
                    <a:pt x="9438" y="8368"/>
                    <a:pt x="9447" y="8368"/>
                    <a:pt x="9456" y="8368"/>
                  </a:cubicBezTo>
                  <a:cubicBezTo>
                    <a:pt x="9820" y="8368"/>
                    <a:pt x="10173" y="7966"/>
                    <a:pt x="10600" y="7966"/>
                  </a:cubicBezTo>
                  <a:cubicBezTo>
                    <a:pt x="10714" y="7966"/>
                    <a:pt x="10832" y="7994"/>
                    <a:pt x="10958" y="8066"/>
                  </a:cubicBezTo>
                  <a:cubicBezTo>
                    <a:pt x="11091" y="8141"/>
                    <a:pt x="11203" y="8198"/>
                    <a:pt x="11301" y="8240"/>
                  </a:cubicBezTo>
                  <a:cubicBezTo>
                    <a:pt x="11348" y="8260"/>
                    <a:pt x="11396" y="8270"/>
                    <a:pt x="11442" y="8270"/>
                  </a:cubicBezTo>
                  <a:cubicBezTo>
                    <a:pt x="11628" y="8270"/>
                    <a:pt x="11794" y="8120"/>
                    <a:pt x="11794" y="7918"/>
                  </a:cubicBezTo>
                  <a:lnTo>
                    <a:pt x="11794" y="353"/>
                  </a:lnTo>
                  <a:cubicBezTo>
                    <a:pt x="11783" y="159"/>
                    <a:pt x="11628" y="1"/>
                    <a:pt x="114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44"/>
            <p:cNvSpPr/>
            <p:nvPr/>
          </p:nvSpPr>
          <p:spPr>
            <a:xfrm>
              <a:off x="5061239" y="2648510"/>
              <a:ext cx="74342" cy="87365"/>
            </a:xfrm>
            <a:custGeom>
              <a:avLst/>
              <a:gdLst/>
              <a:ahLst/>
              <a:cxnLst/>
              <a:rect l="l" t="t" r="r" b="b"/>
              <a:pathLst>
                <a:path w="2603" h="3059" extrusionOk="0">
                  <a:moveTo>
                    <a:pt x="1470" y="1"/>
                  </a:moveTo>
                  <a:cubicBezTo>
                    <a:pt x="1257" y="1"/>
                    <a:pt x="1092" y="189"/>
                    <a:pt x="1123" y="397"/>
                  </a:cubicBezTo>
                  <a:cubicBezTo>
                    <a:pt x="1189" y="868"/>
                    <a:pt x="660" y="1204"/>
                    <a:pt x="362" y="1432"/>
                  </a:cubicBezTo>
                  <a:cubicBezTo>
                    <a:pt x="1" y="1711"/>
                    <a:pt x="234" y="2127"/>
                    <a:pt x="92" y="2345"/>
                  </a:cubicBezTo>
                  <a:cubicBezTo>
                    <a:pt x="516" y="2456"/>
                    <a:pt x="879" y="2715"/>
                    <a:pt x="1127" y="3059"/>
                  </a:cubicBezTo>
                  <a:lnTo>
                    <a:pt x="1465" y="2737"/>
                  </a:lnTo>
                  <a:cubicBezTo>
                    <a:pt x="1609" y="2518"/>
                    <a:pt x="1374" y="2100"/>
                    <a:pt x="1737" y="1824"/>
                  </a:cubicBezTo>
                  <a:cubicBezTo>
                    <a:pt x="2033" y="1596"/>
                    <a:pt x="2566" y="1260"/>
                    <a:pt x="2496" y="789"/>
                  </a:cubicBezTo>
                  <a:cubicBezTo>
                    <a:pt x="2480" y="672"/>
                    <a:pt x="2524" y="565"/>
                    <a:pt x="2602" y="490"/>
                  </a:cubicBezTo>
                  <a:lnTo>
                    <a:pt x="2602" y="353"/>
                  </a:lnTo>
                  <a:cubicBezTo>
                    <a:pt x="2602" y="159"/>
                    <a:pt x="2443" y="1"/>
                    <a:pt x="2250"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44"/>
            <p:cNvSpPr/>
            <p:nvPr/>
          </p:nvSpPr>
          <p:spPr>
            <a:xfrm>
              <a:off x="4798972" y="2801792"/>
              <a:ext cx="232678" cy="167447"/>
            </a:xfrm>
            <a:custGeom>
              <a:avLst/>
              <a:gdLst/>
              <a:ahLst/>
              <a:cxnLst/>
              <a:rect l="l" t="t" r="r" b="b"/>
              <a:pathLst>
                <a:path w="8147" h="5863" extrusionOk="0">
                  <a:moveTo>
                    <a:pt x="7400" y="1"/>
                  </a:moveTo>
                  <a:cubicBezTo>
                    <a:pt x="7342" y="43"/>
                    <a:pt x="7263" y="72"/>
                    <a:pt x="7163" y="85"/>
                  </a:cubicBezTo>
                  <a:cubicBezTo>
                    <a:pt x="6630" y="156"/>
                    <a:pt x="6672" y="529"/>
                    <a:pt x="6198" y="529"/>
                  </a:cubicBezTo>
                  <a:cubicBezTo>
                    <a:pt x="6126" y="529"/>
                    <a:pt x="6042" y="521"/>
                    <a:pt x="5943" y="501"/>
                  </a:cubicBezTo>
                  <a:cubicBezTo>
                    <a:pt x="5828" y="479"/>
                    <a:pt x="5731" y="469"/>
                    <a:pt x="5647" y="469"/>
                  </a:cubicBezTo>
                  <a:cubicBezTo>
                    <a:pt x="5173" y="469"/>
                    <a:pt x="5077" y="766"/>
                    <a:pt x="4346" y="766"/>
                  </a:cubicBezTo>
                  <a:cubicBezTo>
                    <a:pt x="3482" y="766"/>
                    <a:pt x="3499" y="1679"/>
                    <a:pt x="2670" y="1845"/>
                  </a:cubicBezTo>
                  <a:cubicBezTo>
                    <a:pt x="1841" y="2013"/>
                    <a:pt x="2223" y="2458"/>
                    <a:pt x="2371" y="2723"/>
                  </a:cubicBezTo>
                  <a:cubicBezTo>
                    <a:pt x="2494" y="2941"/>
                    <a:pt x="2425" y="3544"/>
                    <a:pt x="1793" y="3544"/>
                  </a:cubicBezTo>
                  <a:cubicBezTo>
                    <a:pt x="1659" y="3544"/>
                    <a:pt x="1499" y="3517"/>
                    <a:pt x="1310" y="3453"/>
                  </a:cubicBezTo>
                  <a:cubicBezTo>
                    <a:pt x="1035" y="3360"/>
                    <a:pt x="856" y="3317"/>
                    <a:pt x="736" y="3317"/>
                  </a:cubicBezTo>
                  <a:cubicBezTo>
                    <a:pt x="388" y="3317"/>
                    <a:pt x="550" y="3686"/>
                    <a:pt x="315" y="4265"/>
                  </a:cubicBezTo>
                  <a:cubicBezTo>
                    <a:pt x="1" y="5047"/>
                    <a:pt x="67" y="5178"/>
                    <a:pt x="315" y="5576"/>
                  </a:cubicBezTo>
                  <a:cubicBezTo>
                    <a:pt x="442" y="5781"/>
                    <a:pt x="574" y="5862"/>
                    <a:pt x="781" y="5862"/>
                  </a:cubicBezTo>
                  <a:cubicBezTo>
                    <a:pt x="961" y="5862"/>
                    <a:pt x="1198" y="5801"/>
                    <a:pt x="1538" y="5704"/>
                  </a:cubicBezTo>
                  <a:cubicBezTo>
                    <a:pt x="1429" y="5463"/>
                    <a:pt x="1452" y="5244"/>
                    <a:pt x="1686" y="4656"/>
                  </a:cubicBezTo>
                  <a:cubicBezTo>
                    <a:pt x="1921" y="4076"/>
                    <a:pt x="1761" y="3707"/>
                    <a:pt x="2108" y="3707"/>
                  </a:cubicBezTo>
                  <a:cubicBezTo>
                    <a:pt x="2227" y="3707"/>
                    <a:pt x="2406" y="3750"/>
                    <a:pt x="2681" y="3844"/>
                  </a:cubicBezTo>
                  <a:cubicBezTo>
                    <a:pt x="2870" y="3908"/>
                    <a:pt x="3031" y="3935"/>
                    <a:pt x="3165" y="3935"/>
                  </a:cubicBezTo>
                  <a:cubicBezTo>
                    <a:pt x="3799" y="3935"/>
                    <a:pt x="3867" y="3332"/>
                    <a:pt x="3743" y="3114"/>
                  </a:cubicBezTo>
                  <a:cubicBezTo>
                    <a:pt x="3594" y="2849"/>
                    <a:pt x="3210" y="2400"/>
                    <a:pt x="4041" y="2235"/>
                  </a:cubicBezTo>
                  <a:cubicBezTo>
                    <a:pt x="4870" y="2069"/>
                    <a:pt x="4853" y="1156"/>
                    <a:pt x="5717" y="1156"/>
                  </a:cubicBezTo>
                  <a:cubicBezTo>
                    <a:pt x="6446" y="1156"/>
                    <a:pt x="6544" y="859"/>
                    <a:pt x="7014" y="859"/>
                  </a:cubicBezTo>
                  <a:cubicBezTo>
                    <a:pt x="7100" y="859"/>
                    <a:pt x="7198" y="868"/>
                    <a:pt x="7314" y="892"/>
                  </a:cubicBezTo>
                  <a:cubicBezTo>
                    <a:pt x="7415" y="911"/>
                    <a:pt x="7499" y="920"/>
                    <a:pt x="7571" y="920"/>
                  </a:cubicBezTo>
                  <a:cubicBezTo>
                    <a:pt x="7882" y="920"/>
                    <a:pt x="7971" y="761"/>
                    <a:pt x="8147" y="629"/>
                  </a:cubicBezTo>
                  <a:lnTo>
                    <a:pt x="8110" y="565"/>
                  </a:lnTo>
                  <a:cubicBezTo>
                    <a:pt x="8081" y="516"/>
                    <a:pt x="8037" y="474"/>
                    <a:pt x="7984" y="448"/>
                  </a:cubicBezTo>
                  <a:cubicBezTo>
                    <a:pt x="7762" y="339"/>
                    <a:pt x="7563" y="187"/>
                    <a:pt x="7400"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44"/>
            <p:cNvSpPr/>
            <p:nvPr/>
          </p:nvSpPr>
          <p:spPr>
            <a:xfrm>
              <a:off x="4996322" y="2713427"/>
              <a:ext cx="107443" cy="136260"/>
            </a:xfrm>
            <a:custGeom>
              <a:avLst/>
              <a:gdLst/>
              <a:ahLst/>
              <a:cxnLst/>
              <a:rect l="l" t="t" r="r" b="b"/>
              <a:pathLst>
                <a:path w="3762" h="4771" extrusionOk="0">
                  <a:moveTo>
                    <a:pt x="1892" y="0"/>
                  </a:moveTo>
                  <a:cubicBezTo>
                    <a:pt x="1877" y="0"/>
                    <a:pt x="1863" y="0"/>
                    <a:pt x="1848" y="0"/>
                  </a:cubicBezTo>
                  <a:cubicBezTo>
                    <a:pt x="810" y="24"/>
                    <a:pt x="1" y="875"/>
                    <a:pt x="25" y="1914"/>
                  </a:cubicBezTo>
                  <a:cubicBezTo>
                    <a:pt x="43" y="2633"/>
                    <a:pt x="466" y="3250"/>
                    <a:pt x="1074" y="3548"/>
                  </a:cubicBezTo>
                  <a:cubicBezTo>
                    <a:pt x="1127" y="3573"/>
                    <a:pt x="1171" y="3613"/>
                    <a:pt x="1200" y="3664"/>
                  </a:cubicBezTo>
                  <a:lnTo>
                    <a:pt x="1792" y="4711"/>
                  </a:lnTo>
                  <a:cubicBezTo>
                    <a:pt x="1815" y="4751"/>
                    <a:pt x="1854" y="4771"/>
                    <a:pt x="1893" y="4771"/>
                  </a:cubicBezTo>
                  <a:cubicBezTo>
                    <a:pt x="1932" y="4771"/>
                    <a:pt x="1972" y="4751"/>
                    <a:pt x="1994" y="4711"/>
                  </a:cubicBezTo>
                  <a:lnTo>
                    <a:pt x="2586" y="3664"/>
                  </a:lnTo>
                  <a:cubicBezTo>
                    <a:pt x="2615" y="3613"/>
                    <a:pt x="2659" y="3573"/>
                    <a:pt x="2710" y="3548"/>
                  </a:cubicBezTo>
                  <a:cubicBezTo>
                    <a:pt x="3331" y="3245"/>
                    <a:pt x="3760" y="2606"/>
                    <a:pt x="3760" y="1868"/>
                  </a:cubicBezTo>
                  <a:cubicBezTo>
                    <a:pt x="3762" y="836"/>
                    <a:pt x="2923" y="0"/>
                    <a:pt x="18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44"/>
            <p:cNvSpPr/>
            <p:nvPr/>
          </p:nvSpPr>
          <p:spPr>
            <a:xfrm>
              <a:off x="4996322" y="2713484"/>
              <a:ext cx="65574" cy="136288"/>
            </a:xfrm>
            <a:custGeom>
              <a:avLst/>
              <a:gdLst/>
              <a:ahLst/>
              <a:cxnLst/>
              <a:rect l="l" t="t" r="r" b="b"/>
              <a:pathLst>
                <a:path w="2296" h="4772" extrusionOk="0">
                  <a:moveTo>
                    <a:pt x="1874" y="0"/>
                  </a:moveTo>
                  <a:cubicBezTo>
                    <a:pt x="1865" y="0"/>
                    <a:pt x="1857" y="0"/>
                    <a:pt x="1848" y="0"/>
                  </a:cubicBezTo>
                  <a:cubicBezTo>
                    <a:pt x="810" y="24"/>
                    <a:pt x="1" y="875"/>
                    <a:pt x="25" y="1914"/>
                  </a:cubicBezTo>
                  <a:cubicBezTo>
                    <a:pt x="43" y="2633"/>
                    <a:pt x="466" y="3252"/>
                    <a:pt x="1074" y="3547"/>
                  </a:cubicBezTo>
                  <a:cubicBezTo>
                    <a:pt x="1127" y="3573"/>
                    <a:pt x="1171" y="3613"/>
                    <a:pt x="1200" y="3664"/>
                  </a:cubicBezTo>
                  <a:lnTo>
                    <a:pt x="1792" y="4712"/>
                  </a:lnTo>
                  <a:cubicBezTo>
                    <a:pt x="1815" y="4751"/>
                    <a:pt x="1854" y="4771"/>
                    <a:pt x="1893" y="4771"/>
                  </a:cubicBezTo>
                  <a:cubicBezTo>
                    <a:pt x="1932" y="4771"/>
                    <a:pt x="1972" y="4751"/>
                    <a:pt x="1994" y="4712"/>
                  </a:cubicBezTo>
                  <a:lnTo>
                    <a:pt x="2296" y="4177"/>
                  </a:lnTo>
                  <a:lnTo>
                    <a:pt x="2005" y="3664"/>
                  </a:lnTo>
                  <a:cubicBezTo>
                    <a:pt x="1976" y="3613"/>
                    <a:pt x="1932" y="3573"/>
                    <a:pt x="1881" y="3547"/>
                  </a:cubicBezTo>
                  <a:cubicBezTo>
                    <a:pt x="1271" y="3252"/>
                    <a:pt x="850" y="2633"/>
                    <a:pt x="832" y="1914"/>
                  </a:cubicBezTo>
                  <a:cubicBezTo>
                    <a:pt x="808" y="999"/>
                    <a:pt x="1436" y="229"/>
                    <a:pt x="2294" y="44"/>
                  </a:cubicBezTo>
                  <a:cubicBezTo>
                    <a:pt x="2158" y="15"/>
                    <a:pt x="2018" y="0"/>
                    <a:pt x="1874"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44"/>
            <p:cNvSpPr/>
            <p:nvPr/>
          </p:nvSpPr>
          <p:spPr>
            <a:xfrm>
              <a:off x="5017085" y="2736418"/>
              <a:ext cx="66716" cy="60747"/>
            </a:xfrm>
            <a:custGeom>
              <a:avLst/>
              <a:gdLst/>
              <a:ahLst/>
              <a:cxnLst/>
              <a:rect l="l" t="t" r="r" b="b"/>
              <a:pathLst>
                <a:path w="2336" h="2127" extrusionOk="0">
                  <a:moveTo>
                    <a:pt x="1168" y="0"/>
                  </a:moveTo>
                  <a:cubicBezTo>
                    <a:pt x="896" y="0"/>
                    <a:pt x="624" y="104"/>
                    <a:pt x="417" y="311"/>
                  </a:cubicBezTo>
                  <a:cubicBezTo>
                    <a:pt x="0" y="727"/>
                    <a:pt x="0" y="1399"/>
                    <a:pt x="417" y="1815"/>
                  </a:cubicBezTo>
                  <a:cubicBezTo>
                    <a:pt x="624" y="2022"/>
                    <a:pt x="896" y="2126"/>
                    <a:pt x="1168" y="2126"/>
                  </a:cubicBezTo>
                  <a:cubicBezTo>
                    <a:pt x="1440" y="2126"/>
                    <a:pt x="1712" y="2022"/>
                    <a:pt x="1919" y="1815"/>
                  </a:cubicBezTo>
                  <a:cubicBezTo>
                    <a:pt x="2335" y="1399"/>
                    <a:pt x="2335" y="727"/>
                    <a:pt x="1919" y="311"/>
                  </a:cubicBezTo>
                  <a:cubicBezTo>
                    <a:pt x="1712" y="104"/>
                    <a:pt x="1440" y="0"/>
                    <a:pt x="116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44"/>
            <p:cNvSpPr/>
            <p:nvPr/>
          </p:nvSpPr>
          <p:spPr>
            <a:xfrm>
              <a:off x="5020055" y="2736361"/>
              <a:ext cx="41840" cy="60661"/>
            </a:xfrm>
            <a:custGeom>
              <a:avLst/>
              <a:gdLst/>
              <a:ahLst/>
              <a:cxnLst/>
              <a:rect l="l" t="t" r="r" b="b"/>
              <a:pathLst>
                <a:path w="1465" h="2124" extrusionOk="0">
                  <a:moveTo>
                    <a:pt x="1061" y="1"/>
                  </a:moveTo>
                  <a:cubicBezTo>
                    <a:pt x="475" y="1"/>
                    <a:pt x="1" y="475"/>
                    <a:pt x="1" y="1063"/>
                  </a:cubicBezTo>
                  <a:cubicBezTo>
                    <a:pt x="1" y="1649"/>
                    <a:pt x="475" y="2124"/>
                    <a:pt x="1061" y="2124"/>
                  </a:cubicBezTo>
                  <a:cubicBezTo>
                    <a:pt x="1205" y="2124"/>
                    <a:pt x="1339" y="2097"/>
                    <a:pt x="1465" y="2044"/>
                  </a:cubicBezTo>
                  <a:cubicBezTo>
                    <a:pt x="1078" y="1888"/>
                    <a:pt x="806" y="1511"/>
                    <a:pt x="806" y="1065"/>
                  </a:cubicBezTo>
                  <a:cubicBezTo>
                    <a:pt x="806" y="620"/>
                    <a:pt x="1076" y="242"/>
                    <a:pt x="1465" y="81"/>
                  </a:cubicBezTo>
                  <a:cubicBezTo>
                    <a:pt x="1342" y="32"/>
                    <a:pt x="1205" y="1"/>
                    <a:pt x="1061"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76" name="Google Shape;2976;p44"/>
          <p:cNvGrpSpPr/>
          <p:nvPr/>
        </p:nvGrpSpPr>
        <p:grpSpPr>
          <a:xfrm>
            <a:off x="939032" y="3263964"/>
            <a:ext cx="502130" cy="634501"/>
            <a:chOff x="872858" y="2646083"/>
            <a:chExt cx="264237" cy="333895"/>
          </a:xfrm>
        </p:grpSpPr>
        <p:sp>
          <p:nvSpPr>
            <p:cNvPr id="2977" name="Google Shape;2977;p44"/>
            <p:cNvSpPr/>
            <p:nvPr/>
          </p:nvSpPr>
          <p:spPr>
            <a:xfrm>
              <a:off x="872972" y="2646168"/>
              <a:ext cx="264123" cy="333809"/>
            </a:xfrm>
            <a:custGeom>
              <a:avLst/>
              <a:gdLst/>
              <a:ahLst/>
              <a:cxnLst/>
              <a:rect l="l" t="t" r="r" b="b"/>
              <a:pathLst>
                <a:path w="9248" h="11688" extrusionOk="0">
                  <a:moveTo>
                    <a:pt x="233" y="1"/>
                  </a:moveTo>
                  <a:cubicBezTo>
                    <a:pt x="104" y="1"/>
                    <a:pt x="0" y="126"/>
                    <a:pt x="45" y="260"/>
                  </a:cubicBezTo>
                  <a:cubicBezTo>
                    <a:pt x="198" y="736"/>
                    <a:pt x="237" y="1346"/>
                    <a:pt x="901" y="2027"/>
                  </a:cubicBezTo>
                  <a:cubicBezTo>
                    <a:pt x="1732" y="2883"/>
                    <a:pt x="2723" y="2635"/>
                    <a:pt x="2836" y="2984"/>
                  </a:cubicBezTo>
                  <a:cubicBezTo>
                    <a:pt x="2948" y="3330"/>
                    <a:pt x="3431" y="3245"/>
                    <a:pt x="3753" y="3641"/>
                  </a:cubicBezTo>
                  <a:cubicBezTo>
                    <a:pt x="4074" y="4039"/>
                    <a:pt x="3567" y="4323"/>
                    <a:pt x="3468" y="5019"/>
                  </a:cubicBezTo>
                  <a:cubicBezTo>
                    <a:pt x="3368" y="5713"/>
                    <a:pt x="4001" y="5976"/>
                    <a:pt x="4521" y="6312"/>
                  </a:cubicBezTo>
                  <a:cubicBezTo>
                    <a:pt x="5042" y="6646"/>
                    <a:pt x="5116" y="7093"/>
                    <a:pt x="5005" y="7440"/>
                  </a:cubicBezTo>
                  <a:cubicBezTo>
                    <a:pt x="4894" y="7787"/>
                    <a:pt x="4956" y="8358"/>
                    <a:pt x="5031" y="8867"/>
                  </a:cubicBezTo>
                  <a:cubicBezTo>
                    <a:pt x="5106" y="9375"/>
                    <a:pt x="4980" y="10047"/>
                    <a:pt x="4883" y="10368"/>
                  </a:cubicBezTo>
                  <a:cubicBezTo>
                    <a:pt x="4784" y="10689"/>
                    <a:pt x="4932" y="11460"/>
                    <a:pt x="5514" y="11644"/>
                  </a:cubicBezTo>
                  <a:cubicBezTo>
                    <a:pt x="5611" y="11675"/>
                    <a:pt x="5697" y="11688"/>
                    <a:pt x="5772" y="11688"/>
                  </a:cubicBezTo>
                  <a:cubicBezTo>
                    <a:pt x="6153" y="11688"/>
                    <a:pt x="6251" y="11354"/>
                    <a:pt x="5962" y="11261"/>
                  </a:cubicBezTo>
                  <a:cubicBezTo>
                    <a:pt x="5615" y="11149"/>
                    <a:pt x="5640" y="10604"/>
                    <a:pt x="5726" y="9921"/>
                  </a:cubicBezTo>
                  <a:cubicBezTo>
                    <a:pt x="5814" y="9238"/>
                    <a:pt x="6484" y="9647"/>
                    <a:pt x="6770" y="8741"/>
                  </a:cubicBezTo>
                  <a:cubicBezTo>
                    <a:pt x="7055" y="7836"/>
                    <a:pt x="7798" y="8283"/>
                    <a:pt x="8048" y="7252"/>
                  </a:cubicBezTo>
                  <a:cubicBezTo>
                    <a:pt x="8297" y="6220"/>
                    <a:pt x="8979" y="6010"/>
                    <a:pt x="9116" y="5464"/>
                  </a:cubicBezTo>
                  <a:cubicBezTo>
                    <a:pt x="9248" y="4915"/>
                    <a:pt x="9012" y="4791"/>
                    <a:pt x="8180" y="4606"/>
                  </a:cubicBezTo>
                  <a:cubicBezTo>
                    <a:pt x="7820" y="4526"/>
                    <a:pt x="7680" y="4294"/>
                    <a:pt x="7588" y="4061"/>
                  </a:cubicBezTo>
                  <a:cubicBezTo>
                    <a:pt x="7561" y="4077"/>
                    <a:pt x="7534" y="4090"/>
                    <a:pt x="7504" y="4104"/>
                  </a:cubicBezTo>
                  <a:cubicBezTo>
                    <a:pt x="7451" y="4130"/>
                    <a:pt x="7408" y="4170"/>
                    <a:pt x="7382" y="4221"/>
                  </a:cubicBezTo>
                  <a:lnTo>
                    <a:pt x="6794" y="5260"/>
                  </a:lnTo>
                  <a:cubicBezTo>
                    <a:pt x="6773" y="5299"/>
                    <a:pt x="6734" y="5319"/>
                    <a:pt x="6694" y="5319"/>
                  </a:cubicBezTo>
                  <a:cubicBezTo>
                    <a:pt x="6655" y="5319"/>
                    <a:pt x="6615" y="5299"/>
                    <a:pt x="6593" y="5260"/>
                  </a:cubicBezTo>
                  <a:lnTo>
                    <a:pt x="6007" y="4221"/>
                  </a:lnTo>
                  <a:cubicBezTo>
                    <a:pt x="5978" y="4170"/>
                    <a:pt x="5934" y="4130"/>
                    <a:pt x="5885" y="4104"/>
                  </a:cubicBezTo>
                  <a:cubicBezTo>
                    <a:pt x="5368" y="3852"/>
                    <a:pt x="4985" y="3367"/>
                    <a:pt x="4875" y="2788"/>
                  </a:cubicBezTo>
                  <a:cubicBezTo>
                    <a:pt x="4793" y="2836"/>
                    <a:pt x="4750" y="2881"/>
                    <a:pt x="4750" y="2881"/>
                  </a:cubicBezTo>
                  <a:cubicBezTo>
                    <a:pt x="4554" y="3074"/>
                    <a:pt x="4428" y="3140"/>
                    <a:pt x="4337" y="3140"/>
                  </a:cubicBezTo>
                  <a:cubicBezTo>
                    <a:pt x="4144" y="3140"/>
                    <a:pt x="4111" y="2842"/>
                    <a:pt x="3905" y="2842"/>
                  </a:cubicBezTo>
                  <a:cubicBezTo>
                    <a:pt x="3878" y="2842"/>
                    <a:pt x="3849" y="2847"/>
                    <a:pt x="3817" y="2858"/>
                  </a:cubicBezTo>
                  <a:cubicBezTo>
                    <a:pt x="3768" y="2874"/>
                    <a:pt x="3725" y="2881"/>
                    <a:pt x="3685" y="2881"/>
                  </a:cubicBezTo>
                  <a:cubicBezTo>
                    <a:pt x="3387" y="2881"/>
                    <a:pt x="3313" y="2470"/>
                    <a:pt x="3271" y="2262"/>
                  </a:cubicBezTo>
                  <a:cubicBezTo>
                    <a:pt x="3232" y="2078"/>
                    <a:pt x="3033" y="1961"/>
                    <a:pt x="2692" y="1961"/>
                  </a:cubicBezTo>
                  <a:cubicBezTo>
                    <a:pt x="2597" y="1961"/>
                    <a:pt x="2492" y="1970"/>
                    <a:pt x="2376" y="1989"/>
                  </a:cubicBezTo>
                  <a:cubicBezTo>
                    <a:pt x="2351" y="1993"/>
                    <a:pt x="2328" y="1995"/>
                    <a:pt x="2305" y="1995"/>
                  </a:cubicBezTo>
                  <a:cubicBezTo>
                    <a:pt x="1845" y="1995"/>
                    <a:pt x="1863" y="1175"/>
                    <a:pt x="1756" y="995"/>
                  </a:cubicBezTo>
                  <a:cubicBezTo>
                    <a:pt x="1644" y="809"/>
                    <a:pt x="1323" y="1083"/>
                    <a:pt x="1086" y="563"/>
                  </a:cubicBezTo>
                  <a:cubicBezTo>
                    <a:pt x="950" y="265"/>
                    <a:pt x="583" y="99"/>
                    <a:pt x="291" y="10"/>
                  </a:cubicBezTo>
                  <a:cubicBezTo>
                    <a:pt x="272" y="4"/>
                    <a:pt x="252" y="1"/>
                    <a:pt x="2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44"/>
            <p:cNvSpPr/>
            <p:nvPr/>
          </p:nvSpPr>
          <p:spPr>
            <a:xfrm>
              <a:off x="872858" y="2646083"/>
              <a:ext cx="178614" cy="333752"/>
            </a:xfrm>
            <a:custGeom>
              <a:avLst/>
              <a:gdLst/>
              <a:ahLst/>
              <a:cxnLst/>
              <a:rect l="l" t="t" r="r" b="b"/>
              <a:pathLst>
                <a:path w="6254" h="11686" extrusionOk="0">
                  <a:moveTo>
                    <a:pt x="231" y="0"/>
                  </a:moveTo>
                  <a:cubicBezTo>
                    <a:pt x="104" y="0"/>
                    <a:pt x="1" y="124"/>
                    <a:pt x="43" y="257"/>
                  </a:cubicBezTo>
                  <a:cubicBezTo>
                    <a:pt x="197" y="734"/>
                    <a:pt x="235" y="1343"/>
                    <a:pt x="900" y="2026"/>
                  </a:cubicBezTo>
                  <a:cubicBezTo>
                    <a:pt x="1730" y="2882"/>
                    <a:pt x="2723" y="2632"/>
                    <a:pt x="2835" y="2983"/>
                  </a:cubicBezTo>
                  <a:cubicBezTo>
                    <a:pt x="2946" y="3330"/>
                    <a:pt x="3430" y="3242"/>
                    <a:pt x="3753" y="3640"/>
                  </a:cubicBezTo>
                  <a:cubicBezTo>
                    <a:pt x="4074" y="4036"/>
                    <a:pt x="3565" y="4321"/>
                    <a:pt x="3466" y="5018"/>
                  </a:cubicBezTo>
                  <a:cubicBezTo>
                    <a:pt x="3366" y="5712"/>
                    <a:pt x="4001" y="5973"/>
                    <a:pt x="4522" y="6309"/>
                  </a:cubicBezTo>
                  <a:cubicBezTo>
                    <a:pt x="5042" y="6645"/>
                    <a:pt x="5117" y="7092"/>
                    <a:pt x="5005" y="7439"/>
                  </a:cubicBezTo>
                  <a:cubicBezTo>
                    <a:pt x="4894" y="7786"/>
                    <a:pt x="4954" y="8356"/>
                    <a:pt x="5031" y="8865"/>
                  </a:cubicBezTo>
                  <a:cubicBezTo>
                    <a:pt x="5106" y="9374"/>
                    <a:pt x="4980" y="10044"/>
                    <a:pt x="4881" y="10367"/>
                  </a:cubicBezTo>
                  <a:cubicBezTo>
                    <a:pt x="4785" y="10689"/>
                    <a:pt x="4932" y="11457"/>
                    <a:pt x="5515" y="11642"/>
                  </a:cubicBezTo>
                  <a:cubicBezTo>
                    <a:pt x="5612" y="11673"/>
                    <a:pt x="5699" y="11686"/>
                    <a:pt x="5775" y="11686"/>
                  </a:cubicBezTo>
                  <a:cubicBezTo>
                    <a:pt x="6155" y="11686"/>
                    <a:pt x="6253" y="11353"/>
                    <a:pt x="5964" y="11258"/>
                  </a:cubicBezTo>
                  <a:cubicBezTo>
                    <a:pt x="5688" y="11171"/>
                    <a:pt x="5646" y="10807"/>
                    <a:pt x="5685" y="10322"/>
                  </a:cubicBezTo>
                  <a:cubicBezTo>
                    <a:pt x="5623" y="10103"/>
                    <a:pt x="5621" y="9885"/>
                    <a:pt x="5663" y="9747"/>
                  </a:cubicBezTo>
                  <a:cubicBezTo>
                    <a:pt x="5759" y="9424"/>
                    <a:pt x="5885" y="8754"/>
                    <a:pt x="5811" y="8244"/>
                  </a:cubicBezTo>
                  <a:cubicBezTo>
                    <a:pt x="5736" y="7735"/>
                    <a:pt x="5674" y="7165"/>
                    <a:pt x="5785" y="6818"/>
                  </a:cubicBezTo>
                  <a:cubicBezTo>
                    <a:pt x="5896" y="6472"/>
                    <a:pt x="5822" y="6024"/>
                    <a:pt x="5301" y="5688"/>
                  </a:cubicBezTo>
                  <a:cubicBezTo>
                    <a:pt x="4781" y="5352"/>
                    <a:pt x="4149" y="5093"/>
                    <a:pt x="4248" y="4398"/>
                  </a:cubicBezTo>
                  <a:cubicBezTo>
                    <a:pt x="4343" y="3719"/>
                    <a:pt x="4830" y="3432"/>
                    <a:pt x="4555" y="3049"/>
                  </a:cubicBezTo>
                  <a:lnTo>
                    <a:pt x="4555" y="3049"/>
                  </a:lnTo>
                  <a:cubicBezTo>
                    <a:pt x="4463" y="3114"/>
                    <a:pt x="4393" y="3139"/>
                    <a:pt x="4337" y="3139"/>
                  </a:cubicBezTo>
                  <a:cubicBezTo>
                    <a:pt x="4144" y="3139"/>
                    <a:pt x="4112" y="2841"/>
                    <a:pt x="3905" y="2841"/>
                  </a:cubicBezTo>
                  <a:cubicBezTo>
                    <a:pt x="3879" y="2841"/>
                    <a:pt x="3850" y="2846"/>
                    <a:pt x="3817" y="2857"/>
                  </a:cubicBezTo>
                  <a:cubicBezTo>
                    <a:pt x="3769" y="2873"/>
                    <a:pt x="3725" y="2880"/>
                    <a:pt x="3686" y="2880"/>
                  </a:cubicBezTo>
                  <a:cubicBezTo>
                    <a:pt x="3388" y="2880"/>
                    <a:pt x="3313" y="2468"/>
                    <a:pt x="3271" y="2262"/>
                  </a:cubicBezTo>
                  <a:cubicBezTo>
                    <a:pt x="3231" y="2077"/>
                    <a:pt x="3032" y="1960"/>
                    <a:pt x="2691" y="1960"/>
                  </a:cubicBezTo>
                  <a:cubicBezTo>
                    <a:pt x="2597" y="1960"/>
                    <a:pt x="2492" y="1969"/>
                    <a:pt x="2377" y="1988"/>
                  </a:cubicBezTo>
                  <a:cubicBezTo>
                    <a:pt x="2352" y="1992"/>
                    <a:pt x="2329" y="1994"/>
                    <a:pt x="2307" y="1994"/>
                  </a:cubicBezTo>
                  <a:cubicBezTo>
                    <a:pt x="1844" y="1994"/>
                    <a:pt x="1862" y="1172"/>
                    <a:pt x="1756" y="995"/>
                  </a:cubicBezTo>
                  <a:cubicBezTo>
                    <a:pt x="1645" y="807"/>
                    <a:pt x="1321" y="1081"/>
                    <a:pt x="1084" y="560"/>
                  </a:cubicBezTo>
                  <a:cubicBezTo>
                    <a:pt x="951" y="265"/>
                    <a:pt x="582" y="98"/>
                    <a:pt x="290" y="9"/>
                  </a:cubicBezTo>
                  <a:cubicBezTo>
                    <a:pt x="270" y="3"/>
                    <a:pt x="250" y="0"/>
                    <a:pt x="231"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44"/>
            <p:cNvSpPr/>
            <p:nvPr/>
          </p:nvSpPr>
          <p:spPr>
            <a:xfrm>
              <a:off x="957624" y="2662790"/>
              <a:ext cx="68630" cy="38585"/>
            </a:xfrm>
            <a:custGeom>
              <a:avLst/>
              <a:gdLst/>
              <a:ahLst/>
              <a:cxnLst/>
              <a:rect l="l" t="t" r="r" b="b"/>
              <a:pathLst>
                <a:path w="2403" h="1351" extrusionOk="0">
                  <a:moveTo>
                    <a:pt x="227" y="1"/>
                  </a:moveTo>
                  <a:cubicBezTo>
                    <a:pt x="1" y="1"/>
                    <a:pt x="45" y="363"/>
                    <a:pt x="195" y="592"/>
                  </a:cubicBezTo>
                  <a:cubicBezTo>
                    <a:pt x="195" y="592"/>
                    <a:pt x="250" y="733"/>
                    <a:pt x="661" y="760"/>
                  </a:cubicBezTo>
                  <a:cubicBezTo>
                    <a:pt x="1074" y="788"/>
                    <a:pt x="1068" y="1167"/>
                    <a:pt x="1309" y="1213"/>
                  </a:cubicBezTo>
                  <a:cubicBezTo>
                    <a:pt x="1468" y="1243"/>
                    <a:pt x="1642" y="1351"/>
                    <a:pt x="1907" y="1351"/>
                  </a:cubicBezTo>
                  <a:cubicBezTo>
                    <a:pt x="1919" y="1351"/>
                    <a:pt x="1932" y="1350"/>
                    <a:pt x="1944" y="1350"/>
                  </a:cubicBezTo>
                  <a:cubicBezTo>
                    <a:pt x="2028" y="1045"/>
                    <a:pt x="2187" y="771"/>
                    <a:pt x="2403" y="554"/>
                  </a:cubicBezTo>
                  <a:cubicBezTo>
                    <a:pt x="2346" y="554"/>
                    <a:pt x="2291" y="541"/>
                    <a:pt x="2246" y="510"/>
                  </a:cubicBezTo>
                  <a:cubicBezTo>
                    <a:pt x="2191" y="472"/>
                    <a:pt x="2106" y="461"/>
                    <a:pt x="2001" y="461"/>
                  </a:cubicBezTo>
                  <a:cubicBezTo>
                    <a:pt x="1879" y="461"/>
                    <a:pt x="1728" y="475"/>
                    <a:pt x="1562" y="475"/>
                  </a:cubicBezTo>
                  <a:cubicBezTo>
                    <a:pt x="1272" y="475"/>
                    <a:pt x="935" y="432"/>
                    <a:pt x="623" y="193"/>
                  </a:cubicBezTo>
                  <a:cubicBezTo>
                    <a:pt x="444" y="55"/>
                    <a:pt x="315" y="1"/>
                    <a:pt x="2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44"/>
            <p:cNvSpPr/>
            <p:nvPr/>
          </p:nvSpPr>
          <p:spPr>
            <a:xfrm>
              <a:off x="1010174" y="2662476"/>
              <a:ext cx="107157" cy="135917"/>
            </a:xfrm>
            <a:custGeom>
              <a:avLst/>
              <a:gdLst/>
              <a:ahLst/>
              <a:cxnLst/>
              <a:rect l="l" t="t" r="r" b="b"/>
              <a:pathLst>
                <a:path w="3752" h="4759" extrusionOk="0">
                  <a:moveTo>
                    <a:pt x="1887" y="0"/>
                  </a:moveTo>
                  <a:cubicBezTo>
                    <a:pt x="1873" y="0"/>
                    <a:pt x="1859" y="1"/>
                    <a:pt x="1844" y="1"/>
                  </a:cubicBezTo>
                  <a:cubicBezTo>
                    <a:pt x="809" y="23"/>
                    <a:pt x="0" y="872"/>
                    <a:pt x="26" y="1909"/>
                  </a:cubicBezTo>
                  <a:cubicBezTo>
                    <a:pt x="44" y="2624"/>
                    <a:pt x="466" y="3241"/>
                    <a:pt x="1074" y="3537"/>
                  </a:cubicBezTo>
                  <a:cubicBezTo>
                    <a:pt x="1125" y="3563"/>
                    <a:pt x="1169" y="3605"/>
                    <a:pt x="1198" y="3654"/>
                  </a:cubicBezTo>
                  <a:lnTo>
                    <a:pt x="1788" y="4700"/>
                  </a:lnTo>
                  <a:cubicBezTo>
                    <a:pt x="1809" y="4739"/>
                    <a:pt x="1849" y="4759"/>
                    <a:pt x="1888" y="4759"/>
                  </a:cubicBezTo>
                  <a:cubicBezTo>
                    <a:pt x="1928" y="4759"/>
                    <a:pt x="1967" y="4739"/>
                    <a:pt x="1990" y="4700"/>
                  </a:cubicBezTo>
                  <a:lnTo>
                    <a:pt x="2580" y="3654"/>
                  </a:lnTo>
                  <a:cubicBezTo>
                    <a:pt x="2609" y="3605"/>
                    <a:pt x="2653" y="3563"/>
                    <a:pt x="2704" y="3537"/>
                  </a:cubicBezTo>
                  <a:cubicBezTo>
                    <a:pt x="3325" y="3234"/>
                    <a:pt x="3752" y="2601"/>
                    <a:pt x="3752" y="1863"/>
                  </a:cubicBezTo>
                  <a:cubicBezTo>
                    <a:pt x="3752" y="835"/>
                    <a:pt x="2917" y="0"/>
                    <a:pt x="18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44"/>
            <p:cNvSpPr/>
            <p:nvPr/>
          </p:nvSpPr>
          <p:spPr>
            <a:xfrm>
              <a:off x="1010174" y="2662533"/>
              <a:ext cx="65460" cy="135974"/>
            </a:xfrm>
            <a:custGeom>
              <a:avLst/>
              <a:gdLst/>
              <a:ahLst/>
              <a:cxnLst/>
              <a:rect l="l" t="t" r="r" b="b"/>
              <a:pathLst>
                <a:path w="2292" h="4761" extrusionOk="0">
                  <a:moveTo>
                    <a:pt x="1872" y="1"/>
                  </a:moveTo>
                  <a:cubicBezTo>
                    <a:pt x="1863" y="1"/>
                    <a:pt x="1854" y="1"/>
                    <a:pt x="1844" y="1"/>
                  </a:cubicBezTo>
                  <a:cubicBezTo>
                    <a:pt x="809" y="24"/>
                    <a:pt x="0" y="872"/>
                    <a:pt x="26" y="1908"/>
                  </a:cubicBezTo>
                  <a:cubicBezTo>
                    <a:pt x="44" y="2626"/>
                    <a:pt x="466" y="3241"/>
                    <a:pt x="1074" y="3539"/>
                  </a:cubicBezTo>
                  <a:cubicBezTo>
                    <a:pt x="1125" y="3562"/>
                    <a:pt x="1169" y="3604"/>
                    <a:pt x="1198" y="3654"/>
                  </a:cubicBezTo>
                  <a:lnTo>
                    <a:pt x="1788" y="4700"/>
                  </a:lnTo>
                  <a:cubicBezTo>
                    <a:pt x="1809" y="4740"/>
                    <a:pt x="1849" y="4760"/>
                    <a:pt x="1888" y="4760"/>
                  </a:cubicBezTo>
                  <a:cubicBezTo>
                    <a:pt x="1928" y="4760"/>
                    <a:pt x="1967" y="4740"/>
                    <a:pt x="1990" y="4700"/>
                  </a:cubicBezTo>
                  <a:lnTo>
                    <a:pt x="2291" y="4165"/>
                  </a:lnTo>
                  <a:lnTo>
                    <a:pt x="2001" y="3654"/>
                  </a:lnTo>
                  <a:cubicBezTo>
                    <a:pt x="1972" y="3604"/>
                    <a:pt x="1928" y="3562"/>
                    <a:pt x="1877" y="3539"/>
                  </a:cubicBezTo>
                  <a:cubicBezTo>
                    <a:pt x="1269" y="3241"/>
                    <a:pt x="847" y="2626"/>
                    <a:pt x="829" y="1908"/>
                  </a:cubicBezTo>
                  <a:cubicBezTo>
                    <a:pt x="807" y="996"/>
                    <a:pt x="1432" y="229"/>
                    <a:pt x="2288" y="45"/>
                  </a:cubicBezTo>
                  <a:cubicBezTo>
                    <a:pt x="2154" y="14"/>
                    <a:pt x="2014" y="1"/>
                    <a:pt x="187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44"/>
            <p:cNvSpPr/>
            <p:nvPr/>
          </p:nvSpPr>
          <p:spPr>
            <a:xfrm>
              <a:off x="1031023" y="2685410"/>
              <a:ext cx="66402" cy="60490"/>
            </a:xfrm>
            <a:custGeom>
              <a:avLst/>
              <a:gdLst/>
              <a:ahLst/>
              <a:cxnLst/>
              <a:rect l="l" t="t" r="r" b="b"/>
              <a:pathLst>
                <a:path w="2325" h="2118" extrusionOk="0">
                  <a:moveTo>
                    <a:pt x="1163" y="1"/>
                  </a:moveTo>
                  <a:cubicBezTo>
                    <a:pt x="891" y="1"/>
                    <a:pt x="620" y="104"/>
                    <a:pt x="413" y="311"/>
                  </a:cubicBezTo>
                  <a:cubicBezTo>
                    <a:pt x="1" y="724"/>
                    <a:pt x="1" y="1394"/>
                    <a:pt x="413" y="1808"/>
                  </a:cubicBezTo>
                  <a:cubicBezTo>
                    <a:pt x="620" y="2015"/>
                    <a:pt x="891" y="2118"/>
                    <a:pt x="1163" y="2118"/>
                  </a:cubicBezTo>
                  <a:cubicBezTo>
                    <a:pt x="1434" y="2118"/>
                    <a:pt x="1705" y="2015"/>
                    <a:pt x="1912" y="1808"/>
                  </a:cubicBezTo>
                  <a:cubicBezTo>
                    <a:pt x="2325" y="1394"/>
                    <a:pt x="2325" y="724"/>
                    <a:pt x="1912" y="311"/>
                  </a:cubicBezTo>
                  <a:cubicBezTo>
                    <a:pt x="1705" y="104"/>
                    <a:pt x="1434" y="1"/>
                    <a:pt x="11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44"/>
            <p:cNvSpPr/>
            <p:nvPr/>
          </p:nvSpPr>
          <p:spPr>
            <a:xfrm>
              <a:off x="1033879" y="2685438"/>
              <a:ext cx="41755" cy="60490"/>
            </a:xfrm>
            <a:custGeom>
              <a:avLst/>
              <a:gdLst/>
              <a:ahLst/>
              <a:cxnLst/>
              <a:rect l="l" t="t" r="r" b="b"/>
              <a:pathLst>
                <a:path w="1462" h="2118" extrusionOk="0">
                  <a:moveTo>
                    <a:pt x="1060" y="0"/>
                  </a:moveTo>
                  <a:cubicBezTo>
                    <a:pt x="476" y="0"/>
                    <a:pt x="1" y="475"/>
                    <a:pt x="1" y="1059"/>
                  </a:cubicBezTo>
                  <a:cubicBezTo>
                    <a:pt x="1" y="1643"/>
                    <a:pt x="476" y="2118"/>
                    <a:pt x="1060" y="2118"/>
                  </a:cubicBezTo>
                  <a:cubicBezTo>
                    <a:pt x="1202" y="2118"/>
                    <a:pt x="1339" y="2090"/>
                    <a:pt x="1461" y="2038"/>
                  </a:cubicBezTo>
                  <a:cubicBezTo>
                    <a:pt x="1076" y="1881"/>
                    <a:pt x="804" y="1501"/>
                    <a:pt x="804" y="1059"/>
                  </a:cubicBezTo>
                  <a:cubicBezTo>
                    <a:pt x="804" y="615"/>
                    <a:pt x="1076" y="237"/>
                    <a:pt x="1461" y="80"/>
                  </a:cubicBezTo>
                  <a:cubicBezTo>
                    <a:pt x="1339" y="29"/>
                    <a:pt x="1202" y="0"/>
                    <a:pt x="106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87"/>
        <p:cNvGrpSpPr/>
        <p:nvPr/>
      </p:nvGrpSpPr>
      <p:grpSpPr>
        <a:xfrm>
          <a:off x="0" y="0"/>
          <a:ext cx="0" cy="0"/>
          <a:chOff x="0" y="0"/>
          <a:chExt cx="0" cy="0"/>
        </a:xfrm>
      </p:grpSpPr>
      <p:sp>
        <p:nvSpPr>
          <p:cNvPr id="2988" name="Google Shape;2988;p45"/>
          <p:cNvSpPr txBox="1">
            <a:spLocks noGrp="1"/>
          </p:cNvSpPr>
          <p:nvPr>
            <p:ph type="subTitle" idx="1"/>
          </p:nvPr>
        </p:nvSpPr>
        <p:spPr>
          <a:xfrm>
            <a:off x="720000" y="3295054"/>
            <a:ext cx="2286300" cy="63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Neptune</a:t>
            </a:r>
            <a:r>
              <a:rPr lang="en"/>
              <a:t> is the farthest planet from the Sun</a:t>
            </a:r>
            <a:endParaRPr/>
          </a:p>
        </p:txBody>
      </p:sp>
      <p:sp>
        <p:nvSpPr>
          <p:cNvPr id="2989" name="Google Shape;2989;p45"/>
          <p:cNvSpPr txBox="1">
            <a:spLocks noGrp="1"/>
          </p:cNvSpPr>
          <p:nvPr>
            <p:ph type="subTitle" idx="2"/>
          </p:nvPr>
        </p:nvSpPr>
        <p:spPr>
          <a:xfrm>
            <a:off x="3428853" y="3295067"/>
            <a:ext cx="2286300" cy="63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The </a:t>
            </a:r>
            <a:r>
              <a:rPr lang="en" b="1"/>
              <a:t>Sun </a:t>
            </a:r>
            <a:r>
              <a:rPr lang="en"/>
              <a:t>is the star at the center of all</a:t>
            </a:r>
            <a:endParaRPr/>
          </a:p>
        </p:txBody>
      </p:sp>
      <p:sp>
        <p:nvSpPr>
          <p:cNvPr id="2990" name="Google Shape;2990;p45"/>
          <p:cNvSpPr txBox="1">
            <a:spLocks noGrp="1"/>
          </p:cNvSpPr>
          <p:nvPr>
            <p:ph type="subTitle" idx="3"/>
          </p:nvPr>
        </p:nvSpPr>
        <p:spPr>
          <a:xfrm>
            <a:off x="6137694" y="3295079"/>
            <a:ext cx="2286300" cy="63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The </a:t>
            </a:r>
            <a:r>
              <a:rPr lang="en" b="1"/>
              <a:t>Moon</a:t>
            </a:r>
            <a:r>
              <a:rPr lang="en"/>
              <a:t> is Earth’s only natural satellite</a:t>
            </a:r>
            <a:endParaRPr/>
          </a:p>
        </p:txBody>
      </p:sp>
      <p:sp>
        <p:nvSpPr>
          <p:cNvPr id="2991" name="Google Shape;2991;p45"/>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first movement</a:t>
            </a:r>
            <a:endParaRPr/>
          </a:p>
        </p:txBody>
      </p:sp>
      <p:sp>
        <p:nvSpPr>
          <p:cNvPr id="2992" name="Google Shape;2992;p45"/>
          <p:cNvSpPr/>
          <p:nvPr/>
        </p:nvSpPr>
        <p:spPr>
          <a:xfrm>
            <a:off x="1510200" y="2044177"/>
            <a:ext cx="705900" cy="7059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45"/>
          <p:cNvSpPr/>
          <p:nvPr/>
        </p:nvSpPr>
        <p:spPr>
          <a:xfrm>
            <a:off x="6927900" y="2044190"/>
            <a:ext cx="705900" cy="7059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45"/>
          <p:cNvSpPr/>
          <p:nvPr/>
        </p:nvSpPr>
        <p:spPr>
          <a:xfrm>
            <a:off x="4219050" y="2044190"/>
            <a:ext cx="705900" cy="7059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45"/>
          <p:cNvSpPr txBox="1">
            <a:spLocks noGrp="1"/>
          </p:cNvSpPr>
          <p:nvPr>
            <p:ph type="subTitle" idx="4"/>
          </p:nvPr>
        </p:nvSpPr>
        <p:spPr>
          <a:xfrm>
            <a:off x="720000" y="2871552"/>
            <a:ext cx="22863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African people</a:t>
            </a:r>
            <a:endParaRPr/>
          </a:p>
        </p:txBody>
      </p:sp>
      <p:sp>
        <p:nvSpPr>
          <p:cNvPr id="2996" name="Google Shape;2996;p45"/>
          <p:cNvSpPr txBox="1">
            <a:spLocks noGrp="1"/>
          </p:cNvSpPr>
          <p:nvPr>
            <p:ph type="subTitle" idx="5"/>
          </p:nvPr>
        </p:nvSpPr>
        <p:spPr>
          <a:xfrm>
            <a:off x="3428850" y="2871552"/>
            <a:ext cx="22863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Merchants</a:t>
            </a:r>
            <a:endParaRPr/>
          </a:p>
        </p:txBody>
      </p:sp>
      <p:sp>
        <p:nvSpPr>
          <p:cNvPr id="2997" name="Google Shape;2997;p45"/>
          <p:cNvSpPr txBox="1">
            <a:spLocks noGrp="1"/>
          </p:cNvSpPr>
          <p:nvPr>
            <p:ph type="subTitle" idx="6"/>
          </p:nvPr>
        </p:nvSpPr>
        <p:spPr>
          <a:xfrm>
            <a:off x="6137700" y="2871552"/>
            <a:ext cx="22863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Migration</a:t>
            </a:r>
            <a:endParaRPr/>
          </a:p>
        </p:txBody>
      </p:sp>
      <p:sp>
        <p:nvSpPr>
          <p:cNvPr id="2998" name="Google Shape;2998;p45"/>
          <p:cNvSpPr/>
          <p:nvPr/>
        </p:nvSpPr>
        <p:spPr>
          <a:xfrm rot="5400000">
            <a:off x="8364398" y="4013573"/>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99" name="Google Shape;2999;p45"/>
          <p:cNvGrpSpPr/>
          <p:nvPr/>
        </p:nvGrpSpPr>
        <p:grpSpPr>
          <a:xfrm>
            <a:off x="4386363" y="2166397"/>
            <a:ext cx="371270" cy="461491"/>
            <a:chOff x="1662684" y="3825925"/>
            <a:chExt cx="268550" cy="333809"/>
          </a:xfrm>
        </p:grpSpPr>
        <p:sp>
          <p:nvSpPr>
            <p:cNvPr id="3000" name="Google Shape;3000;p45"/>
            <p:cNvSpPr/>
            <p:nvPr/>
          </p:nvSpPr>
          <p:spPr>
            <a:xfrm>
              <a:off x="1770613" y="3825925"/>
              <a:ext cx="52865" cy="49552"/>
            </a:xfrm>
            <a:custGeom>
              <a:avLst/>
              <a:gdLst/>
              <a:ahLst/>
              <a:cxnLst/>
              <a:rect l="l" t="t" r="r" b="b"/>
              <a:pathLst>
                <a:path w="1851" h="1735" extrusionOk="0">
                  <a:moveTo>
                    <a:pt x="926" y="0"/>
                  </a:moveTo>
                  <a:cubicBezTo>
                    <a:pt x="417" y="0"/>
                    <a:pt x="1" y="415"/>
                    <a:pt x="1" y="924"/>
                  </a:cubicBezTo>
                  <a:cubicBezTo>
                    <a:pt x="1" y="1244"/>
                    <a:pt x="163" y="1536"/>
                    <a:pt x="435" y="1707"/>
                  </a:cubicBezTo>
                  <a:cubicBezTo>
                    <a:pt x="463" y="1725"/>
                    <a:pt x="494" y="1735"/>
                    <a:pt x="527" y="1735"/>
                  </a:cubicBezTo>
                  <a:cubicBezTo>
                    <a:pt x="583" y="1735"/>
                    <a:pt x="640" y="1707"/>
                    <a:pt x="680" y="1652"/>
                  </a:cubicBezTo>
                  <a:cubicBezTo>
                    <a:pt x="729" y="1570"/>
                    <a:pt x="707" y="1463"/>
                    <a:pt x="625" y="1411"/>
                  </a:cubicBezTo>
                  <a:cubicBezTo>
                    <a:pt x="454" y="1306"/>
                    <a:pt x="353" y="1123"/>
                    <a:pt x="353" y="924"/>
                  </a:cubicBezTo>
                  <a:cubicBezTo>
                    <a:pt x="353" y="606"/>
                    <a:pt x="611" y="349"/>
                    <a:pt x="928" y="349"/>
                  </a:cubicBezTo>
                  <a:cubicBezTo>
                    <a:pt x="1246" y="349"/>
                    <a:pt x="1503" y="606"/>
                    <a:pt x="1503" y="924"/>
                  </a:cubicBezTo>
                  <a:cubicBezTo>
                    <a:pt x="1503" y="1123"/>
                    <a:pt x="1401" y="1306"/>
                    <a:pt x="1231" y="1411"/>
                  </a:cubicBezTo>
                  <a:cubicBezTo>
                    <a:pt x="1149" y="1463"/>
                    <a:pt x="1127" y="1570"/>
                    <a:pt x="1177" y="1652"/>
                  </a:cubicBezTo>
                  <a:cubicBezTo>
                    <a:pt x="1209" y="1705"/>
                    <a:pt x="1265" y="1733"/>
                    <a:pt x="1322" y="1733"/>
                  </a:cubicBezTo>
                  <a:cubicBezTo>
                    <a:pt x="1354" y="1733"/>
                    <a:pt x="1386" y="1725"/>
                    <a:pt x="1416" y="1707"/>
                  </a:cubicBezTo>
                  <a:cubicBezTo>
                    <a:pt x="1688" y="1536"/>
                    <a:pt x="1850" y="1244"/>
                    <a:pt x="1850" y="924"/>
                  </a:cubicBezTo>
                  <a:cubicBezTo>
                    <a:pt x="1850" y="415"/>
                    <a:pt x="1434" y="0"/>
                    <a:pt x="92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45"/>
            <p:cNvSpPr/>
            <p:nvPr/>
          </p:nvSpPr>
          <p:spPr>
            <a:xfrm>
              <a:off x="1785321" y="3864509"/>
              <a:ext cx="23334" cy="28531"/>
            </a:xfrm>
            <a:custGeom>
              <a:avLst/>
              <a:gdLst/>
              <a:ahLst/>
              <a:cxnLst/>
              <a:rect l="l" t="t" r="r" b="b"/>
              <a:pathLst>
                <a:path w="817" h="999" extrusionOk="0">
                  <a:moveTo>
                    <a:pt x="285" y="0"/>
                  </a:moveTo>
                  <a:cubicBezTo>
                    <a:pt x="128" y="0"/>
                    <a:pt x="1" y="128"/>
                    <a:pt x="1" y="285"/>
                  </a:cubicBezTo>
                  <a:lnTo>
                    <a:pt x="1" y="999"/>
                  </a:lnTo>
                  <a:cubicBezTo>
                    <a:pt x="134" y="988"/>
                    <a:pt x="271" y="981"/>
                    <a:pt x="408" y="981"/>
                  </a:cubicBezTo>
                  <a:cubicBezTo>
                    <a:pt x="545" y="981"/>
                    <a:pt x="682" y="988"/>
                    <a:pt x="817" y="999"/>
                  </a:cubicBezTo>
                  <a:lnTo>
                    <a:pt x="817" y="285"/>
                  </a:lnTo>
                  <a:cubicBezTo>
                    <a:pt x="817" y="128"/>
                    <a:pt x="689" y="0"/>
                    <a:pt x="5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45"/>
            <p:cNvSpPr/>
            <p:nvPr/>
          </p:nvSpPr>
          <p:spPr>
            <a:xfrm>
              <a:off x="1785321" y="3864509"/>
              <a:ext cx="23334" cy="28531"/>
            </a:xfrm>
            <a:custGeom>
              <a:avLst/>
              <a:gdLst/>
              <a:ahLst/>
              <a:cxnLst/>
              <a:rect l="l" t="t" r="r" b="b"/>
              <a:pathLst>
                <a:path w="817" h="999" extrusionOk="0">
                  <a:moveTo>
                    <a:pt x="285" y="0"/>
                  </a:moveTo>
                  <a:cubicBezTo>
                    <a:pt x="127" y="0"/>
                    <a:pt x="1" y="128"/>
                    <a:pt x="1" y="285"/>
                  </a:cubicBezTo>
                  <a:lnTo>
                    <a:pt x="1" y="999"/>
                  </a:lnTo>
                  <a:cubicBezTo>
                    <a:pt x="134" y="988"/>
                    <a:pt x="271" y="981"/>
                    <a:pt x="408" y="981"/>
                  </a:cubicBezTo>
                  <a:cubicBezTo>
                    <a:pt x="545" y="981"/>
                    <a:pt x="682" y="988"/>
                    <a:pt x="817" y="999"/>
                  </a:cubicBezTo>
                  <a:lnTo>
                    <a:pt x="817" y="732"/>
                  </a:lnTo>
                  <a:cubicBezTo>
                    <a:pt x="751" y="732"/>
                    <a:pt x="687" y="734"/>
                    <a:pt x="621" y="736"/>
                  </a:cubicBezTo>
                  <a:cubicBezTo>
                    <a:pt x="618" y="736"/>
                    <a:pt x="615" y="736"/>
                    <a:pt x="611" y="736"/>
                  </a:cubicBezTo>
                  <a:cubicBezTo>
                    <a:pt x="499" y="736"/>
                    <a:pt x="408" y="647"/>
                    <a:pt x="408" y="533"/>
                  </a:cubicBezTo>
                  <a:lnTo>
                    <a:pt x="408" y="37"/>
                  </a:lnTo>
                  <a:cubicBezTo>
                    <a:pt x="408" y="24"/>
                    <a:pt x="408" y="11"/>
                    <a:pt x="411"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45"/>
            <p:cNvSpPr/>
            <p:nvPr/>
          </p:nvSpPr>
          <p:spPr>
            <a:xfrm>
              <a:off x="1662684" y="3891156"/>
              <a:ext cx="268550" cy="268521"/>
            </a:xfrm>
            <a:custGeom>
              <a:avLst/>
              <a:gdLst/>
              <a:ahLst/>
              <a:cxnLst/>
              <a:rect l="l" t="t" r="r" b="b"/>
              <a:pathLst>
                <a:path w="9403" h="9402" extrusionOk="0">
                  <a:moveTo>
                    <a:pt x="4702" y="0"/>
                  </a:moveTo>
                  <a:cubicBezTo>
                    <a:pt x="2106" y="0"/>
                    <a:pt x="1" y="2105"/>
                    <a:pt x="1" y="4701"/>
                  </a:cubicBezTo>
                  <a:cubicBezTo>
                    <a:pt x="1" y="7297"/>
                    <a:pt x="2106" y="9402"/>
                    <a:pt x="4702" y="9402"/>
                  </a:cubicBezTo>
                  <a:cubicBezTo>
                    <a:pt x="7298" y="9402"/>
                    <a:pt x="9403" y="7297"/>
                    <a:pt x="9403" y="4701"/>
                  </a:cubicBezTo>
                  <a:cubicBezTo>
                    <a:pt x="9403" y="2105"/>
                    <a:pt x="7298" y="0"/>
                    <a:pt x="47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45"/>
            <p:cNvSpPr/>
            <p:nvPr/>
          </p:nvSpPr>
          <p:spPr>
            <a:xfrm>
              <a:off x="1662684" y="3891184"/>
              <a:ext cx="146399" cy="268550"/>
            </a:xfrm>
            <a:custGeom>
              <a:avLst/>
              <a:gdLst/>
              <a:ahLst/>
              <a:cxnLst/>
              <a:rect l="l" t="t" r="r" b="b"/>
              <a:pathLst>
                <a:path w="5126" h="9403" extrusionOk="0">
                  <a:moveTo>
                    <a:pt x="4702" y="1"/>
                  </a:moveTo>
                  <a:cubicBezTo>
                    <a:pt x="2106" y="1"/>
                    <a:pt x="1" y="2104"/>
                    <a:pt x="1" y="4702"/>
                  </a:cubicBezTo>
                  <a:cubicBezTo>
                    <a:pt x="1" y="7300"/>
                    <a:pt x="2106" y="9403"/>
                    <a:pt x="4702" y="9403"/>
                  </a:cubicBezTo>
                  <a:cubicBezTo>
                    <a:pt x="4844" y="9403"/>
                    <a:pt x="4985" y="9395"/>
                    <a:pt x="5125" y="9385"/>
                  </a:cubicBezTo>
                  <a:cubicBezTo>
                    <a:pt x="2726" y="9167"/>
                    <a:pt x="848" y="7155"/>
                    <a:pt x="848" y="4700"/>
                  </a:cubicBezTo>
                  <a:cubicBezTo>
                    <a:pt x="848" y="2246"/>
                    <a:pt x="2728" y="231"/>
                    <a:pt x="5125" y="19"/>
                  </a:cubicBezTo>
                  <a:cubicBezTo>
                    <a:pt x="4985" y="8"/>
                    <a:pt x="4844" y="1"/>
                    <a:pt x="470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45"/>
            <p:cNvSpPr/>
            <p:nvPr/>
          </p:nvSpPr>
          <p:spPr>
            <a:xfrm>
              <a:off x="1685018" y="3913404"/>
              <a:ext cx="223968" cy="223968"/>
            </a:xfrm>
            <a:custGeom>
              <a:avLst/>
              <a:gdLst/>
              <a:ahLst/>
              <a:cxnLst/>
              <a:rect l="l" t="t" r="r" b="b"/>
              <a:pathLst>
                <a:path w="7842" h="7842" extrusionOk="0">
                  <a:moveTo>
                    <a:pt x="3920" y="1"/>
                  </a:moveTo>
                  <a:cubicBezTo>
                    <a:pt x="1755" y="1"/>
                    <a:pt x="0" y="1757"/>
                    <a:pt x="0" y="3922"/>
                  </a:cubicBezTo>
                  <a:cubicBezTo>
                    <a:pt x="0" y="6087"/>
                    <a:pt x="1755" y="7842"/>
                    <a:pt x="3920" y="7842"/>
                  </a:cubicBezTo>
                  <a:cubicBezTo>
                    <a:pt x="6085" y="7842"/>
                    <a:pt x="7841" y="6087"/>
                    <a:pt x="7841" y="3922"/>
                  </a:cubicBezTo>
                  <a:cubicBezTo>
                    <a:pt x="7841" y="1757"/>
                    <a:pt x="6085" y="1"/>
                    <a:pt x="39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45"/>
            <p:cNvSpPr/>
            <p:nvPr/>
          </p:nvSpPr>
          <p:spPr>
            <a:xfrm>
              <a:off x="1674108" y="3913433"/>
              <a:ext cx="136117" cy="223939"/>
            </a:xfrm>
            <a:custGeom>
              <a:avLst/>
              <a:gdLst/>
              <a:ahLst/>
              <a:cxnLst/>
              <a:rect l="l" t="t" r="r" b="b"/>
              <a:pathLst>
                <a:path w="4766" h="7841" extrusionOk="0">
                  <a:moveTo>
                    <a:pt x="4308" y="1"/>
                  </a:moveTo>
                  <a:cubicBezTo>
                    <a:pt x="3304" y="1"/>
                    <a:pt x="2299" y="381"/>
                    <a:pt x="1532" y="1148"/>
                  </a:cubicBezTo>
                  <a:cubicBezTo>
                    <a:pt x="1" y="2680"/>
                    <a:pt x="1" y="5162"/>
                    <a:pt x="1532" y="6694"/>
                  </a:cubicBezTo>
                  <a:cubicBezTo>
                    <a:pt x="2298" y="7458"/>
                    <a:pt x="3300" y="7841"/>
                    <a:pt x="4301" y="7841"/>
                  </a:cubicBezTo>
                  <a:cubicBezTo>
                    <a:pt x="4456" y="7841"/>
                    <a:pt x="4611" y="7832"/>
                    <a:pt x="4765" y="7813"/>
                  </a:cubicBezTo>
                  <a:cubicBezTo>
                    <a:pt x="3918" y="7715"/>
                    <a:pt x="3102" y="7342"/>
                    <a:pt x="2454" y="6694"/>
                  </a:cubicBezTo>
                  <a:cubicBezTo>
                    <a:pt x="923" y="5162"/>
                    <a:pt x="923" y="2680"/>
                    <a:pt x="2454" y="1148"/>
                  </a:cubicBezTo>
                  <a:cubicBezTo>
                    <a:pt x="3102" y="500"/>
                    <a:pt x="3922" y="126"/>
                    <a:pt x="4765" y="27"/>
                  </a:cubicBezTo>
                  <a:cubicBezTo>
                    <a:pt x="4614" y="9"/>
                    <a:pt x="4461" y="1"/>
                    <a:pt x="4308"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45"/>
            <p:cNvSpPr/>
            <p:nvPr/>
          </p:nvSpPr>
          <p:spPr>
            <a:xfrm>
              <a:off x="1792004" y="3913461"/>
              <a:ext cx="9939" cy="13480"/>
            </a:xfrm>
            <a:custGeom>
              <a:avLst/>
              <a:gdLst/>
              <a:ahLst/>
              <a:cxnLst/>
              <a:rect l="l" t="t" r="r" b="b"/>
              <a:pathLst>
                <a:path w="348" h="472" extrusionOk="0">
                  <a:moveTo>
                    <a:pt x="174" y="0"/>
                  </a:moveTo>
                  <a:cubicBezTo>
                    <a:pt x="117" y="0"/>
                    <a:pt x="59" y="1"/>
                    <a:pt x="0" y="4"/>
                  </a:cubicBezTo>
                  <a:lnTo>
                    <a:pt x="0" y="298"/>
                  </a:lnTo>
                  <a:cubicBezTo>
                    <a:pt x="0" y="393"/>
                    <a:pt x="79" y="471"/>
                    <a:pt x="174" y="471"/>
                  </a:cubicBezTo>
                  <a:cubicBezTo>
                    <a:pt x="271" y="471"/>
                    <a:pt x="347" y="395"/>
                    <a:pt x="347" y="298"/>
                  </a:cubicBezTo>
                  <a:lnTo>
                    <a:pt x="347" y="4"/>
                  </a:lnTo>
                  <a:cubicBezTo>
                    <a:pt x="290" y="1"/>
                    <a:pt x="232" y="0"/>
                    <a:pt x="1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45"/>
            <p:cNvSpPr/>
            <p:nvPr/>
          </p:nvSpPr>
          <p:spPr>
            <a:xfrm>
              <a:off x="1792004" y="4123948"/>
              <a:ext cx="9939" cy="13480"/>
            </a:xfrm>
            <a:custGeom>
              <a:avLst/>
              <a:gdLst/>
              <a:ahLst/>
              <a:cxnLst/>
              <a:rect l="l" t="t" r="r" b="b"/>
              <a:pathLst>
                <a:path w="348" h="472" extrusionOk="0">
                  <a:moveTo>
                    <a:pt x="174" y="0"/>
                  </a:moveTo>
                  <a:cubicBezTo>
                    <a:pt x="79" y="0"/>
                    <a:pt x="0" y="77"/>
                    <a:pt x="0" y="174"/>
                  </a:cubicBezTo>
                  <a:lnTo>
                    <a:pt x="0" y="468"/>
                  </a:lnTo>
                  <a:cubicBezTo>
                    <a:pt x="59" y="470"/>
                    <a:pt x="117" y="472"/>
                    <a:pt x="175" y="472"/>
                  </a:cubicBezTo>
                  <a:cubicBezTo>
                    <a:pt x="233" y="472"/>
                    <a:pt x="291" y="470"/>
                    <a:pt x="347" y="468"/>
                  </a:cubicBezTo>
                  <a:lnTo>
                    <a:pt x="347" y="174"/>
                  </a:lnTo>
                  <a:cubicBezTo>
                    <a:pt x="347" y="77"/>
                    <a:pt x="271" y="0"/>
                    <a:pt x="1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45"/>
            <p:cNvSpPr/>
            <p:nvPr/>
          </p:nvSpPr>
          <p:spPr>
            <a:xfrm>
              <a:off x="1736683" y="3926085"/>
              <a:ext cx="14251" cy="14737"/>
            </a:xfrm>
            <a:custGeom>
              <a:avLst/>
              <a:gdLst/>
              <a:ahLst/>
              <a:cxnLst/>
              <a:rect l="l" t="t" r="r" b="b"/>
              <a:pathLst>
                <a:path w="499" h="516" extrusionOk="0">
                  <a:moveTo>
                    <a:pt x="302" y="0"/>
                  </a:moveTo>
                  <a:cubicBezTo>
                    <a:pt x="199" y="53"/>
                    <a:pt x="99" y="112"/>
                    <a:pt x="0" y="174"/>
                  </a:cubicBezTo>
                  <a:lnTo>
                    <a:pt x="148" y="429"/>
                  </a:lnTo>
                  <a:cubicBezTo>
                    <a:pt x="181" y="485"/>
                    <a:pt x="240" y="516"/>
                    <a:pt x="300" y="516"/>
                  </a:cubicBezTo>
                  <a:cubicBezTo>
                    <a:pt x="329" y="516"/>
                    <a:pt x="359" y="509"/>
                    <a:pt x="386" y="493"/>
                  </a:cubicBezTo>
                  <a:cubicBezTo>
                    <a:pt x="468" y="446"/>
                    <a:pt x="499" y="338"/>
                    <a:pt x="449" y="256"/>
                  </a:cubicBezTo>
                  <a:lnTo>
                    <a:pt x="3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45"/>
            <p:cNvSpPr/>
            <p:nvPr/>
          </p:nvSpPr>
          <p:spPr>
            <a:xfrm>
              <a:off x="1843041" y="4110040"/>
              <a:ext cx="14251" cy="14766"/>
            </a:xfrm>
            <a:custGeom>
              <a:avLst/>
              <a:gdLst/>
              <a:ahLst/>
              <a:cxnLst/>
              <a:rect l="l" t="t" r="r" b="b"/>
              <a:pathLst>
                <a:path w="499" h="517" extrusionOk="0">
                  <a:moveTo>
                    <a:pt x="197" y="1"/>
                  </a:moveTo>
                  <a:cubicBezTo>
                    <a:pt x="168" y="1"/>
                    <a:pt x="139" y="8"/>
                    <a:pt x="112" y="24"/>
                  </a:cubicBezTo>
                  <a:cubicBezTo>
                    <a:pt x="30" y="71"/>
                    <a:pt x="1" y="179"/>
                    <a:pt x="48" y="261"/>
                  </a:cubicBezTo>
                  <a:lnTo>
                    <a:pt x="198" y="517"/>
                  </a:lnTo>
                  <a:cubicBezTo>
                    <a:pt x="300" y="464"/>
                    <a:pt x="400" y="405"/>
                    <a:pt x="499" y="343"/>
                  </a:cubicBezTo>
                  <a:lnTo>
                    <a:pt x="349" y="88"/>
                  </a:lnTo>
                  <a:cubicBezTo>
                    <a:pt x="317" y="32"/>
                    <a:pt x="258" y="1"/>
                    <a:pt x="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45"/>
            <p:cNvSpPr/>
            <p:nvPr/>
          </p:nvSpPr>
          <p:spPr>
            <a:xfrm>
              <a:off x="1697585" y="3965183"/>
              <a:ext cx="15451" cy="13509"/>
            </a:xfrm>
            <a:custGeom>
              <a:avLst/>
              <a:gdLst/>
              <a:ahLst/>
              <a:cxnLst/>
              <a:rect l="l" t="t" r="r" b="b"/>
              <a:pathLst>
                <a:path w="541" h="473" extrusionOk="0">
                  <a:moveTo>
                    <a:pt x="174" y="0"/>
                  </a:moveTo>
                  <a:cubicBezTo>
                    <a:pt x="110" y="99"/>
                    <a:pt x="53" y="198"/>
                    <a:pt x="0" y="302"/>
                  </a:cubicBezTo>
                  <a:lnTo>
                    <a:pt x="256" y="450"/>
                  </a:lnTo>
                  <a:cubicBezTo>
                    <a:pt x="283" y="465"/>
                    <a:pt x="313" y="473"/>
                    <a:pt x="342" y="473"/>
                  </a:cubicBezTo>
                  <a:cubicBezTo>
                    <a:pt x="402" y="473"/>
                    <a:pt x="461" y="442"/>
                    <a:pt x="493" y="386"/>
                  </a:cubicBezTo>
                  <a:cubicBezTo>
                    <a:pt x="541" y="304"/>
                    <a:pt x="513" y="196"/>
                    <a:pt x="429" y="148"/>
                  </a:cubicBezTo>
                  <a:lnTo>
                    <a:pt x="1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45"/>
            <p:cNvSpPr/>
            <p:nvPr/>
          </p:nvSpPr>
          <p:spPr>
            <a:xfrm>
              <a:off x="1880883" y="4072169"/>
              <a:ext cx="15480" cy="13537"/>
            </a:xfrm>
            <a:custGeom>
              <a:avLst/>
              <a:gdLst/>
              <a:ahLst/>
              <a:cxnLst/>
              <a:rect l="l" t="t" r="r" b="b"/>
              <a:pathLst>
                <a:path w="542" h="474" extrusionOk="0">
                  <a:moveTo>
                    <a:pt x="201" y="0"/>
                  </a:moveTo>
                  <a:cubicBezTo>
                    <a:pt x="141" y="0"/>
                    <a:pt x="81" y="32"/>
                    <a:pt x="48" y="88"/>
                  </a:cubicBezTo>
                  <a:cubicBezTo>
                    <a:pt x="1" y="170"/>
                    <a:pt x="28" y="278"/>
                    <a:pt x="112" y="326"/>
                  </a:cubicBezTo>
                  <a:lnTo>
                    <a:pt x="368" y="473"/>
                  </a:lnTo>
                  <a:cubicBezTo>
                    <a:pt x="432" y="375"/>
                    <a:pt x="490" y="274"/>
                    <a:pt x="541" y="172"/>
                  </a:cubicBezTo>
                  <a:lnTo>
                    <a:pt x="288" y="24"/>
                  </a:lnTo>
                  <a:cubicBezTo>
                    <a:pt x="260" y="8"/>
                    <a:pt x="231" y="0"/>
                    <a:pt x="2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45"/>
            <p:cNvSpPr/>
            <p:nvPr/>
          </p:nvSpPr>
          <p:spPr>
            <a:xfrm>
              <a:off x="1684961" y="4020504"/>
              <a:ext cx="13480" cy="9939"/>
            </a:xfrm>
            <a:custGeom>
              <a:avLst/>
              <a:gdLst/>
              <a:ahLst/>
              <a:cxnLst/>
              <a:rect l="l" t="t" r="r" b="b"/>
              <a:pathLst>
                <a:path w="472" h="348" extrusionOk="0">
                  <a:moveTo>
                    <a:pt x="4" y="0"/>
                  </a:moveTo>
                  <a:cubicBezTo>
                    <a:pt x="0" y="115"/>
                    <a:pt x="0" y="230"/>
                    <a:pt x="4" y="347"/>
                  </a:cubicBezTo>
                  <a:lnTo>
                    <a:pt x="298" y="347"/>
                  </a:lnTo>
                  <a:cubicBezTo>
                    <a:pt x="395" y="347"/>
                    <a:pt x="471" y="271"/>
                    <a:pt x="471" y="174"/>
                  </a:cubicBezTo>
                  <a:cubicBezTo>
                    <a:pt x="471" y="79"/>
                    <a:pt x="395"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45"/>
            <p:cNvSpPr/>
            <p:nvPr/>
          </p:nvSpPr>
          <p:spPr>
            <a:xfrm>
              <a:off x="1895448" y="4020447"/>
              <a:ext cx="13566" cy="9939"/>
            </a:xfrm>
            <a:custGeom>
              <a:avLst/>
              <a:gdLst/>
              <a:ahLst/>
              <a:cxnLst/>
              <a:rect l="l" t="t" r="r" b="b"/>
              <a:pathLst>
                <a:path w="475" h="348" extrusionOk="0">
                  <a:moveTo>
                    <a:pt x="174" y="1"/>
                  </a:moveTo>
                  <a:cubicBezTo>
                    <a:pt x="79" y="1"/>
                    <a:pt x="0" y="77"/>
                    <a:pt x="0" y="174"/>
                  </a:cubicBezTo>
                  <a:cubicBezTo>
                    <a:pt x="0" y="269"/>
                    <a:pt x="79" y="347"/>
                    <a:pt x="174" y="347"/>
                  </a:cubicBezTo>
                  <a:lnTo>
                    <a:pt x="468" y="347"/>
                  </a:lnTo>
                  <a:cubicBezTo>
                    <a:pt x="475" y="232"/>
                    <a:pt x="475" y="117"/>
                    <a:pt x="4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45"/>
            <p:cNvSpPr/>
            <p:nvPr/>
          </p:nvSpPr>
          <p:spPr>
            <a:xfrm>
              <a:off x="1697585" y="4072198"/>
              <a:ext cx="15451" cy="13509"/>
            </a:xfrm>
            <a:custGeom>
              <a:avLst/>
              <a:gdLst/>
              <a:ahLst/>
              <a:cxnLst/>
              <a:rect l="l" t="t" r="r" b="b"/>
              <a:pathLst>
                <a:path w="541" h="473" extrusionOk="0">
                  <a:moveTo>
                    <a:pt x="342" y="1"/>
                  </a:moveTo>
                  <a:cubicBezTo>
                    <a:pt x="313" y="1"/>
                    <a:pt x="283" y="8"/>
                    <a:pt x="256" y="23"/>
                  </a:cubicBezTo>
                  <a:lnTo>
                    <a:pt x="0" y="171"/>
                  </a:lnTo>
                  <a:cubicBezTo>
                    <a:pt x="53" y="273"/>
                    <a:pt x="112" y="374"/>
                    <a:pt x="174" y="472"/>
                  </a:cubicBezTo>
                  <a:lnTo>
                    <a:pt x="429" y="325"/>
                  </a:lnTo>
                  <a:cubicBezTo>
                    <a:pt x="511" y="275"/>
                    <a:pt x="541" y="169"/>
                    <a:pt x="493" y="87"/>
                  </a:cubicBezTo>
                  <a:cubicBezTo>
                    <a:pt x="461" y="32"/>
                    <a:pt x="403" y="1"/>
                    <a:pt x="3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45"/>
            <p:cNvSpPr/>
            <p:nvPr/>
          </p:nvSpPr>
          <p:spPr>
            <a:xfrm>
              <a:off x="1880883" y="3965183"/>
              <a:ext cx="15537" cy="13509"/>
            </a:xfrm>
            <a:custGeom>
              <a:avLst/>
              <a:gdLst/>
              <a:ahLst/>
              <a:cxnLst/>
              <a:rect l="l" t="t" r="r" b="b"/>
              <a:pathLst>
                <a:path w="544" h="473" extrusionOk="0">
                  <a:moveTo>
                    <a:pt x="370" y="0"/>
                  </a:moveTo>
                  <a:lnTo>
                    <a:pt x="114" y="148"/>
                  </a:lnTo>
                  <a:cubicBezTo>
                    <a:pt x="32" y="196"/>
                    <a:pt x="1" y="304"/>
                    <a:pt x="50" y="386"/>
                  </a:cubicBezTo>
                  <a:cubicBezTo>
                    <a:pt x="82" y="441"/>
                    <a:pt x="140" y="472"/>
                    <a:pt x="200" y="472"/>
                  </a:cubicBezTo>
                  <a:cubicBezTo>
                    <a:pt x="230" y="472"/>
                    <a:pt x="260" y="465"/>
                    <a:pt x="288" y="450"/>
                  </a:cubicBezTo>
                  <a:lnTo>
                    <a:pt x="543" y="302"/>
                  </a:lnTo>
                  <a:cubicBezTo>
                    <a:pt x="490" y="198"/>
                    <a:pt x="430" y="99"/>
                    <a:pt x="3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45"/>
            <p:cNvSpPr/>
            <p:nvPr/>
          </p:nvSpPr>
          <p:spPr>
            <a:xfrm>
              <a:off x="1736683" y="4110040"/>
              <a:ext cx="14251" cy="14766"/>
            </a:xfrm>
            <a:custGeom>
              <a:avLst/>
              <a:gdLst/>
              <a:ahLst/>
              <a:cxnLst/>
              <a:rect l="l" t="t" r="r" b="b"/>
              <a:pathLst>
                <a:path w="499" h="517" extrusionOk="0">
                  <a:moveTo>
                    <a:pt x="299" y="1"/>
                  </a:moveTo>
                  <a:cubicBezTo>
                    <a:pt x="240" y="1"/>
                    <a:pt x="181" y="31"/>
                    <a:pt x="148" y="88"/>
                  </a:cubicBezTo>
                  <a:lnTo>
                    <a:pt x="0" y="343"/>
                  </a:lnTo>
                  <a:cubicBezTo>
                    <a:pt x="99" y="407"/>
                    <a:pt x="199" y="464"/>
                    <a:pt x="302" y="517"/>
                  </a:cubicBezTo>
                  <a:lnTo>
                    <a:pt x="449" y="261"/>
                  </a:lnTo>
                  <a:cubicBezTo>
                    <a:pt x="499" y="179"/>
                    <a:pt x="471" y="71"/>
                    <a:pt x="386" y="24"/>
                  </a:cubicBezTo>
                  <a:cubicBezTo>
                    <a:pt x="358" y="8"/>
                    <a:pt x="329" y="1"/>
                    <a:pt x="299" y="1"/>
                  </a:cubicBezTo>
                  <a:close/>
                </a:path>
              </a:pathLst>
            </a:custGeom>
            <a:solidFill>
              <a:srgbClr val="8BC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45"/>
            <p:cNvSpPr/>
            <p:nvPr/>
          </p:nvSpPr>
          <p:spPr>
            <a:xfrm>
              <a:off x="1843041" y="3926028"/>
              <a:ext cx="14251" cy="14766"/>
            </a:xfrm>
            <a:custGeom>
              <a:avLst/>
              <a:gdLst/>
              <a:ahLst/>
              <a:cxnLst/>
              <a:rect l="l" t="t" r="r" b="b"/>
              <a:pathLst>
                <a:path w="499" h="517" extrusionOk="0">
                  <a:moveTo>
                    <a:pt x="198" y="0"/>
                  </a:moveTo>
                  <a:lnTo>
                    <a:pt x="48" y="256"/>
                  </a:lnTo>
                  <a:cubicBezTo>
                    <a:pt x="1" y="338"/>
                    <a:pt x="28" y="444"/>
                    <a:pt x="112" y="493"/>
                  </a:cubicBezTo>
                  <a:cubicBezTo>
                    <a:pt x="139" y="509"/>
                    <a:pt x="169" y="516"/>
                    <a:pt x="198" y="516"/>
                  </a:cubicBezTo>
                  <a:cubicBezTo>
                    <a:pt x="258" y="516"/>
                    <a:pt x="317" y="485"/>
                    <a:pt x="349" y="428"/>
                  </a:cubicBezTo>
                  <a:lnTo>
                    <a:pt x="499" y="174"/>
                  </a:lnTo>
                  <a:cubicBezTo>
                    <a:pt x="399" y="112"/>
                    <a:pt x="298" y="55"/>
                    <a:pt x="1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45"/>
            <p:cNvSpPr/>
            <p:nvPr/>
          </p:nvSpPr>
          <p:spPr>
            <a:xfrm>
              <a:off x="1743081" y="3976065"/>
              <a:ext cx="107871" cy="98760"/>
            </a:xfrm>
            <a:custGeom>
              <a:avLst/>
              <a:gdLst/>
              <a:ahLst/>
              <a:cxnLst/>
              <a:rect l="l" t="t" r="r" b="b"/>
              <a:pathLst>
                <a:path w="3777" h="3458" extrusionOk="0">
                  <a:moveTo>
                    <a:pt x="1890" y="0"/>
                  </a:moveTo>
                  <a:cubicBezTo>
                    <a:pt x="1447" y="0"/>
                    <a:pt x="1005" y="169"/>
                    <a:pt x="667" y="507"/>
                  </a:cubicBezTo>
                  <a:cubicBezTo>
                    <a:pt x="70" y="1102"/>
                    <a:pt x="1" y="2027"/>
                    <a:pt x="457" y="2697"/>
                  </a:cubicBezTo>
                  <a:lnTo>
                    <a:pt x="919" y="3161"/>
                  </a:lnTo>
                  <a:cubicBezTo>
                    <a:pt x="1211" y="3359"/>
                    <a:pt x="1549" y="3458"/>
                    <a:pt x="1888" y="3458"/>
                  </a:cubicBezTo>
                  <a:cubicBezTo>
                    <a:pt x="2330" y="3458"/>
                    <a:pt x="2773" y="3289"/>
                    <a:pt x="3110" y="2951"/>
                  </a:cubicBezTo>
                  <a:cubicBezTo>
                    <a:pt x="3707" y="2356"/>
                    <a:pt x="3776" y="1434"/>
                    <a:pt x="3320" y="760"/>
                  </a:cubicBezTo>
                  <a:lnTo>
                    <a:pt x="2858" y="297"/>
                  </a:lnTo>
                  <a:cubicBezTo>
                    <a:pt x="2566" y="99"/>
                    <a:pt x="2228" y="0"/>
                    <a:pt x="1890" y="0"/>
                  </a:cubicBezTo>
                  <a:close/>
                </a:path>
              </a:pathLst>
            </a:custGeom>
            <a:solidFill>
              <a:srgbClr val="FFD3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45"/>
            <p:cNvSpPr/>
            <p:nvPr/>
          </p:nvSpPr>
          <p:spPr>
            <a:xfrm>
              <a:off x="1743081" y="3976065"/>
              <a:ext cx="107871" cy="98760"/>
            </a:xfrm>
            <a:custGeom>
              <a:avLst/>
              <a:gdLst/>
              <a:ahLst/>
              <a:cxnLst/>
              <a:rect l="l" t="t" r="r" b="b"/>
              <a:pathLst>
                <a:path w="3777" h="3458" extrusionOk="0">
                  <a:moveTo>
                    <a:pt x="1890" y="0"/>
                  </a:moveTo>
                  <a:cubicBezTo>
                    <a:pt x="1447" y="0"/>
                    <a:pt x="1005" y="169"/>
                    <a:pt x="667" y="507"/>
                  </a:cubicBezTo>
                  <a:cubicBezTo>
                    <a:pt x="70" y="1102"/>
                    <a:pt x="1" y="2027"/>
                    <a:pt x="457" y="2697"/>
                  </a:cubicBezTo>
                  <a:lnTo>
                    <a:pt x="919" y="3161"/>
                  </a:lnTo>
                  <a:cubicBezTo>
                    <a:pt x="1211" y="3359"/>
                    <a:pt x="1549" y="3458"/>
                    <a:pt x="1888" y="3458"/>
                  </a:cubicBezTo>
                  <a:cubicBezTo>
                    <a:pt x="2330" y="3458"/>
                    <a:pt x="2773" y="3289"/>
                    <a:pt x="3110" y="2951"/>
                  </a:cubicBezTo>
                  <a:cubicBezTo>
                    <a:pt x="3707" y="2356"/>
                    <a:pt x="3776" y="1434"/>
                    <a:pt x="3320" y="760"/>
                  </a:cubicBezTo>
                  <a:lnTo>
                    <a:pt x="2858" y="297"/>
                  </a:lnTo>
                  <a:cubicBezTo>
                    <a:pt x="2566" y="99"/>
                    <a:pt x="2228" y="0"/>
                    <a:pt x="18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45"/>
            <p:cNvSpPr/>
            <p:nvPr/>
          </p:nvSpPr>
          <p:spPr>
            <a:xfrm>
              <a:off x="1743081" y="3976036"/>
              <a:ext cx="65317" cy="98732"/>
            </a:xfrm>
            <a:custGeom>
              <a:avLst/>
              <a:gdLst/>
              <a:ahLst/>
              <a:cxnLst/>
              <a:rect l="l" t="t" r="r" b="b"/>
              <a:pathLst>
                <a:path w="2287" h="3457" extrusionOk="0">
                  <a:moveTo>
                    <a:pt x="1890" y="0"/>
                  </a:moveTo>
                  <a:cubicBezTo>
                    <a:pt x="1447" y="0"/>
                    <a:pt x="1004" y="169"/>
                    <a:pt x="667" y="506"/>
                  </a:cubicBezTo>
                  <a:cubicBezTo>
                    <a:pt x="70" y="1101"/>
                    <a:pt x="1" y="2025"/>
                    <a:pt x="457" y="2697"/>
                  </a:cubicBezTo>
                  <a:lnTo>
                    <a:pt x="919" y="3160"/>
                  </a:lnTo>
                  <a:cubicBezTo>
                    <a:pt x="1211" y="3358"/>
                    <a:pt x="1549" y="3456"/>
                    <a:pt x="1887" y="3456"/>
                  </a:cubicBezTo>
                  <a:cubicBezTo>
                    <a:pt x="2021" y="3456"/>
                    <a:pt x="2154" y="3441"/>
                    <a:pt x="2285" y="3410"/>
                  </a:cubicBezTo>
                  <a:cubicBezTo>
                    <a:pt x="1518" y="3235"/>
                    <a:pt x="950" y="2551"/>
                    <a:pt x="950" y="1731"/>
                  </a:cubicBezTo>
                  <a:cubicBezTo>
                    <a:pt x="950" y="911"/>
                    <a:pt x="1520" y="225"/>
                    <a:pt x="2287" y="46"/>
                  </a:cubicBezTo>
                  <a:cubicBezTo>
                    <a:pt x="2156" y="15"/>
                    <a:pt x="2023" y="0"/>
                    <a:pt x="189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45"/>
            <p:cNvSpPr/>
            <p:nvPr/>
          </p:nvSpPr>
          <p:spPr>
            <a:xfrm>
              <a:off x="1782037" y="3970267"/>
              <a:ext cx="71029" cy="70115"/>
            </a:xfrm>
            <a:custGeom>
              <a:avLst/>
              <a:gdLst/>
              <a:ahLst/>
              <a:cxnLst/>
              <a:rect l="l" t="t" r="r" b="b"/>
              <a:pathLst>
                <a:path w="2487" h="2455" extrusionOk="0">
                  <a:moveTo>
                    <a:pt x="2346" y="0"/>
                  </a:moveTo>
                  <a:cubicBezTo>
                    <a:pt x="2328" y="0"/>
                    <a:pt x="2309" y="5"/>
                    <a:pt x="2290" y="16"/>
                  </a:cubicBezTo>
                  <a:lnTo>
                    <a:pt x="156" y="1305"/>
                  </a:lnTo>
                  <a:cubicBezTo>
                    <a:pt x="99" y="1340"/>
                    <a:pt x="46" y="1383"/>
                    <a:pt x="1" y="1431"/>
                  </a:cubicBezTo>
                  <a:lnTo>
                    <a:pt x="1025" y="2455"/>
                  </a:lnTo>
                  <a:cubicBezTo>
                    <a:pt x="1074" y="2409"/>
                    <a:pt x="1116" y="2356"/>
                    <a:pt x="1151" y="2300"/>
                  </a:cubicBezTo>
                  <a:lnTo>
                    <a:pt x="2440" y="166"/>
                  </a:lnTo>
                  <a:cubicBezTo>
                    <a:pt x="2487" y="87"/>
                    <a:pt x="2424" y="0"/>
                    <a:pt x="23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45"/>
            <p:cNvSpPr/>
            <p:nvPr/>
          </p:nvSpPr>
          <p:spPr>
            <a:xfrm>
              <a:off x="1782037" y="3970181"/>
              <a:ext cx="71029" cy="54350"/>
            </a:xfrm>
            <a:custGeom>
              <a:avLst/>
              <a:gdLst/>
              <a:ahLst/>
              <a:cxnLst/>
              <a:rect l="l" t="t" r="r" b="b"/>
              <a:pathLst>
                <a:path w="2487" h="1903" extrusionOk="0">
                  <a:moveTo>
                    <a:pt x="2346" y="1"/>
                  </a:moveTo>
                  <a:cubicBezTo>
                    <a:pt x="2328" y="1"/>
                    <a:pt x="2308" y="6"/>
                    <a:pt x="2290" y="17"/>
                  </a:cubicBezTo>
                  <a:lnTo>
                    <a:pt x="156" y="1306"/>
                  </a:lnTo>
                  <a:cubicBezTo>
                    <a:pt x="99" y="1341"/>
                    <a:pt x="46" y="1383"/>
                    <a:pt x="1" y="1432"/>
                  </a:cubicBezTo>
                  <a:lnTo>
                    <a:pt x="473" y="1903"/>
                  </a:lnTo>
                  <a:cubicBezTo>
                    <a:pt x="481" y="1899"/>
                    <a:pt x="490" y="1890"/>
                    <a:pt x="499" y="1881"/>
                  </a:cubicBezTo>
                  <a:cubicBezTo>
                    <a:pt x="541" y="1837"/>
                    <a:pt x="590" y="1799"/>
                    <a:pt x="641" y="1768"/>
                  </a:cubicBezTo>
                  <a:lnTo>
                    <a:pt x="1947" y="977"/>
                  </a:lnTo>
                  <a:lnTo>
                    <a:pt x="2438" y="165"/>
                  </a:lnTo>
                  <a:cubicBezTo>
                    <a:pt x="2486" y="87"/>
                    <a:pt x="2422" y="1"/>
                    <a:pt x="2346"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45"/>
            <p:cNvSpPr/>
            <p:nvPr/>
          </p:nvSpPr>
          <p:spPr>
            <a:xfrm>
              <a:off x="1740910" y="4010765"/>
              <a:ext cx="70657" cy="69801"/>
            </a:xfrm>
            <a:custGeom>
              <a:avLst/>
              <a:gdLst/>
              <a:ahLst/>
              <a:cxnLst/>
              <a:rect l="l" t="t" r="r" b="b"/>
              <a:pathLst>
                <a:path w="2474" h="2444" extrusionOk="0">
                  <a:moveTo>
                    <a:pt x="1450" y="0"/>
                  </a:moveTo>
                  <a:cubicBezTo>
                    <a:pt x="1410" y="46"/>
                    <a:pt x="1369" y="93"/>
                    <a:pt x="1338" y="146"/>
                  </a:cubicBezTo>
                  <a:lnTo>
                    <a:pt x="50" y="2278"/>
                  </a:lnTo>
                  <a:cubicBezTo>
                    <a:pt x="1" y="2357"/>
                    <a:pt x="65" y="2444"/>
                    <a:pt x="142" y="2444"/>
                  </a:cubicBezTo>
                  <a:cubicBezTo>
                    <a:pt x="160" y="2444"/>
                    <a:pt x="179" y="2439"/>
                    <a:pt x="197" y="2428"/>
                  </a:cubicBezTo>
                  <a:lnTo>
                    <a:pt x="2332" y="1137"/>
                  </a:lnTo>
                  <a:cubicBezTo>
                    <a:pt x="2383" y="1106"/>
                    <a:pt x="2432" y="1066"/>
                    <a:pt x="2474" y="1024"/>
                  </a:cubicBezTo>
                  <a:lnTo>
                    <a:pt x="145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45"/>
            <p:cNvSpPr/>
            <p:nvPr/>
          </p:nvSpPr>
          <p:spPr>
            <a:xfrm>
              <a:off x="1740910" y="4010851"/>
              <a:ext cx="54978" cy="69772"/>
            </a:xfrm>
            <a:custGeom>
              <a:avLst/>
              <a:gdLst/>
              <a:ahLst/>
              <a:cxnLst/>
              <a:rect l="l" t="t" r="r" b="b"/>
              <a:pathLst>
                <a:path w="1925" h="2443" extrusionOk="0">
                  <a:moveTo>
                    <a:pt x="1452" y="1"/>
                  </a:moveTo>
                  <a:cubicBezTo>
                    <a:pt x="1410" y="45"/>
                    <a:pt x="1369" y="92"/>
                    <a:pt x="1338" y="145"/>
                  </a:cubicBezTo>
                  <a:lnTo>
                    <a:pt x="50" y="2279"/>
                  </a:lnTo>
                  <a:cubicBezTo>
                    <a:pt x="1" y="2356"/>
                    <a:pt x="65" y="2442"/>
                    <a:pt x="142" y="2442"/>
                  </a:cubicBezTo>
                  <a:cubicBezTo>
                    <a:pt x="160" y="2442"/>
                    <a:pt x="179" y="2438"/>
                    <a:pt x="197" y="2427"/>
                  </a:cubicBezTo>
                  <a:lnTo>
                    <a:pt x="1026" y="1927"/>
                  </a:lnTo>
                  <a:lnTo>
                    <a:pt x="1824" y="603"/>
                  </a:lnTo>
                  <a:cubicBezTo>
                    <a:pt x="1853" y="556"/>
                    <a:pt x="1886" y="512"/>
                    <a:pt x="1924" y="474"/>
                  </a:cubicBezTo>
                  <a:lnTo>
                    <a:pt x="1452"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26" name="Google Shape;3026;p45"/>
          <p:cNvGrpSpPr/>
          <p:nvPr/>
        </p:nvGrpSpPr>
        <p:grpSpPr>
          <a:xfrm>
            <a:off x="7040862" y="2166481"/>
            <a:ext cx="479970" cy="461333"/>
            <a:chOff x="7167253" y="3236018"/>
            <a:chExt cx="347175" cy="333695"/>
          </a:xfrm>
        </p:grpSpPr>
        <p:sp>
          <p:nvSpPr>
            <p:cNvPr id="3027" name="Google Shape;3027;p45"/>
            <p:cNvSpPr/>
            <p:nvPr/>
          </p:nvSpPr>
          <p:spPr>
            <a:xfrm>
              <a:off x="7167310" y="3236846"/>
              <a:ext cx="312446" cy="332753"/>
            </a:xfrm>
            <a:custGeom>
              <a:avLst/>
              <a:gdLst/>
              <a:ahLst/>
              <a:cxnLst/>
              <a:rect l="l" t="t" r="r" b="b"/>
              <a:pathLst>
                <a:path w="10940" h="11651" extrusionOk="0">
                  <a:moveTo>
                    <a:pt x="6812" y="1"/>
                  </a:moveTo>
                  <a:cubicBezTo>
                    <a:pt x="6754" y="167"/>
                    <a:pt x="6589" y="344"/>
                    <a:pt x="6520" y="503"/>
                  </a:cubicBezTo>
                  <a:cubicBezTo>
                    <a:pt x="6489" y="581"/>
                    <a:pt x="6480" y="665"/>
                    <a:pt x="6452" y="742"/>
                  </a:cubicBezTo>
                  <a:cubicBezTo>
                    <a:pt x="6425" y="820"/>
                    <a:pt x="6365" y="897"/>
                    <a:pt x="6283" y="910"/>
                  </a:cubicBezTo>
                  <a:cubicBezTo>
                    <a:pt x="6259" y="913"/>
                    <a:pt x="6231" y="910"/>
                    <a:pt x="6208" y="921"/>
                  </a:cubicBezTo>
                  <a:cubicBezTo>
                    <a:pt x="6144" y="948"/>
                    <a:pt x="6149" y="1039"/>
                    <a:pt x="6118" y="1103"/>
                  </a:cubicBezTo>
                  <a:cubicBezTo>
                    <a:pt x="6087" y="1169"/>
                    <a:pt x="6012" y="1206"/>
                    <a:pt x="5939" y="1211"/>
                  </a:cubicBezTo>
                  <a:cubicBezTo>
                    <a:pt x="5934" y="1211"/>
                    <a:pt x="5928" y="1211"/>
                    <a:pt x="5922" y="1211"/>
                  </a:cubicBezTo>
                  <a:cubicBezTo>
                    <a:pt x="5855" y="1211"/>
                    <a:pt x="5788" y="1193"/>
                    <a:pt x="5722" y="1171"/>
                  </a:cubicBezTo>
                  <a:cubicBezTo>
                    <a:pt x="5631" y="1144"/>
                    <a:pt x="5532" y="1112"/>
                    <a:pt x="5479" y="1034"/>
                  </a:cubicBezTo>
                  <a:cubicBezTo>
                    <a:pt x="5450" y="992"/>
                    <a:pt x="5437" y="941"/>
                    <a:pt x="5410" y="895"/>
                  </a:cubicBezTo>
                  <a:cubicBezTo>
                    <a:pt x="5361" y="815"/>
                    <a:pt x="5278" y="767"/>
                    <a:pt x="5204" y="713"/>
                  </a:cubicBezTo>
                  <a:cubicBezTo>
                    <a:pt x="5037" y="590"/>
                    <a:pt x="4902" y="375"/>
                    <a:pt x="4813" y="172"/>
                  </a:cubicBezTo>
                  <a:cubicBezTo>
                    <a:pt x="4470" y="264"/>
                    <a:pt x="4128" y="386"/>
                    <a:pt x="3803" y="541"/>
                  </a:cubicBezTo>
                  <a:lnTo>
                    <a:pt x="3816" y="563"/>
                  </a:lnTo>
                  <a:cubicBezTo>
                    <a:pt x="3823" y="640"/>
                    <a:pt x="3862" y="711"/>
                    <a:pt x="3924" y="758"/>
                  </a:cubicBezTo>
                  <a:lnTo>
                    <a:pt x="4353" y="1102"/>
                  </a:lnTo>
                  <a:cubicBezTo>
                    <a:pt x="4409" y="1147"/>
                    <a:pt x="4442" y="1215"/>
                    <a:pt x="4442" y="1286"/>
                  </a:cubicBezTo>
                  <a:lnTo>
                    <a:pt x="4442" y="1772"/>
                  </a:lnTo>
                  <a:cubicBezTo>
                    <a:pt x="4442" y="1929"/>
                    <a:pt x="4572" y="2060"/>
                    <a:pt x="4729" y="2060"/>
                  </a:cubicBezTo>
                  <a:lnTo>
                    <a:pt x="4930" y="2060"/>
                  </a:lnTo>
                  <a:cubicBezTo>
                    <a:pt x="5063" y="2060"/>
                    <a:pt x="5167" y="2166"/>
                    <a:pt x="5167" y="2297"/>
                  </a:cubicBezTo>
                  <a:lnTo>
                    <a:pt x="5167" y="2527"/>
                  </a:lnTo>
                  <a:cubicBezTo>
                    <a:pt x="5167" y="2602"/>
                    <a:pt x="5131" y="2673"/>
                    <a:pt x="5072" y="2719"/>
                  </a:cubicBezTo>
                  <a:lnTo>
                    <a:pt x="3896" y="3588"/>
                  </a:lnTo>
                  <a:cubicBezTo>
                    <a:pt x="3854" y="3617"/>
                    <a:pt x="3805" y="3634"/>
                    <a:pt x="3754" y="3634"/>
                  </a:cubicBezTo>
                  <a:lnTo>
                    <a:pt x="3029" y="3634"/>
                  </a:lnTo>
                  <a:cubicBezTo>
                    <a:pt x="2872" y="3634"/>
                    <a:pt x="2741" y="3761"/>
                    <a:pt x="2741" y="3922"/>
                  </a:cubicBezTo>
                  <a:lnTo>
                    <a:pt x="2741" y="4400"/>
                  </a:lnTo>
                  <a:cubicBezTo>
                    <a:pt x="2741" y="4479"/>
                    <a:pt x="2772" y="4548"/>
                    <a:pt x="2827" y="4603"/>
                  </a:cubicBezTo>
                  <a:lnTo>
                    <a:pt x="3334" y="5112"/>
                  </a:lnTo>
                  <a:cubicBezTo>
                    <a:pt x="3389" y="5167"/>
                    <a:pt x="3460" y="5196"/>
                    <a:pt x="3539" y="5196"/>
                  </a:cubicBezTo>
                  <a:lnTo>
                    <a:pt x="4254" y="5196"/>
                  </a:lnTo>
                  <a:cubicBezTo>
                    <a:pt x="4388" y="5196"/>
                    <a:pt x="4492" y="5304"/>
                    <a:pt x="4492" y="5434"/>
                  </a:cubicBezTo>
                  <a:lnTo>
                    <a:pt x="4492" y="5647"/>
                  </a:lnTo>
                  <a:cubicBezTo>
                    <a:pt x="4492" y="5804"/>
                    <a:pt x="4619" y="5934"/>
                    <a:pt x="4780" y="5934"/>
                  </a:cubicBezTo>
                  <a:lnTo>
                    <a:pt x="5278" y="5934"/>
                  </a:lnTo>
                  <a:cubicBezTo>
                    <a:pt x="5412" y="5934"/>
                    <a:pt x="5516" y="6042"/>
                    <a:pt x="5516" y="6171"/>
                  </a:cubicBezTo>
                  <a:cubicBezTo>
                    <a:pt x="5516" y="6328"/>
                    <a:pt x="5647" y="6460"/>
                    <a:pt x="5804" y="6460"/>
                  </a:cubicBezTo>
                  <a:lnTo>
                    <a:pt x="6454" y="6460"/>
                  </a:lnTo>
                  <a:cubicBezTo>
                    <a:pt x="6587" y="6460"/>
                    <a:pt x="6691" y="6566"/>
                    <a:pt x="6691" y="6697"/>
                  </a:cubicBezTo>
                  <a:lnTo>
                    <a:pt x="6691" y="7383"/>
                  </a:lnTo>
                  <a:cubicBezTo>
                    <a:pt x="6691" y="7456"/>
                    <a:pt x="6660" y="7522"/>
                    <a:pt x="6602" y="7568"/>
                  </a:cubicBezTo>
                  <a:lnTo>
                    <a:pt x="5622" y="8362"/>
                  </a:lnTo>
                  <a:cubicBezTo>
                    <a:pt x="5552" y="8417"/>
                    <a:pt x="5514" y="8499"/>
                    <a:pt x="5514" y="8586"/>
                  </a:cubicBezTo>
                  <a:lnTo>
                    <a:pt x="5514" y="8921"/>
                  </a:lnTo>
                  <a:cubicBezTo>
                    <a:pt x="5514" y="8988"/>
                    <a:pt x="5487" y="9052"/>
                    <a:pt x="5439" y="9094"/>
                  </a:cubicBezTo>
                  <a:lnTo>
                    <a:pt x="5072" y="9439"/>
                  </a:lnTo>
                  <a:cubicBezTo>
                    <a:pt x="5014" y="9494"/>
                    <a:pt x="4981" y="9569"/>
                    <a:pt x="4981" y="9649"/>
                  </a:cubicBezTo>
                  <a:lnTo>
                    <a:pt x="4981" y="10397"/>
                  </a:lnTo>
                  <a:cubicBezTo>
                    <a:pt x="4981" y="10531"/>
                    <a:pt x="4873" y="10635"/>
                    <a:pt x="4744" y="10635"/>
                  </a:cubicBezTo>
                  <a:lnTo>
                    <a:pt x="4353" y="10635"/>
                  </a:lnTo>
                  <a:cubicBezTo>
                    <a:pt x="4220" y="10635"/>
                    <a:pt x="4116" y="10527"/>
                    <a:pt x="4116" y="10397"/>
                  </a:cubicBezTo>
                  <a:lnTo>
                    <a:pt x="4116" y="9923"/>
                  </a:lnTo>
                  <a:cubicBezTo>
                    <a:pt x="4116" y="9879"/>
                    <a:pt x="4106" y="9837"/>
                    <a:pt x="4088" y="9797"/>
                  </a:cubicBezTo>
                  <a:lnTo>
                    <a:pt x="3814" y="9229"/>
                  </a:lnTo>
                  <a:cubicBezTo>
                    <a:pt x="3798" y="9198"/>
                    <a:pt x="3791" y="9162"/>
                    <a:pt x="3791" y="9127"/>
                  </a:cubicBezTo>
                  <a:lnTo>
                    <a:pt x="3791" y="8044"/>
                  </a:lnTo>
                  <a:cubicBezTo>
                    <a:pt x="3791" y="7953"/>
                    <a:pt x="3745" y="7865"/>
                    <a:pt x="3672" y="7812"/>
                  </a:cubicBezTo>
                  <a:lnTo>
                    <a:pt x="2639" y="7068"/>
                  </a:lnTo>
                  <a:cubicBezTo>
                    <a:pt x="2577" y="7022"/>
                    <a:pt x="2540" y="6953"/>
                    <a:pt x="2540" y="6874"/>
                  </a:cubicBezTo>
                  <a:lnTo>
                    <a:pt x="2540" y="6126"/>
                  </a:lnTo>
                  <a:cubicBezTo>
                    <a:pt x="2540" y="6085"/>
                    <a:pt x="2553" y="6045"/>
                    <a:pt x="2571" y="6009"/>
                  </a:cubicBezTo>
                  <a:lnTo>
                    <a:pt x="2626" y="5912"/>
                  </a:lnTo>
                  <a:cubicBezTo>
                    <a:pt x="2686" y="5799"/>
                    <a:pt x="2668" y="5658"/>
                    <a:pt x="2577" y="5567"/>
                  </a:cubicBezTo>
                  <a:lnTo>
                    <a:pt x="1671" y="4667"/>
                  </a:lnTo>
                  <a:cubicBezTo>
                    <a:pt x="1625" y="4625"/>
                    <a:pt x="1600" y="4563"/>
                    <a:pt x="1600" y="4499"/>
                  </a:cubicBezTo>
                  <a:lnTo>
                    <a:pt x="1600" y="3926"/>
                  </a:lnTo>
                  <a:cubicBezTo>
                    <a:pt x="1600" y="3845"/>
                    <a:pt x="1567" y="3769"/>
                    <a:pt x="1507" y="3714"/>
                  </a:cubicBezTo>
                  <a:lnTo>
                    <a:pt x="1059" y="3303"/>
                  </a:lnTo>
                  <a:lnTo>
                    <a:pt x="1039" y="3287"/>
                  </a:lnTo>
                  <a:lnTo>
                    <a:pt x="1039" y="3287"/>
                  </a:lnTo>
                  <a:cubicBezTo>
                    <a:pt x="1" y="5459"/>
                    <a:pt x="380" y="8141"/>
                    <a:pt x="2180" y="9939"/>
                  </a:cubicBezTo>
                  <a:cubicBezTo>
                    <a:pt x="3321" y="11080"/>
                    <a:pt x="4817" y="11651"/>
                    <a:pt x="6312" y="11651"/>
                  </a:cubicBezTo>
                  <a:cubicBezTo>
                    <a:pt x="7806" y="11651"/>
                    <a:pt x="9301" y="11080"/>
                    <a:pt x="10441" y="9939"/>
                  </a:cubicBezTo>
                  <a:cubicBezTo>
                    <a:pt x="10595" y="9786"/>
                    <a:pt x="10735" y="9627"/>
                    <a:pt x="10868" y="9463"/>
                  </a:cubicBezTo>
                  <a:lnTo>
                    <a:pt x="10836" y="9463"/>
                  </a:lnTo>
                  <a:cubicBezTo>
                    <a:pt x="10653" y="9329"/>
                    <a:pt x="10514" y="9213"/>
                    <a:pt x="10399" y="9092"/>
                  </a:cubicBezTo>
                  <a:cubicBezTo>
                    <a:pt x="10115" y="8789"/>
                    <a:pt x="9925" y="8397"/>
                    <a:pt x="9866" y="7984"/>
                  </a:cubicBezTo>
                  <a:cubicBezTo>
                    <a:pt x="9855" y="7911"/>
                    <a:pt x="9848" y="7838"/>
                    <a:pt x="9842" y="7767"/>
                  </a:cubicBezTo>
                  <a:cubicBezTo>
                    <a:pt x="9832" y="7641"/>
                    <a:pt x="9821" y="7513"/>
                    <a:pt x="9788" y="7387"/>
                  </a:cubicBezTo>
                  <a:cubicBezTo>
                    <a:pt x="9746" y="7217"/>
                    <a:pt x="9665" y="7057"/>
                    <a:pt x="9587" y="6901"/>
                  </a:cubicBezTo>
                  <a:cubicBezTo>
                    <a:pt x="9485" y="6693"/>
                    <a:pt x="9386" y="6498"/>
                    <a:pt x="9366" y="6277"/>
                  </a:cubicBezTo>
                  <a:cubicBezTo>
                    <a:pt x="9337" y="5961"/>
                    <a:pt x="9486" y="5640"/>
                    <a:pt x="9748" y="5459"/>
                  </a:cubicBezTo>
                  <a:cubicBezTo>
                    <a:pt x="9901" y="5355"/>
                    <a:pt x="10085" y="5297"/>
                    <a:pt x="10262" y="5244"/>
                  </a:cubicBezTo>
                  <a:cubicBezTo>
                    <a:pt x="10432" y="5195"/>
                    <a:pt x="10606" y="5142"/>
                    <a:pt x="10755" y="5047"/>
                  </a:cubicBezTo>
                  <a:cubicBezTo>
                    <a:pt x="10795" y="5021"/>
                    <a:pt x="10836" y="4992"/>
                    <a:pt x="10856" y="4944"/>
                  </a:cubicBezTo>
                  <a:cubicBezTo>
                    <a:pt x="10883" y="4877"/>
                    <a:pt x="10859" y="4813"/>
                    <a:pt x="10834" y="4749"/>
                  </a:cubicBezTo>
                  <a:cubicBezTo>
                    <a:pt x="10823" y="4722"/>
                    <a:pt x="10814" y="4696"/>
                    <a:pt x="10806" y="4672"/>
                  </a:cubicBezTo>
                  <a:cubicBezTo>
                    <a:pt x="10783" y="4579"/>
                    <a:pt x="10817" y="4488"/>
                    <a:pt x="10852" y="4389"/>
                  </a:cubicBezTo>
                  <a:cubicBezTo>
                    <a:pt x="10870" y="4347"/>
                    <a:pt x="10890" y="4296"/>
                    <a:pt x="10900" y="4242"/>
                  </a:cubicBezTo>
                  <a:cubicBezTo>
                    <a:pt x="10940" y="4044"/>
                    <a:pt x="10861" y="3831"/>
                    <a:pt x="10706" y="3705"/>
                  </a:cubicBezTo>
                  <a:cubicBezTo>
                    <a:pt x="10609" y="3626"/>
                    <a:pt x="10485" y="3586"/>
                    <a:pt x="10361" y="3586"/>
                  </a:cubicBezTo>
                  <a:cubicBezTo>
                    <a:pt x="10286" y="3586"/>
                    <a:pt x="10211" y="3603"/>
                    <a:pt x="10142" y="3632"/>
                  </a:cubicBezTo>
                  <a:cubicBezTo>
                    <a:pt x="10116" y="3643"/>
                    <a:pt x="10094" y="3654"/>
                    <a:pt x="10071" y="3668"/>
                  </a:cubicBezTo>
                  <a:cubicBezTo>
                    <a:pt x="10034" y="3687"/>
                    <a:pt x="10003" y="3705"/>
                    <a:pt x="9967" y="3718"/>
                  </a:cubicBezTo>
                  <a:cubicBezTo>
                    <a:pt x="9931" y="3729"/>
                    <a:pt x="9896" y="3735"/>
                    <a:pt x="9861" y="3735"/>
                  </a:cubicBezTo>
                  <a:cubicBezTo>
                    <a:pt x="9731" y="3735"/>
                    <a:pt x="9604" y="3664"/>
                    <a:pt x="9472" y="3590"/>
                  </a:cubicBezTo>
                  <a:cubicBezTo>
                    <a:pt x="9395" y="3550"/>
                    <a:pt x="9319" y="3506"/>
                    <a:pt x="9238" y="3477"/>
                  </a:cubicBezTo>
                  <a:cubicBezTo>
                    <a:pt x="9094" y="3422"/>
                    <a:pt x="8939" y="3413"/>
                    <a:pt x="8789" y="3404"/>
                  </a:cubicBezTo>
                  <a:cubicBezTo>
                    <a:pt x="8680" y="3396"/>
                    <a:pt x="8565" y="3389"/>
                    <a:pt x="8455" y="3365"/>
                  </a:cubicBezTo>
                  <a:cubicBezTo>
                    <a:pt x="8296" y="3329"/>
                    <a:pt x="8141" y="3216"/>
                    <a:pt x="8072" y="3088"/>
                  </a:cubicBezTo>
                  <a:cubicBezTo>
                    <a:pt x="8030" y="3006"/>
                    <a:pt x="8022" y="2923"/>
                    <a:pt x="8050" y="2847"/>
                  </a:cubicBezTo>
                  <a:cubicBezTo>
                    <a:pt x="8070" y="2794"/>
                    <a:pt x="8105" y="2748"/>
                    <a:pt x="8141" y="2703"/>
                  </a:cubicBezTo>
                  <a:cubicBezTo>
                    <a:pt x="8172" y="2662"/>
                    <a:pt x="8207" y="2619"/>
                    <a:pt x="8230" y="2567"/>
                  </a:cubicBezTo>
                  <a:cubicBezTo>
                    <a:pt x="8280" y="2458"/>
                    <a:pt x="8272" y="2339"/>
                    <a:pt x="8267" y="2224"/>
                  </a:cubicBezTo>
                  <a:cubicBezTo>
                    <a:pt x="8262" y="2148"/>
                    <a:pt x="8258" y="2069"/>
                    <a:pt x="8269" y="1996"/>
                  </a:cubicBezTo>
                  <a:cubicBezTo>
                    <a:pt x="8287" y="1877"/>
                    <a:pt x="8351" y="1768"/>
                    <a:pt x="8409" y="1660"/>
                  </a:cubicBezTo>
                  <a:cubicBezTo>
                    <a:pt x="8482" y="1531"/>
                    <a:pt x="8561" y="1395"/>
                    <a:pt x="8561" y="1242"/>
                  </a:cubicBezTo>
                  <a:cubicBezTo>
                    <a:pt x="8561" y="1162"/>
                    <a:pt x="8543" y="1085"/>
                    <a:pt x="8523" y="1012"/>
                  </a:cubicBezTo>
                  <a:cubicBezTo>
                    <a:pt x="8513" y="976"/>
                    <a:pt x="8504" y="939"/>
                    <a:pt x="8497" y="903"/>
                  </a:cubicBezTo>
                  <a:cubicBezTo>
                    <a:pt x="8468" y="751"/>
                    <a:pt x="8482" y="594"/>
                    <a:pt x="8537" y="446"/>
                  </a:cubicBezTo>
                  <a:lnTo>
                    <a:pt x="8552" y="426"/>
                  </a:lnTo>
                  <a:cubicBezTo>
                    <a:pt x="7993" y="192"/>
                    <a:pt x="7405" y="52"/>
                    <a:pt x="6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45"/>
            <p:cNvSpPr/>
            <p:nvPr/>
          </p:nvSpPr>
          <p:spPr>
            <a:xfrm>
              <a:off x="7167253" y="3330866"/>
              <a:ext cx="201234" cy="238847"/>
            </a:xfrm>
            <a:custGeom>
              <a:avLst/>
              <a:gdLst/>
              <a:ahLst/>
              <a:cxnLst/>
              <a:rect l="l" t="t" r="r" b="b"/>
              <a:pathLst>
                <a:path w="7046" h="8363" extrusionOk="0">
                  <a:moveTo>
                    <a:pt x="1040" y="0"/>
                  </a:moveTo>
                  <a:cubicBezTo>
                    <a:pt x="1" y="2173"/>
                    <a:pt x="381" y="4853"/>
                    <a:pt x="2181" y="6651"/>
                  </a:cubicBezTo>
                  <a:cubicBezTo>
                    <a:pt x="3320" y="7792"/>
                    <a:pt x="4813" y="8362"/>
                    <a:pt x="6308" y="8362"/>
                  </a:cubicBezTo>
                  <a:cubicBezTo>
                    <a:pt x="6554" y="8362"/>
                    <a:pt x="6801" y="8347"/>
                    <a:pt x="7046" y="8316"/>
                  </a:cubicBezTo>
                  <a:cubicBezTo>
                    <a:pt x="6144" y="8201"/>
                    <a:pt x="5266" y="7878"/>
                    <a:pt x="4484" y="7345"/>
                  </a:cubicBezTo>
                  <a:lnTo>
                    <a:pt x="4357" y="7345"/>
                  </a:lnTo>
                  <a:lnTo>
                    <a:pt x="4357" y="7348"/>
                  </a:lnTo>
                  <a:cubicBezTo>
                    <a:pt x="4225" y="7348"/>
                    <a:pt x="4119" y="7241"/>
                    <a:pt x="4119" y="7111"/>
                  </a:cubicBezTo>
                  <a:lnTo>
                    <a:pt x="4119" y="7074"/>
                  </a:lnTo>
                  <a:cubicBezTo>
                    <a:pt x="3959" y="6943"/>
                    <a:pt x="3804" y="6804"/>
                    <a:pt x="3652" y="6655"/>
                  </a:cubicBezTo>
                  <a:cubicBezTo>
                    <a:pt x="2303" y="5305"/>
                    <a:pt x="1752" y="3460"/>
                    <a:pt x="1998" y="1704"/>
                  </a:cubicBezTo>
                  <a:lnTo>
                    <a:pt x="1671" y="1380"/>
                  </a:lnTo>
                  <a:cubicBezTo>
                    <a:pt x="1626" y="1337"/>
                    <a:pt x="1600" y="1275"/>
                    <a:pt x="1600" y="1211"/>
                  </a:cubicBezTo>
                  <a:lnTo>
                    <a:pt x="1600" y="639"/>
                  </a:lnTo>
                  <a:cubicBezTo>
                    <a:pt x="1600" y="559"/>
                    <a:pt x="1567" y="480"/>
                    <a:pt x="1507" y="426"/>
                  </a:cubicBezTo>
                  <a:lnTo>
                    <a:pt x="1060" y="15"/>
                  </a:lnTo>
                  <a:lnTo>
                    <a:pt x="1040"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45"/>
            <p:cNvSpPr/>
            <p:nvPr/>
          </p:nvSpPr>
          <p:spPr>
            <a:xfrm>
              <a:off x="7275981" y="3241587"/>
              <a:ext cx="37242" cy="26361"/>
            </a:xfrm>
            <a:custGeom>
              <a:avLst/>
              <a:gdLst/>
              <a:ahLst/>
              <a:cxnLst/>
              <a:rect l="l" t="t" r="r" b="b"/>
              <a:pathLst>
                <a:path w="1304" h="923" extrusionOk="0">
                  <a:moveTo>
                    <a:pt x="1012" y="1"/>
                  </a:moveTo>
                  <a:cubicBezTo>
                    <a:pt x="667" y="92"/>
                    <a:pt x="327" y="216"/>
                    <a:pt x="0" y="371"/>
                  </a:cubicBezTo>
                  <a:lnTo>
                    <a:pt x="15" y="391"/>
                  </a:lnTo>
                  <a:cubicBezTo>
                    <a:pt x="20" y="470"/>
                    <a:pt x="60" y="539"/>
                    <a:pt x="121" y="589"/>
                  </a:cubicBezTo>
                  <a:lnTo>
                    <a:pt x="541" y="923"/>
                  </a:lnTo>
                  <a:cubicBezTo>
                    <a:pt x="785" y="746"/>
                    <a:pt x="1041" y="590"/>
                    <a:pt x="1304" y="454"/>
                  </a:cubicBezTo>
                  <a:cubicBezTo>
                    <a:pt x="1180" y="329"/>
                    <a:pt x="1083" y="161"/>
                    <a:pt x="101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45"/>
            <p:cNvSpPr/>
            <p:nvPr/>
          </p:nvSpPr>
          <p:spPr>
            <a:xfrm>
              <a:off x="7196870" y="3251697"/>
              <a:ext cx="162449" cy="289884"/>
            </a:xfrm>
            <a:custGeom>
              <a:avLst/>
              <a:gdLst/>
              <a:ahLst/>
              <a:cxnLst/>
              <a:rect l="l" t="t" r="r" b="b"/>
              <a:pathLst>
                <a:path w="5688" h="10150" extrusionOk="0">
                  <a:moveTo>
                    <a:pt x="2812" y="1"/>
                  </a:moveTo>
                  <a:cubicBezTo>
                    <a:pt x="2210" y="282"/>
                    <a:pt x="1646" y="669"/>
                    <a:pt x="1151" y="1168"/>
                  </a:cubicBezTo>
                  <a:cubicBezTo>
                    <a:pt x="662" y="1655"/>
                    <a:pt x="278" y="2208"/>
                    <a:pt x="1" y="2798"/>
                  </a:cubicBezTo>
                  <a:lnTo>
                    <a:pt x="461" y="3221"/>
                  </a:lnTo>
                  <a:cubicBezTo>
                    <a:pt x="516" y="3271"/>
                    <a:pt x="545" y="3342"/>
                    <a:pt x="545" y="3415"/>
                  </a:cubicBezTo>
                  <a:lnTo>
                    <a:pt x="545" y="3988"/>
                  </a:lnTo>
                  <a:cubicBezTo>
                    <a:pt x="545" y="4057"/>
                    <a:pt x="572" y="4125"/>
                    <a:pt x="623" y="4174"/>
                  </a:cubicBezTo>
                  <a:lnTo>
                    <a:pt x="1529" y="5074"/>
                  </a:lnTo>
                  <a:cubicBezTo>
                    <a:pt x="1613" y="5156"/>
                    <a:pt x="1631" y="5286"/>
                    <a:pt x="1574" y="5388"/>
                  </a:cubicBezTo>
                  <a:lnTo>
                    <a:pt x="1520" y="5487"/>
                  </a:lnTo>
                  <a:cubicBezTo>
                    <a:pt x="1498" y="5525"/>
                    <a:pt x="1485" y="5569"/>
                    <a:pt x="1485" y="5615"/>
                  </a:cubicBezTo>
                  <a:lnTo>
                    <a:pt x="1485" y="6363"/>
                  </a:lnTo>
                  <a:cubicBezTo>
                    <a:pt x="1485" y="6447"/>
                    <a:pt x="1527" y="6527"/>
                    <a:pt x="1594" y="6575"/>
                  </a:cubicBezTo>
                  <a:lnTo>
                    <a:pt x="2630" y="7320"/>
                  </a:lnTo>
                  <a:cubicBezTo>
                    <a:pt x="2697" y="7369"/>
                    <a:pt x="2739" y="7448"/>
                    <a:pt x="2739" y="7532"/>
                  </a:cubicBezTo>
                  <a:lnTo>
                    <a:pt x="2739" y="8612"/>
                  </a:lnTo>
                  <a:cubicBezTo>
                    <a:pt x="2739" y="8652"/>
                    <a:pt x="2748" y="8691"/>
                    <a:pt x="2763" y="8727"/>
                  </a:cubicBezTo>
                  <a:lnTo>
                    <a:pt x="3037" y="9295"/>
                  </a:lnTo>
                  <a:cubicBezTo>
                    <a:pt x="3055" y="9332"/>
                    <a:pt x="3062" y="9372"/>
                    <a:pt x="3062" y="9410"/>
                  </a:cubicBezTo>
                  <a:lnTo>
                    <a:pt x="3062" y="9887"/>
                  </a:lnTo>
                  <a:cubicBezTo>
                    <a:pt x="3062" y="10033"/>
                    <a:pt x="3181" y="10149"/>
                    <a:pt x="3325" y="10149"/>
                  </a:cubicBezTo>
                  <a:lnTo>
                    <a:pt x="3716" y="10149"/>
                  </a:lnTo>
                  <a:cubicBezTo>
                    <a:pt x="3862" y="10149"/>
                    <a:pt x="3977" y="10031"/>
                    <a:pt x="3977" y="9887"/>
                  </a:cubicBezTo>
                  <a:lnTo>
                    <a:pt x="3977" y="9138"/>
                  </a:lnTo>
                  <a:cubicBezTo>
                    <a:pt x="3977" y="9065"/>
                    <a:pt x="4008" y="8998"/>
                    <a:pt x="4059" y="8946"/>
                  </a:cubicBezTo>
                  <a:lnTo>
                    <a:pt x="4428" y="8601"/>
                  </a:lnTo>
                  <a:cubicBezTo>
                    <a:pt x="4479" y="8552"/>
                    <a:pt x="4510" y="8483"/>
                    <a:pt x="4510" y="8410"/>
                  </a:cubicBezTo>
                  <a:lnTo>
                    <a:pt x="4510" y="8076"/>
                  </a:lnTo>
                  <a:cubicBezTo>
                    <a:pt x="4510" y="7995"/>
                    <a:pt x="4547" y="7919"/>
                    <a:pt x="4607" y="7869"/>
                  </a:cubicBezTo>
                  <a:lnTo>
                    <a:pt x="5589" y="7075"/>
                  </a:lnTo>
                  <a:cubicBezTo>
                    <a:pt x="5651" y="7026"/>
                    <a:pt x="5688" y="6949"/>
                    <a:pt x="5688" y="6869"/>
                  </a:cubicBezTo>
                  <a:lnTo>
                    <a:pt x="5688" y="6182"/>
                  </a:lnTo>
                  <a:cubicBezTo>
                    <a:pt x="5684" y="6033"/>
                    <a:pt x="5565" y="5916"/>
                    <a:pt x="5423" y="5916"/>
                  </a:cubicBezTo>
                  <a:lnTo>
                    <a:pt x="4771" y="5916"/>
                  </a:lnTo>
                  <a:cubicBezTo>
                    <a:pt x="4625" y="5916"/>
                    <a:pt x="4510" y="5797"/>
                    <a:pt x="4510" y="5653"/>
                  </a:cubicBezTo>
                  <a:cubicBezTo>
                    <a:pt x="4510" y="5507"/>
                    <a:pt x="4391" y="5392"/>
                    <a:pt x="4247" y="5392"/>
                  </a:cubicBezTo>
                  <a:lnTo>
                    <a:pt x="3747" y="5392"/>
                  </a:lnTo>
                  <a:cubicBezTo>
                    <a:pt x="3601" y="5392"/>
                    <a:pt x="3484" y="5273"/>
                    <a:pt x="3484" y="5129"/>
                  </a:cubicBezTo>
                  <a:lnTo>
                    <a:pt x="3484" y="4915"/>
                  </a:lnTo>
                  <a:cubicBezTo>
                    <a:pt x="3484" y="4769"/>
                    <a:pt x="3365" y="4654"/>
                    <a:pt x="3223" y="4654"/>
                  </a:cubicBezTo>
                  <a:lnTo>
                    <a:pt x="2505" y="4654"/>
                  </a:lnTo>
                  <a:cubicBezTo>
                    <a:pt x="2434" y="4654"/>
                    <a:pt x="2369" y="4627"/>
                    <a:pt x="2321" y="4576"/>
                  </a:cubicBezTo>
                  <a:lnTo>
                    <a:pt x="1812" y="4067"/>
                  </a:lnTo>
                  <a:cubicBezTo>
                    <a:pt x="1762" y="4017"/>
                    <a:pt x="1735" y="3952"/>
                    <a:pt x="1735" y="3882"/>
                  </a:cubicBezTo>
                  <a:lnTo>
                    <a:pt x="1735" y="3404"/>
                  </a:lnTo>
                  <a:cubicBezTo>
                    <a:pt x="1735" y="3258"/>
                    <a:pt x="1854" y="3141"/>
                    <a:pt x="1996" y="3141"/>
                  </a:cubicBezTo>
                  <a:lnTo>
                    <a:pt x="2723" y="3141"/>
                  </a:lnTo>
                  <a:cubicBezTo>
                    <a:pt x="2779" y="3141"/>
                    <a:pt x="2834" y="3123"/>
                    <a:pt x="2880" y="3088"/>
                  </a:cubicBezTo>
                  <a:lnTo>
                    <a:pt x="4055" y="2219"/>
                  </a:lnTo>
                  <a:cubicBezTo>
                    <a:pt x="4121" y="2168"/>
                    <a:pt x="4163" y="2091"/>
                    <a:pt x="4163" y="2007"/>
                  </a:cubicBezTo>
                  <a:lnTo>
                    <a:pt x="4163" y="1775"/>
                  </a:lnTo>
                  <a:cubicBezTo>
                    <a:pt x="4163" y="1629"/>
                    <a:pt x="4044" y="1514"/>
                    <a:pt x="3900" y="1514"/>
                  </a:cubicBezTo>
                  <a:lnTo>
                    <a:pt x="3699" y="1514"/>
                  </a:lnTo>
                  <a:cubicBezTo>
                    <a:pt x="3553" y="1514"/>
                    <a:pt x="3437" y="1396"/>
                    <a:pt x="3437" y="1252"/>
                  </a:cubicBezTo>
                  <a:lnTo>
                    <a:pt x="3437" y="766"/>
                  </a:lnTo>
                  <a:cubicBezTo>
                    <a:pt x="3437" y="686"/>
                    <a:pt x="3400" y="611"/>
                    <a:pt x="3338" y="560"/>
                  </a:cubicBezTo>
                  <a:lnTo>
                    <a:pt x="2909" y="218"/>
                  </a:lnTo>
                  <a:cubicBezTo>
                    <a:pt x="2849" y="167"/>
                    <a:pt x="2812" y="92"/>
                    <a:pt x="2812" y="12"/>
                  </a:cubicBezTo>
                  <a:lnTo>
                    <a:pt x="28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45"/>
            <p:cNvSpPr/>
            <p:nvPr/>
          </p:nvSpPr>
          <p:spPr>
            <a:xfrm>
              <a:off x="7196670" y="3251612"/>
              <a:ext cx="95276" cy="128806"/>
            </a:xfrm>
            <a:custGeom>
              <a:avLst/>
              <a:gdLst/>
              <a:ahLst/>
              <a:cxnLst/>
              <a:rect l="l" t="t" r="r" b="b"/>
              <a:pathLst>
                <a:path w="3336" h="4510" extrusionOk="0">
                  <a:moveTo>
                    <a:pt x="2814" y="0"/>
                  </a:moveTo>
                  <a:cubicBezTo>
                    <a:pt x="1547" y="588"/>
                    <a:pt x="543" y="1627"/>
                    <a:pt x="0" y="2795"/>
                  </a:cubicBezTo>
                  <a:lnTo>
                    <a:pt x="460" y="3217"/>
                  </a:lnTo>
                  <a:cubicBezTo>
                    <a:pt x="515" y="3268"/>
                    <a:pt x="546" y="3338"/>
                    <a:pt x="546" y="3411"/>
                  </a:cubicBezTo>
                  <a:lnTo>
                    <a:pt x="546" y="3984"/>
                  </a:lnTo>
                  <a:cubicBezTo>
                    <a:pt x="546" y="4055"/>
                    <a:pt x="574" y="4121"/>
                    <a:pt x="623" y="4172"/>
                  </a:cubicBezTo>
                  <a:lnTo>
                    <a:pt x="963" y="4510"/>
                  </a:lnTo>
                  <a:cubicBezTo>
                    <a:pt x="1130" y="3286"/>
                    <a:pt x="1682" y="2105"/>
                    <a:pt x="2620" y="1165"/>
                  </a:cubicBezTo>
                  <a:cubicBezTo>
                    <a:pt x="2847" y="941"/>
                    <a:pt x="3086" y="736"/>
                    <a:pt x="3336" y="557"/>
                  </a:cubicBezTo>
                  <a:lnTo>
                    <a:pt x="2912" y="216"/>
                  </a:lnTo>
                  <a:cubicBezTo>
                    <a:pt x="2850" y="166"/>
                    <a:pt x="2814" y="92"/>
                    <a:pt x="2814" y="11"/>
                  </a:cubicBezTo>
                  <a:lnTo>
                    <a:pt x="2814"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45"/>
            <p:cNvSpPr/>
            <p:nvPr/>
          </p:nvSpPr>
          <p:spPr>
            <a:xfrm>
              <a:off x="7393848" y="3248527"/>
              <a:ext cx="120580" cy="259725"/>
            </a:xfrm>
            <a:custGeom>
              <a:avLst/>
              <a:gdLst/>
              <a:ahLst/>
              <a:cxnLst/>
              <a:rect l="l" t="t" r="r" b="b"/>
              <a:pathLst>
                <a:path w="4222" h="9094" extrusionOk="0">
                  <a:moveTo>
                    <a:pt x="594" y="1"/>
                  </a:moveTo>
                  <a:cubicBezTo>
                    <a:pt x="530" y="156"/>
                    <a:pt x="510" y="329"/>
                    <a:pt x="543" y="495"/>
                  </a:cubicBezTo>
                  <a:cubicBezTo>
                    <a:pt x="563" y="607"/>
                    <a:pt x="609" y="716"/>
                    <a:pt x="607" y="831"/>
                  </a:cubicBezTo>
                  <a:cubicBezTo>
                    <a:pt x="603" y="1101"/>
                    <a:pt x="355" y="1311"/>
                    <a:pt x="311" y="1582"/>
                  </a:cubicBezTo>
                  <a:cubicBezTo>
                    <a:pt x="280" y="1771"/>
                    <a:pt x="353" y="1976"/>
                    <a:pt x="273" y="2149"/>
                  </a:cubicBezTo>
                  <a:cubicBezTo>
                    <a:pt x="225" y="2250"/>
                    <a:pt x="131" y="2325"/>
                    <a:pt x="92" y="2430"/>
                  </a:cubicBezTo>
                  <a:cubicBezTo>
                    <a:pt x="1" y="2677"/>
                    <a:pt x="258" y="2923"/>
                    <a:pt x="516" y="2984"/>
                  </a:cubicBezTo>
                  <a:cubicBezTo>
                    <a:pt x="771" y="3042"/>
                    <a:pt x="1047" y="3002"/>
                    <a:pt x="1293" y="3093"/>
                  </a:cubicBezTo>
                  <a:cubicBezTo>
                    <a:pt x="1507" y="3173"/>
                    <a:pt x="1711" y="3353"/>
                    <a:pt x="1925" y="3353"/>
                  </a:cubicBezTo>
                  <a:cubicBezTo>
                    <a:pt x="1962" y="3353"/>
                    <a:pt x="1999" y="3348"/>
                    <a:pt x="2036" y="3336"/>
                  </a:cubicBezTo>
                  <a:cubicBezTo>
                    <a:pt x="2100" y="3316"/>
                    <a:pt x="2155" y="3278"/>
                    <a:pt x="2215" y="3250"/>
                  </a:cubicBezTo>
                  <a:cubicBezTo>
                    <a:pt x="2281" y="3220"/>
                    <a:pt x="2354" y="3206"/>
                    <a:pt x="2426" y="3206"/>
                  </a:cubicBezTo>
                  <a:cubicBezTo>
                    <a:pt x="2544" y="3206"/>
                    <a:pt x="2663" y="3244"/>
                    <a:pt x="2756" y="3318"/>
                  </a:cubicBezTo>
                  <a:cubicBezTo>
                    <a:pt x="2904" y="3436"/>
                    <a:pt x="2980" y="3643"/>
                    <a:pt x="2940" y="3829"/>
                  </a:cubicBezTo>
                  <a:cubicBezTo>
                    <a:pt x="2909" y="3982"/>
                    <a:pt x="2811" y="4128"/>
                    <a:pt x="2847" y="4278"/>
                  </a:cubicBezTo>
                  <a:cubicBezTo>
                    <a:pt x="2867" y="4366"/>
                    <a:pt x="2931" y="4451"/>
                    <a:pt x="2898" y="4532"/>
                  </a:cubicBezTo>
                  <a:cubicBezTo>
                    <a:pt x="2882" y="4570"/>
                    <a:pt x="2845" y="4597"/>
                    <a:pt x="2809" y="4621"/>
                  </a:cubicBezTo>
                  <a:cubicBezTo>
                    <a:pt x="2498" y="4815"/>
                    <a:pt x="2099" y="4829"/>
                    <a:pt x="1799" y="5036"/>
                  </a:cubicBezTo>
                  <a:cubicBezTo>
                    <a:pt x="1533" y="5222"/>
                    <a:pt x="1377" y="5552"/>
                    <a:pt x="1407" y="5874"/>
                  </a:cubicBezTo>
                  <a:cubicBezTo>
                    <a:pt x="1443" y="6272"/>
                    <a:pt x="1732" y="6602"/>
                    <a:pt x="1830" y="6989"/>
                  </a:cubicBezTo>
                  <a:cubicBezTo>
                    <a:pt x="1878" y="7184"/>
                    <a:pt x="1879" y="7385"/>
                    <a:pt x="1907" y="7582"/>
                  </a:cubicBezTo>
                  <a:cubicBezTo>
                    <a:pt x="1967" y="8000"/>
                    <a:pt x="2159" y="8398"/>
                    <a:pt x="2447" y="8705"/>
                  </a:cubicBezTo>
                  <a:cubicBezTo>
                    <a:pt x="2584" y="8851"/>
                    <a:pt x="2743" y="8977"/>
                    <a:pt x="2904" y="9094"/>
                  </a:cubicBezTo>
                  <a:cubicBezTo>
                    <a:pt x="3784" y="8022"/>
                    <a:pt x="4218" y="6713"/>
                    <a:pt x="4222" y="5406"/>
                  </a:cubicBezTo>
                  <a:cubicBezTo>
                    <a:pt x="4222" y="3911"/>
                    <a:pt x="3650" y="2418"/>
                    <a:pt x="2509" y="1277"/>
                  </a:cubicBezTo>
                  <a:cubicBezTo>
                    <a:pt x="1943" y="711"/>
                    <a:pt x="1292" y="285"/>
                    <a:pt x="5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45"/>
            <p:cNvSpPr/>
            <p:nvPr/>
          </p:nvSpPr>
          <p:spPr>
            <a:xfrm>
              <a:off x="7394077" y="3248527"/>
              <a:ext cx="110413" cy="129605"/>
            </a:xfrm>
            <a:custGeom>
              <a:avLst/>
              <a:gdLst/>
              <a:ahLst/>
              <a:cxnLst/>
              <a:rect l="l" t="t" r="r" b="b"/>
              <a:pathLst>
                <a:path w="3866" h="4538" extrusionOk="0">
                  <a:moveTo>
                    <a:pt x="594" y="1"/>
                  </a:moveTo>
                  <a:cubicBezTo>
                    <a:pt x="530" y="156"/>
                    <a:pt x="510" y="329"/>
                    <a:pt x="541" y="495"/>
                  </a:cubicBezTo>
                  <a:cubicBezTo>
                    <a:pt x="561" y="607"/>
                    <a:pt x="604" y="716"/>
                    <a:pt x="604" y="831"/>
                  </a:cubicBezTo>
                  <a:cubicBezTo>
                    <a:pt x="603" y="1101"/>
                    <a:pt x="354" y="1311"/>
                    <a:pt x="311" y="1582"/>
                  </a:cubicBezTo>
                  <a:cubicBezTo>
                    <a:pt x="280" y="1771"/>
                    <a:pt x="351" y="1976"/>
                    <a:pt x="272" y="2149"/>
                  </a:cubicBezTo>
                  <a:cubicBezTo>
                    <a:pt x="223" y="2250"/>
                    <a:pt x="130" y="2325"/>
                    <a:pt x="91" y="2430"/>
                  </a:cubicBezTo>
                  <a:cubicBezTo>
                    <a:pt x="0" y="2677"/>
                    <a:pt x="258" y="2923"/>
                    <a:pt x="513" y="2982"/>
                  </a:cubicBezTo>
                  <a:cubicBezTo>
                    <a:pt x="769" y="3042"/>
                    <a:pt x="1044" y="3000"/>
                    <a:pt x="1291" y="3091"/>
                  </a:cubicBezTo>
                  <a:cubicBezTo>
                    <a:pt x="1503" y="3171"/>
                    <a:pt x="1708" y="3351"/>
                    <a:pt x="1923" y="3351"/>
                  </a:cubicBezTo>
                  <a:cubicBezTo>
                    <a:pt x="1960" y="3351"/>
                    <a:pt x="1997" y="3346"/>
                    <a:pt x="2034" y="3334"/>
                  </a:cubicBezTo>
                  <a:cubicBezTo>
                    <a:pt x="2098" y="3314"/>
                    <a:pt x="2153" y="3276"/>
                    <a:pt x="2211" y="3247"/>
                  </a:cubicBezTo>
                  <a:cubicBezTo>
                    <a:pt x="2276" y="3218"/>
                    <a:pt x="2348" y="3203"/>
                    <a:pt x="2420" y="3203"/>
                  </a:cubicBezTo>
                  <a:cubicBezTo>
                    <a:pt x="2539" y="3203"/>
                    <a:pt x="2658" y="3242"/>
                    <a:pt x="2751" y="3316"/>
                  </a:cubicBezTo>
                  <a:cubicBezTo>
                    <a:pt x="2901" y="3435"/>
                    <a:pt x="2976" y="3639"/>
                    <a:pt x="2938" y="3827"/>
                  </a:cubicBezTo>
                  <a:cubicBezTo>
                    <a:pt x="2905" y="3980"/>
                    <a:pt x="2806" y="4126"/>
                    <a:pt x="2843" y="4276"/>
                  </a:cubicBezTo>
                  <a:cubicBezTo>
                    <a:pt x="2865" y="4364"/>
                    <a:pt x="2928" y="4450"/>
                    <a:pt x="2894" y="4530"/>
                  </a:cubicBezTo>
                  <a:cubicBezTo>
                    <a:pt x="2894" y="4532"/>
                    <a:pt x="2892" y="4534"/>
                    <a:pt x="2892" y="4537"/>
                  </a:cubicBezTo>
                  <a:cubicBezTo>
                    <a:pt x="3162" y="4413"/>
                    <a:pt x="3476" y="4375"/>
                    <a:pt x="3732" y="4218"/>
                  </a:cubicBezTo>
                  <a:cubicBezTo>
                    <a:pt x="3768" y="4194"/>
                    <a:pt x="3805" y="4167"/>
                    <a:pt x="3819" y="4128"/>
                  </a:cubicBezTo>
                  <a:cubicBezTo>
                    <a:pt x="3854" y="4046"/>
                    <a:pt x="3790" y="3959"/>
                    <a:pt x="3770" y="3875"/>
                  </a:cubicBezTo>
                  <a:cubicBezTo>
                    <a:pt x="3734" y="3725"/>
                    <a:pt x="3832" y="3579"/>
                    <a:pt x="3863" y="3425"/>
                  </a:cubicBezTo>
                  <a:cubicBezTo>
                    <a:pt x="3863" y="3424"/>
                    <a:pt x="3863" y="3422"/>
                    <a:pt x="3865" y="3418"/>
                  </a:cubicBezTo>
                  <a:cubicBezTo>
                    <a:pt x="3801" y="3241"/>
                    <a:pt x="3726" y="3062"/>
                    <a:pt x="3644" y="2889"/>
                  </a:cubicBezTo>
                  <a:cubicBezTo>
                    <a:pt x="3559" y="2831"/>
                    <a:pt x="3455" y="2802"/>
                    <a:pt x="3352" y="2802"/>
                  </a:cubicBezTo>
                  <a:cubicBezTo>
                    <a:pt x="3279" y="2802"/>
                    <a:pt x="3206" y="2816"/>
                    <a:pt x="3140" y="2847"/>
                  </a:cubicBezTo>
                  <a:cubicBezTo>
                    <a:pt x="3078" y="2872"/>
                    <a:pt x="3023" y="2912"/>
                    <a:pt x="2961" y="2933"/>
                  </a:cubicBezTo>
                  <a:cubicBezTo>
                    <a:pt x="2924" y="2945"/>
                    <a:pt x="2887" y="2950"/>
                    <a:pt x="2850" y="2950"/>
                  </a:cubicBezTo>
                  <a:cubicBezTo>
                    <a:pt x="2636" y="2950"/>
                    <a:pt x="2432" y="2769"/>
                    <a:pt x="2218" y="2688"/>
                  </a:cubicBezTo>
                  <a:cubicBezTo>
                    <a:pt x="1972" y="2595"/>
                    <a:pt x="1696" y="2639"/>
                    <a:pt x="1441" y="2578"/>
                  </a:cubicBezTo>
                  <a:cubicBezTo>
                    <a:pt x="1185" y="2520"/>
                    <a:pt x="926" y="2273"/>
                    <a:pt x="1017" y="2027"/>
                  </a:cubicBezTo>
                  <a:cubicBezTo>
                    <a:pt x="1057" y="1921"/>
                    <a:pt x="1150" y="1846"/>
                    <a:pt x="1198" y="1746"/>
                  </a:cubicBezTo>
                  <a:cubicBezTo>
                    <a:pt x="1278" y="1572"/>
                    <a:pt x="1205" y="1368"/>
                    <a:pt x="1236" y="1178"/>
                  </a:cubicBezTo>
                  <a:cubicBezTo>
                    <a:pt x="1278" y="930"/>
                    <a:pt x="1492" y="731"/>
                    <a:pt x="1526" y="486"/>
                  </a:cubicBezTo>
                  <a:cubicBezTo>
                    <a:pt x="1227" y="295"/>
                    <a:pt x="915" y="132"/>
                    <a:pt x="594"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45"/>
            <p:cNvSpPr/>
            <p:nvPr/>
          </p:nvSpPr>
          <p:spPr>
            <a:xfrm>
              <a:off x="7433289" y="3383102"/>
              <a:ext cx="58348" cy="125121"/>
            </a:xfrm>
            <a:custGeom>
              <a:avLst/>
              <a:gdLst/>
              <a:ahLst/>
              <a:cxnLst/>
              <a:rect l="l" t="t" r="r" b="b"/>
              <a:pathLst>
                <a:path w="2043" h="4381" extrusionOk="0">
                  <a:moveTo>
                    <a:pt x="1249" y="0"/>
                  </a:moveTo>
                  <a:lnTo>
                    <a:pt x="1249" y="0"/>
                  </a:lnTo>
                  <a:cubicBezTo>
                    <a:pt x="975" y="112"/>
                    <a:pt x="666" y="154"/>
                    <a:pt x="424" y="322"/>
                  </a:cubicBezTo>
                  <a:cubicBezTo>
                    <a:pt x="155" y="508"/>
                    <a:pt x="0" y="838"/>
                    <a:pt x="31" y="1160"/>
                  </a:cubicBezTo>
                  <a:cubicBezTo>
                    <a:pt x="68" y="1558"/>
                    <a:pt x="354" y="1888"/>
                    <a:pt x="453" y="2275"/>
                  </a:cubicBezTo>
                  <a:cubicBezTo>
                    <a:pt x="500" y="2471"/>
                    <a:pt x="502" y="2671"/>
                    <a:pt x="529" y="2868"/>
                  </a:cubicBezTo>
                  <a:cubicBezTo>
                    <a:pt x="590" y="3287"/>
                    <a:pt x="781" y="3685"/>
                    <a:pt x="1072" y="3991"/>
                  </a:cubicBezTo>
                  <a:cubicBezTo>
                    <a:pt x="1209" y="4137"/>
                    <a:pt x="1366" y="4263"/>
                    <a:pt x="1528" y="4380"/>
                  </a:cubicBezTo>
                  <a:cubicBezTo>
                    <a:pt x="1722" y="4143"/>
                    <a:pt x="1893" y="3894"/>
                    <a:pt x="2043" y="3639"/>
                  </a:cubicBezTo>
                  <a:cubicBezTo>
                    <a:pt x="2028" y="3622"/>
                    <a:pt x="2014" y="3606"/>
                    <a:pt x="1997" y="3590"/>
                  </a:cubicBezTo>
                  <a:cubicBezTo>
                    <a:pt x="1711" y="3283"/>
                    <a:pt x="1519" y="2885"/>
                    <a:pt x="1457" y="2467"/>
                  </a:cubicBezTo>
                  <a:cubicBezTo>
                    <a:pt x="1428" y="2270"/>
                    <a:pt x="1428" y="2069"/>
                    <a:pt x="1378" y="1874"/>
                  </a:cubicBezTo>
                  <a:cubicBezTo>
                    <a:pt x="1282" y="1487"/>
                    <a:pt x="993" y="1158"/>
                    <a:pt x="957" y="758"/>
                  </a:cubicBezTo>
                  <a:cubicBezTo>
                    <a:pt x="931" y="481"/>
                    <a:pt x="1044" y="192"/>
                    <a:pt x="1249"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45"/>
            <p:cNvSpPr/>
            <p:nvPr/>
          </p:nvSpPr>
          <p:spPr>
            <a:xfrm>
              <a:off x="7304541" y="3236018"/>
              <a:ext cx="57634" cy="35928"/>
            </a:xfrm>
            <a:custGeom>
              <a:avLst/>
              <a:gdLst/>
              <a:ahLst/>
              <a:cxnLst/>
              <a:rect l="l" t="t" r="r" b="b"/>
              <a:pathLst>
                <a:path w="2018" h="1258" extrusionOk="0">
                  <a:moveTo>
                    <a:pt x="1503" y="0"/>
                  </a:moveTo>
                  <a:cubicBezTo>
                    <a:pt x="997" y="0"/>
                    <a:pt x="494" y="66"/>
                    <a:pt x="1" y="196"/>
                  </a:cubicBezTo>
                  <a:cubicBezTo>
                    <a:pt x="88" y="406"/>
                    <a:pt x="229" y="632"/>
                    <a:pt x="402" y="760"/>
                  </a:cubicBezTo>
                  <a:cubicBezTo>
                    <a:pt x="477" y="815"/>
                    <a:pt x="559" y="862"/>
                    <a:pt x="607" y="942"/>
                  </a:cubicBezTo>
                  <a:cubicBezTo>
                    <a:pt x="634" y="988"/>
                    <a:pt x="649" y="1037"/>
                    <a:pt x="678" y="1081"/>
                  </a:cubicBezTo>
                  <a:cubicBezTo>
                    <a:pt x="733" y="1160"/>
                    <a:pt x="831" y="1191"/>
                    <a:pt x="919" y="1218"/>
                  </a:cubicBezTo>
                  <a:cubicBezTo>
                    <a:pt x="983" y="1238"/>
                    <a:pt x="1046" y="1257"/>
                    <a:pt x="1113" y="1257"/>
                  </a:cubicBezTo>
                  <a:cubicBezTo>
                    <a:pt x="1120" y="1257"/>
                    <a:pt x="1128" y="1257"/>
                    <a:pt x="1136" y="1256"/>
                  </a:cubicBezTo>
                  <a:cubicBezTo>
                    <a:pt x="1211" y="1253"/>
                    <a:pt x="1284" y="1216"/>
                    <a:pt x="1317" y="1151"/>
                  </a:cubicBezTo>
                  <a:cubicBezTo>
                    <a:pt x="1346" y="1087"/>
                    <a:pt x="1339" y="995"/>
                    <a:pt x="1406" y="968"/>
                  </a:cubicBezTo>
                  <a:cubicBezTo>
                    <a:pt x="1428" y="959"/>
                    <a:pt x="1456" y="961"/>
                    <a:pt x="1481" y="957"/>
                  </a:cubicBezTo>
                  <a:cubicBezTo>
                    <a:pt x="1563" y="944"/>
                    <a:pt x="1620" y="869"/>
                    <a:pt x="1649" y="789"/>
                  </a:cubicBezTo>
                  <a:cubicBezTo>
                    <a:pt x="1677" y="712"/>
                    <a:pt x="1686" y="625"/>
                    <a:pt x="1719" y="550"/>
                  </a:cubicBezTo>
                  <a:cubicBezTo>
                    <a:pt x="1786" y="386"/>
                    <a:pt x="1958" y="209"/>
                    <a:pt x="2012" y="39"/>
                  </a:cubicBezTo>
                  <a:cubicBezTo>
                    <a:pt x="2014" y="35"/>
                    <a:pt x="2014" y="30"/>
                    <a:pt x="2018" y="22"/>
                  </a:cubicBezTo>
                  <a:cubicBezTo>
                    <a:pt x="1846" y="8"/>
                    <a:pt x="1675"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45"/>
            <p:cNvSpPr/>
            <p:nvPr/>
          </p:nvSpPr>
          <p:spPr>
            <a:xfrm>
              <a:off x="7304541" y="3236075"/>
              <a:ext cx="57634" cy="18735"/>
            </a:xfrm>
            <a:custGeom>
              <a:avLst/>
              <a:gdLst/>
              <a:ahLst/>
              <a:cxnLst/>
              <a:rect l="l" t="t" r="r" b="b"/>
              <a:pathLst>
                <a:path w="2018" h="656" extrusionOk="0">
                  <a:moveTo>
                    <a:pt x="1503" y="0"/>
                  </a:moveTo>
                  <a:cubicBezTo>
                    <a:pt x="1014" y="0"/>
                    <a:pt x="497" y="64"/>
                    <a:pt x="1" y="197"/>
                  </a:cubicBezTo>
                  <a:cubicBezTo>
                    <a:pt x="68" y="356"/>
                    <a:pt x="165" y="528"/>
                    <a:pt x="284" y="656"/>
                  </a:cubicBezTo>
                  <a:cubicBezTo>
                    <a:pt x="826" y="375"/>
                    <a:pt x="1403" y="183"/>
                    <a:pt x="1992" y="84"/>
                  </a:cubicBezTo>
                  <a:cubicBezTo>
                    <a:pt x="2011" y="51"/>
                    <a:pt x="2012" y="37"/>
                    <a:pt x="2018" y="24"/>
                  </a:cubicBezTo>
                  <a:cubicBezTo>
                    <a:pt x="1844" y="8"/>
                    <a:pt x="1673" y="0"/>
                    <a:pt x="1503"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7" name="Google Shape;3037;p45"/>
          <p:cNvGrpSpPr/>
          <p:nvPr/>
        </p:nvGrpSpPr>
        <p:grpSpPr>
          <a:xfrm>
            <a:off x="1643890" y="2166447"/>
            <a:ext cx="438512" cy="461412"/>
            <a:chOff x="4809768" y="3236075"/>
            <a:chExt cx="317187" cy="333752"/>
          </a:xfrm>
        </p:grpSpPr>
        <p:sp>
          <p:nvSpPr>
            <p:cNvPr id="3038" name="Google Shape;3038;p45"/>
            <p:cNvSpPr/>
            <p:nvPr/>
          </p:nvSpPr>
          <p:spPr>
            <a:xfrm>
              <a:off x="5011516" y="3457615"/>
              <a:ext cx="108042" cy="92877"/>
            </a:xfrm>
            <a:custGeom>
              <a:avLst/>
              <a:gdLst/>
              <a:ahLst/>
              <a:cxnLst/>
              <a:rect l="l" t="t" r="r" b="b"/>
              <a:pathLst>
                <a:path w="3783" h="3252" extrusionOk="0">
                  <a:moveTo>
                    <a:pt x="866" y="0"/>
                  </a:moveTo>
                  <a:cubicBezTo>
                    <a:pt x="770" y="0"/>
                    <a:pt x="671" y="27"/>
                    <a:pt x="566" y="92"/>
                  </a:cubicBezTo>
                  <a:cubicBezTo>
                    <a:pt x="464" y="153"/>
                    <a:pt x="357" y="180"/>
                    <a:pt x="260" y="180"/>
                  </a:cubicBezTo>
                  <a:cubicBezTo>
                    <a:pt x="178" y="180"/>
                    <a:pt x="102" y="161"/>
                    <a:pt x="38" y="128"/>
                  </a:cubicBezTo>
                  <a:lnTo>
                    <a:pt x="0" y="128"/>
                  </a:lnTo>
                  <a:lnTo>
                    <a:pt x="478" y="1554"/>
                  </a:lnTo>
                  <a:cubicBezTo>
                    <a:pt x="513" y="1656"/>
                    <a:pt x="592" y="1736"/>
                    <a:pt x="694" y="1773"/>
                  </a:cubicBezTo>
                  <a:cubicBezTo>
                    <a:pt x="780" y="1804"/>
                    <a:pt x="922" y="1855"/>
                    <a:pt x="1152" y="1939"/>
                  </a:cubicBezTo>
                  <a:cubicBezTo>
                    <a:pt x="1249" y="1974"/>
                    <a:pt x="1327" y="2045"/>
                    <a:pt x="1371" y="2136"/>
                  </a:cubicBezTo>
                  <a:lnTo>
                    <a:pt x="1811" y="2989"/>
                  </a:lnTo>
                  <a:cubicBezTo>
                    <a:pt x="1899" y="2998"/>
                    <a:pt x="1983" y="3016"/>
                    <a:pt x="2063" y="3049"/>
                  </a:cubicBezTo>
                  <a:cubicBezTo>
                    <a:pt x="2079" y="3055"/>
                    <a:pt x="2096" y="3058"/>
                    <a:pt x="2113" y="3058"/>
                  </a:cubicBezTo>
                  <a:cubicBezTo>
                    <a:pt x="2145" y="3058"/>
                    <a:pt x="2176" y="3047"/>
                    <a:pt x="2202" y="3027"/>
                  </a:cubicBezTo>
                  <a:cubicBezTo>
                    <a:pt x="2392" y="2894"/>
                    <a:pt x="2624" y="2815"/>
                    <a:pt x="2875" y="2815"/>
                  </a:cubicBezTo>
                  <a:cubicBezTo>
                    <a:pt x="3242" y="2815"/>
                    <a:pt x="3571" y="2985"/>
                    <a:pt x="3783" y="3252"/>
                  </a:cubicBezTo>
                  <a:lnTo>
                    <a:pt x="2529" y="647"/>
                  </a:lnTo>
                  <a:cubicBezTo>
                    <a:pt x="2470" y="658"/>
                    <a:pt x="2413" y="663"/>
                    <a:pt x="2359" y="663"/>
                  </a:cubicBezTo>
                  <a:cubicBezTo>
                    <a:pt x="1732" y="663"/>
                    <a:pt x="1342" y="0"/>
                    <a:pt x="8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45"/>
            <p:cNvSpPr/>
            <p:nvPr/>
          </p:nvSpPr>
          <p:spPr>
            <a:xfrm>
              <a:off x="5011516" y="3457986"/>
              <a:ext cx="72685" cy="86937"/>
            </a:xfrm>
            <a:custGeom>
              <a:avLst/>
              <a:gdLst/>
              <a:ahLst/>
              <a:cxnLst/>
              <a:rect l="l" t="t" r="r" b="b"/>
              <a:pathLst>
                <a:path w="2545" h="3044" extrusionOk="0">
                  <a:moveTo>
                    <a:pt x="739" y="0"/>
                  </a:moveTo>
                  <a:cubicBezTo>
                    <a:pt x="683" y="15"/>
                    <a:pt x="624" y="40"/>
                    <a:pt x="566" y="77"/>
                  </a:cubicBezTo>
                  <a:cubicBezTo>
                    <a:pt x="464" y="138"/>
                    <a:pt x="357" y="165"/>
                    <a:pt x="260" y="165"/>
                  </a:cubicBezTo>
                  <a:cubicBezTo>
                    <a:pt x="178" y="165"/>
                    <a:pt x="102" y="146"/>
                    <a:pt x="38" y="113"/>
                  </a:cubicBezTo>
                  <a:lnTo>
                    <a:pt x="0" y="113"/>
                  </a:lnTo>
                  <a:lnTo>
                    <a:pt x="478" y="1539"/>
                  </a:lnTo>
                  <a:cubicBezTo>
                    <a:pt x="513" y="1641"/>
                    <a:pt x="592" y="1722"/>
                    <a:pt x="694" y="1758"/>
                  </a:cubicBezTo>
                  <a:cubicBezTo>
                    <a:pt x="780" y="1789"/>
                    <a:pt x="922" y="1840"/>
                    <a:pt x="1152" y="1924"/>
                  </a:cubicBezTo>
                  <a:cubicBezTo>
                    <a:pt x="1249" y="1959"/>
                    <a:pt x="1327" y="2030"/>
                    <a:pt x="1371" y="2121"/>
                  </a:cubicBezTo>
                  <a:lnTo>
                    <a:pt x="1811" y="2974"/>
                  </a:lnTo>
                  <a:cubicBezTo>
                    <a:pt x="1899" y="2983"/>
                    <a:pt x="1983" y="3001"/>
                    <a:pt x="2063" y="3034"/>
                  </a:cubicBezTo>
                  <a:cubicBezTo>
                    <a:pt x="2079" y="3040"/>
                    <a:pt x="2096" y="3044"/>
                    <a:pt x="2113" y="3044"/>
                  </a:cubicBezTo>
                  <a:cubicBezTo>
                    <a:pt x="2145" y="3044"/>
                    <a:pt x="2176" y="3033"/>
                    <a:pt x="2202" y="3012"/>
                  </a:cubicBezTo>
                  <a:cubicBezTo>
                    <a:pt x="2304" y="2939"/>
                    <a:pt x="2421" y="2883"/>
                    <a:pt x="2545" y="2846"/>
                  </a:cubicBezTo>
                  <a:lnTo>
                    <a:pt x="2019" y="1769"/>
                  </a:lnTo>
                  <a:cubicBezTo>
                    <a:pt x="1893" y="1513"/>
                    <a:pt x="1680" y="1320"/>
                    <a:pt x="1413" y="1223"/>
                  </a:cubicBezTo>
                  <a:lnTo>
                    <a:pt x="1404" y="1221"/>
                  </a:lnTo>
                  <a:cubicBezTo>
                    <a:pt x="1218" y="1156"/>
                    <a:pt x="1072" y="1004"/>
                    <a:pt x="1011" y="818"/>
                  </a:cubicBezTo>
                  <a:lnTo>
                    <a:pt x="739"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45"/>
            <p:cNvSpPr/>
            <p:nvPr/>
          </p:nvSpPr>
          <p:spPr>
            <a:xfrm>
              <a:off x="5007660" y="3413661"/>
              <a:ext cx="76826" cy="64203"/>
            </a:xfrm>
            <a:custGeom>
              <a:avLst/>
              <a:gdLst/>
              <a:ahLst/>
              <a:cxnLst/>
              <a:rect l="l" t="t" r="r" b="b"/>
              <a:pathLst>
                <a:path w="2690" h="2248" extrusionOk="0">
                  <a:moveTo>
                    <a:pt x="760" y="1"/>
                  </a:moveTo>
                  <a:cubicBezTo>
                    <a:pt x="708" y="1"/>
                    <a:pt x="657" y="28"/>
                    <a:pt x="630" y="81"/>
                  </a:cubicBezTo>
                  <a:lnTo>
                    <a:pt x="0" y="1273"/>
                  </a:lnTo>
                  <a:lnTo>
                    <a:pt x="139" y="1694"/>
                  </a:lnTo>
                  <a:cubicBezTo>
                    <a:pt x="209" y="1739"/>
                    <a:pt x="297" y="1765"/>
                    <a:pt x="393" y="1765"/>
                  </a:cubicBezTo>
                  <a:cubicBezTo>
                    <a:pt x="490" y="1765"/>
                    <a:pt x="595" y="1738"/>
                    <a:pt x="697" y="1676"/>
                  </a:cubicBezTo>
                  <a:cubicBezTo>
                    <a:pt x="803" y="1611"/>
                    <a:pt x="903" y="1585"/>
                    <a:pt x="999" y="1585"/>
                  </a:cubicBezTo>
                  <a:cubicBezTo>
                    <a:pt x="1475" y="1585"/>
                    <a:pt x="1866" y="2247"/>
                    <a:pt x="2492" y="2247"/>
                  </a:cubicBezTo>
                  <a:cubicBezTo>
                    <a:pt x="2555" y="2247"/>
                    <a:pt x="2621" y="2241"/>
                    <a:pt x="2689" y="2226"/>
                  </a:cubicBezTo>
                  <a:lnTo>
                    <a:pt x="2172" y="1172"/>
                  </a:lnTo>
                  <a:cubicBezTo>
                    <a:pt x="2127" y="1081"/>
                    <a:pt x="2050" y="1010"/>
                    <a:pt x="1953" y="975"/>
                  </a:cubicBezTo>
                  <a:lnTo>
                    <a:pt x="1373" y="765"/>
                  </a:lnTo>
                  <a:cubicBezTo>
                    <a:pt x="1282" y="734"/>
                    <a:pt x="1207" y="667"/>
                    <a:pt x="1161" y="583"/>
                  </a:cubicBezTo>
                  <a:lnTo>
                    <a:pt x="887" y="77"/>
                  </a:lnTo>
                  <a:cubicBezTo>
                    <a:pt x="859" y="26"/>
                    <a:pt x="810" y="1"/>
                    <a:pt x="7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45"/>
            <p:cNvSpPr/>
            <p:nvPr/>
          </p:nvSpPr>
          <p:spPr>
            <a:xfrm>
              <a:off x="5007689" y="3424200"/>
              <a:ext cx="25333" cy="39927"/>
            </a:xfrm>
            <a:custGeom>
              <a:avLst/>
              <a:gdLst/>
              <a:ahLst/>
              <a:cxnLst/>
              <a:rect l="l" t="t" r="r" b="b"/>
              <a:pathLst>
                <a:path w="887" h="1398" extrusionOk="0">
                  <a:moveTo>
                    <a:pt x="479" y="0"/>
                  </a:moveTo>
                  <a:lnTo>
                    <a:pt x="1" y="906"/>
                  </a:lnTo>
                  <a:lnTo>
                    <a:pt x="141" y="1327"/>
                  </a:lnTo>
                  <a:cubicBezTo>
                    <a:pt x="211" y="1372"/>
                    <a:pt x="299" y="1398"/>
                    <a:pt x="395" y="1398"/>
                  </a:cubicBezTo>
                  <a:cubicBezTo>
                    <a:pt x="492" y="1398"/>
                    <a:pt x="598" y="1371"/>
                    <a:pt x="700" y="1309"/>
                  </a:cubicBezTo>
                  <a:cubicBezTo>
                    <a:pt x="764" y="1269"/>
                    <a:pt x="828" y="1243"/>
                    <a:pt x="886" y="1229"/>
                  </a:cubicBezTo>
                  <a:lnTo>
                    <a:pt x="479"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45"/>
            <p:cNvSpPr/>
            <p:nvPr/>
          </p:nvSpPr>
          <p:spPr>
            <a:xfrm>
              <a:off x="4818079" y="3267720"/>
              <a:ext cx="96847" cy="57234"/>
            </a:xfrm>
            <a:custGeom>
              <a:avLst/>
              <a:gdLst/>
              <a:ahLst/>
              <a:cxnLst/>
              <a:rect l="l" t="t" r="r" b="b"/>
              <a:pathLst>
                <a:path w="3391" h="2004" extrusionOk="0">
                  <a:moveTo>
                    <a:pt x="1698" y="0"/>
                  </a:moveTo>
                  <a:cubicBezTo>
                    <a:pt x="1282" y="0"/>
                    <a:pt x="929" y="252"/>
                    <a:pt x="776" y="612"/>
                  </a:cubicBezTo>
                  <a:cubicBezTo>
                    <a:pt x="758" y="654"/>
                    <a:pt x="719" y="681"/>
                    <a:pt x="674" y="681"/>
                  </a:cubicBezTo>
                  <a:lnTo>
                    <a:pt x="668" y="681"/>
                  </a:lnTo>
                  <a:cubicBezTo>
                    <a:pt x="309" y="681"/>
                    <a:pt x="13" y="972"/>
                    <a:pt x="7" y="1329"/>
                  </a:cubicBezTo>
                  <a:cubicBezTo>
                    <a:pt x="0" y="1698"/>
                    <a:pt x="312" y="2003"/>
                    <a:pt x="683" y="2003"/>
                  </a:cubicBezTo>
                  <a:lnTo>
                    <a:pt x="2222" y="2003"/>
                  </a:lnTo>
                  <a:cubicBezTo>
                    <a:pt x="2255" y="1998"/>
                    <a:pt x="2280" y="1978"/>
                    <a:pt x="2291" y="1948"/>
                  </a:cubicBezTo>
                  <a:cubicBezTo>
                    <a:pt x="2423" y="1633"/>
                    <a:pt x="2687" y="1459"/>
                    <a:pt x="3051" y="1459"/>
                  </a:cubicBezTo>
                  <a:cubicBezTo>
                    <a:pt x="3166" y="1459"/>
                    <a:pt x="3275" y="1483"/>
                    <a:pt x="3376" y="1521"/>
                  </a:cubicBezTo>
                  <a:cubicBezTo>
                    <a:pt x="3385" y="1474"/>
                    <a:pt x="3390" y="1381"/>
                    <a:pt x="3388" y="1329"/>
                  </a:cubicBezTo>
                  <a:cubicBezTo>
                    <a:pt x="3381" y="968"/>
                    <a:pt x="3087" y="681"/>
                    <a:pt x="2728" y="681"/>
                  </a:cubicBezTo>
                  <a:lnTo>
                    <a:pt x="2722" y="681"/>
                  </a:lnTo>
                  <a:cubicBezTo>
                    <a:pt x="2676" y="681"/>
                    <a:pt x="2636" y="654"/>
                    <a:pt x="2620" y="612"/>
                  </a:cubicBezTo>
                  <a:cubicBezTo>
                    <a:pt x="2466" y="254"/>
                    <a:pt x="2112" y="0"/>
                    <a:pt x="16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45"/>
            <p:cNvSpPr/>
            <p:nvPr/>
          </p:nvSpPr>
          <p:spPr>
            <a:xfrm>
              <a:off x="4818079" y="3267777"/>
              <a:ext cx="63375" cy="57177"/>
            </a:xfrm>
            <a:custGeom>
              <a:avLst/>
              <a:gdLst/>
              <a:ahLst/>
              <a:cxnLst/>
              <a:rect l="l" t="t" r="r" b="b"/>
              <a:pathLst>
                <a:path w="2219" h="2002" extrusionOk="0">
                  <a:moveTo>
                    <a:pt x="1698" y="0"/>
                  </a:moveTo>
                  <a:cubicBezTo>
                    <a:pt x="1282" y="0"/>
                    <a:pt x="929" y="250"/>
                    <a:pt x="776" y="612"/>
                  </a:cubicBezTo>
                  <a:cubicBezTo>
                    <a:pt x="758" y="652"/>
                    <a:pt x="719" y="679"/>
                    <a:pt x="674" y="679"/>
                  </a:cubicBezTo>
                  <a:lnTo>
                    <a:pt x="668" y="679"/>
                  </a:lnTo>
                  <a:cubicBezTo>
                    <a:pt x="309" y="679"/>
                    <a:pt x="13" y="970"/>
                    <a:pt x="7" y="1327"/>
                  </a:cubicBezTo>
                  <a:cubicBezTo>
                    <a:pt x="0" y="1698"/>
                    <a:pt x="312" y="2001"/>
                    <a:pt x="683" y="2001"/>
                  </a:cubicBezTo>
                  <a:lnTo>
                    <a:pt x="1717" y="2001"/>
                  </a:lnTo>
                  <a:cubicBezTo>
                    <a:pt x="1349" y="1999"/>
                    <a:pt x="1041" y="1698"/>
                    <a:pt x="1048" y="1327"/>
                  </a:cubicBezTo>
                  <a:cubicBezTo>
                    <a:pt x="1053" y="968"/>
                    <a:pt x="1349" y="679"/>
                    <a:pt x="1709" y="679"/>
                  </a:cubicBezTo>
                  <a:lnTo>
                    <a:pt x="1714" y="679"/>
                  </a:lnTo>
                  <a:cubicBezTo>
                    <a:pt x="1760" y="679"/>
                    <a:pt x="1800" y="652"/>
                    <a:pt x="1817" y="612"/>
                  </a:cubicBezTo>
                  <a:cubicBezTo>
                    <a:pt x="1899" y="416"/>
                    <a:pt x="2039" y="256"/>
                    <a:pt x="2218" y="146"/>
                  </a:cubicBezTo>
                  <a:cubicBezTo>
                    <a:pt x="2067" y="51"/>
                    <a:pt x="1888" y="0"/>
                    <a:pt x="1698" y="0"/>
                  </a:cubicBezTo>
                  <a:close/>
                  <a:moveTo>
                    <a:pt x="1717" y="2001"/>
                  </a:moveTo>
                  <a:cubicBezTo>
                    <a:pt x="1718" y="2001"/>
                    <a:pt x="1719" y="2001"/>
                    <a:pt x="1720" y="2001"/>
                  </a:cubicBezTo>
                  <a:cubicBezTo>
                    <a:pt x="1721" y="2001"/>
                    <a:pt x="1722" y="2001"/>
                    <a:pt x="1723" y="200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45"/>
            <p:cNvSpPr/>
            <p:nvPr/>
          </p:nvSpPr>
          <p:spPr>
            <a:xfrm>
              <a:off x="4862747" y="3308075"/>
              <a:ext cx="74542" cy="50037"/>
            </a:xfrm>
            <a:custGeom>
              <a:avLst/>
              <a:gdLst/>
              <a:ahLst/>
              <a:cxnLst/>
              <a:rect l="l" t="t" r="r" b="b"/>
              <a:pathLst>
                <a:path w="2610" h="1752" extrusionOk="0">
                  <a:moveTo>
                    <a:pt x="1487" y="0"/>
                  </a:moveTo>
                  <a:cubicBezTo>
                    <a:pt x="1123" y="0"/>
                    <a:pt x="813" y="223"/>
                    <a:pt x="682" y="535"/>
                  </a:cubicBezTo>
                  <a:cubicBezTo>
                    <a:pt x="665" y="572"/>
                    <a:pt x="630" y="594"/>
                    <a:pt x="590" y="594"/>
                  </a:cubicBezTo>
                  <a:lnTo>
                    <a:pt x="585" y="594"/>
                  </a:lnTo>
                  <a:cubicBezTo>
                    <a:pt x="271" y="594"/>
                    <a:pt x="13" y="848"/>
                    <a:pt x="8" y="1163"/>
                  </a:cubicBezTo>
                  <a:cubicBezTo>
                    <a:pt x="1" y="1485"/>
                    <a:pt x="274" y="1751"/>
                    <a:pt x="599" y="1751"/>
                  </a:cubicBezTo>
                  <a:lnTo>
                    <a:pt x="2142" y="1751"/>
                  </a:lnTo>
                  <a:lnTo>
                    <a:pt x="2571" y="683"/>
                  </a:lnTo>
                  <a:cubicBezTo>
                    <a:pt x="2580" y="659"/>
                    <a:pt x="2593" y="639"/>
                    <a:pt x="2609" y="621"/>
                  </a:cubicBezTo>
                  <a:cubicBezTo>
                    <a:pt x="2555" y="603"/>
                    <a:pt x="2447" y="594"/>
                    <a:pt x="2389" y="594"/>
                  </a:cubicBezTo>
                  <a:lnTo>
                    <a:pt x="2383" y="594"/>
                  </a:lnTo>
                  <a:cubicBezTo>
                    <a:pt x="2345" y="594"/>
                    <a:pt x="2308" y="572"/>
                    <a:pt x="2292" y="535"/>
                  </a:cubicBezTo>
                  <a:cubicBezTo>
                    <a:pt x="2160" y="220"/>
                    <a:pt x="1850" y="0"/>
                    <a:pt x="14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45"/>
            <p:cNvSpPr/>
            <p:nvPr/>
          </p:nvSpPr>
          <p:spPr>
            <a:xfrm>
              <a:off x="4862747" y="3307961"/>
              <a:ext cx="55521" cy="50037"/>
            </a:xfrm>
            <a:custGeom>
              <a:avLst/>
              <a:gdLst/>
              <a:ahLst/>
              <a:cxnLst/>
              <a:rect l="l" t="t" r="r" b="b"/>
              <a:pathLst>
                <a:path w="1944" h="1752" extrusionOk="0">
                  <a:moveTo>
                    <a:pt x="1487" y="1"/>
                  </a:moveTo>
                  <a:cubicBezTo>
                    <a:pt x="1123" y="1"/>
                    <a:pt x="813" y="222"/>
                    <a:pt x="682" y="534"/>
                  </a:cubicBezTo>
                  <a:cubicBezTo>
                    <a:pt x="665" y="570"/>
                    <a:pt x="630" y="594"/>
                    <a:pt x="590" y="594"/>
                  </a:cubicBezTo>
                  <a:lnTo>
                    <a:pt x="585" y="594"/>
                  </a:lnTo>
                  <a:cubicBezTo>
                    <a:pt x="271" y="594"/>
                    <a:pt x="13" y="848"/>
                    <a:pt x="8" y="1162"/>
                  </a:cubicBezTo>
                  <a:cubicBezTo>
                    <a:pt x="1" y="1487"/>
                    <a:pt x="274" y="1752"/>
                    <a:pt x="599" y="1752"/>
                  </a:cubicBezTo>
                  <a:lnTo>
                    <a:pt x="1499" y="1752"/>
                  </a:lnTo>
                  <a:cubicBezTo>
                    <a:pt x="1180" y="1748"/>
                    <a:pt x="917" y="1484"/>
                    <a:pt x="921" y="1164"/>
                  </a:cubicBezTo>
                  <a:cubicBezTo>
                    <a:pt x="928" y="850"/>
                    <a:pt x="1184" y="596"/>
                    <a:pt x="1498" y="596"/>
                  </a:cubicBezTo>
                  <a:lnTo>
                    <a:pt x="1503" y="596"/>
                  </a:lnTo>
                  <a:cubicBezTo>
                    <a:pt x="1541" y="596"/>
                    <a:pt x="1578" y="574"/>
                    <a:pt x="1594" y="538"/>
                  </a:cubicBezTo>
                  <a:cubicBezTo>
                    <a:pt x="1666" y="368"/>
                    <a:pt x="1788" y="227"/>
                    <a:pt x="1943" y="130"/>
                  </a:cubicBezTo>
                  <a:cubicBezTo>
                    <a:pt x="1812" y="48"/>
                    <a:pt x="1653" y="1"/>
                    <a:pt x="1487" y="1"/>
                  </a:cubicBezTo>
                  <a:close/>
                  <a:moveTo>
                    <a:pt x="1499" y="1752"/>
                  </a:moveTo>
                  <a:cubicBezTo>
                    <a:pt x="1501" y="1752"/>
                    <a:pt x="1503" y="1752"/>
                    <a:pt x="1506" y="1752"/>
                  </a:cubicBezTo>
                  <a:cubicBezTo>
                    <a:pt x="1508" y="1752"/>
                    <a:pt x="1510" y="1752"/>
                    <a:pt x="1512" y="1752"/>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45"/>
            <p:cNvSpPr/>
            <p:nvPr/>
          </p:nvSpPr>
          <p:spPr>
            <a:xfrm>
              <a:off x="4809825" y="3390099"/>
              <a:ext cx="253584" cy="179728"/>
            </a:xfrm>
            <a:custGeom>
              <a:avLst/>
              <a:gdLst/>
              <a:ahLst/>
              <a:cxnLst/>
              <a:rect l="l" t="t" r="r" b="b"/>
              <a:pathLst>
                <a:path w="8879" h="6293" extrusionOk="0">
                  <a:moveTo>
                    <a:pt x="3500" y="0"/>
                  </a:moveTo>
                  <a:lnTo>
                    <a:pt x="2945" y="1380"/>
                  </a:lnTo>
                  <a:cubicBezTo>
                    <a:pt x="2876" y="1552"/>
                    <a:pt x="2734" y="1687"/>
                    <a:pt x="2557" y="1744"/>
                  </a:cubicBezTo>
                  <a:lnTo>
                    <a:pt x="2347" y="1811"/>
                  </a:lnTo>
                  <a:cubicBezTo>
                    <a:pt x="2186" y="1864"/>
                    <a:pt x="2053" y="1981"/>
                    <a:pt x="1978" y="2131"/>
                  </a:cubicBezTo>
                  <a:lnTo>
                    <a:pt x="54" y="6063"/>
                  </a:lnTo>
                  <a:cubicBezTo>
                    <a:pt x="1" y="6171"/>
                    <a:pt x="79" y="6293"/>
                    <a:pt x="198" y="6293"/>
                  </a:cubicBezTo>
                  <a:lnTo>
                    <a:pt x="4565" y="6293"/>
                  </a:lnTo>
                  <a:cubicBezTo>
                    <a:pt x="4552" y="6273"/>
                    <a:pt x="4545" y="6247"/>
                    <a:pt x="4550" y="6220"/>
                  </a:cubicBezTo>
                  <a:cubicBezTo>
                    <a:pt x="4606" y="5951"/>
                    <a:pt x="4845" y="5751"/>
                    <a:pt x="5121" y="5751"/>
                  </a:cubicBezTo>
                  <a:cubicBezTo>
                    <a:pt x="5123" y="5751"/>
                    <a:pt x="5124" y="5751"/>
                    <a:pt x="5125" y="5751"/>
                  </a:cubicBezTo>
                  <a:cubicBezTo>
                    <a:pt x="5218" y="5751"/>
                    <a:pt x="5308" y="5773"/>
                    <a:pt x="5384" y="5815"/>
                  </a:cubicBezTo>
                  <a:cubicBezTo>
                    <a:pt x="5399" y="5822"/>
                    <a:pt x="5414" y="5826"/>
                    <a:pt x="5429" y="5826"/>
                  </a:cubicBezTo>
                  <a:cubicBezTo>
                    <a:pt x="5451" y="5826"/>
                    <a:pt x="5472" y="5818"/>
                    <a:pt x="5490" y="5806"/>
                  </a:cubicBezTo>
                  <a:cubicBezTo>
                    <a:pt x="5605" y="5709"/>
                    <a:pt x="5755" y="5652"/>
                    <a:pt x="5916" y="5652"/>
                  </a:cubicBezTo>
                  <a:cubicBezTo>
                    <a:pt x="6001" y="5652"/>
                    <a:pt x="6080" y="5669"/>
                    <a:pt x="6157" y="5696"/>
                  </a:cubicBezTo>
                  <a:cubicBezTo>
                    <a:pt x="6168" y="5700"/>
                    <a:pt x="6180" y="5702"/>
                    <a:pt x="6192" y="5702"/>
                  </a:cubicBezTo>
                  <a:cubicBezTo>
                    <a:pt x="6213" y="5702"/>
                    <a:pt x="6233" y="5696"/>
                    <a:pt x="6250" y="5685"/>
                  </a:cubicBezTo>
                  <a:cubicBezTo>
                    <a:pt x="6379" y="5590"/>
                    <a:pt x="6540" y="5535"/>
                    <a:pt x="6713" y="5535"/>
                  </a:cubicBezTo>
                  <a:cubicBezTo>
                    <a:pt x="6838" y="5535"/>
                    <a:pt x="6960" y="5566"/>
                    <a:pt x="7064" y="5617"/>
                  </a:cubicBezTo>
                  <a:lnTo>
                    <a:pt x="7108" y="5617"/>
                  </a:lnTo>
                  <a:cubicBezTo>
                    <a:pt x="7250" y="5513"/>
                    <a:pt x="7424" y="5449"/>
                    <a:pt x="7613" y="5449"/>
                  </a:cubicBezTo>
                  <a:cubicBezTo>
                    <a:pt x="7615" y="5449"/>
                    <a:pt x="7618" y="5449"/>
                    <a:pt x="7621" y="5450"/>
                  </a:cubicBezTo>
                  <a:cubicBezTo>
                    <a:pt x="7758" y="5450"/>
                    <a:pt x="7887" y="5484"/>
                    <a:pt x="8002" y="5541"/>
                  </a:cubicBezTo>
                  <a:cubicBezTo>
                    <a:pt x="8023" y="5551"/>
                    <a:pt x="8045" y="5557"/>
                    <a:pt x="8067" y="5557"/>
                  </a:cubicBezTo>
                  <a:cubicBezTo>
                    <a:pt x="8098" y="5557"/>
                    <a:pt x="8130" y="5546"/>
                    <a:pt x="8156" y="5524"/>
                  </a:cubicBezTo>
                  <a:cubicBezTo>
                    <a:pt x="8325" y="5387"/>
                    <a:pt x="8543" y="5305"/>
                    <a:pt x="8780" y="5305"/>
                  </a:cubicBezTo>
                  <a:cubicBezTo>
                    <a:pt x="8815" y="5305"/>
                    <a:pt x="8846" y="5307"/>
                    <a:pt x="8879" y="5311"/>
                  </a:cubicBezTo>
                  <a:lnTo>
                    <a:pt x="8457" y="4453"/>
                  </a:lnTo>
                  <a:cubicBezTo>
                    <a:pt x="8411" y="4361"/>
                    <a:pt x="8333" y="4290"/>
                    <a:pt x="8238" y="4256"/>
                  </a:cubicBezTo>
                  <a:cubicBezTo>
                    <a:pt x="8006" y="4172"/>
                    <a:pt x="7865" y="4120"/>
                    <a:pt x="7778" y="4089"/>
                  </a:cubicBezTo>
                  <a:cubicBezTo>
                    <a:pt x="7677" y="4053"/>
                    <a:pt x="7599" y="3971"/>
                    <a:pt x="7564" y="3870"/>
                  </a:cubicBezTo>
                  <a:lnTo>
                    <a:pt x="6564" y="860"/>
                  </a:lnTo>
                  <a:cubicBezTo>
                    <a:pt x="6407" y="932"/>
                    <a:pt x="6264" y="962"/>
                    <a:pt x="6131" y="962"/>
                  </a:cubicBezTo>
                  <a:cubicBezTo>
                    <a:pt x="5506" y="962"/>
                    <a:pt x="5116" y="300"/>
                    <a:pt x="4641" y="300"/>
                  </a:cubicBezTo>
                  <a:cubicBezTo>
                    <a:pt x="4546" y="300"/>
                    <a:pt x="4447" y="326"/>
                    <a:pt x="4342" y="391"/>
                  </a:cubicBezTo>
                  <a:cubicBezTo>
                    <a:pt x="4241" y="453"/>
                    <a:pt x="4147" y="479"/>
                    <a:pt x="4062" y="479"/>
                  </a:cubicBezTo>
                  <a:cubicBezTo>
                    <a:pt x="3811" y="479"/>
                    <a:pt x="3627" y="250"/>
                    <a:pt x="350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45"/>
            <p:cNvSpPr/>
            <p:nvPr/>
          </p:nvSpPr>
          <p:spPr>
            <a:xfrm>
              <a:off x="4809768" y="3390099"/>
              <a:ext cx="135603" cy="179728"/>
            </a:xfrm>
            <a:custGeom>
              <a:avLst/>
              <a:gdLst/>
              <a:ahLst/>
              <a:cxnLst/>
              <a:rect l="l" t="t" r="r" b="b"/>
              <a:pathLst>
                <a:path w="4748" h="6293" extrusionOk="0">
                  <a:moveTo>
                    <a:pt x="3499" y="0"/>
                  </a:moveTo>
                  <a:lnTo>
                    <a:pt x="2946" y="1380"/>
                  </a:lnTo>
                  <a:cubicBezTo>
                    <a:pt x="2876" y="1552"/>
                    <a:pt x="2732" y="1687"/>
                    <a:pt x="2557" y="1744"/>
                  </a:cubicBezTo>
                  <a:lnTo>
                    <a:pt x="2347" y="1811"/>
                  </a:lnTo>
                  <a:cubicBezTo>
                    <a:pt x="2184" y="1864"/>
                    <a:pt x="2053" y="1981"/>
                    <a:pt x="1978" y="2131"/>
                  </a:cubicBezTo>
                  <a:lnTo>
                    <a:pt x="54" y="6063"/>
                  </a:lnTo>
                  <a:cubicBezTo>
                    <a:pt x="1" y="6171"/>
                    <a:pt x="79" y="6293"/>
                    <a:pt x="198" y="6293"/>
                  </a:cubicBezTo>
                  <a:lnTo>
                    <a:pt x="1571" y="6293"/>
                  </a:lnTo>
                  <a:cubicBezTo>
                    <a:pt x="1452" y="6293"/>
                    <a:pt x="1376" y="6171"/>
                    <a:pt x="1427" y="6063"/>
                  </a:cubicBezTo>
                  <a:lnTo>
                    <a:pt x="3351" y="2131"/>
                  </a:lnTo>
                  <a:cubicBezTo>
                    <a:pt x="3426" y="1979"/>
                    <a:pt x="3559" y="1862"/>
                    <a:pt x="3721" y="1811"/>
                  </a:cubicBezTo>
                  <a:lnTo>
                    <a:pt x="3931" y="1744"/>
                  </a:lnTo>
                  <a:cubicBezTo>
                    <a:pt x="4107" y="1687"/>
                    <a:pt x="4251" y="1554"/>
                    <a:pt x="4318" y="1380"/>
                  </a:cubicBezTo>
                  <a:lnTo>
                    <a:pt x="4747" y="312"/>
                  </a:lnTo>
                  <a:cubicBezTo>
                    <a:pt x="4711" y="304"/>
                    <a:pt x="4674" y="299"/>
                    <a:pt x="4636" y="299"/>
                  </a:cubicBezTo>
                  <a:cubicBezTo>
                    <a:pt x="4543" y="299"/>
                    <a:pt x="4446" y="327"/>
                    <a:pt x="4342" y="391"/>
                  </a:cubicBezTo>
                  <a:cubicBezTo>
                    <a:pt x="4241" y="453"/>
                    <a:pt x="4147" y="479"/>
                    <a:pt x="4062" y="479"/>
                  </a:cubicBezTo>
                  <a:cubicBezTo>
                    <a:pt x="3811" y="479"/>
                    <a:pt x="3627" y="250"/>
                    <a:pt x="3499"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45"/>
            <p:cNvSpPr/>
            <p:nvPr/>
          </p:nvSpPr>
          <p:spPr>
            <a:xfrm>
              <a:off x="5039390" y="3236075"/>
              <a:ext cx="9939" cy="19478"/>
            </a:xfrm>
            <a:custGeom>
              <a:avLst/>
              <a:gdLst/>
              <a:ahLst/>
              <a:cxnLst/>
              <a:rect l="l" t="t" r="r" b="b"/>
              <a:pathLst>
                <a:path w="348" h="682" extrusionOk="0">
                  <a:moveTo>
                    <a:pt x="174" y="0"/>
                  </a:moveTo>
                  <a:cubicBezTo>
                    <a:pt x="77" y="0"/>
                    <a:pt x="1" y="79"/>
                    <a:pt x="1" y="174"/>
                  </a:cubicBezTo>
                  <a:lnTo>
                    <a:pt x="1" y="508"/>
                  </a:lnTo>
                  <a:cubicBezTo>
                    <a:pt x="1" y="603"/>
                    <a:pt x="77" y="681"/>
                    <a:pt x="174" y="681"/>
                  </a:cubicBezTo>
                  <a:cubicBezTo>
                    <a:pt x="269" y="681"/>
                    <a:pt x="348" y="603"/>
                    <a:pt x="348" y="508"/>
                  </a:cubicBezTo>
                  <a:lnTo>
                    <a:pt x="348" y="174"/>
                  </a:lnTo>
                  <a:cubicBezTo>
                    <a:pt x="348" y="79"/>
                    <a:pt x="269" y="0"/>
                    <a:pt x="1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45"/>
            <p:cNvSpPr/>
            <p:nvPr/>
          </p:nvSpPr>
          <p:spPr>
            <a:xfrm>
              <a:off x="5039390" y="3320070"/>
              <a:ext cx="9939" cy="19478"/>
            </a:xfrm>
            <a:custGeom>
              <a:avLst/>
              <a:gdLst/>
              <a:ahLst/>
              <a:cxnLst/>
              <a:rect l="l" t="t" r="r" b="b"/>
              <a:pathLst>
                <a:path w="348" h="682" extrusionOk="0">
                  <a:moveTo>
                    <a:pt x="174" y="0"/>
                  </a:moveTo>
                  <a:cubicBezTo>
                    <a:pt x="77" y="0"/>
                    <a:pt x="1" y="79"/>
                    <a:pt x="1" y="174"/>
                  </a:cubicBezTo>
                  <a:lnTo>
                    <a:pt x="1" y="508"/>
                  </a:lnTo>
                  <a:cubicBezTo>
                    <a:pt x="1" y="603"/>
                    <a:pt x="77" y="681"/>
                    <a:pt x="174" y="681"/>
                  </a:cubicBezTo>
                  <a:cubicBezTo>
                    <a:pt x="269" y="681"/>
                    <a:pt x="348" y="603"/>
                    <a:pt x="348" y="508"/>
                  </a:cubicBezTo>
                  <a:lnTo>
                    <a:pt x="348" y="174"/>
                  </a:lnTo>
                  <a:cubicBezTo>
                    <a:pt x="348" y="79"/>
                    <a:pt x="269" y="0"/>
                    <a:pt x="1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45"/>
            <p:cNvSpPr/>
            <p:nvPr/>
          </p:nvSpPr>
          <p:spPr>
            <a:xfrm>
              <a:off x="5005775" y="3249755"/>
              <a:ext cx="17707" cy="16679"/>
            </a:xfrm>
            <a:custGeom>
              <a:avLst/>
              <a:gdLst/>
              <a:ahLst/>
              <a:cxnLst/>
              <a:rect l="l" t="t" r="r" b="b"/>
              <a:pathLst>
                <a:path w="620" h="584" extrusionOk="0">
                  <a:moveTo>
                    <a:pt x="192" y="0"/>
                  </a:moveTo>
                  <a:cubicBezTo>
                    <a:pt x="147" y="0"/>
                    <a:pt x="103" y="17"/>
                    <a:pt x="68" y="51"/>
                  </a:cubicBezTo>
                  <a:cubicBezTo>
                    <a:pt x="0" y="120"/>
                    <a:pt x="0" y="230"/>
                    <a:pt x="68" y="297"/>
                  </a:cubicBezTo>
                  <a:lnTo>
                    <a:pt x="303" y="533"/>
                  </a:lnTo>
                  <a:cubicBezTo>
                    <a:pt x="338" y="566"/>
                    <a:pt x="383" y="583"/>
                    <a:pt x="427" y="583"/>
                  </a:cubicBezTo>
                  <a:cubicBezTo>
                    <a:pt x="472" y="583"/>
                    <a:pt x="516" y="566"/>
                    <a:pt x="550" y="533"/>
                  </a:cubicBezTo>
                  <a:cubicBezTo>
                    <a:pt x="619" y="463"/>
                    <a:pt x="619" y="354"/>
                    <a:pt x="550" y="286"/>
                  </a:cubicBezTo>
                  <a:lnTo>
                    <a:pt x="314" y="51"/>
                  </a:lnTo>
                  <a:cubicBezTo>
                    <a:pt x="281" y="17"/>
                    <a:pt x="236" y="0"/>
                    <a:pt x="1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45"/>
            <p:cNvSpPr/>
            <p:nvPr/>
          </p:nvSpPr>
          <p:spPr>
            <a:xfrm>
              <a:off x="5065209" y="3309132"/>
              <a:ext cx="17707" cy="16736"/>
            </a:xfrm>
            <a:custGeom>
              <a:avLst/>
              <a:gdLst/>
              <a:ahLst/>
              <a:cxnLst/>
              <a:rect l="l" t="t" r="r" b="b"/>
              <a:pathLst>
                <a:path w="620" h="586" extrusionOk="0">
                  <a:moveTo>
                    <a:pt x="192" y="1"/>
                  </a:moveTo>
                  <a:cubicBezTo>
                    <a:pt x="147" y="1"/>
                    <a:pt x="103" y="18"/>
                    <a:pt x="68" y="53"/>
                  </a:cubicBezTo>
                  <a:cubicBezTo>
                    <a:pt x="0" y="120"/>
                    <a:pt x="0" y="232"/>
                    <a:pt x="68" y="299"/>
                  </a:cubicBezTo>
                  <a:lnTo>
                    <a:pt x="304" y="535"/>
                  </a:lnTo>
                  <a:cubicBezTo>
                    <a:pt x="338" y="569"/>
                    <a:pt x="383" y="586"/>
                    <a:pt x="427" y="586"/>
                  </a:cubicBezTo>
                  <a:cubicBezTo>
                    <a:pt x="472" y="586"/>
                    <a:pt x="516" y="569"/>
                    <a:pt x="550" y="535"/>
                  </a:cubicBezTo>
                  <a:cubicBezTo>
                    <a:pt x="619" y="465"/>
                    <a:pt x="619" y="356"/>
                    <a:pt x="550" y="288"/>
                  </a:cubicBezTo>
                  <a:lnTo>
                    <a:pt x="314" y="53"/>
                  </a:lnTo>
                  <a:cubicBezTo>
                    <a:pt x="281" y="18"/>
                    <a:pt x="236" y="1"/>
                    <a:pt x="19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45"/>
            <p:cNvSpPr/>
            <p:nvPr/>
          </p:nvSpPr>
          <p:spPr>
            <a:xfrm>
              <a:off x="4992580" y="3282885"/>
              <a:ext cx="19478" cy="9939"/>
            </a:xfrm>
            <a:custGeom>
              <a:avLst/>
              <a:gdLst/>
              <a:ahLst/>
              <a:cxnLst/>
              <a:rect l="l" t="t" r="r" b="b"/>
              <a:pathLst>
                <a:path w="682" h="348" extrusionOk="0">
                  <a:moveTo>
                    <a:pt x="174" y="1"/>
                  </a:moveTo>
                  <a:cubicBezTo>
                    <a:pt x="79" y="1"/>
                    <a:pt x="0" y="77"/>
                    <a:pt x="0" y="174"/>
                  </a:cubicBezTo>
                  <a:cubicBezTo>
                    <a:pt x="0" y="269"/>
                    <a:pt x="79" y="348"/>
                    <a:pt x="174" y="348"/>
                  </a:cubicBezTo>
                  <a:lnTo>
                    <a:pt x="508" y="348"/>
                  </a:lnTo>
                  <a:cubicBezTo>
                    <a:pt x="603" y="348"/>
                    <a:pt x="681" y="267"/>
                    <a:pt x="681" y="174"/>
                  </a:cubicBezTo>
                  <a:cubicBezTo>
                    <a:pt x="681" y="77"/>
                    <a:pt x="603" y="1"/>
                    <a:pt x="5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45"/>
            <p:cNvSpPr/>
            <p:nvPr/>
          </p:nvSpPr>
          <p:spPr>
            <a:xfrm>
              <a:off x="5076633" y="3282885"/>
              <a:ext cx="19478" cy="9939"/>
            </a:xfrm>
            <a:custGeom>
              <a:avLst/>
              <a:gdLst/>
              <a:ahLst/>
              <a:cxnLst/>
              <a:rect l="l" t="t" r="r" b="b"/>
              <a:pathLst>
                <a:path w="682" h="348" extrusionOk="0">
                  <a:moveTo>
                    <a:pt x="174" y="1"/>
                  </a:moveTo>
                  <a:cubicBezTo>
                    <a:pt x="77" y="1"/>
                    <a:pt x="0" y="77"/>
                    <a:pt x="0" y="174"/>
                  </a:cubicBezTo>
                  <a:cubicBezTo>
                    <a:pt x="0" y="269"/>
                    <a:pt x="77" y="348"/>
                    <a:pt x="174" y="348"/>
                  </a:cubicBezTo>
                  <a:lnTo>
                    <a:pt x="506" y="348"/>
                  </a:lnTo>
                  <a:cubicBezTo>
                    <a:pt x="603" y="348"/>
                    <a:pt x="681" y="267"/>
                    <a:pt x="679" y="174"/>
                  </a:cubicBezTo>
                  <a:cubicBezTo>
                    <a:pt x="679" y="77"/>
                    <a:pt x="603" y="1"/>
                    <a:pt x="50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45"/>
            <p:cNvSpPr/>
            <p:nvPr/>
          </p:nvSpPr>
          <p:spPr>
            <a:xfrm>
              <a:off x="5005775" y="3309132"/>
              <a:ext cx="17707" cy="16736"/>
            </a:xfrm>
            <a:custGeom>
              <a:avLst/>
              <a:gdLst/>
              <a:ahLst/>
              <a:cxnLst/>
              <a:rect l="l" t="t" r="r" b="b"/>
              <a:pathLst>
                <a:path w="620" h="586" extrusionOk="0">
                  <a:moveTo>
                    <a:pt x="427" y="1"/>
                  </a:moveTo>
                  <a:cubicBezTo>
                    <a:pt x="383" y="1"/>
                    <a:pt x="338" y="18"/>
                    <a:pt x="303" y="53"/>
                  </a:cubicBezTo>
                  <a:lnTo>
                    <a:pt x="68" y="288"/>
                  </a:lnTo>
                  <a:cubicBezTo>
                    <a:pt x="0" y="356"/>
                    <a:pt x="0" y="465"/>
                    <a:pt x="68" y="535"/>
                  </a:cubicBezTo>
                  <a:cubicBezTo>
                    <a:pt x="103" y="569"/>
                    <a:pt x="147" y="586"/>
                    <a:pt x="192" y="586"/>
                  </a:cubicBezTo>
                  <a:cubicBezTo>
                    <a:pt x="236" y="586"/>
                    <a:pt x="281" y="569"/>
                    <a:pt x="314" y="535"/>
                  </a:cubicBezTo>
                  <a:lnTo>
                    <a:pt x="550" y="299"/>
                  </a:lnTo>
                  <a:cubicBezTo>
                    <a:pt x="619" y="232"/>
                    <a:pt x="619" y="120"/>
                    <a:pt x="550" y="53"/>
                  </a:cubicBezTo>
                  <a:cubicBezTo>
                    <a:pt x="516" y="18"/>
                    <a:pt x="472" y="1"/>
                    <a:pt x="42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45"/>
            <p:cNvSpPr/>
            <p:nvPr/>
          </p:nvSpPr>
          <p:spPr>
            <a:xfrm>
              <a:off x="5065209" y="3249755"/>
              <a:ext cx="17707" cy="16679"/>
            </a:xfrm>
            <a:custGeom>
              <a:avLst/>
              <a:gdLst/>
              <a:ahLst/>
              <a:cxnLst/>
              <a:rect l="l" t="t" r="r" b="b"/>
              <a:pathLst>
                <a:path w="620" h="584" extrusionOk="0">
                  <a:moveTo>
                    <a:pt x="427" y="0"/>
                  </a:moveTo>
                  <a:cubicBezTo>
                    <a:pt x="383" y="0"/>
                    <a:pt x="338" y="17"/>
                    <a:pt x="304" y="51"/>
                  </a:cubicBezTo>
                  <a:lnTo>
                    <a:pt x="68" y="286"/>
                  </a:lnTo>
                  <a:cubicBezTo>
                    <a:pt x="0" y="354"/>
                    <a:pt x="0" y="463"/>
                    <a:pt x="68" y="533"/>
                  </a:cubicBezTo>
                  <a:cubicBezTo>
                    <a:pt x="103" y="566"/>
                    <a:pt x="147" y="583"/>
                    <a:pt x="192" y="583"/>
                  </a:cubicBezTo>
                  <a:cubicBezTo>
                    <a:pt x="236" y="583"/>
                    <a:pt x="281" y="566"/>
                    <a:pt x="314" y="533"/>
                  </a:cubicBezTo>
                  <a:lnTo>
                    <a:pt x="550" y="297"/>
                  </a:lnTo>
                  <a:cubicBezTo>
                    <a:pt x="619" y="230"/>
                    <a:pt x="619" y="120"/>
                    <a:pt x="550" y="51"/>
                  </a:cubicBezTo>
                  <a:cubicBezTo>
                    <a:pt x="516" y="17"/>
                    <a:pt x="472" y="0"/>
                    <a:pt x="4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45"/>
            <p:cNvSpPr/>
            <p:nvPr/>
          </p:nvSpPr>
          <p:spPr>
            <a:xfrm>
              <a:off x="5024168" y="3267605"/>
              <a:ext cx="40327" cy="40327"/>
            </a:xfrm>
            <a:custGeom>
              <a:avLst/>
              <a:gdLst/>
              <a:ahLst/>
              <a:cxnLst/>
              <a:rect l="l" t="t" r="r" b="b"/>
              <a:pathLst>
                <a:path w="1412" h="1412" extrusionOk="0">
                  <a:moveTo>
                    <a:pt x="707" y="1"/>
                  </a:moveTo>
                  <a:cubicBezTo>
                    <a:pt x="317" y="1"/>
                    <a:pt x="1" y="317"/>
                    <a:pt x="1" y="705"/>
                  </a:cubicBezTo>
                  <a:cubicBezTo>
                    <a:pt x="1" y="1096"/>
                    <a:pt x="317" y="1412"/>
                    <a:pt x="707" y="1412"/>
                  </a:cubicBezTo>
                  <a:cubicBezTo>
                    <a:pt x="1096" y="1412"/>
                    <a:pt x="1412" y="1096"/>
                    <a:pt x="1412" y="705"/>
                  </a:cubicBezTo>
                  <a:cubicBezTo>
                    <a:pt x="1412" y="317"/>
                    <a:pt x="1096" y="1"/>
                    <a:pt x="7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45"/>
            <p:cNvSpPr/>
            <p:nvPr/>
          </p:nvSpPr>
          <p:spPr>
            <a:xfrm>
              <a:off x="5024111" y="3267663"/>
              <a:ext cx="29645" cy="40327"/>
            </a:xfrm>
            <a:custGeom>
              <a:avLst/>
              <a:gdLst/>
              <a:ahLst/>
              <a:cxnLst/>
              <a:rect l="l" t="t" r="r" b="b"/>
              <a:pathLst>
                <a:path w="1038" h="1412" extrusionOk="0">
                  <a:moveTo>
                    <a:pt x="707" y="1"/>
                  </a:moveTo>
                  <a:cubicBezTo>
                    <a:pt x="319" y="1"/>
                    <a:pt x="1" y="316"/>
                    <a:pt x="1" y="707"/>
                  </a:cubicBezTo>
                  <a:cubicBezTo>
                    <a:pt x="1" y="1096"/>
                    <a:pt x="317" y="1412"/>
                    <a:pt x="707" y="1412"/>
                  </a:cubicBezTo>
                  <a:cubicBezTo>
                    <a:pt x="826" y="1412"/>
                    <a:pt x="939" y="1383"/>
                    <a:pt x="1038" y="1330"/>
                  </a:cubicBezTo>
                  <a:cubicBezTo>
                    <a:pt x="817" y="1209"/>
                    <a:pt x="665" y="974"/>
                    <a:pt x="665" y="703"/>
                  </a:cubicBezTo>
                  <a:cubicBezTo>
                    <a:pt x="665" y="435"/>
                    <a:pt x="817" y="201"/>
                    <a:pt x="1038" y="83"/>
                  </a:cubicBezTo>
                  <a:cubicBezTo>
                    <a:pt x="939" y="32"/>
                    <a:pt x="826" y="1"/>
                    <a:pt x="707"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45"/>
            <p:cNvSpPr/>
            <p:nvPr/>
          </p:nvSpPr>
          <p:spPr>
            <a:xfrm>
              <a:off x="4909528" y="3323811"/>
              <a:ext cx="88250" cy="95048"/>
            </a:xfrm>
            <a:custGeom>
              <a:avLst/>
              <a:gdLst/>
              <a:ahLst/>
              <a:cxnLst/>
              <a:rect l="l" t="t" r="r" b="b"/>
              <a:pathLst>
                <a:path w="3090" h="3328" extrusionOk="0">
                  <a:moveTo>
                    <a:pt x="1083" y="1"/>
                  </a:moveTo>
                  <a:cubicBezTo>
                    <a:pt x="997" y="1"/>
                    <a:pt x="922" y="52"/>
                    <a:pt x="889" y="132"/>
                  </a:cubicBezTo>
                  <a:lnTo>
                    <a:pt x="0" y="2347"/>
                  </a:lnTo>
                  <a:cubicBezTo>
                    <a:pt x="128" y="2604"/>
                    <a:pt x="316" y="2846"/>
                    <a:pt x="573" y="2846"/>
                  </a:cubicBezTo>
                  <a:cubicBezTo>
                    <a:pt x="658" y="2846"/>
                    <a:pt x="752" y="2819"/>
                    <a:pt x="853" y="2757"/>
                  </a:cubicBezTo>
                  <a:cubicBezTo>
                    <a:pt x="958" y="2693"/>
                    <a:pt x="1057" y="2666"/>
                    <a:pt x="1153" y="2666"/>
                  </a:cubicBezTo>
                  <a:cubicBezTo>
                    <a:pt x="1628" y="2666"/>
                    <a:pt x="2018" y="3328"/>
                    <a:pt x="2643" y="3328"/>
                  </a:cubicBezTo>
                  <a:cubicBezTo>
                    <a:pt x="2779" y="3328"/>
                    <a:pt x="2927" y="3296"/>
                    <a:pt x="3089" y="3219"/>
                  </a:cubicBezTo>
                  <a:lnTo>
                    <a:pt x="2415" y="1200"/>
                  </a:lnTo>
                  <a:lnTo>
                    <a:pt x="2248" y="695"/>
                  </a:lnTo>
                  <a:cubicBezTo>
                    <a:pt x="2220" y="607"/>
                    <a:pt x="2138" y="550"/>
                    <a:pt x="2049" y="550"/>
                  </a:cubicBezTo>
                  <a:cubicBezTo>
                    <a:pt x="1976" y="550"/>
                    <a:pt x="1904" y="512"/>
                    <a:pt x="1868" y="448"/>
                  </a:cubicBezTo>
                  <a:lnTo>
                    <a:pt x="1665" y="103"/>
                  </a:lnTo>
                  <a:cubicBezTo>
                    <a:pt x="1627" y="39"/>
                    <a:pt x="1557" y="1"/>
                    <a:pt x="14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45"/>
            <p:cNvSpPr/>
            <p:nvPr/>
          </p:nvSpPr>
          <p:spPr>
            <a:xfrm>
              <a:off x="4909414" y="3323811"/>
              <a:ext cx="59719" cy="81310"/>
            </a:xfrm>
            <a:custGeom>
              <a:avLst/>
              <a:gdLst/>
              <a:ahLst/>
              <a:cxnLst/>
              <a:rect l="l" t="t" r="r" b="b"/>
              <a:pathLst>
                <a:path w="2091" h="2847" extrusionOk="0">
                  <a:moveTo>
                    <a:pt x="1085" y="1"/>
                  </a:moveTo>
                  <a:cubicBezTo>
                    <a:pt x="999" y="1"/>
                    <a:pt x="922" y="52"/>
                    <a:pt x="891" y="132"/>
                  </a:cubicBezTo>
                  <a:lnTo>
                    <a:pt x="1" y="2347"/>
                  </a:lnTo>
                  <a:cubicBezTo>
                    <a:pt x="129" y="2604"/>
                    <a:pt x="317" y="2846"/>
                    <a:pt x="574" y="2846"/>
                  </a:cubicBezTo>
                  <a:cubicBezTo>
                    <a:pt x="660" y="2846"/>
                    <a:pt x="753" y="2819"/>
                    <a:pt x="855" y="2757"/>
                  </a:cubicBezTo>
                  <a:cubicBezTo>
                    <a:pt x="959" y="2692"/>
                    <a:pt x="1058" y="2664"/>
                    <a:pt x="1153" y="2664"/>
                  </a:cubicBezTo>
                  <a:cubicBezTo>
                    <a:pt x="1182" y="2664"/>
                    <a:pt x="1210" y="2667"/>
                    <a:pt x="1238" y="2672"/>
                  </a:cubicBezTo>
                  <a:lnTo>
                    <a:pt x="2091" y="554"/>
                  </a:lnTo>
                  <a:cubicBezTo>
                    <a:pt x="2078" y="552"/>
                    <a:pt x="2064" y="550"/>
                    <a:pt x="2051" y="550"/>
                  </a:cubicBezTo>
                  <a:cubicBezTo>
                    <a:pt x="1978" y="550"/>
                    <a:pt x="1907" y="512"/>
                    <a:pt x="1870" y="448"/>
                  </a:cubicBezTo>
                  <a:lnTo>
                    <a:pt x="1667" y="103"/>
                  </a:lnTo>
                  <a:cubicBezTo>
                    <a:pt x="1629" y="39"/>
                    <a:pt x="1560" y="1"/>
                    <a:pt x="1487"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45"/>
            <p:cNvSpPr/>
            <p:nvPr/>
          </p:nvSpPr>
          <p:spPr>
            <a:xfrm>
              <a:off x="4926093" y="3532642"/>
              <a:ext cx="9939" cy="37099"/>
            </a:xfrm>
            <a:custGeom>
              <a:avLst/>
              <a:gdLst/>
              <a:ahLst/>
              <a:cxnLst/>
              <a:rect l="l" t="t" r="r" b="b"/>
              <a:pathLst>
                <a:path w="348" h="1299" extrusionOk="0">
                  <a:moveTo>
                    <a:pt x="174" y="0"/>
                  </a:moveTo>
                  <a:cubicBezTo>
                    <a:pt x="79" y="0"/>
                    <a:pt x="1" y="77"/>
                    <a:pt x="1" y="174"/>
                  </a:cubicBezTo>
                  <a:lnTo>
                    <a:pt x="1" y="1298"/>
                  </a:lnTo>
                  <a:lnTo>
                    <a:pt x="348" y="1298"/>
                  </a:lnTo>
                  <a:lnTo>
                    <a:pt x="348" y="174"/>
                  </a:lnTo>
                  <a:cubicBezTo>
                    <a:pt x="348" y="77"/>
                    <a:pt x="271" y="0"/>
                    <a:pt x="174" y="0"/>
                  </a:cubicBezTo>
                  <a:close/>
                </a:path>
              </a:pathLst>
            </a:custGeom>
            <a:solidFill>
              <a:srgbClr val="965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45"/>
            <p:cNvSpPr/>
            <p:nvPr/>
          </p:nvSpPr>
          <p:spPr>
            <a:xfrm>
              <a:off x="4898247" y="3532642"/>
              <a:ext cx="9996" cy="37099"/>
            </a:xfrm>
            <a:custGeom>
              <a:avLst/>
              <a:gdLst/>
              <a:ahLst/>
              <a:cxnLst/>
              <a:rect l="l" t="t" r="r" b="b"/>
              <a:pathLst>
                <a:path w="350" h="1299" extrusionOk="0">
                  <a:moveTo>
                    <a:pt x="176" y="0"/>
                  </a:moveTo>
                  <a:cubicBezTo>
                    <a:pt x="79" y="0"/>
                    <a:pt x="1" y="77"/>
                    <a:pt x="1" y="174"/>
                  </a:cubicBezTo>
                  <a:lnTo>
                    <a:pt x="1" y="1298"/>
                  </a:lnTo>
                  <a:lnTo>
                    <a:pt x="350" y="1298"/>
                  </a:lnTo>
                  <a:lnTo>
                    <a:pt x="350" y="174"/>
                  </a:lnTo>
                  <a:cubicBezTo>
                    <a:pt x="350" y="77"/>
                    <a:pt x="271" y="0"/>
                    <a:pt x="176" y="0"/>
                  </a:cubicBezTo>
                  <a:close/>
                </a:path>
              </a:pathLst>
            </a:custGeom>
            <a:solidFill>
              <a:srgbClr val="965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45"/>
            <p:cNvSpPr/>
            <p:nvPr/>
          </p:nvSpPr>
          <p:spPr>
            <a:xfrm>
              <a:off x="4960993" y="3341290"/>
              <a:ext cx="84909" cy="49980"/>
            </a:xfrm>
            <a:custGeom>
              <a:avLst/>
              <a:gdLst/>
              <a:ahLst/>
              <a:cxnLst/>
              <a:rect l="l" t="t" r="r" b="b"/>
              <a:pathLst>
                <a:path w="2973" h="1750" extrusionOk="0">
                  <a:moveTo>
                    <a:pt x="1486" y="0"/>
                  </a:moveTo>
                  <a:cubicBezTo>
                    <a:pt x="1123" y="0"/>
                    <a:pt x="812" y="221"/>
                    <a:pt x="681" y="533"/>
                  </a:cubicBezTo>
                  <a:cubicBezTo>
                    <a:pt x="665" y="570"/>
                    <a:pt x="630" y="594"/>
                    <a:pt x="590" y="594"/>
                  </a:cubicBezTo>
                  <a:lnTo>
                    <a:pt x="584" y="594"/>
                  </a:lnTo>
                  <a:cubicBezTo>
                    <a:pt x="270" y="594"/>
                    <a:pt x="11" y="846"/>
                    <a:pt x="7" y="1161"/>
                  </a:cubicBezTo>
                  <a:cubicBezTo>
                    <a:pt x="0" y="1485"/>
                    <a:pt x="274" y="1749"/>
                    <a:pt x="599" y="1749"/>
                  </a:cubicBezTo>
                  <a:lnTo>
                    <a:pt x="2373" y="1749"/>
                  </a:lnTo>
                  <a:cubicBezTo>
                    <a:pt x="2698" y="1749"/>
                    <a:pt x="2972" y="1485"/>
                    <a:pt x="2965" y="1161"/>
                  </a:cubicBezTo>
                  <a:cubicBezTo>
                    <a:pt x="2958" y="844"/>
                    <a:pt x="2702" y="594"/>
                    <a:pt x="2388" y="594"/>
                  </a:cubicBezTo>
                  <a:lnTo>
                    <a:pt x="2383" y="594"/>
                  </a:lnTo>
                  <a:cubicBezTo>
                    <a:pt x="2344" y="594"/>
                    <a:pt x="2308" y="570"/>
                    <a:pt x="2291" y="533"/>
                  </a:cubicBezTo>
                  <a:cubicBezTo>
                    <a:pt x="2160" y="219"/>
                    <a:pt x="1849" y="0"/>
                    <a:pt x="14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45"/>
            <p:cNvSpPr/>
            <p:nvPr/>
          </p:nvSpPr>
          <p:spPr>
            <a:xfrm>
              <a:off x="4960993" y="3341119"/>
              <a:ext cx="55492" cy="50037"/>
            </a:xfrm>
            <a:custGeom>
              <a:avLst/>
              <a:gdLst/>
              <a:ahLst/>
              <a:cxnLst/>
              <a:rect l="l" t="t" r="r" b="b"/>
              <a:pathLst>
                <a:path w="1943" h="1752" extrusionOk="0">
                  <a:moveTo>
                    <a:pt x="1486" y="1"/>
                  </a:moveTo>
                  <a:cubicBezTo>
                    <a:pt x="1123" y="1"/>
                    <a:pt x="812" y="222"/>
                    <a:pt x="681" y="536"/>
                  </a:cubicBezTo>
                  <a:cubicBezTo>
                    <a:pt x="665" y="572"/>
                    <a:pt x="630" y="594"/>
                    <a:pt x="590" y="594"/>
                  </a:cubicBezTo>
                  <a:lnTo>
                    <a:pt x="584" y="594"/>
                  </a:lnTo>
                  <a:cubicBezTo>
                    <a:pt x="270" y="594"/>
                    <a:pt x="11" y="848"/>
                    <a:pt x="7" y="1162"/>
                  </a:cubicBezTo>
                  <a:cubicBezTo>
                    <a:pt x="0" y="1487"/>
                    <a:pt x="274" y="1752"/>
                    <a:pt x="599" y="1752"/>
                  </a:cubicBezTo>
                  <a:lnTo>
                    <a:pt x="1505" y="1752"/>
                  </a:lnTo>
                  <a:cubicBezTo>
                    <a:pt x="1183" y="1750"/>
                    <a:pt x="913" y="1487"/>
                    <a:pt x="920" y="1166"/>
                  </a:cubicBezTo>
                  <a:cubicBezTo>
                    <a:pt x="928" y="850"/>
                    <a:pt x="1183" y="596"/>
                    <a:pt x="1497" y="596"/>
                  </a:cubicBezTo>
                  <a:lnTo>
                    <a:pt x="1503" y="596"/>
                  </a:lnTo>
                  <a:cubicBezTo>
                    <a:pt x="1541" y="596"/>
                    <a:pt x="1577" y="574"/>
                    <a:pt x="1594" y="538"/>
                  </a:cubicBezTo>
                  <a:cubicBezTo>
                    <a:pt x="1663" y="368"/>
                    <a:pt x="1787" y="227"/>
                    <a:pt x="1943" y="130"/>
                  </a:cubicBezTo>
                  <a:cubicBezTo>
                    <a:pt x="1809" y="48"/>
                    <a:pt x="1652" y="1"/>
                    <a:pt x="1486" y="1"/>
                  </a:cubicBezTo>
                  <a:close/>
                  <a:moveTo>
                    <a:pt x="1505" y="1752"/>
                  </a:moveTo>
                  <a:cubicBezTo>
                    <a:pt x="1506" y="1752"/>
                    <a:pt x="1507" y="1752"/>
                    <a:pt x="1508" y="1752"/>
                  </a:cubicBezTo>
                  <a:cubicBezTo>
                    <a:pt x="1509" y="1752"/>
                    <a:pt x="1511" y="1752"/>
                    <a:pt x="1512" y="1752"/>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45"/>
            <p:cNvSpPr/>
            <p:nvPr/>
          </p:nvSpPr>
          <p:spPr>
            <a:xfrm>
              <a:off x="5012401" y="3536298"/>
              <a:ext cx="114554" cy="33444"/>
            </a:xfrm>
            <a:custGeom>
              <a:avLst/>
              <a:gdLst/>
              <a:ahLst/>
              <a:cxnLst/>
              <a:rect l="l" t="t" r="r" b="b"/>
              <a:pathLst>
                <a:path w="4011" h="1171" extrusionOk="0">
                  <a:moveTo>
                    <a:pt x="2844" y="0"/>
                  </a:moveTo>
                  <a:cubicBezTo>
                    <a:pt x="2593" y="0"/>
                    <a:pt x="2362" y="79"/>
                    <a:pt x="2171" y="214"/>
                  </a:cubicBezTo>
                  <a:cubicBezTo>
                    <a:pt x="2145" y="233"/>
                    <a:pt x="2113" y="243"/>
                    <a:pt x="2082" y="243"/>
                  </a:cubicBezTo>
                  <a:cubicBezTo>
                    <a:pt x="2065" y="243"/>
                    <a:pt x="2048" y="240"/>
                    <a:pt x="2032" y="234"/>
                  </a:cubicBezTo>
                  <a:cubicBezTo>
                    <a:pt x="1923" y="194"/>
                    <a:pt x="1806" y="170"/>
                    <a:pt x="1683" y="170"/>
                  </a:cubicBezTo>
                  <a:cubicBezTo>
                    <a:pt x="1446" y="170"/>
                    <a:pt x="1229" y="252"/>
                    <a:pt x="1057" y="393"/>
                  </a:cubicBezTo>
                  <a:cubicBezTo>
                    <a:pt x="1031" y="412"/>
                    <a:pt x="1000" y="423"/>
                    <a:pt x="968" y="423"/>
                  </a:cubicBezTo>
                  <a:cubicBezTo>
                    <a:pt x="947" y="423"/>
                    <a:pt x="925" y="418"/>
                    <a:pt x="904" y="407"/>
                  </a:cubicBezTo>
                  <a:cubicBezTo>
                    <a:pt x="791" y="349"/>
                    <a:pt x="661" y="314"/>
                    <a:pt x="524" y="314"/>
                  </a:cubicBezTo>
                  <a:cubicBezTo>
                    <a:pt x="521" y="314"/>
                    <a:pt x="519" y="314"/>
                    <a:pt x="516" y="314"/>
                  </a:cubicBezTo>
                  <a:cubicBezTo>
                    <a:pt x="322" y="314"/>
                    <a:pt x="144" y="381"/>
                    <a:pt x="0" y="495"/>
                  </a:cubicBezTo>
                  <a:cubicBezTo>
                    <a:pt x="188" y="621"/>
                    <a:pt x="323" y="822"/>
                    <a:pt x="356" y="1055"/>
                  </a:cubicBezTo>
                  <a:cubicBezTo>
                    <a:pt x="365" y="1117"/>
                    <a:pt x="320" y="1170"/>
                    <a:pt x="261" y="1170"/>
                  </a:cubicBezTo>
                  <a:lnTo>
                    <a:pt x="3852" y="1170"/>
                  </a:lnTo>
                  <a:cubicBezTo>
                    <a:pt x="3942" y="1170"/>
                    <a:pt x="4011" y="1088"/>
                    <a:pt x="3996" y="997"/>
                  </a:cubicBezTo>
                  <a:cubicBezTo>
                    <a:pt x="3911" y="431"/>
                    <a:pt x="3427" y="0"/>
                    <a:pt x="28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45"/>
            <p:cNvSpPr/>
            <p:nvPr/>
          </p:nvSpPr>
          <p:spPr>
            <a:xfrm>
              <a:off x="5012344" y="3541125"/>
              <a:ext cx="50922" cy="28617"/>
            </a:xfrm>
            <a:custGeom>
              <a:avLst/>
              <a:gdLst/>
              <a:ahLst/>
              <a:cxnLst/>
              <a:rect l="l" t="t" r="r" b="b"/>
              <a:pathLst>
                <a:path w="1783" h="1002" extrusionOk="0">
                  <a:moveTo>
                    <a:pt x="1682" y="1"/>
                  </a:moveTo>
                  <a:cubicBezTo>
                    <a:pt x="1444" y="1"/>
                    <a:pt x="1229" y="83"/>
                    <a:pt x="1057" y="224"/>
                  </a:cubicBezTo>
                  <a:cubicBezTo>
                    <a:pt x="1031" y="243"/>
                    <a:pt x="1000" y="254"/>
                    <a:pt x="969" y="254"/>
                  </a:cubicBezTo>
                  <a:cubicBezTo>
                    <a:pt x="947" y="254"/>
                    <a:pt x="925" y="249"/>
                    <a:pt x="904" y="238"/>
                  </a:cubicBezTo>
                  <a:cubicBezTo>
                    <a:pt x="791" y="180"/>
                    <a:pt x="659" y="145"/>
                    <a:pt x="522" y="145"/>
                  </a:cubicBezTo>
                  <a:cubicBezTo>
                    <a:pt x="520" y="145"/>
                    <a:pt x="517" y="145"/>
                    <a:pt x="515" y="145"/>
                  </a:cubicBezTo>
                  <a:cubicBezTo>
                    <a:pt x="322" y="145"/>
                    <a:pt x="144" y="212"/>
                    <a:pt x="0" y="326"/>
                  </a:cubicBezTo>
                  <a:cubicBezTo>
                    <a:pt x="188" y="452"/>
                    <a:pt x="322" y="653"/>
                    <a:pt x="356" y="886"/>
                  </a:cubicBezTo>
                  <a:cubicBezTo>
                    <a:pt x="365" y="948"/>
                    <a:pt x="320" y="1001"/>
                    <a:pt x="261" y="1001"/>
                  </a:cubicBezTo>
                  <a:lnTo>
                    <a:pt x="1390" y="1001"/>
                  </a:lnTo>
                  <a:cubicBezTo>
                    <a:pt x="1302" y="1001"/>
                    <a:pt x="1231" y="919"/>
                    <a:pt x="1244" y="828"/>
                  </a:cubicBezTo>
                  <a:cubicBezTo>
                    <a:pt x="1297" y="481"/>
                    <a:pt x="1499" y="183"/>
                    <a:pt x="1782" y="6"/>
                  </a:cubicBezTo>
                  <a:cubicBezTo>
                    <a:pt x="1749" y="5"/>
                    <a:pt x="1716" y="1"/>
                    <a:pt x="168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45"/>
            <p:cNvSpPr/>
            <p:nvPr/>
          </p:nvSpPr>
          <p:spPr>
            <a:xfrm>
              <a:off x="4937003" y="3546351"/>
              <a:ext cx="86737" cy="23391"/>
            </a:xfrm>
            <a:custGeom>
              <a:avLst/>
              <a:gdLst/>
              <a:ahLst/>
              <a:cxnLst/>
              <a:rect l="l" t="t" r="r" b="b"/>
              <a:pathLst>
                <a:path w="3037" h="819" extrusionOk="0">
                  <a:moveTo>
                    <a:pt x="2220" y="0"/>
                  </a:moveTo>
                  <a:cubicBezTo>
                    <a:pt x="2045" y="0"/>
                    <a:pt x="1883" y="59"/>
                    <a:pt x="1749" y="154"/>
                  </a:cubicBezTo>
                  <a:cubicBezTo>
                    <a:pt x="1732" y="166"/>
                    <a:pt x="1712" y="173"/>
                    <a:pt x="1691" y="173"/>
                  </a:cubicBezTo>
                  <a:cubicBezTo>
                    <a:pt x="1678" y="173"/>
                    <a:pt x="1665" y="170"/>
                    <a:pt x="1652" y="165"/>
                  </a:cubicBezTo>
                  <a:cubicBezTo>
                    <a:pt x="1578" y="136"/>
                    <a:pt x="1495" y="119"/>
                    <a:pt x="1408" y="119"/>
                  </a:cubicBezTo>
                  <a:cubicBezTo>
                    <a:pt x="1244" y="119"/>
                    <a:pt x="1092" y="178"/>
                    <a:pt x="973" y="274"/>
                  </a:cubicBezTo>
                  <a:cubicBezTo>
                    <a:pt x="956" y="289"/>
                    <a:pt x="935" y="296"/>
                    <a:pt x="914" y="296"/>
                  </a:cubicBezTo>
                  <a:cubicBezTo>
                    <a:pt x="897" y="296"/>
                    <a:pt x="881" y="291"/>
                    <a:pt x="866" y="283"/>
                  </a:cubicBezTo>
                  <a:cubicBezTo>
                    <a:pt x="785" y="243"/>
                    <a:pt x="696" y="220"/>
                    <a:pt x="601" y="220"/>
                  </a:cubicBezTo>
                  <a:cubicBezTo>
                    <a:pt x="600" y="219"/>
                    <a:pt x="598" y="219"/>
                    <a:pt x="597" y="219"/>
                  </a:cubicBezTo>
                  <a:cubicBezTo>
                    <a:pt x="316" y="219"/>
                    <a:pt x="71" y="425"/>
                    <a:pt x="11" y="701"/>
                  </a:cubicBezTo>
                  <a:cubicBezTo>
                    <a:pt x="0" y="762"/>
                    <a:pt x="46" y="818"/>
                    <a:pt x="108" y="818"/>
                  </a:cubicBezTo>
                  <a:lnTo>
                    <a:pt x="2927" y="818"/>
                  </a:lnTo>
                  <a:cubicBezTo>
                    <a:pt x="2991" y="818"/>
                    <a:pt x="3036" y="764"/>
                    <a:pt x="3027" y="701"/>
                  </a:cubicBezTo>
                  <a:cubicBezTo>
                    <a:pt x="2967" y="305"/>
                    <a:pt x="2629" y="0"/>
                    <a:pt x="22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45"/>
            <p:cNvSpPr/>
            <p:nvPr/>
          </p:nvSpPr>
          <p:spPr>
            <a:xfrm>
              <a:off x="4937003" y="3549750"/>
              <a:ext cx="45639" cy="19992"/>
            </a:xfrm>
            <a:custGeom>
              <a:avLst/>
              <a:gdLst/>
              <a:ahLst/>
              <a:cxnLst/>
              <a:rect l="l" t="t" r="r" b="b"/>
              <a:pathLst>
                <a:path w="1598" h="700" extrusionOk="0">
                  <a:moveTo>
                    <a:pt x="1408" y="0"/>
                  </a:moveTo>
                  <a:cubicBezTo>
                    <a:pt x="1244" y="0"/>
                    <a:pt x="1092" y="59"/>
                    <a:pt x="972" y="155"/>
                  </a:cubicBezTo>
                  <a:cubicBezTo>
                    <a:pt x="955" y="170"/>
                    <a:pt x="935" y="177"/>
                    <a:pt x="914" y="177"/>
                  </a:cubicBezTo>
                  <a:cubicBezTo>
                    <a:pt x="897" y="177"/>
                    <a:pt x="881" y="172"/>
                    <a:pt x="866" y="164"/>
                  </a:cubicBezTo>
                  <a:cubicBezTo>
                    <a:pt x="785" y="124"/>
                    <a:pt x="696" y="101"/>
                    <a:pt x="601" y="101"/>
                  </a:cubicBezTo>
                  <a:cubicBezTo>
                    <a:pt x="600" y="100"/>
                    <a:pt x="598" y="100"/>
                    <a:pt x="597" y="100"/>
                  </a:cubicBezTo>
                  <a:cubicBezTo>
                    <a:pt x="316" y="100"/>
                    <a:pt x="71" y="306"/>
                    <a:pt x="11" y="582"/>
                  </a:cubicBezTo>
                  <a:cubicBezTo>
                    <a:pt x="0" y="643"/>
                    <a:pt x="46" y="699"/>
                    <a:pt x="108" y="699"/>
                  </a:cubicBezTo>
                  <a:lnTo>
                    <a:pt x="1139" y="699"/>
                  </a:lnTo>
                  <a:cubicBezTo>
                    <a:pt x="1130" y="674"/>
                    <a:pt x="1125" y="646"/>
                    <a:pt x="1130" y="615"/>
                  </a:cubicBezTo>
                  <a:cubicBezTo>
                    <a:pt x="1185" y="351"/>
                    <a:pt x="1366" y="135"/>
                    <a:pt x="1598" y="27"/>
                  </a:cubicBezTo>
                  <a:cubicBezTo>
                    <a:pt x="1539" y="9"/>
                    <a:pt x="1475" y="0"/>
                    <a:pt x="1408"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45"/>
            <p:cNvSpPr/>
            <p:nvPr/>
          </p:nvSpPr>
          <p:spPr>
            <a:xfrm>
              <a:off x="4917953" y="3471781"/>
              <a:ext cx="32673" cy="71914"/>
            </a:xfrm>
            <a:custGeom>
              <a:avLst/>
              <a:gdLst/>
              <a:ahLst/>
              <a:cxnLst/>
              <a:rect l="l" t="t" r="r" b="b"/>
              <a:pathLst>
                <a:path w="1144" h="2518" extrusionOk="0">
                  <a:moveTo>
                    <a:pt x="466" y="0"/>
                  </a:moveTo>
                  <a:cubicBezTo>
                    <a:pt x="301" y="0"/>
                    <a:pt x="157" y="80"/>
                    <a:pt x="67" y="205"/>
                  </a:cubicBezTo>
                  <a:cubicBezTo>
                    <a:pt x="56" y="251"/>
                    <a:pt x="39" y="297"/>
                    <a:pt x="19" y="337"/>
                  </a:cubicBezTo>
                  <a:cubicBezTo>
                    <a:pt x="1" y="373"/>
                    <a:pt x="8" y="415"/>
                    <a:pt x="34" y="446"/>
                  </a:cubicBezTo>
                  <a:cubicBezTo>
                    <a:pt x="129" y="565"/>
                    <a:pt x="184" y="718"/>
                    <a:pt x="184" y="883"/>
                  </a:cubicBezTo>
                  <a:cubicBezTo>
                    <a:pt x="184" y="968"/>
                    <a:pt x="167" y="1051"/>
                    <a:pt x="140" y="1129"/>
                  </a:cubicBezTo>
                  <a:cubicBezTo>
                    <a:pt x="129" y="1160"/>
                    <a:pt x="134" y="1197"/>
                    <a:pt x="152" y="1224"/>
                  </a:cubicBezTo>
                  <a:cubicBezTo>
                    <a:pt x="247" y="1359"/>
                    <a:pt x="302" y="1522"/>
                    <a:pt x="302" y="1699"/>
                  </a:cubicBezTo>
                  <a:cubicBezTo>
                    <a:pt x="302" y="1954"/>
                    <a:pt x="185" y="2181"/>
                    <a:pt x="3" y="2332"/>
                  </a:cubicBezTo>
                  <a:cubicBezTo>
                    <a:pt x="116" y="2436"/>
                    <a:pt x="262" y="2506"/>
                    <a:pt x="423" y="2516"/>
                  </a:cubicBezTo>
                  <a:cubicBezTo>
                    <a:pt x="438" y="2517"/>
                    <a:pt x="453" y="2518"/>
                    <a:pt x="468" y="2518"/>
                  </a:cubicBezTo>
                  <a:cubicBezTo>
                    <a:pt x="840" y="2518"/>
                    <a:pt x="1144" y="2217"/>
                    <a:pt x="1144" y="1843"/>
                  </a:cubicBezTo>
                  <a:cubicBezTo>
                    <a:pt x="1144" y="1695"/>
                    <a:pt x="1098" y="1560"/>
                    <a:pt x="1020" y="1450"/>
                  </a:cubicBezTo>
                  <a:cubicBezTo>
                    <a:pt x="1003" y="1428"/>
                    <a:pt x="998" y="1397"/>
                    <a:pt x="1011" y="1374"/>
                  </a:cubicBezTo>
                  <a:cubicBezTo>
                    <a:pt x="1032" y="1308"/>
                    <a:pt x="1047" y="1240"/>
                    <a:pt x="1047" y="1169"/>
                  </a:cubicBezTo>
                  <a:cubicBezTo>
                    <a:pt x="1047" y="1034"/>
                    <a:pt x="998" y="910"/>
                    <a:pt x="921" y="811"/>
                  </a:cubicBezTo>
                  <a:cubicBezTo>
                    <a:pt x="901" y="786"/>
                    <a:pt x="896" y="749"/>
                    <a:pt x="910" y="720"/>
                  </a:cubicBezTo>
                  <a:cubicBezTo>
                    <a:pt x="943" y="654"/>
                    <a:pt x="961" y="580"/>
                    <a:pt x="961" y="499"/>
                  </a:cubicBezTo>
                  <a:cubicBezTo>
                    <a:pt x="965" y="236"/>
                    <a:pt x="755" y="15"/>
                    <a:pt x="492" y="1"/>
                  </a:cubicBezTo>
                  <a:cubicBezTo>
                    <a:pt x="483" y="0"/>
                    <a:pt x="474" y="0"/>
                    <a:pt x="4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45"/>
            <p:cNvSpPr/>
            <p:nvPr/>
          </p:nvSpPr>
          <p:spPr>
            <a:xfrm>
              <a:off x="4917953" y="3471781"/>
              <a:ext cx="22677" cy="71914"/>
            </a:xfrm>
            <a:custGeom>
              <a:avLst/>
              <a:gdLst/>
              <a:ahLst/>
              <a:cxnLst/>
              <a:rect l="l" t="t" r="r" b="b"/>
              <a:pathLst>
                <a:path w="794" h="2518" extrusionOk="0">
                  <a:moveTo>
                    <a:pt x="466" y="0"/>
                  </a:moveTo>
                  <a:cubicBezTo>
                    <a:pt x="301" y="0"/>
                    <a:pt x="157" y="80"/>
                    <a:pt x="67" y="205"/>
                  </a:cubicBezTo>
                  <a:cubicBezTo>
                    <a:pt x="56" y="251"/>
                    <a:pt x="39" y="297"/>
                    <a:pt x="19" y="337"/>
                  </a:cubicBezTo>
                  <a:cubicBezTo>
                    <a:pt x="1" y="373"/>
                    <a:pt x="8" y="415"/>
                    <a:pt x="34" y="446"/>
                  </a:cubicBezTo>
                  <a:cubicBezTo>
                    <a:pt x="129" y="565"/>
                    <a:pt x="184" y="718"/>
                    <a:pt x="184" y="883"/>
                  </a:cubicBezTo>
                  <a:cubicBezTo>
                    <a:pt x="184" y="968"/>
                    <a:pt x="167" y="1051"/>
                    <a:pt x="140" y="1129"/>
                  </a:cubicBezTo>
                  <a:cubicBezTo>
                    <a:pt x="129" y="1160"/>
                    <a:pt x="134" y="1197"/>
                    <a:pt x="152" y="1224"/>
                  </a:cubicBezTo>
                  <a:cubicBezTo>
                    <a:pt x="247" y="1359"/>
                    <a:pt x="302" y="1522"/>
                    <a:pt x="302" y="1699"/>
                  </a:cubicBezTo>
                  <a:cubicBezTo>
                    <a:pt x="302" y="1954"/>
                    <a:pt x="185" y="2181"/>
                    <a:pt x="3" y="2332"/>
                  </a:cubicBezTo>
                  <a:cubicBezTo>
                    <a:pt x="116" y="2436"/>
                    <a:pt x="262" y="2506"/>
                    <a:pt x="423" y="2516"/>
                  </a:cubicBezTo>
                  <a:cubicBezTo>
                    <a:pt x="435" y="2517"/>
                    <a:pt x="447" y="2518"/>
                    <a:pt x="459" y="2518"/>
                  </a:cubicBezTo>
                  <a:cubicBezTo>
                    <a:pt x="471" y="2518"/>
                    <a:pt x="483" y="2517"/>
                    <a:pt x="494" y="2516"/>
                  </a:cubicBezTo>
                  <a:cubicBezTo>
                    <a:pt x="686" y="2288"/>
                    <a:pt x="793" y="1996"/>
                    <a:pt x="793" y="1697"/>
                  </a:cubicBezTo>
                  <a:cubicBezTo>
                    <a:pt x="793" y="1516"/>
                    <a:pt x="755" y="1341"/>
                    <a:pt x="682" y="1178"/>
                  </a:cubicBezTo>
                  <a:cubicBezTo>
                    <a:pt x="660" y="1133"/>
                    <a:pt x="655" y="1085"/>
                    <a:pt x="660" y="1036"/>
                  </a:cubicBezTo>
                  <a:cubicBezTo>
                    <a:pt x="667" y="985"/>
                    <a:pt x="669" y="936"/>
                    <a:pt x="669" y="883"/>
                  </a:cubicBezTo>
                  <a:cubicBezTo>
                    <a:pt x="669" y="720"/>
                    <a:pt x="636" y="558"/>
                    <a:pt x="569" y="410"/>
                  </a:cubicBezTo>
                  <a:cubicBezTo>
                    <a:pt x="549" y="362"/>
                    <a:pt x="541" y="309"/>
                    <a:pt x="550" y="256"/>
                  </a:cubicBezTo>
                  <a:cubicBezTo>
                    <a:pt x="563" y="196"/>
                    <a:pt x="569" y="134"/>
                    <a:pt x="569" y="72"/>
                  </a:cubicBezTo>
                  <a:cubicBezTo>
                    <a:pt x="569" y="52"/>
                    <a:pt x="569" y="32"/>
                    <a:pt x="567" y="10"/>
                  </a:cubicBezTo>
                  <a:cubicBezTo>
                    <a:pt x="541" y="6"/>
                    <a:pt x="518" y="1"/>
                    <a:pt x="492" y="1"/>
                  </a:cubicBezTo>
                  <a:cubicBezTo>
                    <a:pt x="483" y="0"/>
                    <a:pt x="474" y="0"/>
                    <a:pt x="46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45"/>
            <p:cNvSpPr/>
            <p:nvPr/>
          </p:nvSpPr>
          <p:spPr>
            <a:xfrm>
              <a:off x="4879597" y="3456530"/>
              <a:ext cx="47895" cy="87137"/>
            </a:xfrm>
            <a:custGeom>
              <a:avLst/>
              <a:gdLst/>
              <a:ahLst/>
              <a:cxnLst/>
              <a:rect l="l" t="t" r="r" b="b"/>
              <a:pathLst>
                <a:path w="1677" h="3051" extrusionOk="0">
                  <a:moveTo>
                    <a:pt x="844" y="1"/>
                  </a:moveTo>
                  <a:cubicBezTo>
                    <a:pt x="506" y="1"/>
                    <a:pt x="234" y="270"/>
                    <a:pt x="234" y="599"/>
                  </a:cubicBezTo>
                  <a:cubicBezTo>
                    <a:pt x="234" y="695"/>
                    <a:pt x="258" y="787"/>
                    <a:pt x="298" y="869"/>
                  </a:cubicBezTo>
                  <a:cubicBezTo>
                    <a:pt x="316" y="905"/>
                    <a:pt x="312" y="946"/>
                    <a:pt x="287" y="978"/>
                  </a:cubicBezTo>
                  <a:cubicBezTo>
                    <a:pt x="188" y="1097"/>
                    <a:pt x="132" y="1250"/>
                    <a:pt x="132" y="1415"/>
                  </a:cubicBezTo>
                  <a:cubicBezTo>
                    <a:pt x="132" y="1501"/>
                    <a:pt x="148" y="1583"/>
                    <a:pt x="177" y="1661"/>
                  </a:cubicBezTo>
                  <a:cubicBezTo>
                    <a:pt x="188" y="1692"/>
                    <a:pt x="187" y="1729"/>
                    <a:pt x="166" y="1756"/>
                  </a:cubicBezTo>
                  <a:cubicBezTo>
                    <a:pt x="57" y="1908"/>
                    <a:pt x="0" y="2094"/>
                    <a:pt x="15" y="2297"/>
                  </a:cubicBezTo>
                  <a:cubicBezTo>
                    <a:pt x="48" y="2698"/>
                    <a:pt x="380" y="3023"/>
                    <a:pt x="789" y="3049"/>
                  </a:cubicBezTo>
                  <a:cubicBezTo>
                    <a:pt x="808" y="3050"/>
                    <a:pt x="826" y="3050"/>
                    <a:pt x="845" y="3050"/>
                  </a:cubicBezTo>
                  <a:cubicBezTo>
                    <a:pt x="1303" y="3050"/>
                    <a:pt x="1676" y="2684"/>
                    <a:pt x="1676" y="2231"/>
                  </a:cubicBezTo>
                  <a:cubicBezTo>
                    <a:pt x="1673" y="2056"/>
                    <a:pt x="1616" y="1891"/>
                    <a:pt x="1519" y="1758"/>
                  </a:cubicBezTo>
                  <a:cubicBezTo>
                    <a:pt x="1499" y="1731"/>
                    <a:pt x="1495" y="1694"/>
                    <a:pt x="1508" y="1663"/>
                  </a:cubicBezTo>
                  <a:cubicBezTo>
                    <a:pt x="1537" y="1588"/>
                    <a:pt x="1554" y="1502"/>
                    <a:pt x="1554" y="1417"/>
                  </a:cubicBezTo>
                  <a:cubicBezTo>
                    <a:pt x="1554" y="1252"/>
                    <a:pt x="1497" y="1101"/>
                    <a:pt x="1401" y="980"/>
                  </a:cubicBezTo>
                  <a:cubicBezTo>
                    <a:pt x="1377" y="949"/>
                    <a:pt x="1370" y="907"/>
                    <a:pt x="1388" y="871"/>
                  </a:cubicBezTo>
                  <a:cubicBezTo>
                    <a:pt x="1428" y="790"/>
                    <a:pt x="1454" y="699"/>
                    <a:pt x="1454" y="604"/>
                  </a:cubicBezTo>
                  <a:cubicBezTo>
                    <a:pt x="1455" y="287"/>
                    <a:pt x="1198" y="18"/>
                    <a:pt x="877" y="2"/>
                  </a:cubicBezTo>
                  <a:cubicBezTo>
                    <a:pt x="866" y="1"/>
                    <a:pt x="855" y="1"/>
                    <a:pt x="8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45"/>
            <p:cNvSpPr/>
            <p:nvPr/>
          </p:nvSpPr>
          <p:spPr>
            <a:xfrm>
              <a:off x="4879426" y="3456530"/>
              <a:ext cx="33358" cy="87137"/>
            </a:xfrm>
            <a:custGeom>
              <a:avLst/>
              <a:gdLst/>
              <a:ahLst/>
              <a:cxnLst/>
              <a:rect l="l" t="t" r="r" b="b"/>
              <a:pathLst>
                <a:path w="1168" h="3051" extrusionOk="0">
                  <a:moveTo>
                    <a:pt x="844" y="1"/>
                  </a:moveTo>
                  <a:cubicBezTo>
                    <a:pt x="509" y="1"/>
                    <a:pt x="236" y="270"/>
                    <a:pt x="236" y="599"/>
                  </a:cubicBezTo>
                  <a:cubicBezTo>
                    <a:pt x="236" y="695"/>
                    <a:pt x="260" y="787"/>
                    <a:pt x="300" y="869"/>
                  </a:cubicBezTo>
                  <a:cubicBezTo>
                    <a:pt x="318" y="905"/>
                    <a:pt x="315" y="946"/>
                    <a:pt x="289" y="978"/>
                  </a:cubicBezTo>
                  <a:cubicBezTo>
                    <a:pt x="191" y="1097"/>
                    <a:pt x="134" y="1250"/>
                    <a:pt x="134" y="1415"/>
                  </a:cubicBezTo>
                  <a:cubicBezTo>
                    <a:pt x="134" y="1501"/>
                    <a:pt x="151" y="1583"/>
                    <a:pt x="180" y="1661"/>
                  </a:cubicBezTo>
                  <a:cubicBezTo>
                    <a:pt x="191" y="1692"/>
                    <a:pt x="189" y="1729"/>
                    <a:pt x="169" y="1756"/>
                  </a:cubicBezTo>
                  <a:cubicBezTo>
                    <a:pt x="59" y="1908"/>
                    <a:pt x="1" y="2094"/>
                    <a:pt x="17" y="2297"/>
                  </a:cubicBezTo>
                  <a:cubicBezTo>
                    <a:pt x="48" y="2698"/>
                    <a:pt x="382" y="3023"/>
                    <a:pt x="791" y="3049"/>
                  </a:cubicBezTo>
                  <a:cubicBezTo>
                    <a:pt x="810" y="3050"/>
                    <a:pt x="829" y="3051"/>
                    <a:pt x="848" y="3051"/>
                  </a:cubicBezTo>
                  <a:cubicBezTo>
                    <a:pt x="961" y="3051"/>
                    <a:pt x="1069" y="3027"/>
                    <a:pt x="1167" y="2987"/>
                  </a:cubicBezTo>
                  <a:cubicBezTo>
                    <a:pt x="890" y="2872"/>
                    <a:pt x="684" y="2607"/>
                    <a:pt x="658" y="2297"/>
                  </a:cubicBezTo>
                  <a:cubicBezTo>
                    <a:pt x="643" y="2096"/>
                    <a:pt x="702" y="1908"/>
                    <a:pt x="810" y="1756"/>
                  </a:cubicBezTo>
                  <a:cubicBezTo>
                    <a:pt x="830" y="1729"/>
                    <a:pt x="835" y="1692"/>
                    <a:pt x="821" y="1661"/>
                  </a:cubicBezTo>
                  <a:cubicBezTo>
                    <a:pt x="791" y="1585"/>
                    <a:pt x="775" y="1501"/>
                    <a:pt x="775" y="1415"/>
                  </a:cubicBezTo>
                  <a:cubicBezTo>
                    <a:pt x="775" y="1250"/>
                    <a:pt x="835" y="1097"/>
                    <a:pt x="930" y="978"/>
                  </a:cubicBezTo>
                  <a:cubicBezTo>
                    <a:pt x="956" y="946"/>
                    <a:pt x="959" y="905"/>
                    <a:pt x="941" y="869"/>
                  </a:cubicBezTo>
                  <a:cubicBezTo>
                    <a:pt x="901" y="789"/>
                    <a:pt x="877" y="695"/>
                    <a:pt x="877" y="599"/>
                  </a:cubicBezTo>
                  <a:cubicBezTo>
                    <a:pt x="877" y="385"/>
                    <a:pt x="992" y="195"/>
                    <a:pt x="1166" y="91"/>
                  </a:cubicBezTo>
                  <a:cubicBezTo>
                    <a:pt x="1082" y="38"/>
                    <a:pt x="983" y="5"/>
                    <a:pt x="877" y="2"/>
                  </a:cubicBezTo>
                  <a:cubicBezTo>
                    <a:pt x="866" y="1"/>
                    <a:pt x="855" y="1"/>
                    <a:pt x="844"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72" name="Google Shape;3072;p45"/>
          <p:cNvSpPr/>
          <p:nvPr/>
        </p:nvSpPr>
        <p:spPr>
          <a:xfrm rot="5400000">
            <a:off x="5903448" y="148948"/>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45"/>
          <p:cNvSpPr/>
          <p:nvPr/>
        </p:nvSpPr>
        <p:spPr>
          <a:xfrm rot="5400000">
            <a:off x="6953317" y="450724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45"/>
          <p:cNvSpPr/>
          <p:nvPr/>
        </p:nvSpPr>
        <p:spPr>
          <a:xfrm rot="5400000">
            <a:off x="5608216" y="574794"/>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45"/>
          <p:cNvSpPr/>
          <p:nvPr/>
        </p:nvSpPr>
        <p:spPr>
          <a:xfrm rot="5400000">
            <a:off x="6324698" y="4252323"/>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79"/>
        <p:cNvGrpSpPr/>
        <p:nvPr/>
      </p:nvGrpSpPr>
      <p:grpSpPr>
        <a:xfrm>
          <a:off x="0" y="0"/>
          <a:ext cx="0" cy="0"/>
          <a:chOff x="0" y="0"/>
          <a:chExt cx="0" cy="0"/>
        </a:xfrm>
      </p:grpSpPr>
      <p:sp>
        <p:nvSpPr>
          <p:cNvPr id="3080" name="Google Shape;3080;p46"/>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When did globalization start?</a:t>
            </a:r>
            <a:endParaRPr/>
          </a:p>
        </p:txBody>
      </p:sp>
      <p:sp>
        <p:nvSpPr>
          <p:cNvPr id="3081" name="Google Shape;3081;p46"/>
          <p:cNvSpPr txBox="1">
            <a:spLocks noGrp="1"/>
          </p:cNvSpPr>
          <p:nvPr>
            <p:ph type="subTitle" idx="1"/>
          </p:nvPr>
        </p:nvSpPr>
        <p:spPr>
          <a:xfrm>
            <a:off x="1876921" y="2265882"/>
            <a:ext cx="2442300" cy="62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Venus </a:t>
            </a:r>
            <a:r>
              <a:rPr lang="en"/>
              <a:t>has a nice name and it’s the second planet from the Sun</a:t>
            </a:r>
            <a:endParaRPr/>
          </a:p>
        </p:txBody>
      </p:sp>
      <p:sp>
        <p:nvSpPr>
          <p:cNvPr id="3082" name="Google Shape;3082;p46"/>
          <p:cNvSpPr txBox="1">
            <a:spLocks noGrp="1"/>
          </p:cNvSpPr>
          <p:nvPr>
            <p:ph type="subTitle" idx="2"/>
          </p:nvPr>
        </p:nvSpPr>
        <p:spPr>
          <a:xfrm>
            <a:off x="5791201" y="2265882"/>
            <a:ext cx="2442300" cy="62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Earth </a:t>
            </a:r>
            <a:r>
              <a:rPr lang="en"/>
              <a:t>is the only one that harbors life in the Solar System</a:t>
            </a:r>
            <a:endParaRPr/>
          </a:p>
        </p:txBody>
      </p:sp>
      <p:sp>
        <p:nvSpPr>
          <p:cNvPr id="3083" name="Google Shape;3083;p46"/>
          <p:cNvSpPr txBox="1">
            <a:spLocks noGrp="1"/>
          </p:cNvSpPr>
          <p:nvPr>
            <p:ph type="subTitle" idx="3"/>
          </p:nvPr>
        </p:nvSpPr>
        <p:spPr>
          <a:xfrm>
            <a:off x="1876921" y="3675602"/>
            <a:ext cx="2442300" cy="62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a:t>
            </a:r>
            <a:r>
              <a:rPr lang="en" b="1"/>
              <a:t>Mars </a:t>
            </a:r>
            <a:r>
              <a:rPr lang="en"/>
              <a:t>is actually a cold place</a:t>
            </a:r>
            <a:endParaRPr/>
          </a:p>
        </p:txBody>
      </p:sp>
      <p:sp>
        <p:nvSpPr>
          <p:cNvPr id="3084" name="Google Shape;3084;p46"/>
          <p:cNvSpPr txBox="1">
            <a:spLocks noGrp="1"/>
          </p:cNvSpPr>
          <p:nvPr>
            <p:ph type="subTitle" idx="4"/>
          </p:nvPr>
        </p:nvSpPr>
        <p:spPr>
          <a:xfrm>
            <a:off x="5791201" y="3675602"/>
            <a:ext cx="2442300" cy="62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Jupiter </a:t>
            </a:r>
            <a:r>
              <a:rPr lang="en"/>
              <a:t>is a gas giant and the biggest planet in the System</a:t>
            </a:r>
            <a:endParaRPr/>
          </a:p>
        </p:txBody>
      </p:sp>
      <p:sp>
        <p:nvSpPr>
          <p:cNvPr id="3085" name="Google Shape;3085;p46"/>
          <p:cNvSpPr/>
          <p:nvPr/>
        </p:nvSpPr>
        <p:spPr>
          <a:xfrm>
            <a:off x="913025" y="1854174"/>
            <a:ext cx="887700" cy="8877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46"/>
          <p:cNvSpPr/>
          <p:nvPr/>
        </p:nvSpPr>
        <p:spPr>
          <a:xfrm>
            <a:off x="910500" y="3263851"/>
            <a:ext cx="887700" cy="8877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46"/>
          <p:cNvSpPr/>
          <p:nvPr/>
        </p:nvSpPr>
        <p:spPr>
          <a:xfrm>
            <a:off x="4824776" y="1854174"/>
            <a:ext cx="887700" cy="8877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46"/>
          <p:cNvSpPr/>
          <p:nvPr/>
        </p:nvSpPr>
        <p:spPr>
          <a:xfrm>
            <a:off x="4824769" y="3263851"/>
            <a:ext cx="887700" cy="8877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46"/>
          <p:cNvSpPr txBox="1">
            <a:spLocks noGrp="1"/>
          </p:cNvSpPr>
          <p:nvPr>
            <p:ph type="subTitle" idx="5"/>
          </p:nvPr>
        </p:nvSpPr>
        <p:spPr>
          <a:xfrm>
            <a:off x="1876900" y="1854075"/>
            <a:ext cx="2442300" cy="46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Columbus’ voyages</a:t>
            </a:r>
            <a:endParaRPr/>
          </a:p>
        </p:txBody>
      </p:sp>
      <p:sp>
        <p:nvSpPr>
          <p:cNvPr id="3090" name="Google Shape;3090;p46"/>
          <p:cNvSpPr txBox="1">
            <a:spLocks noGrp="1"/>
          </p:cNvSpPr>
          <p:nvPr>
            <p:ph type="subTitle" idx="6"/>
          </p:nvPr>
        </p:nvSpPr>
        <p:spPr>
          <a:xfrm>
            <a:off x="1876900" y="3263845"/>
            <a:ext cx="2442300" cy="46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New World</a:t>
            </a:r>
            <a:endParaRPr/>
          </a:p>
        </p:txBody>
      </p:sp>
      <p:sp>
        <p:nvSpPr>
          <p:cNvPr id="3091" name="Google Shape;3091;p46"/>
          <p:cNvSpPr txBox="1">
            <a:spLocks noGrp="1"/>
          </p:cNvSpPr>
          <p:nvPr>
            <p:ph type="subTitle" idx="7"/>
          </p:nvPr>
        </p:nvSpPr>
        <p:spPr>
          <a:xfrm>
            <a:off x="5791200" y="1854075"/>
            <a:ext cx="2442300" cy="46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Political activities</a:t>
            </a:r>
            <a:endParaRPr/>
          </a:p>
        </p:txBody>
      </p:sp>
      <p:sp>
        <p:nvSpPr>
          <p:cNvPr id="3092" name="Google Shape;3092;p46"/>
          <p:cNvSpPr txBox="1">
            <a:spLocks noGrp="1"/>
          </p:cNvSpPr>
          <p:nvPr>
            <p:ph type="subTitle" idx="8"/>
          </p:nvPr>
        </p:nvSpPr>
        <p:spPr>
          <a:xfrm>
            <a:off x="5791200" y="3263845"/>
            <a:ext cx="2442300" cy="46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Cultural activities</a:t>
            </a:r>
            <a:endParaRPr/>
          </a:p>
        </p:txBody>
      </p:sp>
      <p:grpSp>
        <p:nvGrpSpPr>
          <p:cNvPr id="3093" name="Google Shape;3093;p46"/>
          <p:cNvGrpSpPr/>
          <p:nvPr/>
        </p:nvGrpSpPr>
        <p:grpSpPr>
          <a:xfrm>
            <a:off x="4980599" y="3421560"/>
            <a:ext cx="576059" cy="574256"/>
            <a:chOff x="836701" y="2056176"/>
            <a:chExt cx="334723" cy="333695"/>
          </a:xfrm>
        </p:grpSpPr>
        <p:sp>
          <p:nvSpPr>
            <p:cNvPr id="3094" name="Google Shape;3094;p46"/>
            <p:cNvSpPr/>
            <p:nvPr/>
          </p:nvSpPr>
          <p:spPr>
            <a:xfrm>
              <a:off x="836701" y="2056262"/>
              <a:ext cx="334723" cy="333609"/>
            </a:xfrm>
            <a:custGeom>
              <a:avLst/>
              <a:gdLst/>
              <a:ahLst/>
              <a:cxnLst/>
              <a:rect l="l" t="t" r="r" b="b"/>
              <a:pathLst>
                <a:path w="11720" h="11681" extrusionOk="0">
                  <a:moveTo>
                    <a:pt x="5861" y="1"/>
                  </a:moveTo>
                  <a:cubicBezTo>
                    <a:pt x="5821" y="1"/>
                    <a:pt x="5781" y="17"/>
                    <a:pt x="5753" y="50"/>
                  </a:cubicBezTo>
                  <a:lnTo>
                    <a:pt x="3964" y="2144"/>
                  </a:lnTo>
                  <a:cubicBezTo>
                    <a:pt x="3884" y="2239"/>
                    <a:pt x="3949" y="2379"/>
                    <a:pt x="4073" y="2379"/>
                  </a:cubicBezTo>
                  <a:lnTo>
                    <a:pt x="5092" y="2379"/>
                  </a:lnTo>
                  <a:cubicBezTo>
                    <a:pt x="5174" y="2379"/>
                    <a:pt x="5242" y="2445"/>
                    <a:pt x="5242" y="2531"/>
                  </a:cubicBezTo>
                  <a:lnTo>
                    <a:pt x="5242" y="5090"/>
                  </a:lnTo>
                  <a:cubicBezTo>
                    <a:pt x="5242" y="5173"/>
                    <a:pt x="5176" y="5242"/>
                    <a:pt x="5092" y="5242"/>
                  </a:cubicBezTo>
                  <a:lnTo>
                    <a:pt x="2547" y="5242"/>
                  </a:lnTo>
                  <a:cubicBezTo>
                    <a:pt x="2465" y="5242"/>
                    <a:pt x="2396" y="5174"/>
                    <a:pt x="2396" y="5090"/>
                  </a:cubicBezTo>
                  <a:lnTo>
                    <a:pt x="2396" y="4052"/>
                  </a:lnTo>
                  <a:cubicBezTo>
                    <a:pt x="2396" y="3967"/>
                    <a:pt x="2325" y="3909"/>
                    <a:pt x="2252" y="3909"/>
                  </a:cubicBezTo>
                  <a:cubicBezTo>
                    <a:pt x="2221" y="3909"/>
                    <a:pt x="2189" y="3919"/>
                    <a:pt x="2162" y="3942"/>
                  </a:cubicBezTo>
                  <a:lnTo>
                    <a:pt x="66" y="5731"/>
                  </a:lnTo>
                  <a:cubicBezTo>
                    <a:pt x="0" y="5790"/>
                    <a:pt x="0" y="5892"/>
                    <a:pt x="66" y="5948"/>
                  </a:cubicBezTo>
                  <a:lnTo>
                    <a:pt x="2162" y="7738"/>
                  </a:lnTo>
                  <a:cubicBezTo>
                    <a:pt x="2190" y="7762"/>
                    <a:pt x="2223" y="7773"/>
                    <a:pt x="2254" y="7773"/>
                  </a:cubicBezTo>
                  <a:cubicBezTo>
                    <a:pt x="2327" y="7773"/>
                    <a:pt x="2396" y="7715"/>
                    <a:pt x="2396" y="7628"/>
                  </a:cubicBezTo>
                  <a:lnTo>
                    <a:pt x="2396" y="6624"/>
                  </a:lnTo>
                  <a:cubicBezTo>
                    <a:pt x="2396" y="6542"/>
                    <a:pt x="2461" y="6474"/>
                    <a:pt x="2547" y="6474"/>
                  </a:cubicBezTo>
                  <a:lnTo>
                    <a:pt x="5092" y="6474"/>
                  </a:lnTo>
                  <a:cubicBezTo>
                    <a:pt x="5174" y="6474"/>
                    <a:pt x="5242" y="6540"/>
                    <a:pt x="5242" y="6624"/>
                  </a:cubicBezTo>
                  <a:lnTo>
                    <a:pt x="5242" y="9151"/>
                  </a:lnTo>
                  <a:cubicBezTo>
                    <a:pt x="5242" y="9233"/>
                    <a:pt x="5176" y="9300"/>
                    <a:pt x="5092" y="9300"/>
                  </a:cubicBezTo>
                  <a:lnTo>
                    <a:pt x="4070" y="9300"/>
                  </a:lnTo>
                  <a:cubicBezTo>
                    <a:pt x="3947" y="9300"/>
                    <a:pt x="3882" y="9444"/>
                    <a:pt x="3960" y="9536"/>
                  </a:cubicBezTo>
                  <a:lnTo>
                    <a:pt x="5748" y="11632"/>
                  </a:lnTo>
                  <a:cubicBezTo>
                    <a:pt x="5777" y="11664"/>
                    <a:pt x="5817" y="11681"/>
                    <a:pt x="5857" y="11681"/>
                  </a:cubicBezTo>
                  <a:cubicBezTo>
                    <a:pt x="5897" y="11681"/>
                    <a:pt x="5936" y="11664"/>
                    <a:pt x="5965" y="11632"/>
                  </a:cubicBezTo>
                  <a:lnTo>
                    <a:pt x="7754" y="9536"/>
                  </a:lnTo>
                  <a:cubicBezTo>
                    <a:pt x="7834" y="9443"/>
                    <a:pt x="7768" y="9300"/>
                    <a:pt x="7644" y="9300"/>
                  </a:cubicBezTo>
                  <a:lnTo>
                    <a:pt x="6622" y="9300"/>
                  </a:lnTo>
                  <a:cubicBezTo>
                    <a:pt x="6540" y="9300"/>
                    <a:pt x="6472" y="9235"/>
                    <a:pt x="6472" y="9151"/>
                  </a:cubicBezTo>
                  <a:lnTo>
                    <a:pt x="6472" y="6624"/>
                  </a:lnTo>
                  <a:cubicBezTo>
                    <a:pt x="6472" y="6542"/>
                    <a:pt x="6538" y="6474"/>
                    <a:pt x="6622" y="6474"/>
                  </a:cubicBezTo>
                  <a:lnTo>
                    <a:pt x="9167" y="6474"/>
                  </a:lnTo>
                  <a:cubicBezTo>
                    <a:pt x="9249" y="6474"/>
                    <a:pt x="9318" y="6540"/>
                    <a:pt x="9318" y="6624"/>
                  </a:cubicBezTo>
                  <a:lnTo>
                    <a:pt x="9318" y="7630"/>
                  </a:lnTo>
                  <a:cubicBezTo>
                    <a:pt x="9318" y="7716"/>
                    <a:pt x="9388" y="7773"/>
                    <a:pt x="9462" y="7773"/>
                  </a:cubicBezTo>
                  <a:cubicBezTo>
                    <a:pt x="9493" y="7773"/>
                    <a:pt x="9525" y="7763"/>
                    <a:pt x="9552" y="7739"/>
                  </a:cubicBezTo>
                  <a:lnTo>
                    <a:pt x="11648" y="5950"/>
                  </a:lnTo>
                  <a:cubicBezTo>
                    <a:pt x="11719" y="5892"/>
                    <a:pt x="11719" y="5790"/>
                    <a:pt x="11652" y="5731"/>
                  </a:cubicBezTo>
                  <a:lnTo>
                    <a:pt x="9558" y="3942"/>
                  </a:lnTo>
                  <a:cubicBezTo>
                    <a:pt x="9530" y="3919"/>
                    <a:pt x="9497" y="3908"/>
                    <a:pt x="9466" y="3908"/>
                  </a:cubicBezTo>
                  <a:cubicBezTo>
                    <a:pt x="9392" y="3908"/>
                    <a:pt x="9322" y="3966"/>
                    <a:pt x="9322" y="4052"/>
                  </a:cubicBezTo>
                  <a:lnTo>
                    <a:pt x="9322" y="5090"/>
                  </a:lnTo>
                  <a:cubicBezTo>
                    <a:pt x="9322" y="5173"/>
                    <a:pt x="9256" y="5242"/>
                    <a:pt x="9172" y="5242"/>
                  </a:cubicBezTo>
                  <a:lnTo>
                    <a:pt x="6627" y="5242"/>
                  </a:lnTo>
                  <a:cubicBezTo>
                    <a:pt x="6545" y="5242"/>
                    <a:pt x="6476" y="5174"/>
                    <a:pt x="6476" y="5090"/>
                  </a:cubicBezTo>
                  <a:lnTo>
                    <a:pt x="6476" y="2531"/>
                  </a:lnTo>
                  <a:cubicBezTo>
                    <a:pt x="6476" y="2449"/>
                    <a:pt x="6542" y="2379"/>
                    <a:pt x="6627" y="2379"/>
                  </a:cubicBezTo>
                  <a:lnTo>
                    <a:pt x="7650" y="2379"/>
                  </a:lnTo>
                  <a:cubicBezTo>
                    <a:pt x="7770" y="2379"/>
                    <a:pt x="7836" y="2235"/>
                    <a:pt x="7759" y="2144"/>
                  </a:cubicBezTo>
                  <a:lnTo>
                    <a:pt x="5970" y="50"/>
                  </a:lnTo>
                  <a:cubicBezTo>
                    <a:pt x="5941" y="17"/>
                    <a:pt x="5901" y="1"/>
                    <a:pt x="586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46"/>
            <p:cNvSpPr/>
            <p:nvPr/>
          </p:nvSpPr>
          <p:spPr>
            <a:xfrm>
              <a:off x="947542" y="2056176"/>
              <a:ext cx="67859" cy="68001"/>
            </a:xfrm>
            <a:custGeom>
              <a:avLst/>
              <a:gdLst/>
              <a:ahLst/>
              <a:cxnLst/>
              <a:rect l="l" t="t" r="r" b="b"/>
              <a:pathLst>
                <a:path w="2376" h="2381" extrusionOk="0">
                  <a:moveTo>
                    <a:pt x="1976" y="0"/>
                  </a:moveTo>
                  <a:cubicBezTo>
                    <a:pt x="1936" y="0"/>
                    <a:pt x="1897" y="17"/>
                    <a:pt x="1868" y="51"/>
                  </a:cubicBezTo>
                  <a:lnTo>
                    <a:pt x="79" y="2145"/>
                  </a:lnTo>
                  <a:cubicBezTo>
                    <a:pt x="1" y="2238"/>
                    <a:pt x="66" y="2381"/>
                    <a:pt x="189" y="2381"/>
                  </a:cubicBezTo>
                  <a:lnTo>
                    <a:pt x="987" y="2381"/>
                  </a:lnTo>
                  <a:cubicBezTo>
                    <a:pt x="866" y="2381"/>
                    <a:pt x="800" y="2236"/>
                    <a:pt x="877" y="2145"/>
                  </a:cubicBezTo>
                  <a:lnTo>
                    <a:pt x="2376" y="391"/>
                  </a:lnTo>
                  <a:lnTo>
                    <a:pt x="2084" y="51"/>
                  </a:lnTo>
                  <a:cubicBezTo>
                    <a:pt x="2055" y="17"/>
                    <a:pt x="2016" y="0"/>
                    <a:pt x="197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46"/>
            <p:cNvSpPr/>
            <p:nvPr/>
          </p:nvSpPr>
          <p:spPr>
            <a:xfrm>
              <a:off x="1098653" y="2167788"/>
              <a:ext cx="27132" cy="38099"/>
            </a:xfrm>
            <a:custGeom>
              <a:avLst/>
              <a:gdLst/>
              <a:ahLst/>
              <a:cxnLst/>
              <a:rect l="l" t="t" r="r" b="b"/>
              <a:pathLst>
                <a:path w="950" h="1334" extrusionOk="0">
                  <a:moveTo>
                    <a:pt x="293" y="0"/>
                  </a:moveTo>
                  <a:cubicBezTo>
                    <a:pt x="219" y="0"/>
                    <a:pt x="150" y="59"/>
                    <a:pt x="150" y="145"/>
                  </a:cubicBezTo>
                  <a:lnTo>
                    <a:pt x="150" y="1184"/>
                  </a:lnTo>
                  <a:cubicBezTo>
                    <a:pt x="150" y="1266"/>
                    <a:pt x="84" y="1333"/>
                    <a:pt x="0" y="1333"/>
                  </a:cubicBezTo>
                  <a:lnTo>
                    <a:pt x="798" y="1333"/>
                  </a:lnTo>
                  <a:cubicBezTo>
                    <a:pt x="880" y="1333"/>
                    <a:pt x="950" y="1266"/>
                    <a:pt x="950" y="1184"/>
                  </a:cubicBezTo>
                  <a:lnTo>
                    <a:pt x="950" y="517"/>
                  </a:lnTo>
                  <a:lnTo>
                    <a:pt x="386" y="35"/>
                  </a:lnTo>
                  <a:cubicBezTo>
                    <a:pt x="357" y="11"/>
                    <a:pt x="325" y="0"/>
                    <a:pt x="293"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46"/>
            <p:cNvSpPr/>
            <p:nvPr/>
          </p:nvSpPr>
          <p:spPr>
            <a:xfrm>
              <a:off x="982128" y="2124149"/>
              <a:ext cx="27132" cy="81739"/>
            </a:xfrm>
            <a:custGeom>
              <a:avLst/>
              <a:gdLst/>
              <a:ahLst/>
              <a:cxnLst/>
              <a:rect l="l" t="t" r="r" b="b"/>
              <a:pathLst>
                <a:path w="950" h="2862" extrusionOk="0">
                  <a:moveTo>
                    <a:pt x="0" y="1"/>
                  </a:moveTo>
                  <a:cubicBezTo>
                    <a:pt x="82" y="1"/>
                    <a:pt x="150" y="66"/>
                    <a:pt x="150" y="150"/>
                  </a:cubicBezTo>
                  <a:lnTo>
                    <a:pt x="150" y="2712"/>
                  </a:lnTo>
                  <a:cubicBezTo>
                    <a:pt x="150" y="2794"/>
                    <a:pt x="84" y="2861"/>
                    <a:pt x="0" y="2861"/>
                  </a:cubicBezTo>
                  <a:lnTo>
                    <a:pt x="798" y="2861"/>
                  </a:lnTo>
                  <a:cubicBezTo>
                    <a:pt x="880" y="2861"/>
                    <a:pt x="949" y="2796"/>
                    <a:pt x="949" y="2712"/>
                  </a:cubicBezTo>
                  <a:lnTo>
                    <a:pt x="949" y="150"/>
                  </a:lnTo>
                  <a:cubicBezTo>
                    <a:pt x="949" y="68"/>
                    <a:pt x="882" y="1"/>
                    <a:pt x="798"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46"/>
            <p:cNvSpPr/>
            <p:nvPr/>
          </p:nvSpPr>
          <p:spPr>
            <a:xfrm>
              <a:off x="982128" y="2241159"/>
              <a:ext cx="27132" cy="80739"/>
            </a:xfrm>
            <a:custGeom>
              <a:avLst/>
              <a:gdLst/>
              <a:ahLst/>
              <a:cxnLst/>
              <a:rect l="l" t="t" r="r" b="b"/>
              <a:pathLst>
                <a:path w="950" h="2827" extrusionOk="0">
                  <a:moveTo>
                    <a:pt x="0" y="0"/>
                  </a:moveTo>
                  <a:cubicBezTo>
                    <a:pt x="82" y="0"/>
                    <a:pt x="150" y="66"/>
                    <a:pt x="150" y="150"/>
                  </a:cubicBezTo>
                  <a:lnTo>
                    <a:pt x="150" y="2677"/>
                  </a:lnTo>
                  <a:cubicBezTo>
                    <a:pt x="150" y="2761"/>
                    <a:pt x="82" y="2826"/>
                    <a:pt x="0" y="2826"/>
                  </a:cubicBezTo>
                  <a:lnTo>
                    <a:pt x="798" y="2826"/>
                  </a:lnTo>
                  <a:cubicBezTo>
                    <a:pt x="880" y="2826"/>
                    <a:pt x="949" y="2761"/>
                    <a:pt x="949" y="2677"/>
                  </a:cubicBezTo>
                  <a:lnTo>
                    <a:pt x="949" y="150"/>
                  </a:lnTo>
                  <a:cubicBezTo>
                    <a:pt x="949" y="68"/>
                    <a:pt x="882" y="0"/>
                    <a:pt x="798"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46"/>
            <p:cNvSpPr/>
            <p:nvPr/>
          </p:nvSpPr>
          <p:spPr>
            <a:xfrm>
              <a:off x="836758" y="2167845"/>
              <a:ext cx="68487" cy="110356"/>
            </a:xfrm>
            <a:custGeom>
              <a:avLst/>
              <a:gdLst/>
              <a:ahLst/>
              <a:cxnLst/>
              <a:rect l="l" t="t" r="r" b="b"/>
              <a:pathLst>
                <a:path w="2398" h="3864" extrusionOk="0">
                  <a:moveTo>
                    <a:pt x="2252" y="0"/>
                  </a:moveTo>
                  <a:cubicBezTo>
                    <a:pt x="2221" y="0"/>
                    <a:pt x="2189" y="11"/>
                    <a:pt x="2162" y="33"/>
                  </a:cubicBezTo>
                  <a:lnTo>
                    <a:pt x="66" y="1822"/>
                  </a:lnTo>
                  <a:cubicBezTo>
                    <a:pt x="0" y="1879"/>
                    <a:pt x="0" y="1983"/>
                    <a:pt x="66" y="2040"/>
                  </a:cubicBezTo>
                  <a:lnTo>
                    <a:pt x="2162" y="3829"/>
                  </a:lnTo>
                  <a:cubicBezTo>
                    <a:pt x="2190" y="3853"/>
                    <a:pt x="2222" y="3864"/>
                    <a:pt x="2254" y="3864"/>
                  </a:cubicBezTo>
                  <a:cubicBezTo>
                    <a:pt x="2328" y="3864"/>
                    <a:pt x="2397" y="3805"/>
                    <a:pt x="2397" y="3719"/>
                  </a:cubicBezTo>
                  <a:lnTo>
                    <a:pt x="2397" y="3345"/>
                  </a:lnTo>
                  <a:lnTo>
                    <a:pt x="866" y="2041"/>
                  </a:lnTo>
                  <a:cubicBezTo>
                    <a:pt x="800" y="1985"/>
                    <a:pt x="800" y="1883"/>
                    <a:pt x="866" y="1824"/>
                  </a:cubicBezTo>
                  <a:lnTo>
                    <a:pt x="2397" y="517"/>
                  </a:lnTo>
                  <a:lnTo>
                    <a:pt x="2397" y="143"/>
                  </a:lnTo>
                  <a:cubicBezTo>
                    <a:pt x="2397" y="58"/>
                    <a:pt x="2326" y="0"/>
                    <a:pt x="2252"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46"/>
            <p:cNvSpPr/>
            <p:nvPr/>
          </p:nvSpPr>
          <p:spPr>
            <a:xfrm>
              <a:off x="1098653" y="2241159"/>
              <a:ext cx="27132" cy="37128"/>
            </a:xfrm>
            <a:custGeom>
              <a:avLst/>
              <a:gdLst/>
              <a:ahLst/>
              <a:cxnLst/>
              <a:rect l="l" t="t" r="r" b="b"/>
              <a:pathLst>
                <a:path w="950" h="1300" extrusionOk="0">
                  <a:moveTo>
                    <a:pt x="0" y="0"/>
                  </a:moveTo>
                  <a:cubicBezTo>
                    <a:pt x="83" y="0"/>
                    <a:pt x="150" y="66"/>
                    <a:pt x="150" y="150"/>
                  </a:cubicBezTo>
                  <a:lnTo>
                    <a:pt x="150" y="1156"/>
                  </a:lnTo>
                  <a:cubicBezTo>
                    <a:pt x="150" y="1242"/>
                    <a:pt x="221" y="1299"/>
                    <a:pt x="295" y="1299"/>
                  </a:cubicBezTo>
                  <a:cubicBezTo>
                    <a:pt x="326" y="1299"/>
                    <a:pt x="358" y="1289"/>
                    <a:pt x="386" y="1265"/>
                  </a:cubicBezTo>
                  <a:lnTo>
                    <a:pt x="950" y="785"/>
                  </a:lnTo>
                  <a:lnTo>
                    <a:pt x="950" y="150"/>
                  </a:lnTo>
                  <a:cubicBezTo>
                    <a:pt x="950" y="68"/>
                    <a:pt x="882" y="0"/>
                    <a:pt x="798"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46"/>
            <p:cNvSpPr/>
            <p:nvPr/>
          </p:nvSpPr>
          <p:spPr>
            <a:xfrm>
              <a:off x="947599" y="2321870"/>
              <a:ext cx="67859" cy="68001"/>
            </a:xfrm>
            <a:custGeom>
              <a:avLst/>
              <a:gdLst/>
              <a:ahLst/>
              <a:cxnLst/>
              <a:rect l="l" t="t" r="r" b="b"/>
              <a:pathLst>
                <a:path w="2376" h="2381" extrusionOk="0">
                  <a:moveTo>
                    <a:pt x="189" y="0"/>
                  </a:moveTo>
                  <a:cubicBezTo>
                    <a:pt x="68" y="0"/>
                    <a:pt x="1" y="144"/>
                    <a:pt x="79" y="236"/>
                  </a:cubicBezTo>
                  <a:lnTo>
                    <a:pt x="1868" y="2332"/>
                  </a:lnTo>
                  <a:cubicBezTo>
                    <a:pt x="1896" y="2364"/>
                    <a:pt x="1936" y="2381"/>
                    <a:pt x="1976" y="2381"/>
                  </a:cubicBezTo>
                  <a:cubicBezTo>
                    <a:pt x="2016" y="2381"/>
                    <a:pt x="2056" y="2364"/>
                    <a:pt x="2085" y="2332"/>
                  </a:cubicBezTo>
                  <a:lnTo>
                    <a:pt x="2376" y="1990"/>
                  </a:lnTo>
                  <a:lnTo>
                    <a:pt x="877" y="236"/>
                  </a:lnTo>
                  <a:cubicBezTo>
                    <a:pt x="798" y="143"/>
                    <a:pt x="864" y="0"/>
                    <a:pt x="98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02" name="Google Shape;3102;p46"/>
          <p:cNvGrpSpPr/>
          <p:nvPr/>
        </p:nvGrpSpPr>
        <p:grpSpPr>
          <a:xfrm>
            <a:off x="1089513" y="2010830"/>
            <a:ext cx="529659" cy="574403"/>
            <a:chOff x="2436603" y="1466212"/>
            <a:chExt cx="307763" cy="333781"/>
          </a:xfrm>
        </p:grpSpPr>
        <p:sp>
          <p:nvSpPr>
            <p:cNvPr id="3103" name="Google Shape;3103;p46"/>
            <p:cNvSpPr/>
            <p:nvPr/>
          </p:nvSpPr>
          <p:spPr>
            <a:xfrm>
              <a:off x="2663769" y="1649082"/>
              <a:ext cx="61804" cy="52550"/>
            </a:xfrm>
            <a:custGeom>
              <a:avLst/>
              <a:gdLst/>
              <a:ahLst/>
              <a:cxnLst/>
              <a:rect l="l" t="t" r="r" b="b"/>
              <a:pathLst>
                <a:path w="2164" h="1840" extrusionOk="0">
                  <a:moveTo>
                    <a:pt x="1607" y="0"/>
                  </a:moveTo>
                  <a:cubicBezTo>
                    <a:pt x="1431" y="0"/>
                    <a:pt x="1257" y="84"/>
                    <a:pt x="1149" y="241"/>
                  </a:cubicBezTo>
                  <a:lnTo>
                    <a:pt x="130" y="1708"/>
                  </a:lnTo>
                  <a:cubicBezTo>
                    <a:pt x="97" y="1756"/>
                    <a:pt x="53" y="1794"/>
                    <a:pt x="1" y="1816"/>
                  </a:cubicBezTo>
                  <a:lnTo>
                    <a:pt x="207" y="1838"/>
                  </a:lnTo>
                  <a:cubicBezTo>
                    <a:pt x="217" y="1839"/>
                    <a:pt x="226" y="1839"/>
                    <a:pt x="236" y="1839"/>
                  </a:cubicBezTo>
                  <a:cubicBezTo>
                    <a:pt x="304" y="1839"/>
                    <a:pt x="372" y="1818"/>
                    <a:pt x="428" y="1778"/>
                  </a:cubicBezTo>
                  <a:lnTo>
                    <a:pt x="1870" y="743"/>
                  </a:lnTo>
                  <a:cubicBezTo>
                    <a:pt x="1948" y="688"/>
                    <a:pt x="2034" y="653"/>
                    <a:pt x="2124" y="642"/>
                  </a:cubicBezTo>
                  <a:cubicBezTo>
                    <a:pt x="2146" y="641"/>
                    <a:pt x="2164" y="619"/>
                    <a:pt x="2162" y="597"/>
                  </a:cubicBezTo>
                  <a:cubicBezTo>
                    <a:pt x="2158" y="414"/>
                    <a:pt x="2074" y="213"/>
                    <a:pt x="1927" y="104"/>
                  </a:cubicBezTo>
                  <a:cubicBezTo>
                    <a:pt x="1830" y="34"/>
                    <a:pt x="1718" y="0"/>
                    <a:pt x="1607" y="0"/>
                  </a:cubicBezTo>
                  <a:close/>
                </a:path>
              </a:pathLst>
            </a:custGeom>
            <a:solidFill>
              <a:srgbClr val="FFBD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46"/>
            <p:cNvSpPr/>
            <p:nvPr/>
          </p:nvSpPr>
          <p:spPr>
            <a:xfrm>
              <a:off x="2663712" y="1649082"/>
              <a:ext cx="55721" cy="52522"/>
            </a:xfrm>
            <a:custGeom>
              <a:avLst/>
              <a:gdLst/>
              <a:ahLst/>
              <a:cxnLst/>
              <a:rect l="l" t="t" r="r" b="b"/>
              <a:pathLst>
                <a:path w="1951" h="1839" extrusionOk="0">
                  <a:moveTo>
                    <a:pt x="1607" y="0"/>
                  </a:moveTo>
                  <a:cubicBezTo>
                    <a:pt x="1431" y="0"/>
                    <a:pt x="1257" y="84"/>
                    <a:pt x="1149" y="241"/>
                  </a:cubicBezTo>
                  <a:lnTo>
                    <a:pt x="130" y="1708"/>
                  </a:lnTo>
                  <a:cubicBezTo>
                    <a:pt x="97" y="1756"/>
                    <a:pt x="54" y="1794"/>
                    <a:pt x="1" y="1816"/>
                  </a:cubicBezTo>
                  <a:lnTo>
                    <a:pt x="207" y="1838"/>
                  </a:lnTo>
                  <a:cubicBezTo>
                    <a:pt x="215" y="1839"/>
                    <a:pt x="223" y="1839"/>
                    <a:pt x="232" y="1839"/>
                  </a:cubicBezTo>
                  <a:cubicBezTo>
                    <a:pt x="301" y="1839"/>
                    <a:pt x="371" y="1819"/>
                    <a:pt x="428" y="1778"/>
                  </a:cubicBezTo>
                  <a:lnTo>
                    <a:pt x="1180" y="1237"/>
                  </a:lnTo>
                  <a:cubicBezTo>
                    <a:pt x="1186" y="1236"/>
                    <a:pt x="1187" y="1230"/>
                    <a:pt x="1193" y="1227"/>
                  </a:cubicBezTo>
                  <a:lnTo>
                    <a:pt x="1877" y="241"/>
                  </a:lnTo>
                  <a:cubicBezTo>
                    <a:pt x="1892" y="215"/>
                    <a:pt x="1914" y="193"/>
                    <a:pt x="1932" y="171"/>
                  </a:cubicBezTo>
                  <a:cubicBezTo>
                    <a:pt x="1950" y="151"/>
                    <a:pt x="1950" y="120"/>
                    <a:pt x="1927" y="104"/>
                  </a:cubicBezTo>
                  <a:cubicBezTo>
                    <a:pt x="1830" y="34"/>
                    <a:pt x="1718" y="0"/>
                    <a:pt x="1607" y="0"/>
                  </a:cubicBezTo>
                  <a:close/>
                </a:path>
              </a:pathLst>
            </a:custGeom>
            <a:solidFill>
              <a:srgbClr val="F6A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46"/>
            <p:cNvSpPr/>
            <p:nvPr/>
          </p:nvSpPr>
          <p:spPr>
            <a:xfrm>
              <a:off x="2517057" y="1466612"/>
              <a:ext cx="202690" cy="216485"/>
            </a:xfrm>
            <a:custGeom>
              <a:avLst/>
              <a:gdLst/>
              <a:ahLst/>
              <a:cxnLst/>
              <a:rect l="l" t="t" r="r" b="b"/>
              <a:pathLst>
                <a:path w="7097" h="7580" extrusionOk="0">
                  <a:moveTo>
                    <a:pt x="4420" y="1"/>
                  </a:moveTo>
                  <a:cubicBezTo>
                    <a:pt x="4380" y="107"/>
                    <a:pt x="4272" y="222"/>
                    <a:pt x="4230" y="326"/>
                  </a:cubicBezTo>
                  <a:cubicBezTo>
                    <a:pt x="4208" y="377"/>
                    <a:pt x="4203" y="432"/>
                    <a:pt x="4185" y="481"/>
                  </a:cubicBezTo>
                  <a:cubicBezTo>
                    <a:pt x="4166" y="532"/>
                    <a:pt x="4126" y="582"/>
                    <a:pt x="4075" y="589"/>
                  </a:cubicBezTo>
                  <a:cubicBezTo>
                    <a:pt x="4059" y="591"/>
                    <a:pt x="4040" y="589"/>
                    <a:pt x="4026" y="596"/>
                  </a:cubicBezTo>
                  <a:cubicBezTo>
                    <a:pt x="3986" y="614"/>
                    <a:pt x="3987" y="673"/>
                    <a:pt x="3969" y="715"/>
                  </a:cubicBezTo>
                  <a:cubicBezTo>
                    <a:pt x="3949" y="759"/>
                    <a:pt x="3902" y="780"/>
                    <a:pt x="3852" y="786"/>
                  </a:cubicBezTo>
                  <a:cubicBezTo>
                    <a:pt x="3850" y="786"/>
                    <a:pt x="3847" y="786"/>
                    <a:pt x="3844" y="786"/>
                  </a:cubicBezTo>
                  <a:cubicBezTo>
                    <a:pt x="3800" y="786"/>
                    <a:pt x="3757" y="772"/>
                    <a:pt x="3714" y="760"/>
                  </a:cubicBezTo>
                  <a:cubicBezTo>
                    <a:pt x="3655" y="742"/>
                    <a:pt x="3591" y="720"/>
                    <a:pt x="3557" y="671"/>
                  </a:cubicBezTo>
                  <a:cubicBezTo>
                    <a:pt x="3536" y="644"/>
                    <a:pt x="3529" y="609"/>
                    <a:pt x="3511" y="580"/>
                  </a:cubicBezTo>
                  <a:cubicBezTo>
                    <a:pt x="3482" y="527"/>
                    <a:pt x="3427" y="498"/>
                    <a:pt x="3378" y="461"/>
                  </a:cubicBezTo>
                  <a:cubicBezTo>
                    <a:pt x="3268" y="381"/>
                    <a:pt x="3182" y="242"/>
                    <a:pt x="3126" y="109"/>
                  </a:cubicBezTo>
                  <a:cubicBezTo>
                    <a:pt x="2901" y="169"/>
                    <a:pt x="2680" y="249"/>
                    <a:pt x="2468" y="350"/>
                  </a:cubicBezTo>
                  <a:lnTo>
                    <a:pt x="2478" y="362"/>
                  </a:lnTo>
                  <a:cubicBezTo>
                    <a:pt x="2481" y="414"/>
                    <a:pt x="2507" y="459"/>
                    <a:pt x="2545" y="490"/>
                  </a:cubicBezTo>
                  <a:lnTo>
                    <a:pt x="2824" y="715"/>
                  </a:lnTo>
                  <a:cubicBezTo>
                    <a:pt x="2861" y="744"/>
                    <a:pt x="2881" y="788"/>
                    <a:pt x="2881" y="835"/>
                  </a:cubicBezTo>
                  <a:lnTo>
                    <a:pt x="2881" y="1153"/>
                  </a:lnTo>
                  <a:cubicBezTo>
                    <a:pt x="2881" y="1255"/>
                    <a:pt x="2965" y="1339"/>
                    <a:pt x="3067" y="1339"/>
                  </a:cubicBezTo>
                  <a:lnTo>
                    <a:pt x="3199" y="1339"/>
                  </a:lnTo>
                  <a:cubicBezTo>
                    <a:pt x="3283" y="1339"/>
                    <a:pt x="3354" y="1408"/>
                    <a:pt x="3354" y="1494"/>
                  </a:cubicBezTo>
                  <a:lnTo>
                    <a:pt x="3354" y="1646"/>
                  </a:lnTo>
                  <a:cubicBezTo>
                    <a:pt x="3354" y="1693"/>
                    <a:pt x="3330" y="1741"/>
                    <a:pt x="3292" y="1768"/>
                  </a:cubicBezTo>
                  <a:lnTo>
                    <a:pt x="2529" y="2334"/>
                  </a:lnTo>
                  <a:cubicBezTo>
                    <a:pt x="2501" y="2354"/>
                    <a:pt x="2470" y="2363"/>
                    <a:pt x="2437" y="2363"/>
                  </a:cubicBezTo>
                  <a:lnTo>
                    <a:pt x="1966" y="2363"/>
                  </a:lnTo>
                  <a:cubicBezTo>
                    <a:pt x="1862" y="2363"/>
                    <a:pt x="1778" y="2449"/>
                    <a:pt x="1778" y="2551"/>
                  </a:cubicBezTo>
                  <a:lnTo>
                    <a:pt x="1778" y="2862"/>
                  </a:lnTo>
                  <a:cubicBezTo>
                    <a:pt x="1778" y="2911"/>
                    <a:pt x="1798" y="2957"/>
                    <a:pt x="1833" y="2993"/>
                  </a:cubicBezTo>
                  <a:lnTo>
                    <a:pt x="2164" y="3325"/>
                  </a:lnTo>
                  <a:cubicBezTo>
                    <a:pt x="2198" y="3358"/>
                    <a:pt x="2246" y="3380"/>
                    <a:pt x="2297" y="3380"/>
                  </a:cubicBezTo>
                  <a:lnTo>
                    <a:pt x="2762" y="3380"/>
                  </a:lnTo>
                  <a:cubicBezTo>
                    <a:pt x="2846" y="3380"/>
                    <a:pt x="2918" y="3448"/>
                    <a:pt x="2918" y="3535"/>
                  </a:cubicBezTo>
                  <a:lnTo>
                    <a:pt x="2918" y="3674"/>
                  </a:lnTo>
                  <a:cubicBezTo>
                    <a:pt x="2918" y="3776"/>
                    <a:pt x="3002" y="3860"/>
                    <a:pt x="3106" y="3860"/>
                  </a:cubicBezTo>
                  <a:lnTo>
                    <a:pt x="3429" y="3860"/>
                  </a:lnTo>
                  <a:cubicBezTo>
                    <a:pt x="3513" y="3860"/>
                    <a:pt x="3584" y="3930"/>
                    <a:pt x="3584" y="4015"/>
                  </a:cubicBezTo>
                  <a:cubicBezTo>
                    <a:pt x="3584" y="4120"/>
                    <a:pt x="3668" y="4203"/>
                    <a:pt x="3770" y="4203"/>
                  </a:cubicBezTo>
                  <a:lnTo>
                    <a:pt x="4194" y="4203"/>
                  </a:lnTo>
                  <a:cubicBezTo>
                    <a:pt x="4278" y="4203"/>
                    <a:pt x="4349" y="4271"/>
                    <a:pt x="4349" y="4359"/>
                  </a:cubicBezTo>
                  <a:lnTo>
                    <a:pt x="4349" y="4806"/>
                  </a:lnTo>
                  <a:cubicBezTo>
                    <a:pt x="4349" y="4853"/>
                    <a:pt x="4329" y="4897"/>
                    <a:pt x="4292" y="4926"/>
                  </a:cubicBezTo>
                  <a:lnTo>
                    <a:pt x="3655" y="5443"/>
                  </a:lnTo>
                  <a:cubicBezTo>
                    <a:pt x="3611" y="5480"/>
                    <a:pt x="3586" y="5531"/>
                    <a:pt x="3586" y="5589"/>
                  </a:cubicBezTo>
                  <a:lnTo>
                    <a:pt x="3586" y="5808"/>
                  </a:lnTo>
                  <a:cubicBezTo>
                    <a:pt x="3586" y="5850"/>
                    <a:pt x="3568" y="5892"/>
                    <a:pt x="3538" y="5920"/>
                  </a:cubicBezTo>
                  <a:lnTo>
                    <a:pt x="3299" y="6142"/>
                  </a:lnTo>
                  <a:cubicBezTo>
                    <a:pt x="3263" y="6177"/>
                    <a:pt x="3239" y="6228"/>
                    <a:pt x="3239" y="6279"/>
                  </a:cubicBezTo>
                  <a:lnTo>
                    <a:pt x="3239" y="6767"/>
                  </a:lnTo>
                  <a:cubicBezTo>
                    <a:pt x="3239" y="6851"/>
                    <a:pt x="3171" y="6922"/>
                    <a:pt x="3084" y="6922"/>
                  </a:cubicBezTo>
                  <a:lnTo>
                    <a:pt x="2832" y="6922"/>
                  </a:lnTo>
                  <a:cubicBezTo>
                    <a:pt x="2746" y="6922"/>
                    <a:pt x="2675" y="6852"/>
                    <a:pt x="2675" y="6767"/>
                  </a:cubicBezTo>
                  <a:lnTo>
                    <a:pt x="2675" y="6456"/>
                  </a:lnTo>
                  <a:cubicBezTo>
                    <a:pt x="2675" y="6429"/>
                    <a:pt x="2669" y="6402"/>
                    <a:pt x="2657" y="6376"/>
                  </a:cubicBezTo>
                  <a:lnTo>
                    <a:pt x="2479" y="6005"/>
                  </a:lnTo>
                  <a:cubicBezTo>
                    <a:pt x="2470" y="5985"/>
                    <a:pt x="2463" y="5963"/>
                    <a:pt x="2463" y="5940"/>
                  </a:cubicBezTo>
                  <a:lnTo>
                    <a:pt x="2463" y="5237"/>
                  </a:lnTo>
                  <a:cubicBezTo>
                    <a:pt x="2463" y="5178"/>
                    <a:pt x="2434" y="5120"/>
                    <a:pt x="2386" y="5087"/>
                  </a:cubicBezTo>
                  <a:lnTo>
                    <a:pt x="1715" y="4603"/>
                  </a:lnTo>
                  <a:cubicBezTo>
                    <a:pt x="1674" y="4572"/>
                    <a:pt x="1651" y="4527"/>
                    <a:pt x="1651" y="4477"/>
                  </a:cubicBezTo>
                  <a:lnTo>
                    <a:pt x="1651" y="3992"/>
                  </a:lnTo>
                  <a:cubicBezTo>
                    <a:pt x="1651" y="3966"/>
                    <a:pt x="1658" y="3939"/>
                    <a:pt x="1671" y="3915"/>
                  </a:cubicBezTo>
                  <a:lnTo>
                    <a:pt x="1707" y="3851"/>
                  </a:lnTo>
                  <a:cubicBezTo>
                    <a:pt x="1749" y="3778"/>
                    <a:pt x="1735" y="3687"/>
                    <a:pt x="1676" y="3628"/>
                  </a:cubicBezTo>
                  <a:lnTo>
                    <a:pt x="1086" y="3044"/>
                  </a:lnTo>
                  <a:cubicBezTo>
                    <a:pt x="1057" y="3015"/>
                    <a:pt x="1041" y="2975"/>
                    <a:pt x="1041" y="2935"/>
                  </a:cubicBezTo>
                  <a:lnTo>
                    <a:pt x="1041" y="2562"/>
                  </a:lnTo>
                  <a:cubicBezTo>
                    <a:pt x="1041" y="2509"/>
                    <a:pt x="1019" y="2460"/>
                    <a:pt x="981" y="2425"/>
                  </a:cubicBezTo>
                  <a:lnTo>
                    <a:pt x="690" y="2159"/>
                  </a:lnTo>
                  <a:lnTo>
                    <a:pt x="676" y="2150"/>
                  </a:lnTo>
                  <a:lnTo>
                    <a:pt x="676" y="2150"/>
                  </a:lnTo>
                  <a:cubicBezTo>
                    <a:pt x="0" y="3559"/>
                    <a:pt x="247" y="5301"/>
                    <a:pt x="1415" y="6469"/>
                  </a:cubicBezTo>
                  <a:cubicBezTo>
                    <a:pt x="2156" y="7209"/>
                    <a:pt x="3128" y="7579"/>
                    <a:pt x="4099" y="7579"/>
                  </a:cubicBezTo>
                  <a:cubicBezTo>
                    <a:pt x="5070" y="7579"/>
                    <a:pt x="6040" y="7209"/>
                    <a:pt x="6781" y="6469"/>
                  </a:cubicBezTo>
                  <a:cubicBezTo>
                    <a:pt x="6881" y="6369"/>
                    <a:pt x="6972" y="6266"/>
                    <a:pt x="7060" y="6159"/>
                  </a:cubicBezTo>
                  <a:lnTo>
                    <a:pt x="7038" y="6159"/>
                  </a:lnTo>
                  <a:cubicBezTo>
                    <a:pt x="6919" y="6075"/>
                    <a:pt x="6832" y="5996"/>
                    <a:pt x="6755" y="5920"/>
                  </a:cubicBezTo>
                  <a:cubicBezTo>
                    <a:pt x="6571" y="5722"/>
                    <a:pt x="6448" y="5467"/>
                    <a:pt x="6408" y="5200"/>
                  </a:cubicBezTo>
                  <a:cubicBezTo>
                    <a:pt x="6403" y="5155"/>
                    <a:pt x="6397" y="5105"/>
                    <a:pt x="6394" y="5060"/>
                  </a:cubicBezTo>
                  <a:cubicBezTo>
                    <a:pt x="6386" y="4978"/>
                    <a:pt x="6377" y="4895"/>
                    <a:pt x="6357" y="4813"/>
                  </a:cubicBezTo>
                  <a:cubicBezTo>
                    <a:pt x="6330" y="4700"/>
                    <a:pt x="6277" y="4598"/>
                    <a:pt x="6226" y="4496"/>
                  </a:cubicBezTo>
                  <a:cubicBezTo>
                    <a:pt x="6160" y="4360"/>
                    <a:pt x="6096" y="4233"/>
                    <a:pt x="6083" y="4088"/>
                  </a:cubicBezTo>
                  <a:cubicBezTo>
                    <a:pt x="6065" y="3884"/>
                    <a:pt x="6160" y="3676"/>
                    <a:pt x="6330" y="3559"/>
                  </a:cubicBezTo>
                  <a:cubicBezTo>
                    <a:pt x="6430" y="3492"/>
                    <a:pt x="6549" y="3455"/>
                    <a:pt x="6664" y="3420"/>
                  </a:cubicBezTo>
                  <a:cubicBezTo>
                    <a:pt x="6773" y="3386"/>
                    <a:pt x="6886" y="3353"/>
                    <a:pt x="6983" y="3293"/>
                  </a:cubicBezTo>
                  <a:cubicBezTo>
                    <a:pt x="7009" y="3276"/>
                    <a:pt x="7036" y="3256"/>
                    <a:pt x="7047" y="3227"/>
                  </a:cubicBezTo>
                  <a:cubicBezTo>
                    <a:pt x="7067" y="3183"/>
                    <a:pt x="7047" y="3143"/>
                    <a:pt x="7033" y="3101"/>
                  </a:cubicBezTo>
                  <a:cubicBezTo>
                    <a:pt x="7025" y="3083"/>
                    <a:pt x="7018" y="3066"/>
                    <a:pt x="7014" y="3052"/>
                  </a:cubicBezTo>
                  <a:cubicBezTo>
                    <a:pt x="7000" y="2991"/>
                    <a:pt x="7022" y="2929"/>
                    <a:pt x="7043" y="2865"/>
                  </a:cubicBezTo>
                  <a:cubicBezTo>
                    <a:pt x="7051" y="2831"/>
                    <a:pt x="7064" y="2796"/>
                    <a:pt x="7071" y="2761"/>
                  </a:cubicBezTo>
                  <a:cubicBezTo>
                    <a:pt x="7096" y="2633"/>
                    <a:pt x="7045" y="2495"/>
                    <a:pt x="6945" y="2413"/>
                  </a:cubicBezTo>
                  <a:cubicBezTo>
                    <a:pt x="6881" y="2361"/>
                    <a:pt x="6802" y="2334"/>
                    <a:pt x="6722" y="2334"/>
                  </a:cubicBezTo>
                  <a:cubicBezTo>
                    <a:pt x="6671" y="2334"/>
                    <a:pt x="6624" y="2343"/>
                    <a:pt x="6578" y="2365"/>
                  </a:cubicBezTo>
                  <a:cubicBezTo>
                    <a:pt x="6562" y="2371"/>
                    <a:pt x="6545" y="2380"/>
                    <a:pt x="6532" y="2387"/>
                  </a:cubicBezTo>
                  <a:cubicBezTo>
                    <a:pt x="6509" y="2398"/>
                    <a:pt x="6487" y="2413"/>
                    <a:pt x="6463" y="2420"/>
                  </a:cubicBezTo>
                  <a:cubicBezTo>
                    <a:pt x="6441" y="2427"/>
                    <a:pt x="6420" y="2430"/>
                    <a:pt x="6398" y="2430"/>
                  </a:cubicBezTo>
                  <a:cubicBezTo>
                    <a:pt x="6314" y="2430"/>
                    <a:pt x="6229" y="2384"/>
                    <a:pt x="6142" y="2334"/>
                  </a:cubicBezTo>
                  <a:cubicBezTo>
                    <a:pt x="6092" y="2307"/>
                    <a:pt x="6041" y="2279"/>
                    <a:pt x="5992" y="2259"/>
                  </a:cubicBezTo>
                  <a:cubicBezTo>
                    <a:pt x="5899" y="2225"/>
                    <a:pt x="5798" y="2219"/>
                    <a:pt x="5700" y="2212"/>
                  </a:cubicBezTo>
                  <a:cubicBezTo>
                    <a:pt x="5629" y="2206"/>
                    <a:pt x="5554" y="2203"/>
                    <a:pt x="5483" y="2186"/>
                  </a:cubicBezTo>
                  <a:cubicBezTo>
                    <a:pt x="5379" y="2161"/>
                    <a:pt x="5280" y="2089"/>
                    <a:pt x="5234" y="2005"/>
                  </a:cubicBezTo>
                  <a:cubicBezTo>
                    <a:pt x="5207" y="1954"/>
                    <a:pt x="5200" y="1900"/>
                    <a:pt x="5220" y="1848"/>
                  </a:cubicBezTo>
                  <a:cubicBezTo>
                    <a:pt x="5234" y="1814"/>
                    <a:pt x="5254" y="1785"/>
                    <a:pt x="5280" y="1755"/>
                  </a:cubicBezTo>
                  <a:cubicBezTo>
                    <a:pt x="5300" y="1728"/>
                    <a:pt x="5322" y="1701"/>
                    <a:pt x="5337" y="1668"/>
                  </a:cubicBezTo>
                  <a:cubicBezTo>
                    <a:pt x="5368" y="1598"/>
                    <a:pt x="5364" y="1520"/>
                    <a:pt x="5362" y="1445"/>
                  </a:cubicBezTo>
                  <a:cubicBezTo>
                    <a:pt x="5358" y="1394"/>
                    <a:pt x="5357" y="1345"/>
                    <a:pt x="5364" y="1297"/>
                  </a:cubicBezTo>
                  <a:cubicBezTo>
                    <a:pt x="5375" y="1219"/>
                    <a:pt x="5417" y="1147"/>
                    <a:pt x="5455" y="1080"/>
                  </a:cubicBezTo>
                  <a:cubicBezTo>
                    <a:pt x="5503" y="996"/>
                    <a:pt x="5554" y="908"/>
                    <a:pt x="5554" y="808"/>
                  </a:cubicBezTo>
                  <a:cubicBezTo>
                    <a:pt x="5554" y="755"/>
                    <a:pt x="5541" y="706"/>
                    <a:pt x="5528" y="658"/>
                  </a:cubicBezTo>
                  <a:cubicBezTo>
                    <a:pt x="5521" y="634"/>
                    <a:pt x="5517" y="609"/>
                    <a:pt x="5512" y="587"/>
                  </a:cubicBezTo>
                  <a:cubicBezTo>
                    <a:pt x="5494" y="488"/>
                    <a:pt x="5503" y="388"/>
                    <a:pt x="5539" y="289"/>
                  </a:cubicBezTo>
                  <a:lnTo>
                    <a:pt x="5548" y="277"/>
                  </a:lnTo>
                  <a:cubicBezTo>
                    <a:pt x="5185" y="125"/>
                    <a:pt x="4805" y="34"/>
                    <a:pt x="44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46"/>
            <p:cNvSpPr/>
            <p:nvPr/>
          </p:nvSpPr>
          <p:spPr>
            <a:xfrm>
              <a:off x="2516685" y="1527787"/>
              <a:ext cx="130691" cy="155166"/>
            </a:xfrm>
            <a:custGeom>
              <a:avLst/>
              <a:gdLst/>
              <a:ahLst/>
              <a:cxnLst/>
              <a:rect l="l" t="t" r="r" b="b"/>
              <a:pathLst>
                <a:path w="4576" h="5433" extrusionOk="0">
                  <a:moveTo>
                    <a:pt x="676" y="0"/>
                  </a:moveTo>
                  <a:lnTo>
                    <a:pt x="676" y="0"/>
                  </a:lnTo>
                  <a:cubicBezTo>
                    <a:pt x="0" y="1412"/>
                    <a:pt x="247" y="3153"/>
                    <a:pt x="1415" y="4322"/>
                  </a:cubicBezTo>
                  <a:cubicBezTo>
                    <a:pt x="2157" y="5061"/>
                    <a:pt x="3126" y="5433"/>
                    <a:pt x="4097" y="5433"/>
                  </a:cubicBezTo>
                  <a:cubicBezTo>
                    <a:pt x="4257" y="5433"/>
                    <a:pt x="4416" y="5422"/>
                    <a:pt x="4575" y="5402"/>
                  </a:cubicBezTo>
                  <a:cubicBezTo>
                    <a:pt x="3991" y="5329"/>
                    <a:pt x="3420" y="5119"/>
                    <a:pt x="2912" y="4773"/>
                  </a:cubicBezTo>
                  <a:lnTo>
                    <a:pt x="2832" y="4773"/>
                  </a:lnTo>
                  <a:cubicBezTo>
                    <a:pt x="2748" y="4773"/>
                    <a:pt x="2677" y="4705"/>
                    <a:pt x="2677" y="4617"/>
                  </a:cubicBezTo>
                  <a:lnTo>
                    <a:pt x="2677" y="4595"/>
                  </a:lnTo>
                  <a:cubicBezTo>
                    <a:pt x="2573" y="4510"/>
                    <a:pt x="2472" y="4418"/>
                    <a:pt x="2374" y="4322"/>
                  </a:cubicBezTo>
                  <a:cubicBezTo>
                    <a:pt x="1497" y="3445"/>
                    <a:pt x="1140" y="2246"/>
                    <a:pt x="1298" y="1105"/>
                  </a:cubicBezTo>
                  <a:lnTo>
                    <a:pt x="1087" y="895"/>
                  </a:lnTo>
                  <a:cubicBezTo>
                    <a:pt x="1058" y="866"/>
                    <a:pt x="1041" y="827"/>
                    <a:pt x="1041" y="785"/>
                  </a:cubicBezTo>
                  <a:lnTo>
                    <a:pt x="1041" y="415"/>
                  </a:lnTo>
                  <a:cubicBezTo>
                    <a:pt x="1041" y="362"/>
                    <a:pt x="1017" y="311"/>
                    <a:pt x="979" y="278"/>
                  </a:cubicBezTo>
                  <a:lnTo>
                    <a:pt x="691" y="10"/>
                  </a:lnTo>
                  <a:lnTo>
                    <a:pt x="676"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46"/>
            <p:cNvSpPr/>
            <p:nvPr/>
          </p:nvSpPr>
          <p:spPr>
            <a:xfrm>
              <a:off x="2587343" y="1469868"/>
              <a:ext cx="24162" cy="17107"/>
            </a:xfrm>
            <a:custGeom>
              <a:avLst/>
              <a:gdLst/>
              <a:ahLst/>
              <a:cxnLst/>
              <a:rect l="l" t="t" r="r" b="b"/>
              <a:pathLst>
                <a:path w="846" h="599" extrusionOk="0">
                  <a:moveTo>
                    <a:pt x="657" y="0"/>
                  </a:moveTo>
                  <a:cubicBezTo>
                    <a:pt x="435" y="60"/>
                    <a:pt x="212" y="139"/>
                    <a:pt x="0" y="239"/>
                  </a:cubicBezTo>
                  <a:lnTo>
                    <a:pt x="9" y="254"/>
                  </a:lnTo>
                  <a:cubicBezTo>
                    <a:pt x="15" y="303"/>
                    <a:pt x="39" y="349"/>
                    <a:pt x="79" y="382"/>
                  </a:cubicBezTo>
                  <a:lnTo>
                    <a:pt x="349" y="599"/>
                  </a:lnTo>
                  <a:cubicBezTo>
                    <a:pt x="508" y="482"/>
                    <a:pt x="674" y="382"/>
                    <a:pt x="845" y="292"/>
                  </a:cubicBezTo>
                  <a:cubicBezTo>
                    <a:pt x="767" y="212"/>
                    <a:pt x="703" y="106"/>
                    <a:pt x="657"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46"/>
            <p:cNvSpPr/>
            <p:nvPr/>
          </p:nvSpPr>
          <p:spPr>
            <a:xfrm>
              <a:off x="2535764" y="1476379"/>
              <a:ext cx="105729" cy="188153"/>
            </a:xfrm>
            <a:custGeom>
              <a:avLst/>
              <a:gdLst/>
              <a:ahLst/>
              <a:cxnLst/>
              <a:rect l="l" t="t" r="r" b="b"/>
              <a:pathLst>
                <a:path w="3702" h="6588" extrusionOk="0">
                  <a:moveTo>
                    <a:pt x="1826" y="0"/>
                  </a:moveTo>
                  <a:cubicBezTo>
                    <a:pt x="1437" y="183"/>
                    <a:pt x="1069" y="435"/>
                    <a:pt x="747" y="758"/>
                  </a:cubicBezTo>
                  <a:cubicBezTo>
                    <a:pt x="430" y="1076"/>
                    <a:pt x="181" y="1433"/>
                    <a:pt x="1" y="1817"/>
                  </a:cubicBezTo>
                  <a:lnTo>
                    <a:pt x="300" y="2091"/>
                  </a:lnTo>
                  <a:cubicBezTo>
                    <a:pt x="335" y="2124"/>
                    <a:pt x="355" y="2169"/>
                    <a:pt x="355" y="2217"/>
                  </a:cubicBezTo>
                  <a:lnTo>
                    <a:pt x="355" y="2589"/>
                  </a:lnTo>
                  <a:cubicBezTo>
                    <a:pt x="355" y="2635"/>
                    <a:pt x="373" y="2677"/>
                    <a:pt x="406" y="2710"/>
                  </a:cubicBezTo>
                  <a:lnTo>
                    <a:pt x="994" y="3294"/>
                  </a:lnTo>
                  <a:cubicBezTo>
                    <a:pt x="1049" y="3348"/>
                    <a:pt x="1060" y="3431"/>
                    <a:pt x="1023" y="3496"/>
                  </a:cubicBezTo>
                  <a:lnTo>
                    <a:pt x="986" y="3560"/>
                  </a:lnTo>
                  <a:cubicBezTo>
                    <a:pt x="974" y="3586"/>
                    <a:pt x="966" y="3615"/>
                    <a:pt x="966" y="3642"/>
                  </a:cubicBezTo>
                  <a:lnTo>
                    <a:pt x="966" y="4128"/>
                  </a:lnTo>
                  <a:cubicBezTo>
                    <a:pt x="966" y="4183"/>
                    <a:pt x="994" y="4236"/>
                    <a:pt x="1038" y="4267"/>
                  </a:cubicBezTo>
                  <a:lnTo>
                    <a:pt x="1708" y="4752"/>
                  </a:lnTo>
                  <a:cubicBezTo>
                    <a:pt x="1753" y="4783"/>
                    <a:pt x="1779" y="4836"/>
                    <a:pt x="1779" y="4891"/>
                  </a:cubicBezTo>
                  <a:lnTo>
                    <a:pt x="1779" y="5592"/>
                  </a:lnTo>
                  <a:cubicBezTo>
                    <a:pt x="1779" y="5616"/>
                    <a:pt x="1786" y="5641"/>
                    <a:pt x="1795" y="5665"/>
                  </a:cubicBezTo>
                  <a:lnTo>
                    <a:pt x="1972" y="6032"/>
                  </a:lnTo>
                  <a:cubicBezTo>
                    <a:pt x="1985" y="6054"/>
                    <a:pt x="1989" y="6080"/>
                    <a:pt x="1989" y="6105"/>
                  </a:cubicBezTo>
                  <a:lnTo>
                    <a:pt x="1989" y="6416"/>
                  </a:lnTo>
                  <a:cubicBezTo>
                    <a:pt x="1989" y="6509"/>
                    <a:pt x="2064" y="6587"/>
                    <a:pt x="2160" y="6587"/>
                  </a:cubicBezTo>
                  <a:lnTo>
                    <a:pt x="2414" y="6587"/>
                  </a:lnTo>
                  <a:cubicBezTo>
                    <a:pt x="2507" y="6587"/>
                    <a:pt x="2584" y="6510"/>
                    <a:pt x="2584" y="6416"/>
                  </a:cubicBezTo>
                  <a:lnTo>
                    <a:pt x="2584" y="5930"/>
                  </a:lnTo>
                  <a:cubicBezTo>
                    <a:pt x="2584" y="5881"/>
                    <a:pt x="2606" y="5839"/>
                    <a:pt x="2639" y="5804"/>
                  </a:cubicBezTo>
                  <a:lnTo>
                    <a:pt x="2880" y="5579"/>
                  </a:lnTo>
                  <a:cubicBezTo>
                    <a:pt x="2913" y="5548"/>
                    <a:pt x="2934" y="5503"/>
                    <a:pt x="2934" y="5455"/>
                  </a:cubicBezTo>
                  <a:lnTo>
                    <a:pt x="2934" y="5236"/>
                  </a:lnTo>
                  <a:cubicBezTo>
                    <a:pt x="2934" y="5183"/>
                    <a:pt x="2956" y="5136"/>
                    <a:pt x="2998" y="5103"/>
                  </a:cubicBezTo>
                  <a:lnTo>
                    <a:pt x="3634" y="4588"/>
                  </a:lnTo>
                  <a:cubicBezTo>
                    <a:pt x="3676" y="4555"/>
                    <a:pt x="3698" y="4506"/>
                    <a:pt x="3698" y="4455"/>
                  </a:cubicBezTo>
                  <a:lnTo>
                    <a:pt x="3698" y="4008"/>
                  </a:lnTo>
                  <a:cubicBezTo>
                    <a:pt x="3701" y="3918"/>
                    <a:pt x="3623" y="3843"/>
                    <a:pt x="3530" y="3843"/>
                  </a:cubicBezTo>
                  <a:lnTo>
                    <a:pt x="3108" y="3843"/>
                  </a:lnTo>
                  <a:cubicBezTo>
                    <a:pt x="3013" y="3843"/>
                    <a:pt x="2936" y="3768"/>
                    <a:pt x="2936" y="3672"/>
                  </a:cubicBezTo>
                  <a:cubicBezTo>
                    <a:pt x="2936" y="3579"/>
                    <a:pt x="2861" y="3502"/>
                    <a:pt x="2765" y="3502"/>
                  </a:cubicBezTo>
                  <a:lnTo>
                    <a:pt x="2441" y="3502"/>
                  </a:lnTo>
                  <a:cubicBezTo>
                    <a:pt x="2347" y="3502"/>
                    <a:pt x="2270" y="3425"/>
                    <a:pt x="2270" y="3330"/>
                  </a:cubicBezTo>
                  <a:lnTo>
                    <a:pt x="2270" y="3191"/>
                  </a:lnTo>
                  <a:cubicBezTo>
                    <a:pt x="2270" y="3097"/>
                    <a:pt x="2195" y="3020"/>
                    <a:pt x="2098" y="3020"/>
                  </a:cubicBezTo>
                  <a:lnTo>
                    <a:pt x="1633" y="3020"/>
                  </a:lnTo>
                  <a:cubicBezTo>
                    <a:pt x="1587" y="3020"/>
                    <a:pt x="1543" y="3002"/>
                    <a:pt x="1512" y="2969"/>
                  </a:cubicBezTo>
                  <a:lnTo>
                    <a:pt x="1182" y="2638"/>
                  </a:lnTo>
                  <a:cubicBezTo>
                    <a:pt x="1149" y="2607"/>
                    <a:pt x="1131" y="2563"/>
                    <a:pt x="1131" y="2518"/>
                  </a:cubicBezTo>
                  <a:lnTo>
                    <a:pt x="1131" y="2207"/>
                  </a:lnTo>
                  <a:cubicBezTo>
                    <a:pt x="1131" y="2113"/>
                    <a:pt x="1206" y="2036"/>
                    <a:pt x="1302" y="2036"/>
                  </a:cubicBezTo>
                  <a:lnTo>
                    <a:pt x="1775" y="2036"/>
                  </a:lnTo>
                  <a:cubicBezTo>
                    <a:pt x="1812" y="2036"/>
                    <a:pt x="1848" y="2025"/>
                    <a:pt x="1876" y="2001"/>
                  </a:cubicBezTo>
                  <a:lnTo>
                    <a:pt x="2637" y="1435"/>
                  </a:lnTo>
                  <a:cubicBezTo>
                    <a:pt x="2681" y="1404"/>
                    <a:pt x="2706" y="1353"/>
                    <a:pt x="2706" y="1298"/>
                  </a:cubicBezTo>
                  <a:lnTo>
                    <a:pt x="2706" y="1149"/>
                  </a:lnTo>
                  <a:cubicBezTo>
                    <a:pt x="2706" y="1056"/>
                    <a:pt x="2630" y="977"/>
                    <a:pt x="2535" y="977"/>
                  </a:cubicBezTo>
                  <a:lnTo>
                    <a:pt x="2405" y="977"/>
                  </a:lnTo>
                  <a:cubicBezTo>
                    <a:pt x="2310" y="977"/>
                    <a:pt x="2233" y="902"/>
                    <a:pt x="2233" y="805"/>
                  </a:cubicBezTo>
                  <a:lnTo>
                    <a:pt x="2233" y="490"/>
                  </a:lnTo>
                  <a:cubicBezTo>
                    <a:pt x="2233" y="437"/>
                    <a:pt x="2210" y="389"/>
                    <a:pt x="2169" y="356"/>
                  </a:cubicBezTo>
                  <a:lnTo>
                    <a:pt x="1890" y="134"/>
                  </a:lnTo>
                  <a:cubicBezTo>
                    <a:pt x="1850" y="101"/>
                    <a:pt x="1826" y="51"/>
                    <a:pt x="18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46"/>
            <p:cNvSpPr/>
            <p:nvPr/>
          </p:nvSpPr>
          <p:spPr>
            <a:xfrm>
              <a:off x="2535935" y="1476379"/>
              <a:ext cx="61918" cy="83652"/>
            </a:xfrm>
            <a:custGeom>
              <a:avLst/>
              <a:gdLst/>
              <a:ahLst/>
              <a:cxnLst/>
              <a:rect l="l" t="t" r="r" b="b"/>
              <a:pathLst>
                <a:path w="2168" h="2929" extrusionOk="0">
                  <a:moveTo>
                    <a:pt x="1826" y="0"/>
                  </a:moveTo>
                  <a:cubicBezTo>
                    <a:pt x="1004" y="384"/>
                    <a:pt x="351" y="1057"/>
                    <a:pt x="0" y="1817"/>
                  </a:cubicBezTo>
                  <a:lnTo>
                    <a:pt x="300" y="2091"/>
                  </a:lnTo>
                  <a:cubicBezTo>
                    <a:pt x="332" y="2124"/>
                    <a:pt x="354" y="2169"/>
                    <a:pt x="354" y="2217"/>
                  </a:cubicBezTo>
                  <a:lnTo>
                    <a:pt x="354" y="2589"/>
                  </a:lnTo>
                  <a:cubicBezTo>
                    <a:pt x="354" y="2635"/>
                    <a:pt x="373" y="2677"/>
                    <a:pt x="404" y="2710"/>
                  </a:cubicBezTo>
                  <a:lnTo>
                    <a:pt x="624" y="2929"/>
                  </a:lnTo>
                  <a:cubicBezTo>
                    <a:pt x="732" y="2134"/>
                    <a:pt x="1090" y="1368"/>
                    <a:pt x="1702" y="758"/>
                  </a:cubicBezTo>
                  <a:cubicBezTo>
                    <a:pt x="1848" y="612"/>
                    <a:pt x="2003" y="479"/>
                    <a:pt x="2167" y="364"/>
                  </a:cubicBezTo>
                  <a:lnTo>
                    <a:pt x="1891" y="141"/>
                  </a:lnTo>
                  <a:cubicBezTo>
                    <a:pt x="1848" y="108"/>
                    <a:pt x="1826" y="61"/>
                    <a:pt x="1826" y="8"/>
                  </a:cubicBezTo>
                  <a:lnTo>
                    <a:pt x="1826"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46"/>
            <p:cNvSpPr/>
            <p:nvPr/>
          </p:nvSpPr>
          <p:spPr>
            <a:xfrm>
              <a:off x="2663941" y="1474294"/>
              <a:ext cx="78283" cy="168590"/>
            </a:xfrm>
            <a:custGeom>
              <a:avLst/>
              <a:gdLst/>
              <a:ahLst/>
              <a:cxnLst/>
              <a:rect l="l" t="t" r="r" b="b"/>
              <a:pathLst>
                <a:path w="2741" h="5903" extrusionOk="0">
                  <a:moveTo>
                    <a:pt x="385" y="0"/>
                  </a:moveTo>
                  <a:cubicBezTo>
                    <a:pt x="345" y="101"/>
                    <a:pt x="330" y="216"/>
                    <a:pt x="351" y="322"/>
                  </a:cubicBezTo>
                  <a:cubicBezTo>
                    <a:pt x="365" y="395"/>
                    <a:pt x="394" y="466"/>
                    <a:pt x="393" y="539"/>
                  </a:cubicBezTo>
                  <a:cubicBezTo>
                    <a:pt x="391" y="714"/>
                    <a:pt x="230" y="851"/>
                    <a:pt x="201" y="1024"/>
                  </a:cubicBezTo>
                  <a:cubicBezTo>
                    <a:pt x="181" y="1149"/>
                    <a:pt x="228" y="1280"/>
                    <a:pt x="175" y="1393"/>
                  </a:cubicBezTo>
                  <a:cubicBezTo>
                    <a:pt x="146" y="1459"/>
                    <a:pt x="84" y="1506"/>
                    <a:pt x="58" y="1576"/>
                  </a:cubicBezTo>
                  <a:cubicBezTo>
                    <a:pt x="0" y="1735"/>
                    <a:pt x="166" y="1895"/>
                    <a:pt x="332" y="1934"/>
                  </a:cubicBezTo>
                  <a:cubicBezTo>
                    <a:pt x="500" y="1972"/>
                    <a:pt x="677" y="1945"/>
                    <a:pt x="838" y="2005"/>
                  </a:cubicBezTo>
                  <a:cubicBezTo>
                    <a:pt x="978" y="2056"/>
                    <a:pt x="1108" y="2174"/>
                    <a:pt x="1248" y="2174"/>
                  </a:cubicBezTo>
                  <a:cubicBezTo>
                    <a:pt x="1272" y="2174"/>
                    <a:pt x="1297" y="2170"/>
                    <a:pt x="1322" y="2162"/>
                  </a:cubicBezTo>
                  <a:cubicBezTo>
                    <a:pt x="1362" y="2147"/>
                    <a:pt x="1398" y="2123"/>
                    <a:pt x="1437" y="2105"/>
                  </a:cubicBezTo>
                  <a:cubicBezTo>
                    <a:pt x="1480" y="2086"/>
                    <a:pt x="1527" y="2077"/>
                    <a:pt x="1574" y="2077"/>
                  </a:cubicBezTo>
                  <a:cubicBezTo>
                    <a:pt x="1651" y="2077"/>
                    <a:pt x="1728" y="2102"/>
                    <a:pt x="1789" y="2151"/>
                  </a:cubicBezTo>
                  <a:cubicBezTo>
                    <a:pt x="1884" y="2228"/>
                    <a:pt x="1935" y="2361"/>
                    <a:pt x="1910" y="2483"/>
                  </a:cubicBezTo>
                  <a:cubicBezTo>
                    <a:pt x="1890" y="2582"/>
                    <a:pt x="1826" y="2677"/>
                    <a:pt x="1851" y="2775"/>
                  </a:cubicBezTo>
                  <a:cubicBezTo>
                    <a:pt x="1864" y="2830"/>
                    <a:pt x="1906" y="2887"/>
                    <a:pt x="1882" y="2940"/>
                  </a:cubicBezTo>
                  <a:cubicBezTo>
                    <a:pt x="1871" y="2965"/>
                    <a:pt x="1848" y="2983"/>
                    <a:pt x="1824" y="3000"/>
                  </a:cubicBezTo>
                  <a:cubicBezTo>
                    <a:pt x="1623" y="3124"/>
                    <a:pt x="1362" y="3133"/>
                    <a:pt x="1168" y="3268"/>
                  </a:cubicBezTo>
                  <a:cubicBezTo>
                    <a:pt x="995" y="3387"/>
                    <a:pt x="895" y="3604"/>
                    <a:pt x="915" y="3814"/>
                  </a:cubicBezTo>
                  <a:cubicBezTo>
                    <a:pt x="938" y="4071"/>
                    <a:pt x="1125" y="4287"/>
                    <a:pt x="1188" y="4537"/>
                  </a:cubicBezTo>
                  <a:cubicBezTo>
                    <a:pt x="1221" y="4663"/>
                    <a:pt x="1221" y="4794"/>
                    <a:pt x="1240" y="4922"/>
                  </a:cubicBezTo>
                  <a:cubicBezTo>
                    <a:pt x="1278" y="5194"/>
                    <a:pt x="1404" y="5452"/>
                    <a:pt x="1590" y="5651"/>
                  </a:cubicBezTo>
                  <a:cubicBezTo>
                    <a:pt x="1680" y="5747"/>
                    <a:pt x="1782" y="5826"/>
                    <a:pt x="1888" y="5902"/>
                  </a:cubicBezTo>
                  <a:cubicBezTo>
                    <a:pt x="2455" y="5212"/>
                    <a:pt x="2740" y="4362"/>
                    <a:pt x="2740" y="3513"/>
                  </a:cubicBezTo>
                  <a:cubicBezTo>
                    <a:pt x="2740" y="2543"/>
                    <a:pt x="2371" y="1570"/>
                    <a:pt x="1628" y="829"/>
                  </a:cubicBezTo>
                  <a:cubicBezTo>
                    <a:pt x="1262" y="462"/>
                    <a:pt x="840" y="185"/>
                    <a:pt x="3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46"/>
            <p:cNvSpPr/>
            <p:nvPr/>
          </p:nvSpPr>
          <p:spPr>
            <a:xfrm>
              <a:off x="2663969" y="1474352"/>
              <a:ext cx="71886" cy="84166"/>
            </a:xfrm>
            <a:custGeom>
              <a:avLst/>
              <a:gdLst/>
              <a:ahLst/>
              <a:cxnLst/>
              <a:rect l="l" t="t" r="r" b="b"/>
              <a:pathLst>
                <a:path w="2517" h="2947" extrusionOk="0">
                  <a:moveTo>
                    <a:pt x="386" y="0"/>
                  </a:moveTo>
                  <a:cubicBezTo>
                    <a:pt x="346" y="101"/>
                    <a:pt x="331" y="216"/>
                    <a:pt x="353" y="323"/>
                  </a:cubicBezTo>
                  <a:cubicBezTo>
                    <a:pt x="366" y="396"/>
                    <a:pt x="395" y="466"/>
                    <a:pt x="393" y="539"/>
                  </a:cubicBezTo>
                  <a:cubicBezTo>
                    <a:pt x="392" y="716"/>
                    <a:pt x="231" y="853"/>
                    <a:pt x="202" y="1026"/>
                  </a:cubicBezTo>
                  <a:cubicBezTo>
                    <a:pt x="182" y="1148"/>
                    <a:pt x="229" y="1282"/>
                    <a:pt x="176" y="1393"/>
                  </a:cubicBezTo>
                  <a:cubicBezTo>
                    <a:pt x="147" y="1459"/>
                    <a:pt x="85" y="1506"/>
                    <a:pt x="61" y="1576"/>
                  </a:cubicBezTo>
                  <a:cubicBezTo>
                    <a:pt x="1" y="1734"/>
                    <a:pt x="167" y="1895"/>
                    <a:pt x="335" y="1933"/>
                  </a:cubicBezTo>
                  <a:cubicBezTo>
                    <a:pt x="501" y="1972"/>
                    <a:pt x="678" y="1944"/>
                    <a:pt x="839" y="2005"/>
                  </a:cubicBezTo>
                  <a:cubicBezTo>
                    <a:pt x="978" y="2059"/>
                    <a:pt x="1112" y="2175"/>
                    <a:pt x="1250" y="2175"/>
                  </a:cubicBezTo>
                  <a:cubicBezTo>
                    <a:pt x="1275" y="2175"/>
                    <a:pt x="1299" y="2172"/>
                    <a:pt x="1324" y="2163"/>
                  </a:cubicBezTo>
                  <a:cubicBezTo>
                    <a:pt x="1366" y="2151"/>
                    <a:pt x="1403" y="2125"/>
                    <a:pt x="1441" y="2107"/>
                  </a:cubicBezTo>
                  <a:cubicBezTo>
                    <a:pt x="1484" y="2088"/>
                    <a:pt x="1530" y="2079"/>
                    <a:pt x="1576" y="2079"/>
                  </a:cubicBezTo>
                  <a:cubicBezTo>
                    <a:pt x="1654" y="2079"/>
                    <a:pt x="1731" y="2105"/>
                    <a:pt x="1792" y="2153"/>
                  </a:cubicBezTo>
                  <a:cubicBezTo>
                    <a:pt x="1889" y="2231"/>
                    <a:pt x="1938" y="2362"/>
                    <a:pt x="1914" y="2487"/>
                  </a:cubicBezTo>
                  <a:cubicBezTo>
                    <a:pt x="1892" y="2583"/>
                    <a:pt x="1828" y="2680"/>
                    <a:pt x="1854" y="2779"/>
                  </a:cubicBezTo>
                  <a:cubicBezTo>
                    <a:pt x="1868" y="2833"/>
                    <a:pt x="1909" y="2890"/>
                    <a:pt x="1887" y="2943"/>
                  </a:cubicBezTo>
                  <a:cubicBezTo>
                    <a:pt x="1887" y="2945"/>
                    <a:pt x="1883" y="2945"/>
                    <a:pt x="1883" y="2947"/>
                  </a:cubicBezTo>
                  <a:cubicBezTo>
                    <a:pt x="2060" y="2866"/>
                    <a:pt x="2265" y="2843"/>
                    <a:pt x="2429" y="2739"/>
                  </a:cubicBezTo>
                  <a:cubicBezTo>
                    <a:pt x="2453" y="2724"/>
                    <a:pt x="2476" y="2708"/>
                    <a:pt x="2489" y="2680"/>
                  </a:cubicBezTo>
                  <a:cubicBezTo>
                    <a:pt x="2511" y="2627"/>
                    <a:pt x="2467" y="2571"/>
                    <a:pt x="2456" y="2516"/>
                  </a:cubicBezTo>
                  <a:cubicBezTo>
                    <a:pt x="2434" y="2417"/>
                    <a:pt x="2498" y="2322"/>
                    <a:pt x="2517" y="2224"/>
                  </a:cubicBezTo>
                  <a:lnTo>
                    <a:pt x="2517" y="2218"/>
                  </a:lnTo>
                  <a:cubicBezTo>
                    <a:pt x="2475" y="2103"/>
                    <a:pt x="2427" y="1988"/>
                    <a:pt x="2372" y="1875"/>
                  </a:cubicBezTo>
                  <a:cubicBezTo>
                    <a:pt x="2314" y="1837"/>
                    <a:pt x="2245" y="1817"/>
                    <a:pt x="2177" y="1817"/>
                  </a:cubicBezTo>
                  <a:cubicBezTo>
                    <a:pt x="2131" y="1817"/>
                    <a:pt x="2085" y="1826"/>
                    <a:pt x="2044" y="1844"/>
                  </a:cubicBezTo>
                  <a:cubicBezTo>
                    <a:pt x="2005" y="1862"/>
                    <a:pt x="1969" y="1888"/>
                    <a:pt x="1927" y="1902"/>
                  </a:cubicBezTo>
                  <a:cubicBezTo>
                    <a:pt x="1902" y="1910"/>
                    <a:pt x="1878" y="1914"/>
                    <a:pt x="1854" y="1914"/>
                  </a:cubicBezTo>
                  <a:cubicBezTo>
                    <a:pt x="1715" y="1914"/>
                    <a:pt x="1583" y="1795"/>
                    <a:pt x="1443" y="1744"/>
                  </a:cubicBezTo>
                  <a:cubicBezTo>
                    <a:pt x="1284" y="1685"/>
                    <a:pt x="1103" y="1713"/>
                    <a:pt x="939" y="1674"/>
                  </a:cubicBezTo>
                  <a:cubicBezTo>
                    <a:pt x="773" y="1634"/>
                    <a:pt x="605" y="1475"/>
                    <a:pt x="665" y="1315"/>
                  </a:cubicBezTo>
                  <a:cubicBezTo>
                    <a:pt x="691" y="1247"/>
                    <a:pt x="751" y="1200"/>
                    <a:pt x="782" y="1132"/>
                  </a:cubicBezTo>
                  <a:cubicBezTo>
                    <a:pt x="833" y="1021"/>
                    <a:pt x="786" y="886"/>
                    <a:pt x="806" y="765"/>
                  </a:cubicBezTo>
                  <a:cubicBezTo>
                    <a:pt x="833" y="606"/>
                    <a:pt x="974" y="475"/>
                    <a:pt x="994" y="316"/>
                  </a:cubicBezTo>
                  <a:cubicBezTo>
                    <a:pt x="800" y="190"/>
                    <a:pt x="596" y="84"/>
                    <a:pt x="38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46"/>
            <p:cNvSpPr/>
            <p:nvPr/>
          </p:nvSpPr>
          <p:spPr>
            <a:xfrm>
              <a:off x="2689531" y="1561774"/>
              <a:ext cx="37985" cy="81225"/>
            </a:xfrm>
            <a:custGeom>
              <a:avLst/>
              <a:gdLst/>
              <a:ahLst/>
              <a:cxnLst/>
              <a:rect l="l" t="t" r="r" b="b"/>
              <a:pathLst>
                <a:path w="1330" h="2844" extrusionOk="0">
                  <a:moveTo>
                    <a:pt x="811" y="1"/>
                  </a:moveTo>
                  <a:lnTo>
                    <a:pt x="811" y="1"/>
                  </a:lnTo>
                  <a:cubicBezTo>
                    <a:pt x="632" y="74"/>
                    <a:pt x="431" y="101"/>
                    <a:pt x="274" y="211"/>
                  </a:cubicBezTo>
                  <a:cubicBezTo>
                    <a:pt x="101" y="329"/>
                    <a:pt x="0" y="545"/>
                    <a:pt x="20" y="755"/>
                  </a:cubicBezTo>
                  <a:cubicBezTo>
                    <a:pt x="44" y="1014"/>
                    <a:pt x="230" y="1227"/>
                    <a:pt x="294" y="1479"/>
                  </a:cubicBezTo>
                  <a:cubicBezTo>
                    <a:pt x="327" y="1604"/>
                    <a:pt x="327" y="1737"/>
                    <a:pt x="345" y="1865"/>
                  </a:cubicBezTo>
                  <a:cubicBezTo>
                    <a:pt x="384" y="2137"/>
                    <a:pt x="510" y="2394"/>
                    <a:pt x="696" y="2593"/>
                  </a:cubicBezTo>
                  <a:cubicBezTo>
                    <a:pt x="785" y="2688"/>
                    <a:pt x="888" y="2768"/>
                    <a:pt x="994" y="2843"/>
                  </a:cubicBezTo>
                  <a:cubicBezTo>
                    <a:pt x="1119" y="2690"/>
                    <a:pt x="1231" y="2529"/>
                    <a:pt x="1329" y="2361"/>
                  </a:cubicBezTo>
                  <a:cubicBezTo>
                    <a:pt x="1317" y="2352"/>
                    <a:pt x="1308" y="2341"/>
                    <a:pt x="1297" y="2330"/>
                  </a:cubicBezTo>
                  <a:cubicBezTo>
                    <a:pt x="1110" y="2131"/>
                    <a:pt x="984" y="1872"/>
                    <a:pt x="946" y="1602"/>
                  </a:cubicBezTo>
                  <a:cubicBezTo>
                    <a:pt x="926" y="1474"/>
                    <a:pt x="926" y="1342"/>
                    <a:pt x="895" y="1217"/>
                  </a:cubicBezTo>
                  <a:cubicBezTo>
                    <a:pt x="831" y="965"/>
                    <a:pt x="645" y="751"/>
                    <a:pt x="621" y="494"/>
                  </a:cubicBezTo>
                  <a:cubicBezTo>
                    <a:pt x="605" y="313"/>
                    <a:pt x="678" y="125"/>
                    <a:pt x="811"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46"/>
            <p:cNvSpPr/>
            <p:nvPr/>
          </p:nvSpPr>
          <p:spPr>
            <a:xfrm>
              <a:off x="2605907" y="1466355"/>
              <a:ext cx="37442" cy="23362"/>
            </a:xfrm>
            <a:custGeom>
              <a:avLst/>
              <a:gdLst/>
              <a:ahLst/>
              <a:cxnLst/>
              <a:rect l="l" t="t" r="r" b="b"/>
              <a:pathLst>
                <a:path w="1311" h="818" extrusionOk="0">
                  <a:moveTo>
                    <a:pt x="977" y="1"/>
                  </a:moveTo>
                  <a:cubicBezTo>
                    <a:pt x="648" y="1"/>
                    <a:pt x="320" y="43"/>
                    <a:pt x="0" y="129"/>
                  </a:cubicBezTo>
                  <a:cubicBezTo>
                    <a:pt x="59" y="262"/>
                    <a:pt x="150" y="412"/>
                    <a:pt x="261" y="494"/>
                  </a:cubicBezTo>
                  <a:cubicBezTo>
                    <a:pt x="309" y="527"/>
                    <a:pt x="363" y="559"/>
                    <a:pt x="393" y="612"/>
                  </a:cubicBezTo>
                  <a:cubicBezTo>
                    <a:pt x="411" y="642"/>
                    <a:pt x="418" y="673"/>
                    <a:pt x="438" y="704"/>
                  </a:cubicBezTo>
                  <a:cubicBezTo>
                    <a:pt x="475" y="753"/>
                    <a:pt x="537" y="773"/>
                    <a:pt x="597" y="791"/>
                  </a:cubicBezTo>
                  <a:cubicBezTo>
                    <a:pt x="640" y="805"/>
                    <a:pt x="684" y="817"/>
                    <a:pt x="727" y="817"/>
                  </a:cubicBezTo>
                  <a:cubicBezTo>
                    <a:pt x="730" y="817"/>
                    <a:pt x="733" y="817"/>
                    <a:pt x="736" y="817"/>
                  </a:cubicBezTo>
                  <a:cubicBezTo>
                    <a:pt x="783" y="815"/>
                    <a:pt x="831" y="789"/>
                    <a:pt x="853" y="746"/>
                  </a:cubicBezTo>
                  <a:cubicBezTo>
                    <a:pt x="871" y="706"/>
                    <a:pt x="867" y="645"/>
                    <a:pt x="909" y="627"/>
                  </a:cubicBezTo>
                  <a:cubicBezTo>
                    <a:pt x="926" y="622"/>
                    <a:pt x="940" y="623"/>
                    <a:pt x="957" y="622"/>
                  </a:cubicBezTo>
                  <a:cubicBezTo>
                    <a:pt x="1017" y="609"/>
                    <a:pt x="1053" y="561"/>
                    <a:pt x="1072" y="508"/>
                  </a:cubicBezTo>
                  <a:cubicBezTo>
                    <a:pt x="1090" y="459"/>
                    <a:pt x="1094" y="404"/>
                    <a:pt x="1117" y="353"/>
                  </a:cubicBezTo>
                  <a:cubicBezTo>
                    <a:pt x="1163" y="247"/>
                    <a:pt x="1273" y="132"/>
                    <a:pt x="1309" y="23"/>
                  </a:cubicBezTo>
                  <a:cubicBezTo>
                    <a:pt x="1309" y="21"/>
                    <a:pt x="1311" y="15"/>
                    <a:pt x="1311" y="14"/>
                  </a:cubicBezTo>
                  <a:cubicBezTo>
                    <a:pt x="1200" y="4"/>
                    <a:pt x="1090" y="1"/>
                    <a:pt x="9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46"/>
            <p:cNvSpPr/>
            <p:nvPr/>
          </p:nvSpPr>
          <p:spPr>
            <a:xfrm>
              <a:off x="2605907" y="1466212"/>
              <a:ext cx="37442" cy="12167"/>
            </a:xfrm>
            <a:custGeom>
              <a:avLst/>
              <a:gdLst/>
              <a:ahLst/>
              <a:cxnLst/>
              <a:rect l="l" t="t" r="r" b="b"/>
              <a:pathLst>
                <a:path w="1311" h="426" extrusionOk="0">
                  <a:moveTo>
                    <a:pt x="977" y="0"/>
                  </a:moveTo>
                  <a:cubicBezTo>
                    <a:pt x="657" y="0"/>
                    <a:pt x="325" y="41"/>
                    <a:pt x="0" y="128"/>
                  </a:cubicBezTo>
                  <a:cubicBezTo>
                    <a:pt x="44" y="230"/>
                    <a:pt x="108" y="344"/>
                    <a:pt x="186" y="426"/>
                  </a:cubicBezTo>
                  <a:cubicBezTo>
                    <a:pt x="537" y="243"/>
                    <a:pt x="913" y="119"/>
                    <a:pt x="1296" y="53"/>
                  </a:cubicBezTo>
                  <a:cubicBezTo>
                    <a:pt x="1305" y="35"/>
                    <a:pt x="1309" y="28"/>
                    <a:pt x="1311" y="17"/>
                  </a:cubicBezTo>
                  <a:cubicBezTo>
                    <a:pt x="1200" y="8"/>
                    <a:pt x="1086" y="0"/>
                    <a:pt x="977"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46"/>
            <p:cNvSpPr/>
            <p:nvPr/>
          </p:nvSpPr>
          <p:spPr>
            <a:xfrm>
              <a:off x="2507546" y="1651538"/>
              <a:ext cx="236820" cy="93534"/>
            </a:xfrm>
            <a:custGeom>
              <a:avLst/>
              <a:gdLst/>
              <a:ahLst/>
              <a:cxnLst/>
              <a:rect l="l" t="t" r="r" b="b"/>
              <a:pathLst>
                <a:path w="8292" h="3275" extrusionOk="0">
                  <a:moveTo>
                    <a:pt x="1976" y="0"/>
                  </a:moveTo>
                  <a:cubicBezTo>
                    <a:pt x="1750" y="0"/>
                    <a:pt x="1528" y="69"/>
                    <a:pt x="1341" y="200"/>
                  </a:cubicBezTo>
                  <a:lnTo>
                    <a:pt x="27" y="1126"/>
                  </a:lnTo>
                  <a:cubicBezTo>
                    <a:pt x="6" y="1141"/>
                    <a:pt x="1" y="1170"/>
                    <a:pt x="16" y="1190"/>
                  </a:cubicBezTo>
                  <a:lnTo>
                    <a:pt x="1485" y="3256"/>
                  </a:lnTo>
                  <a:cubicBezTo>
                    <a:pt x="1494" y="3268"/>
                    <a:pt x="1507" y="3275"/>
                    <a:pt x="1522" y="3275"/>
                  </a:cubicBezTo>
                  <a:cubicBezTo>
                    <a:pt x="1529" y="3275"/>
                    <a:pt x="1537" y="3273"/>
                    <a:pt x="1544" y="3269"/>
                  </a:cubicBezTo>
                  <a:cubicBezTo>
                    <a:pt x="2063" y="2975"/>
                    <a:pt x="2654" y="2818"/>
                    <a:pt x="3257" y="2818"/>
                  </a:cubicBezTo>
                  <a:cubicBezTo>
                    <a:pt x="3271" y="2818"/>
                    <a:pt x="3284" y="2818"/>
                    <a:pt x="3298" y="2818"/>
                  </a:cubicBezTo>
                  <a:lnTo>
                    <a:pt x="5531" y="2846"/>
                  </a:lnTo>
                  <a:cubicBezTo>
                    <a:pt x="5545" y="2846"/>
                    <a:pt x="5559" y="2846"/>
                    <a:pt x="5573" y="2846"/>
                  </a:cubicBezTo>
                  <a:cubicBezTo>
                    <a:pt x="5942" y="2846"/>
                    <a:pt x="6302" y="2732"/>
                    <a:pt x="6602" y="2521"/>
                  </a:cubicBezTo>
                  <a:lnTo>
                    <a:pt x="7972" y="1559"/>
                  </a:lnTo>
                  <a:cubicBezTo>
                    <a:pt x="8218" y="1380"/>
                    <a:pt x="8291" y="1042"/>
                    <a:pt x="8127" y="792"/>
                  </a:cubicBezTo>
                  <a:cubicBezTo>
                    <a:pt x="8019" y="628"/>
                    <a:pt x="7841" y="541"/>
                    <a:pt x="7660" y="541"/>
                  </a:cubicBezTo>
                  <a:cubicBezTo>
                    <a:pt x="7549" y="541"/>
                    <a:pt x="7436" y="574"/>
                    <a:pt x="7338" y="642"/>
                  </a:cubicBezTo>
                  <a:lnTo>
                    <a:pt x="5912" y="1650"/>
                  </a:lnTo>
                  <a:cubicBezTo>
                    <a:pt x="5850" y="1694"/>
                    <a:pt x="5775" y="1718"/>
                    <a:pt x="5698" y="1718"/>
                  </a:cubicBezTo>
                  <a:cubicBezTo>
                    <a:pt x="5686" y="1718"/>
                    <a:pt x="5673" y="1717"/>
                    <a:pt x="5660" y="1716"/>
                  </a:cubicBezTo>
                  <a:lnTo>
                    <a:pt x="4912" y="1641"/>
                  </a:lnTo>
                  <a:cubicBezTo>
                    <a:pt x="4839" y="1633"/>
                    <a:pt x="4813" y="1540"/>
                    <a:pt x="4874" y="1498"/>
                  </a:cubicBezTo>
                  <a:cubicBezTo>
                    <a:pt x="5012" y="1403"/>
                    <a:pt x="5113" y="1250"/>
                    <a:pt x="5133" y="1069"/>
                  </a:cubicBezTo>
                  <a:cubicBezTo>
                    <a:pt x="5173" y="743"/>
                    <a:pt x="4945" y="441"/>
                    <a:pt x="4618" y="392"/>
                  </a:cubicBezTo>
                  <a:lnTo>
                    <a:pt x="2139" y="12"/>
                  </a:lnTo>
                  <a:cubicBezTo>
                    <a:pt x="2085" y="4"/>
                    <a:pt x="2030" y="0"/>
                    <a:pt x="1976" y="0"/>
                  </a:cubicBezTo>
                  <a:close/>
                </a:path>
              </a:pathLst>
            </a:custGeom>
            <a:solidFill>
              <a:srgbClr val="FED2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46"/>
            <p:cNvSpPr/>
            <p:nvPr/>
          </p:nvSpPr>
          <p:spPr>
            <a:xfrm>
              <a:off x="2507546" y="1651538"/>
              <a:ext cx="64488" cy="93534"/>
            </a:xfrm>
            <a:custGeom>
              <a:avLst/>
              <a:gdLst/>
              <a:ahLst/>
              <a:cxnLst/>
              <a:rect l="l" t="t" r="r" b="b"/>
              <a:pathLst>
                <a:path w="2258" h="3275" extrusionOk="0">
                  <a:moveTo>
                    <a:pt x="1975" y="0"/>
                  </a:moveTo>
                  <a:cubicBezTo>
                    <a:pt x="1749" y="0"/>
                    <a:pt x="1528" y="69"/>
                    <a:pt x="1341" y="200"/>
                  </a:cubicBezTo>
                  <a:lnTo>
                    <a:pt x="27" y="1126"/>
                  </a:lnTo>
                  <a:cubicBezTo>
                    <a:pt x="6" y="1141"/>
                    <a:pt x="1" y="1170"/>
                    <a:pt x="16" y="1190"/>
                  </a:cubicBezTo>
                  <a:lnTo>
                    <a:pt x="1485" y="3256"/>
                  </a:lnTo>
                  <a:cubicBezTo>
                    <a:pt x="1494" y="3268"/>
                    <a:pt x="1507" y="3275"/>
                    <a:pt x="1522" y="3275"/>
                  </a:cubicBezTo>
                  <a:cubicBezTo>
                    <a:pt x="1529" y="3275"/>
                    <a:pt x="1537" y="3273"/>
                    <a:pt x="1544" y="3269"/>
                  </a:cubicBezTo>
                  <a:cubicBezTo>
                    <a:pt x="1688" y="3187"/>
                    <a:pt x="1838" y="3116"/>
                    <a:pt x="1993" y="3054"/>
                  </a:cubicBezTo>
                  <a:cubicBezTo>
                    <a:pt x="2020" y="3043"/>
                    <a:pt x="2031" y="3008"/>
                    <a:pt x="2015" y="2986"/>
                  </a:cubicBezTo>
                  <a:lnTo>
                    <a:pt x="1007" y="1573"/>
                  </a:lnTo>
                  <a:cubicBezTo>
                    <a:pt x="846" y="1341"/>
                    <a:pt x="897" y="1020"/>
                    <a:pt x="1131" y="858"/>
                  </a:cubicBezTo>
                  <a:lnTo>
                    <a:pt x="2064" y="200"/>
                  </a:lnTo>
                  <a:cubicBezTo>
                    <a:pt x="2111" y="166"/>
                    <a:pt x="2164" y="136"/>
                    <a:pt x="2217" y="109"/>
                  </a:cubicBezTo>
                  <a:cubicBezTo>
                    <a:pt x="2257" y="89"/>
                    <a:pt x="2248" y="29"/>
                    <a:pt x="2206" y="21"/>
                  </a:cubicBezTo>
                  <a:lnTo>
                    <a:pt x="2139" y="12"/>
                  </a:lnTo>
                  <a:cubicBezTo>
                    <a:pt x="2084" y="4"/>
                    <a:pt x="2029" y="0"/>
                    <a:pt x="1975" y="0"/>
                  </a:cubicBezTo>
                  <a:close/>
                </a:path>
              </a:pathLst>
            </a:custGeom>
            <a:solidFill>
              <a:srgbClr val="FFBD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46"/>
            <p:cNvSpPr/>
            <p:nvPr/>
          </p:nvSpPr>
          <p:spPr>
            <a:xfrm>
              <a:off x="2597710" y="1683925"/>
              <a:ext cx="54350" cy="13823"/>
            </a:xfrm>
            <a:custGeom>
              <a:avLst/>
              <a:gdLst/>
              <a:ahLst/>
              <a:cxnLst/>
              <a:rect l="l" t="t" r="r" b="b"/>
              <a:pathLst>
                <a:path w="1903" h="484" extrusionOk="0">
                  <a:moveTo>
                    <a:pt x="188" y="0"/>
                  </a:moveTo>
                  <a:cubicBezTo>
                    <a:pt x="95" y="0"/>
                    <a:pt x="18" y="71"/>
                    <a:pt x="10" y="165"/>
                  </a:cubicBezTo>
                  <a:cubicBezTo>
                    <a:pt x="0" y="266"/>
                    <a:pt x="74" y="353"/>
                    <a:pt x="174" y="363"/>
                  </a:cubicBezTo>
                  <a:lnTo>
                    <a:pt x="1525" y="483"/>
                  </a:lnTo>
                  <a:cubicBezTo>
                    <a:pt x="1526" y="483"/>
                    <a:pt x="1528" y="483"/>
                    <a:pt x="1529" y="483"/>
                  </a:cubicBezTo>
                  <a:cubicBezTo>
                    <a:pt x="1550" y="483"/>
                    <a:pt x="1571" y="471"/>
                    <a:pt x="1574" y="452"/>
                  </a:cubicBezTo>
                  <a:cubicBezTo>
                    <a:pt x="1576" y="443"/>
                    <a:pt x="1583" y="434"/>
                    <a:pt x="1596" y="428"/>
                  </a:cubicBezTo>
                  <a:cubicBezTo>
                    <a:pt x="1726" y="375"/>
                    <a:pt x="1835" y="280"/>
                    <a:pt x="1903" y="156"/>
                  </a:cubicBezTo>
                  <a:cubicBezTo>
                    <a:pt x="1892" y="154"/>
                    <a:pt x="1883" y="153"/>
                    <a:pt x="1872" y="151"/>
                  </a:cubicBezTo>
                  <a:lnTo>
                    <a:pt x="205" y="1"/>
                  </a:lnTo>
                  <a:cubicBezTo>
                    <a:pt x="199" y="1"/>
                    <a:pt x="194" y="0"/>
                    <a:pt x="188" y="0"/>
                  </a:cubicBezTo>
                  <a:close/>
                </a:path>
              </a:pathLst>
            </a:custGeom>
            <a:solidFill>
              <a:srgbClr val="FFBD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46"/>
            <p:cNvSpPr/>
            <p:nvPr/>
          </p:nvSpPr>
          <p:spPr>
            <a:xfrm>
              <a:off x="2436603" y="1687066"/>
              <a:ext cx="101759" cy="112869"/>
            </a:xfrm>
            <a:custGeom>
              <a:avLst/>
              <a:gdLst/>
              <a:ahLst/>
              <a:cxnLst/>
              <a:rect l="l" t="t" r="r" b="b"/>
              <a:pathLst>
                <a:path w="3563" h="3952" extrusionOk="0">
                  <a:moveTo>
                    <a:pt x="1441" y="0"/>
                  </a:moveTo>
                  <a:cubicBezTo>
                    <a:pt x="1432" y="0"/>
                    <a:pt x="1423" y="3"/>
                    <a:pt x="1415" y="8"/>
                  </a:cubicBezTo>
                  <a:lnTo>
                    <a:pt x="146" y="908"/>
                  </a:lnTo>
                  <a:cubicBezTo>
                    <a:pt x="30" y="990"/>
                    <a:pt x="0" y="1149"/>
                    <a:pt x="81" y="1260"/>
                  </a:cubicBezTo>
                  <a:lnTo>
                    <a:pt x="1912" y="3849"/>
                  </a:lnTo>
                  <a:cubicBezTo>
                    <a:pt x="1960" y="3916"/>
                    <a:pt x="2038" y="3952"/>
                    <a:pt x="2117" y="3952"/>
                  </a:cubicBezTo>
                  <a:cubicBezTo>
                    <a:pt x="2169" y="3952"/>
                    <a:pt x="2222" y="3936"/>
                    <a:pt x="2268" y="3904"/>
                  </a:cubicBezTo>
                  <a:lnTo>
                    <a:pt x="3537" y="3004"/>
                  </a:lnTo>
                  <a:cubicBezTo>
                    <a:pt x="3558" y="2991"/>
                    <a:pt x="3562" y="2962"/>
                    <a:pt x="3549" y="2940"/>
                  </a:cubicBezTo>
                  <a:lnTo>
                    <a:pt x="1479" y="19"/>
                  </a:lnTo>
                  <a:cubicBezTo>
                    <a:pt x="1470" y="7"/>
                    <a:pt x="1456" y="0"/>
                    <a:pt x="14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46"/>
            <p:cNvSpPr/>
            <p:nvPr/>
          </p:nvSpPr>
          <p:spPr>
            <a:xfrm>
              <a:off x="2436603" y="1687124"/>
              <a:ext cx="73114" cy="112869"/>
            </a:xfrm>
            <a:custGeom>
              <a:avLst/>
              <a:gdLst/>
              <a:ahLst/>
              <a:cxnLst/>
              <a:rect l="l" t="t" r="r" b="b"/>
              <a:pathLst>
                <a:path w="2560" h="3952" extrusionOk="0">
                  <a:moveTo>
                    <a:pt x="1441" y="0"/>
                  </a:moveTo>
                  <a:cubicBezTo>
                    <a:pt x="1432" y="0"/>
                    <a:pt x="1423" y="3"/>
                    <a:pt x="1415" y="8"/>
                  </a:cubicBezTo>
                  <a:lnTo>
                    <a:pt x="146" y="908"/>
                  </a:lnTo>
                  <a:cubicBezTo>
                    <a:pt x="30" y="990"/>
                    <a:pt x="0" y="1149"/>
                    <a:pt x="81" y="1260"/>
                  </a:cubicBezTo>
                  <a:lnTo>
                    <a:pt x="1912" y="3849"/>
                  </a:lnTo>
                  <a:cubicBezTo>
                    <a:pt x="1960" y="3916"/>
                    <a:pt x="2038" y="3952"/>
                    <a:pt x="2117" y="3952"/>
                  </a:cubicBezTo>
                  <a:cubicBezTo>
                    <a:pt x="2169" y="3952"/>
                    <a:pt x="2222" y="3936"/>
                    <a:pt x="2268" y="3904"/>
                  </a:cubicBezTo>
                  <a:lnTo>
                    <a:pt x="2536" y="3714"/>
                  </a:lnTo>
                  <a:cubicBezTo>
                    <a:pt x="2556" y="3701"/>
                    <a:pt x="2560" y="3672"/>
                    <a:pt x="2547" y="3650"/>
                  </a:cubicBezTo>
                  <a:lnTo>
                    <a:pt x="857" y="1258"/>
                  </a:lnTo>
                  <a:cubicBezTo>
                    <a:pt x="776" y="1147"/>
                    <a:pt x="805" y="988"/>
                    <a:pt x="922" y="906"/>
                  </a:cubicBezTo>
                  <a:lnTo>
                    <a:pt x="1682" y="386"/>
                  </a:lnTo>
                  <a:cubicBezTo>
                    <a:pt x="1702" y="371"/>
                    <a:pt x="1709" y="342"/>
                    <a:pt x="1693" y="322"/>
                  </a:cubicBezTo>
                  <a:lnTo>
                    <a:pt x="1479" y="20"/>
                  </a:lnTo>
                  <a:cubicBezTo>
                    <a:pt x="1470" y="7"/>
                    <a:pt x="1455" y="0"/>
                    <a:pt x="1441"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46"/>
            <p:cNvSpPr/>
            <p:nvPr/>
          </p:nvSpPr>
          <p:spPr>
            <a:xfrm>
              <a:off x="2477787" y="1674443"/>
              <a:ext cx="80282" cy="97704"/>
            </a:xfrm>
            <a:custGeom>
              <a:avLst/>
              <a:gdLst/>
              <a:ahLst/>
              <a:cxnLst/>
              <a:rect l="l" t="t" r="r" b="b"/>
              <a:pathLst>
                <a:path w="2811" h="3421" extrusionOk="0">
                  <a:moveTo>
                    <a:pt x="693" y="1"/>
                  </a:moveTo>
                  <a:cubicBezTo>
                    <a:pt x="642" y="1"/>
                    <a:pt x="591" y="16"/>
                    <a:pt x="546" y="48"/>
                  </a:cubicBezTo>
                  <a:lnTo>
                    <a:pt x="26" y="413"/>
                  </a:lnTo>
                  <a:cubicBezTo>
                    <a:pt x="4" y="428"/>
                    <a:pt x="1" y="457"/>
                    <a:pt x="13" y="477"/>
                  </a:cubicBezTo>
                  <a:lnTo>
                    <a:pt x="2084" y="3400"/>
                  </a:lnTo>
                  <a:cubicBezTo>
                    <a:pt x="2093" y="3414"/>
                    <a:pt x="2107" y="3420"/>
                    <a:pt x="2122" y="3420"/>
                  </a:cubicBezTo>
                  <a:cubicBezTo>
                    <a:pt x="2131" y="3420"/>
                    <a:pt x="2140" y="3418"/>
                    <a:pt x="2147" y="3413"/>
                  </a:cubicBezTo>
                  <a:lnTo>
                    <a:pt x="2668" y="3044"/>
                  </a:lnTo>
                  <a:cubicBezTo>
                    <a:pt x="2783" y="2966"/>
                    <a:pt x="2810" y="2807"/>
                    <a:pt x="2730" y="2694"/>
                  </a:cubicBezTo>
                  <a:lnTo>
                    <a:pt x="897" y="105"/>
                  </a:lnTo>
                  <a:cubicBezTo>
                    <a:pt x="848" y="37"/>
                    <a:pt x="771" y="1"/>
                    <a:pt x="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46"/>
            <p:cNvSpPr/>
            <p:nvPr/>
          </p:nvSpPr>
          <p:spPr>
            <a:xfrm>
              <a:off x="2477787" y="1674386"/>
              <a:ext cx="29074" cy="22905"/>
            </a:xfrm>
            <a:custGeom>
              <a:avLst/>
              <a:gdLst/>
              <a:ahLst/>
              <a:cxnLst/>
              <a:rect l="l" t="t" r="r" b="b"/>
              <a:pathLst>
                <a:path w="1018" h="802" extrusionOk="0">
                  <a:moveTo>
                    <a:pt x="693" y="1"/>
                  </a:moveTo>
                  <a:cubicBezTo>
                    <a:pt x="642" y="1"/>
                    <a:pt x="591" y="16"/>
                    <a:pt x="546" y="48"/>
                  </a:cubicBezTo>
                  <a:lnTo>
                    <a:pt x="26" y="415"/>
                  </a:lnTo>
                  <a:cubicBezTo>
                    <a:pt x="4" y="430"/>
                    <a:pt x="1" y="459"/>
                    <a:pt x="13" y="479"/>
                  </a:cubicBezTo>
                  <a:lnTo>
                    <a:pt x="229" y="782"/>
                  </a:lnTo>
                  <a:cubicBezTo>
                    <a:pt x="237" y="795"/>
                    <a:pt x="251" y="802"/>
                    <a:pt x="266" y="802"/>
                  </a:cubicBezTo>
                  <a:cubicBezTo>
                    <a:pt x="276" y="802"/>
                    <a:pt x="285" y="799"/>
                    <a:pt x="293" y="793"/>
                  </a:cubicBezTo>
                  <a:lnTo>
                    <a:pt x="990" y="315"/>
                  </a:lnTo>
                  <a:cubicBezTo>
                    <a:pt x="1012" y="302"/>
                    <a:pt x="1017" y="271"/>
                    <a:pt x="1003" y="251"/>
                  </a:cubicBezTo>
                  <a:lnTo>
                    <a:pt x="897" y="105"/>
                  </a:lnTo>
                  <a:cubicBezTo>
                    <a:pt x="848" y="37"/>
                    <a:pt x="771" y="1"/>
                    <a:pt x="693"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22" name="Google Shape;3122;p46"/>
          <p:cNvGrpSpPr/>
          <p:nvPr/>
        </p:nvGrpSpPr>
        <p:grpSpPr>
          <a:xfrm>
            <a:off x="5055030" y="2010928"/>
            <a:ext cx="427178" cy="574207"/>
            <a:chOff x="1672852" y="1466269"/>
            <a:chExt cx="248215" cy="333666"/>
          </a:xfrm>
        </p:grpSpPr>
        <p:sp>
          <p:nvSpPr>
            <p:cNvPr id="3123" name="Google Shape;3123;p46"/>
            <p:cNvSpPr/>
            <p:nvPr/>
          </p:nvSpPr>
          <p:spPr>
            <a:xfrm>
              <a:off x="1713464" y="1470639"/>
              <a:ext cx="207603" cy="304307"/>
            </a:xfrm>
            <a:custGeom>
              <a:avLst/>
              <a:gdLst/>
              <a:ahLst/>
              <a:cxnLst/>
              <a:rect l="l" t="t" r="r" b="b"/>
              <a:pathLst>
                <a:path w="7269" h="10655" extrusionOk="0">
                  <a:moveTo>
                    <a:pt x="1" y="1"/>
                  </a:moveTo>
                  <a:lnTo>
                    <a:pt x="1" y="10346"/>
                  </a:lnTo>
                  <a:lnTo>
                    <a:pt x="6962" y="10346"/>
                  </a:lnTo>
                  <a:cubicBezTo>
                    <a:pt x="7130" y="10346"/>
                    <a:pt x="7269" y="10487"/>
                    <a:pt x="7269" y="10655"/>
                  </a:cubicBezTo>
                  <a:lnTo>
                    <a:pt x="7269" y="309"/>
                  </a:lnTo>
                  <a:cubicBezTo>
                    <a:pt x="7269" y="139"/>
                    <a:pt x="7130" y="1"/>
                    <a:pt x="69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46"/>
            <p:cNvSpPr/>
            <p:nvPr/>
          </p:nvSpPr>
          <p:spPr>
            <a:xfrm>
              <a:off x="1713464" y="1470639"/>
              <a:ext cx="22677" cy="295510"/>
            </a:xfrm>
            <a:custGeom>
              <a:avLst/>
              <a:gdLst/>
              <a:ahLst/>
              <a:cxnLst/>
              <a:rect l="l" t="t" r="r" b="b"/>
              <a:pathLst>
                <a:path w="794" h="10347" extrusionOk="0">
                  <a:moveTo>
                    <a:pt x="1" y="1"/>
                  </a:moveTo>
                  <a:lnTo>
                    <a:pt x="1" y="10346"/>
                  </a:lnTo>
                  <a:lnTo>
                    <a:pt x="793" y="10346"/>
                  </a:lnTo>
                  <a:lnTo>
                    <a:pt x="793"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46"/>
            <p:cNvSpPr/>
            <p:nvPr/>
          </p:nvSpPr>
          <p:spPr>
            <a:xfrm>
              <a:off x="1672852" y="1470639"/>
              <a:ext cx="41955" cy="311761"/>
            </a:xfrm>
            <a:custGeom>
              <a:avLst/>
              <a:gdLst/>
              <a:ahLst/>
              <a:cxnLst/>
              <a:rect l="l" t="t" r="r" b="b"/>
              <a:pathLst>
                <a:path w="1469" h="10916" extrusionOk="0">
                  <a:moveTo>
                    <a:pt x="616" y="1"/>
                  </a:moveTo>
                  <a:cubicBezTo>
                    <a:pt x="278" y="1"/>
                    <a:pt x="1" y="276"/>
                    <a:pt x="1" y="614"/>
                  </a:cubicBezTo>
                  <a:lnTo>
                    <a:pt x="1" y="10916"/>
                  </a:lnTo>
                  <a:cubicBezTo>
                    <a:pt x="1" y="10578"/>
                    <a:pt x="278" y="10372"/>
                    <a:pt x="616" y="10372"/>
                  </a:cubicBezTo>
                  <a:lnTo>
                    <a:pt x="1469" y="10372"/>
                  </a:lnTo>
                  <a:lnTo>
                    <a:pt x="146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46"/>
            <p:cNvSpPr/>
            <p:nvPr/>
          </p:nvSpPr>
          <p:spPr>
            <a:xfrm>
              <a:off x="1672852" y="1470696"/>
              <a:ext cx="41955" cy="311761"/>
            </a:xfrm>
            <a:custGeom>
              <a:avLst/>
              <a:gdLst/>
              <a:ahLst/>
              <a:cxnLst/>
              <a:rect l="l" t="t" r="r" b="b"/>
              <a:pathLst>
                <a:path w="1469" h="10916" extrusionOk="0">
                  <a:moveTo>
                    <a:pt x="616" y="0"/>
                  </a:moveTo>
                  <a:cubicBezTo>
                    <a:pt x="278" y="0"/>
                    <a:pt x="1" y="278"/>
                    <a:pt x="1" y="616"/>
                  </a:cubicBezTo>
                  <a:lnTo>
                    <a:pt x="1" y="10916"/>
                  </a:lnTo>
                  <a:cubicBezTo>
                    <a:pt x="1" y="10578"/>
                    <a:pt x="276" y="10370"/>
                    <a:pt x="616" y="10370"/>
                  </a:cubicBezTo>
                  <a:lnTo>
                    <a:pt x="903" y="10370"/>
                  </a:lnTo>
                  <a:lnTo>
                    <a:pt x="903" y="616"/>
                  </a:lnTo>
                  <a:cubicBezTo>
                    <a:pt x="903" y="292"/>
                    <a:pt x="1155" y="28"/>
                    <a:pt x="1469" y="4"/>
                  </a:cubicBezTo>
                  <a:lnTo>
                    <a:pt x="1469"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46"/>
            <p:cNvSpPr/>
            <p:nvPr/>
          </p:nvSpPr>
          <p:spPr>
            <a:xfrm>
              <a:off x="1785207" y="1678670"/>
              <a:ext cx="61261" cy="10110"/>
            </a:xfrm>
            <a:custGeom>
              <a:avLst/>
              <a:gdLst/>
              <a:ahLst/>
              <a:cxnLst/>
              <a:rect l="l" t="t" r="r" b="b"/>
              <a:pathLst>
                <a:path w="2145" h="354" extrusionOk="0">
                  <a:moveTo>
                    <a:pt x="178" y="1"/>
                  </a:moveTo>
                  <a:cubicBezTo>
                    <a:pt x="81" y="1"/>
                    <a:pt x="1" y="81"/>
                    <a:pt x="1" y="176"/>
                  </a:cubicBezTo>
                  <a:cubicBezTo>
                    <a:pt x="1" y="273"/>
                    <a:pt x="79" y="353"/>
                    <a:pt x="178" y="353"/>
                  </a:cubicBezTo>
                  <a:lnTo>
                    <a:pt x="1969" y="353"/>
                  </a:lnTo>
                  <a:cubicBezTo>
                    <a:pt x="2064" y="353"/>
                    <a:pt x="2144" y="273"/>
                    <a:pt x="2144" y="176"/>
                  </a:cubicBezTo>
                  <a:cubicBezTo>
                    <a:pt x="2144" y="81"/>
                    <a:pt x="2068" y="1"/>
                    <a:pt x="19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46"/>
            <p:cNvSpPr/>
            <p:nvPr/>
          </p:nvSpPr>
          <p:spPr>
            <a:xfrm>
              <a:off x="1759560" y="1699433"/>
              <a:ext cx="112498" cy="10025"/>
            </a:xfrm>
            <a:custGeom>
              <a:avLst/>
              <a:gdLst/>
              <a:ahLst/>
              <a:cxnLst/>
              <a:rect l="l" t="t" r="r" b="b"/>
              <a:pathLst>
                <a:path w="3939" h="351" extrusionOk="0">
                  <a:moveTo>
                    <a:pt x="176" y="0"/>
                  </a:moveTo>
                  <a:cubicBezTo>
                    <a:pt x="81" y="0"/>
                    <a:pt x="1" y="79"/>
                    <a:pt x="1" y="176"/>
                  </a:cubicBezTo>
                  <a:cubicBezTo>
                    <a:pt x="1" y="270"/>
                    <a:pt x="77" y="351"/>
                    <a:pt x="176" y="351"/>
                  </a:cubicBezTo>
                  <a:lnTo>
                    <a:pt x="3762" y="351"/>
                  </a:lnTo>
                  <a:cubicBezTo>
                    <a:pt x="3860" y="351"/>
                    <a:pt x="3939" y="270"/>
                    <a:pt x="3937" y="176"/>
                  </a:cubicBezTo>
                  <a:cubicBezTo>
                    <a:pt x="3937" y="79"/>
                    <a:pt x="3860" y="0"/>
                    <a:pt x="37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46"/>
            <p:cNvSpPr/>
            <p:nvPr/>
          </p:nvSpPr>
          <p:spPr>
            <a:xfrm>
              <a:off x="1759560" y="1720139"/>
              <a:ext cx="112441" cy="10082"/>
            </a:xfrm>
            <a:custGeom>
              <a:avLst/>
              <a:gdLst/>
              <a:ahLst/>
              <a:cxnLst/>
              <a:rect l="l" t="t" r="r" b="b"/>
              <a:pathLst>
                <a:path w="3937" h="353" extrusionOk="0">
                  <a:moveTo>
                    <a:pt x="176" y="0"/>
                  </a:moveTo>
                  <a:cubicBezTo>
                    <a:pt x="81" y="0"/>
                    <a:pt x="1" y="80"/>
                    <a:pt x="1" y="175"/>
                  </a:cubicBezTo>
                  <a:cubicBezTo>
                    <a:pt x="1" y="272"/>
                    <a:pt x="77" y="352"/>
                    <a:pt x="176" y="352"/>
                  </a:cubicBezTo>
                  <a:lnTo>
                    <a:pt x="3762" y="352"/>
                  </a:lnTo>
                  <a:cubicBezTo>
                    <a:pt x="3860" y="352"/>
                    <a:pt x="3937" y="272"/>
                    <a:pt x="3937" y="175"/>
                  </a:cubicBezTo>
                  <a:cubicBezTo>
                    <a:pt x="3937" y="80"/>
                    <a:pt x="3860" y="0"/>
                    <a:pt x="37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46"/>
            <p:cNvSpPr/>
            <p:nvPr/>
          </p:nvSpPr>
          <p:spPr>
            <a:xfrm>
              <a:off x="1734399" y="1466269"/>
              <a:ext cx="19307" cy="49809"/>
            </a:xfrm>
            <a:custGeom>
              <a:avLst/>
              <a:gdLst/>
              <a:ahLst/>
              <a:cxnLst/>
              <a:rect l="l" t="t" r="r" b="b"/>
              <a:pathLst>
                <a:path w="676" h="1744" extrusionOk="0">
                  <a:moveTo>
                    <a:pt x="115" y="0"/>
                  </a:moveTo>
                  <a:cubicBezTo>
                    <a:pt x="51" y="0"/>
                    <a:pt x="0" y="53"/>
                    <a:pt x="0" y="115"/>
                  </a:cubicBezTo>
                  <a:lnTo>
                    <a:pt x="0" y="1630"/>
                  </a:lnTo>
                  <a:cubicBezTo>
                    <a:pt x="0" y="1694"/>
                    <a:pt x="53" y="1744"/>
                    <a:pt x="115" y="1744"/>
                  </a:cubicBezTo>
                  <a:lnTo>
                    <a:pt x="557" y="1744"/>
                  </a:lnTo>
                  <a:cubicBezTo>
                    <a:pt x="621" y="1744"/>
                    <a:pt x="672" y="1693"/>
                    <a:pt x="672" y="1630"/>
                  </a:cubicBezTo>
                  <a:lnTo>
                    <a:pt x="672" y="115"/>
                  </a:lnTo>
                  <a:cubicBezTo>
                    <a:pt x="675" y="51"/>
                    <a:pt x="624" y="0"/>
                    <a:pt x="5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46"/>
            <p:cNvSpPr/>
            <p:nvPr/>
          </p:nvSpPr>
          <p:spPr>
            <a:xfrm>
              <a:off x="1734399" y="1466269"/>
              <a:ext cx="13737" cy="49809"/>
            </a:xfrm>
            <a:custGeom>
              <a:avLst/>
              <a:gdLst/>
              <a:ahLst/>
              <a:cxnLst/>
              <a:rect l="l" t="t" r="r" b="b"/>
              <a:pathLst>
                <a:path w="481" h="1744" extrusionOk="0">
                  <a:moveTo>
                    <a:pt x="115" y="0"/>
                  </a:moveTo>
                  <a:cubicBezTo>
                    <a:pt x="51" y="0"/>
                    <a:pt x="0" y="53"/>
                    <a:pt x="0" y="115"/>
                  </a:cubicBezTo>
                  <a:lnTo>
                    <a:pt x="0" y="1630"/>
                  </a:lnTo>
                  <a:cubicBezTo>
                    <a:pt x="0" y="1694"/>
                    <a:pt x="53" y="1744"/>
                    <a:pt x="115" y="1744"/>
                  </a:cubicBezTo>
                  <a:lnTo>
                    <a:pt x="480" y="1744"/>
                  </a:lnTo>
                  <a:cubicBezTo>
                    <a:pt x="418" y="1744"/>
                    <a:pt x="365" y="1694"/>
                    <a:pt x="365" y="1630"/>
                  </a:cubicBezTo>
                  <a:lnTo>
                    <a:pt x="365" y="115"/>
                  </a:lnTo>
                  <a:cubicBezTo>
                    <a:pt x="365" y="51"/>
                    <a:pt x="418" y="0"/>
                    <a:pt x="48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46"/>
            <p:cNvSpPr/>
            <p:nvPr/>
          </p:nvSpPr>
          <p:spPr>
            <a:xfrm>
              <a:off x="1672852" y="1764807"/>
              <a:ext cx="248215" cy="35129"/>
            </a:xfrm>
            <a:custGeom>
              <a:avLst/>
              <a:gdLst/>
              <a:ahLst/>
              <a:cxnLst/>
              <a:rect l="l" t="t" r="r" b="b"/>
              <a:pathLst>
                <a:path w="8691" h="1230" extrusionOk="0">
                  <a:moveTo>
                    <a:pt x="616" y="1"/>
                  </a:moveTo>
                  <a:cubicBezTo>
                    <a:pt x="278" y="1"/>
                    <a:pt x="1" y="278"/>
                    <a:pt x="1" y="616"/>
                  </a:cubicBezTo>
                  <a:cubicBezTo>
                    <a:pt x="1" y="954"/>
                    <a:pt x="278" y="1229"/>
                    <a:pt x="616" y="1229"/>
                  </a:cubicBezTo>
                  <a:lnTo>
                    <a:pt x="8384" y="1229"/>
                  </a:lnTo>
                  <a:cubicBezTo>
                    <a:pt x="8552" y="1229"/>
                    <a:pt x="8691" y="1090"/>
                    <a:pt x="8691" y="921"/>
                  </a:cubicBezTo>
                  <a:lnTo>
                    <a:pt x="8691" y="307"/>
                  </a:lnTo>
                  <a:cubicBezTo>
                    <a:pt x="8691" y="141"/>
                    <a:pt x="8552" y="1"/>
                    <a:pt x="83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46"/>
            <p:cNvSpPr/>
            <p:nvPr/>
          </p:nvSpPr>
          <p:spPr>
            <a:xfrm>
              <a:off x="1672852" y="1764807"/>
              <a:ext cx="64546" cy="35129"/>
            </a:xfrm>
            <a:custGeom>
              <a:avLst/>
              <a:gdLst/>
              <a:ahLst/>
              <a:cxnLst/>
              <a:rect l="l" t="t" r="r" b="b"/>
              <a:pathLst>
                <a:path w="2260" h="1230" extrusionOk="0">
                  <a:moveTo>
                    <a:pt x="616" y="1"/>
                  </a:moveTo>
                  <a:cubicBezTo>
                    <a:pt x="278" y="1"/>
                    <a:pt x="1" y="278"/>
                    <a:pt x="1" y="616"/>
                  </a:cubicBezTo>
                  <a:cubicBezTo>
                    <a:pt x="1" y="954"/>
                    <a:pt x="278" y="1229"/>
                    <a:pt x="616" y="1229"/>
                  </a:cubicBezTo>
                  <a:lnTo>
                    <a:pt x="2252" y="1229"/>
                  </a:lnTo>
                  <a:cubicBezTo>
                    <a:pt x="1920" y="1227"/>
                    <a:pt x="1644" y="951"/>
                    <a:pt x="1644" y="616"/>
                  </a:cubicBezTo>
                  <a:cubicBezTo>
                    <a:pt x="1644" y="278"/>
                    <a:pt x="1921" y="1"/>
                    <a:pt x="2259" y="1"/>
                  </a:cubicBezTo>
                  <a:close/>
                  <a:moveTo>
                    <a:pt x="2252" y="1229"/>
                  </a:moveTo>
                  <a:lnTo>
                    <a:pt x="2252" y="1229"/>
                  </a:lnTo>
                  <a:cubicBezTo>
                    <a:pt x="2254" y="1229"/>
                    <a:pt x="2255" y="1229"/>
                    <a:pt x="2256" y="1229"/>
                  </a:cubicBezTo>
                  <a:cubicBezTo>
                    <a:pt x="2257" y="1229"/>
                    <a:pt x="2258" y="1229"/>
                    <a:pt x="2259" y="1229"/>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46"/>
            <p:cNvSpPr/>
            <p:nvPr/>
          </p:nvSpPr>
          <p:spPr>
            <a:xfrm>
              <a:off x="1738340" y="1513450"/>
              <a:ext cx="134403" cy="143286"/>
            </a:xfrm>
            <a:custGeom>
              <a:avLst/>
              <a:gdLst/>
              <a:ahLst/>
              <a:cxnLst/>
              <a:rect l="l" t="t" r="r" b="b"/>
              <a:pathLst>
                <a:path w="4706" h="5017" extrusionOk="0">
                  <a:moveTo>
                    <a:pt x="2935" y="0"/>
                  </a:moveTo>
                  <a:cubicBezTo>
                    <a:pt x="2909" y="72"/>
                    <a:pt x="2838" y="146"/>
                    <a:pt x="2809" y="218"/>
                  </a:cubicBezTo>
                  <a:cubicBezTo>
                    <a:pt x="2796" y="249"/>
                    <a:pt x="2790" y="285"/>
                    <a:pt x="2779" y="320"/>
                  </a:cubicBezTo>
                  <a:cubicBezTo>
                    <a:pt x="2768" y="355"/>
                    <a:pt x="2743" y="386"/>
                    <a:pt x="2706" y="391"/>
                  </a:cubicBezTo>
                  <a:cubicBezTo>
                    <a:pt x="2695" y="393"/>
                    <a:pt x="2683" y="391"/>
                    <a:pt x="2673" y="397"/>
                  </a:cubicBezTo>
                  <a:cubicBezTo>
                    <a:pt x="2646" y="407"/>
                    <a:pt x="2650" y="446"/>
                    <a:pt x="2635" y="473"/>
                  </a:cubicBezTo>
                  <a:cubicBezTo>
                    <a:pt x="2622" y="502"/>
                    <a:pt x="2589" y="517"/>
                    <a:pt x="2558" y="519"/>
                  </a:cubicBezTo>
                  <a:cubicBezTo>
                    <a:pt x="2556" y="519"/>
                    <a:pt x="2553" y="519"/>
                    <a:pt x="2550" y="519"/>
                  </a:cubicBezTo>
                  <a:cubicBezTo>
                    <a:pt x="2520" y="519"/>
                    <a:pt x="2494" y="511"/>
                    <a:pt x="2464" y="502"/>
                  </a:cubicBezTo>
                  <a:cubicBezTo>
                    <a:pt x="2425" y="491"/>
                    <a:pt x="2385" y="477"/>
                    <a:pt x="2359" y="444"/>
                  </a:cubicBezTo>
                  <a:cubicBezTo>
                    <a:pt x="2345" y="426"/>
                    <a:pt x="2341" y="402"/>
                    <a:pt x="2330" y="384"/>
                  </a:cubicBezTo>
                  <a:cubicBezTo>
                    <a:pt x="2308" y="349"/>
                    <a:pt x="2272" y="329"/>
                    <a:pt x="2241" y="307"/>
                  </a:cubicBezTo>
                  <a:cubicBezTo>
                    <a:pt x="2168" y="254"/>
                    <a:pt x="2111" y="161"/>
                    <a:pt x="2071" y="73"/>
                  </a:cubicBezTo>
                  <a:cubicBezTo>
                    <a:pt x="1923" y="112"/>
                    <a:pt x="1777" y="165"/>
                    <a:pt x="1637" y="234"/>
                  </a:cubicBezTo>
                  <a:lnTo>
                    <a:pt x="1642" y="243"/>
                  </a:lnTo>
                  <a:cubicBezTo>
                    <a:pt x="1646" y="276"/>
                    <a:pt x="1664" y="307"/>
                    <a:pt x="1688" y="327"/>
                  </a:cubicBezTo>
                  <a:lnTo>
                    <a:pt x="1874" y="475"/>
                  </a:lnTo>
                  <a:cubicBezTo>
                    <a:pt x="1898" y="495"/>
                    <a:pt x="1912" y="522"/>
                    <a:pt x="1912" y="555"/>
                  </a:cubicBezTo>
                  <a:lnTo>
                    <a:pt x="1912" y="765"/>
                  </a:lnTo>
                  <a:cubicBezTo>
                    <a:pt x="1912" y="833"/>
                    <a:pt x="1967" y="888"/>
                    <a:pt x="2034" y="888"/>
                  </a:cubicBezTo>
                  <a:lnTo>
                    <a:pt x="2122" y="888"/>
                  </a:lnTo>
                  <a:cubicBezTo>
                    <a:pt x="2179" y="888"/>
                    <a:pt x="2224" y="933"/>
                    <a:pt x="2224" y="992"/>
                  </a:cubicBezTo>
                  <a:lnTo>
                    <a:pt x="2224" y="1088"/>
                  </a:lnTo>
                  <a:cubicBezTo>
                    <a:pt x="2224" y="1121"/>
                    <a:pt x="2208" y="1152"/>
                    <a:pt x="2184" y="1171"/>
                  </a:cubicBezTo>
                  <a:lnTo>
                    <a:pt x="1679" y="1545"/>
                  </a:lnTo>
                  <a:cubicBezTo>
                    <a:pt x="1660" y="1559"/>
                    <a:pt x="1640" y="1567"/>
                    <a:pt x="1618" y="1567"/>
                  </a:cubicBezTo>
                  <a:lnTo>
                    <a:pt x="1304" y="1567"/>
                  </a:lnTo>
                  <a:cubicBezTo>
                    <a:pt x="1237" y="1567"/>
                    <a:pt x="1182" y="1621"/>
                    <a:pt x="1182" y="1689"/>
                  </a:cubicBezTo>
                  <a:lnTo>
                    <a:pt x="1182" y="1895"/>
                  </a:lnTo>
                  <a:cubicBezTo>
                    <a:pt x="1182" y="1926"/>
                    <a:pt x="1195" y="1959"/>
                    <a:pt x="1218" y="1981"/>
                  </a:cubicBezTo>
                  <a:lnTo>
                    <a:pt x="1438" y="2200"/>
                  </a:lnTo>
                  <a:cubicBezTo>
                    <a:pt x="1459" y="2224"/>
                    <a:pt x="1492" y="2237"/>
                    <a:pt x="1523" y="2237"/>
                  </a:cubicBezTo>
                  <a:lnTo>
                    <a:pt x="1832" y="2237"/>
                  </a:lnTo>
                  <a:cubicBezTo>
                    <a:pt x="1888" y="2237"/>
                    <a:pt x="1934" y="2282"/>
                    <a:pt x="1934" y="2339"/>
                  </a:cubicBezTo>
                  <a:lnTo>
                    <a:pt x="1934" y="2430"/>
                  </a:lnTo>
                  <a:cubicBezTo>
                    <a:pt x="1934" y="2500"/>
                    <a:pt x="1989" y="2554"/>
                    <a:pt x="2058" y="2554"/>
                  </a:cubicBezTo>
                  <a:lnTo>
                    <a:pt x="2272" y="2554"/>
                  </a:lnTo>
                  <a:cubicBezTo>
                    <a:pt x="2330" y="2554"/>
                    <a:pt x="2376" y="2600"/>
                    <a:pt x="2376" y="2657"/>
                  </a:cubicBezTo>
                  <a:cubicBezTo>
                    <a:pt x="2376" y="2726"/>
                    <a:pt x="2431" y="2781"/>
                    <a:pt x="2498" y="2781"/>
                  </a:cubicBezTo>
                  <a:lnTo>
                    <a:pt x="2779" y="2781"/>
                  </a:lnTo>
                  <a:cubicBezTo>
                    <a:pt x="2836" y="2781"/>
                    <a:pt x="2882" y="2826"/>
                    <a:pt x="2882" y="2883"/>
                  </a:cubicBezTo>
                  <a:lnTo>
                    <a:pt x="2882" y="3179"/>
                  </a:lnTo>
                  <a:cubicBezTo>
                    <a:pt x="2882" y="3212"/>
                    <a:pt x="2869" y="3239"/>
                    <a:pt x="2843" y="3259"/>
                  </a:cubicBezTo>
                  <a:lnTo>
                    <a:pt x="2422" y="3599"/>
                  </a:lnTo>
                  <a:cubicBezTo>
                    <a:pt x="2390" y="3622"/>
                    <a:pt x="2376" y="3659"/>
                    <a:pt x="2376" y="3695"/>
                  </a:cubicBezTo>
                  <a:lnTo>
                    <a:pt x="2376" y="3840"/>
                  </a:lnTo>
                  <a:cubicBezTo>
                    <a:pt x="2376" y="3867"/>
                    <a:pt x="2363" y="3894"/>
                    <a:pt x="2343" y="3914"/>
                  </a:cubicBezTo>
                  <a:lnTo>
                    <a:pt x="2186" y="4062"/>
                  </a:lnTo>
                  <a:cubicBezTo>
                    <a:pt x="2160" y="4086"/>
                    <a:pt x="2146" y="4119"/>
                    <a:pt x="2146" y="4154"/>
                  </a:cubicBezTo>
                  <a:lnTo>
                    <a:pt x="2146" y="4475"/>
                  </a:lnTo>
                  <a:cubicBezTo>
                    <a:pt x="2146" y="4533"/>
                    <a:pt x="2100" y="4579"/>
                    <a:pt x="2044" y="4579"/>
                  </a:cubicBezTo>
                  <a:lnTo>
                    <a:pt x="1876" y="4579"/>
                  </a:lnTo>
                  <a:cubicBezTo>
                    <a:pt x="1817" y="4579"/>
                    <a:pt x="1772" y="4533"/>
                    <a:pt x="1772" y="4475"/>
                  </a:cubicBezTo>
                  <a:lnTo>
                    <a:pt x="1772" y="4270"/>
                  </a:lnTo>
                  <a:cubicBezTo>
                    <a:pt x="1772" y="4252"/>
                    <a:pt x="1768" y="4234"/>
                    <a:pt x="1761" y="4217"/>
                  </a:cubicBezTo>
                  <a:lnTo>
                    <a:pt x="1644" y="3973"/>
                  </a:lnTo>
                  <a:cubicBezTo>
                    <a:pt x="1638" y="3960"/>
                    <a:pt x="1635" y="3944"/>
                    <a:pt x="1635" y="3931"/>
                  </a:cubicBezTo>
                  <a:lnTo>
                    <a:pt x="1635" y="3465"/>
                  </a:lnTo>
                  <a:cubicBezTo>
                    <a:pt x="1635" y="3425"/>
                    <a:pt x="1616" y="3387"/>
                    <a:pt x="1584" y="3365"/>
                  </a:cubicBezTo>
                  <a:lnTo>
                    <a:pt x="1138" y="3045"/>
                  </a:lnTo>
                  <a:cubicBezTo>
                    <a:pt x="1111" y="3027"/>
                    <a:pt x="1094" y="2994"/>
                    <a:pt x="1094" y="2963"/>
                  </a:cubicBezTo>
                  <a:lnTo>
                    <a:pt x="1094" y="2640"/>
                  </a:lnTo>
                  <a:cubicBezTo>
                    <a:pt x="1094" y="2622"/>
                    <a:pt x="1100" y="2607"/>
                    <a:pt x="1109" y="2591"/>
                  </a:cubicBezTo>
                  <a:lnTo>
                    <a:pt x="1131" y="2549"/>
                  </a:lnTo>
                  <a:cubicBezTo>
                    <a:pt x="1158" y="2501"/>
                    <a:pt x="1149" y="2439"/>
                    <a:pt x="1111" y="2401"/>
                  </a:cubicBezTo>
                  <a:lnTo>
                    <a:pt x="720" y="2016"/>
                  </a:lnTo>
                  <a:cubicBezTo>
                    <a:pt x="702" y="1998"/>
                    <a:pt x="691" y="1970"/>
                    <a:pt x="691" y="1943"/>
                  </a:cubicBezTo>
                  <a:lnTo>
                    <a:pt x="691" y="1693"/>
                  </a:lnTo>
                  <a:cubicBezTo>
                    <a:pt x="691" y="1658"/>
                    <a:pt x="676" y="1623"/>
                    <a:pt x="649" y="1601"/>
                  </a:cubicBezTo>
                  <a:lnTo>
                    <a:pt x="457" y="1424"/>
                  </a:lnTo>
                  <a:lnTo>
                    <a:pt x="448" y="1419"/>
                  </a:lnTo>
                  <a:lnTo>
                    <a:pt x="448" y="1419"/>
                  </a:lnTo>
                  <a:cubicBezTo>
                    <a:pt x="1" y="2352"/>
                    <a:pt x="165" y="3505"/>
                    <a:pt x="939" y="4280"/>
                  </a:cubicBezTo>
                  <a:cubicBezTo>
                    <a:pt x="1430" y="4771"/>
                    <a:pt x="2073" y="5016"/>
                    <a:pt x="2716" y="5016"/>
                  </a:cubicBezTo>
                  <a:cubicBezTo>
                    <a:pt x="3359" y="5016"/>
                    <a:pt x="4002" y="4771"/>
                    <a:pt x="4492" y="4280"/>
                  </a:cubicBezTo>
                  <a:cubicBezTo>
                    <a:pt x="4559" y="4214"/>
                    <a:pt x="4620" y="4144"/>
                    <a:pt x="4678" y="4075"/>
                  </a:cubicBezTo>
                  <a:lnTo>
                    <a:pt x="4663" y="4075"/>
                  </a:lnTo>
                  <a:cubicBezTo>
                    <a:pt x="4587" y="4017"/>
                    <a:pt x="4525" y="3967"/>
                    <a:pt x="4477" y="3914"/>
                  </a:cubicBezTo>
                  <a:cubicBezTo>
                    <a:pt x="4353" y="3785"/>
                    <a:pt x="4273" y="3615"/>
                    <a:pt x="4245" y="3438"/>
                  </a:cubicBezTo>
                  <a:cubicBezTo>
                    <a:pt x="4242" y="3405"/>
                    <a:pt x="4240" y="3374"/>
                    <a:pt x="4236" y="3345"/>
                  </a:cubicBezTo>
                  <a:cubicBezTo>
                    <a:pt x="4233" y="3290"/>
                    <a:pt x="4227" y="3235"/>
                    <a:pt x="4214" y="3182"/>
                  </a:cubicBezTo>
                  <a:cubicBezTo>
                    <a:pt x="4196" y="3109"/>
                    <a:pt x="4161" y="3040"/>
                    <a:pt x="4127" y="2972"/>
                  </a:cubicBezTo>
                  <a:cubicBezTo>
                    <a:pt x="4085" y="2883"/>
                    <a:pt x="4041" y="2799"/>
                    <a:pt x="4032" y="2702"/>
                  </a:cubicBezTo>
                  <a:cubicBezTo>
                    <a:pt x="4017" y="2569"/>
                    <a:pt x="4085" y="2428"/>
                    <a:pt x="4196" y="2352"/>
                  </a:cubicBezTo>
                  <a:cubicBezTo>
                    <a:pt x="4262" y="2306"/>
                    <a:pt x="4342" y="2282"/>
                    <a:pt x="4417" y="2259"/>
                  </a:cubicBezTo>
                  <a:cubicBezTo>
                    <a:pt x="4490" y="2235"/>
                    <a:pt x="4563" y="2213"/>
                    <a:pt x="4629" y="2173"/>
                  </a:cubicBezTo>
                  <a:cubicBezTo>
                    <a:pt x="4645" y="2162"/>
                    <a:pt x="4663" y="2151"/>
                    <a:pt x="4673" y="2131"/>
                  </a:cubicBezTo>
                  <a:cubicBezTo>
                    <a:pt x="4683" y="2102"/>
                    <a:pt x="4673" y="2072"/>
                    <a:pt x="4663" y="2047"/>
                  </a:cubicBezTo>
                  <a:cubicBezTo>
                    <a:pt x="4660" y="2036"/>
                    <a:pt x="4654" y="2025"/>
                    <a:pt x="4652" y="2016"/>
                  </a:cubicBezTo>
                  <a:cubicBezTo>
                    <a:pt x="4643" y="1977"/>
                    <a:pt x="4656" y="1935"/>
                    <a:pt x="4673" y="1895"/>
                  </a:cubicBezTo>
                  <a:cubicBezTo>
                    <a:pt x="4676" y="1870"/>
                    <a:pt x="4682" y="1848"/>
                    <a:pt x="4687" y="1826"/>
                  </a:cubicBezTo>
                  <a:cubicBezTo>
                    <a:pt x="4705" y="1742"/>
                    <a:pt x="4671" y="1651"/>
                    <a:pt x="4603" y="1596"/>
                  </a:cubicBezTo>
                  <a:cubicBezTo>
                    <a:pt x="4561" y="1561"/>
                    <a:pt x="4506" y="1545"/>
                    <a:pt x="4453" y="1545"/>
                  </a:cubicBezTo>
                  <a:cubicBezTo>
                    <a:pt x="4422" y="1545"/>
                    <a:pt x="4390" y="1552"/>
                    <a:pt x="4360" y="1567"/>
                  </a:cubicBezTo>
                  <a:cubicBezTo>
                    <a:pt x="4349" y="1570"/>
                    <a:pt x="4340" y="1576"/>
                    <a:pt x="4331" y="1583"/>
                  </a:cubicBezTo>
                  <a:cubicBezTo>
                    <a:pt x="4315" y="1590"/>
                    <a:pt x="4302" y="1598"/>
                    <a:pt x="4285" y="1603"/>
                  </a:cubicBezTo>
                  <a:cubicBezTo>
                    <a:pt x="4271" y="1608"/>
                    <a:pt x="4257" y="1610"/>
                    <a:pt x="4243" y="1610"/>
                  </a:cubicBezTo>
                  <a:cubicBezTo>
                    <a:pt x="4187" y="1610"/>
                    <a:pt x="4132" y="1579"/>
                    <a:pt x="4074" y="1548"/>
                  </a:cubicBezTo>
                  <a:cubicBezTo>
                    <a:pt x="4041" y="1530"/>
                    <a:pt x="4006" y="1512"/>
                    <a:pt x="3973" y="1497"/>
                  </a:cubicBezTo>
                  <a:cubicBezTo>
                    <a:pt x="3911" y="1475"/>
                    <a:pt x="3846" y="1470"/>
                    <a:pt x="3778" y="1466"/>
                  </a:cubicBezTo>
                  <a:cubicBezTo>
                    <a:pt x="3730" y="1463"/>
                    <a:pt x="3683" y="1459"/>
                    <a:pt x="3636" y="1450"/>
                  </a:cubicBezTo>
                  <a:cubicBezTo>
                    <a:pt x="3566" y="1433"/>
                    <a:pt x="3500" y="1386"/>
                    <a:pt x="3471" y="1331"/>
                  </a:cubicBezTo>
                  <a:cubicBezTo>
                    <a:pt x="3453" y="1297"/>
                    <a:pt x="3448" y="1260"/>
                    <a:pt x="3462" y="1225"/>
                  </a:cubicBezTo>
                  <a:cubicBezTo>
                    <a:pt x="3471" y="1203"/>
                    <a:pt x="3484" y="1185"/>
                    <a:pt x="3500" y="1165"/>
                  </a:cubicBezTo>
                  <a:cubicBezTo>
                    <a:pt x="3513" y="1147"/>
                    <a:pt x="3528" y="1129"/>
                    <a:pt x="3539" y="1107"/>
                  </a:cubicBezTo>
                  <a:cubicBezTo>
                    <a:pt x="3559" y="1059"/>
                    <a:pt x="3557" y="1010"/>
                    <a:pt x="3555" y="959"/>
                  </a:cubicBezTo>
                  <a:cubicBezTo>
                    <a:pt x="3553" y="928"/>
                    <a:pt x="3550" y="893"/>
                    <a:pt x="3557" y="860"/>
                  </a:cubicBezTo>
                  <a:cubicBezTo>
                    <a:pt x="3566" y="811"/>
                    <a:pt x="3592" y="763"/>
                    <a:pt x="3619" y="718"/>
                  </a:cubicBezTo>
                  <a:cubicBezTo>
                    <a:pt x="3650" y="659"/>
                    <a:pt x="3683" y="603"/>
                    <a:pt x="3685" y="537"/>
                  </a:cubicBezTo>
                  <a:cubicBezTo>
                    <a:pt x="3685" y="502"/>
                    <a:pt x="3676" y="468"/>
                    <a:pt x="3668" y="437"/>
                  </a:cubicBezTo>
                  <a:cubicBezTo>
                    <a:pt x="3665" y="420"/>
                    <a:pt x="3659" y="404"/>
                    <a:pt x="3657" y="389"/>
                  </a:cubicBezTo>
                  <a:cubicBezTo>
                    <a:pt x="3647" y="325"/>
                    <a:pt x="3650" y="256"/>
                    <a:pt x="3676" y="192"/>
                  </a:cubicBezTo>
                  <a:lnTo>
                    <a:pt x="3683" y="183"/>
                  </a:lnTo>
                  <a:cubicBezTo>
                    <a:pt x="3444" y="83"/>
                    <a:pt x="3190" y="24"/>
                    <a:pt x="29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46"/>
            <p:cNvSpPr/>
            <p:nvPr/>
          </p:nvSpPr>
          <p:spPr>
            <a:xfrm>
              <a:off x="1738254" y="1553948"/>
              <a:ext cx="86565" cy="102787"/>
            </a:xfrm>
            <a:custGeom>
              <a:avLst/>
              <a:gdLst/>
              <a:ahLst/>
              <a:cxnLst/>
              <a:rect l="l" t="t" r="r" b="b"/>
              <a:pathLst>
                <a:path w="3031" h="3599" extrusionOk="0">
                  <a:moveTo>
                    <a:pt x="447" y="1"/>
                  </a:moveTo>
                  <a:lnTo>
                    <a:pt x="447" y="1"/>
                  </a:lnTo>
                  <a:cubicBezTo>
                    <a:pt x="0" y="934"/>
                    <a:pt x="164" y="2087"/>
                    <a:pt x="938" y="2862"/>
                  </a:cubicBezTo>
                  <a:cubicBezTo>
                    <a:pt x="1428" y="3353"/>
                    <a:pt x="2073" y="3599"/>
                    <a:pt x="2717" y="3599"/>
                  </a:cubicBezTo>
                  <a:cubicBezTo>
                    <a:pt x="2822" y="3599"/>
                    <a:pt x="2927" y="3592"/>
                    <a:pt x="3031" y="3579"/>
                  </a:cubicBezTo>
                  <a:cubicBezTo>
                    <a:pt x="2644" y="3530"/>
                    <a:pt x="2264" y="3391"/>
                    <a:pt x="1932" y="3161"/>
                  </a:cubicBezTo>
                  <a:lnTo>
                    <a:pt x="1873" y="3159"/>
                  </a:lnTo>
                  <a:cubicBezTo>
                    <a:pt x="1817" y="3159"/>
                    <a:pt x="1771" y="3113"/>
                    <a:pt x="1771" y="3055"/>
                  </a:cubicBezTo>
                  <a:lnTo>
                    <a:pt x="1771" y="3040"/>
                  </a:lnTo>
                  <a:cubicBezTo>
                    <a:pt x="1703" y="2982"/>
                    <a:pt x="1634" y="2924"/>
                    <a:pt x="1570" y="2860"/>
                  </a:cubicBezTo>
                  <a:cubicBezTo>
                    <a:pt x="991" y="2279"/>
                    <a:pt x="754" y="1485"/>
                    <a:pt x="858" y="731"/>
                  </a:cubicBezTo>
                  <a:lnTo>
                    <a:pt x="719" y="591"/>
                  </a:lnTo>
                  <a:cubicBezTo>
                    <a:pt x="701" y="572"/>
                    <a:pt x="690" y="545"/>
                    <a:pt x="690" y="517"/>
                  </a:cubicBezTo>
                  <a:lnTo>
                    <a:pt x="690" y="275"/>
                  </a:lnTo>
                  <a:cubicBezTo>
                    <a:pt x="690" y="240"/>
                    <a:pt x="676" y="205"/>
                    <a:pt x="648" y="183"/>
                  </a:cubicBezTo>
                  <a:lnTo>
                    <a:pt x="457" y="6"/>
                  </a:lnTo>
                  <a:lnTo>
                    <a:pt x="447"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46"/>
            <p:cNvSpPr/>
            <p:nvPr/>
          </p:nvSpPr>
          <p:spPr>
            <a:xfrm>
              <a:off x="1784950" y="1515535"/>
              <a:ext cx="16108" cy="11395"/>
            </a:xfrm>
            <a:custGeom>
              <a:avLst/>
              <a:gdLst/>
              <a:ahLst/>
              <a:cxnLst/>
              <a:rect l="l" t="t" r="r" b="b"/>
              <a:pathLst>
                <a:path w="564" h="399" extrusionOk="0">
                  <a:moveTo>
                    <a:pt x="437" y="0"/>
                  </a:moveTo>
                  <a:cubicBezTo>
                    <a:pt x="289" y="41"/>
                    <a:pt x="143" y="92"/>
                    <a:pt x="1" y="161"/>
                  </a:cubicBezTo>
                  <a:lnTo>
                    <a:pt x="8" y="170"/>
                  </a:lnTo>
                  <a:cubicBezTo>
                    <a:pt x="10" y="205"/>
                    <a:pt x="28" y="234"/>
                    <a:pt x="54" y="254"/>
                  </a:cubicBezTo>
                  <a:lnTo>
                    <a:pt x="235" y="398"/>
                  </a:lnTo>
                  <a:cubicBezTo>
                    <a:pt x="339" y="320"/>
                    <a:pt x="448" y="254"/>
                    <a:pt x="563" y="198"/>
                  </a:cubicBezTo>
                  <a:cubicBezTo>
                    <a:pt x="510" y="143"/>
                    <a:pt x="470" y="70"/>
                    <a:pt x="437"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46"/>
            <p:cNvSpPr/>
            <p:nvPr/>
          </p:nvSpPr>
          <p:spPr>
            <a:xfrm>
              <a:off x="1750821" y="1519533"/>
              <a:ext cx="70086" cy="124493"/>
            </a:xfrm>
            <a:custGeom>
              <a:avLst/>
              <a:gdLst/>
              <a:ahLst/>
              <a:cxnLst/>
              <a:rect l="l" t="t" r="r" b="b"/>
              <a:pathLst>
                <a:path w="2454" h="4359" extrusionOk="0">
                  <a:moveTo>
                    <a:pt x="1210" y="1"/>
                  </a:moveTo>
                  <a:cubicBezTo>
                    <a:pt x="953" y="121"/>
                    <a:pt x="708" y="288"/>
                    <a:pt x="497" y="503"/>
                  </a:cubicBezTo>
                  <a:cubicBezTo>
                    <a:pt x="287" y="713"/>
                    <a:pt x="122" y="950"/>
                    <a:pt x="0" y="1202"/>
                  </a:cubicBezTo>
                  <a:lnTo>
                    <a:pt x="199" y="1385"/>
                  </a:lnTo>
                  <a:cubicBezTo>
                    <a:pt x="223" y="1407"/>
                    <a:pt x="236" y="1438"/>
                    <a:pt x="236" y="1467"/>
                  </a:cubicBezTo>
                  <a:lnTo>
                    <a:pt x="236" y="1713"/>
                  </a:lnTo>
                  <a:cubicBezTo>
                    <a:pt x="236" y="1744"/>
                    <a:pt x="247" y="1774"/>
                    <a:pt x="270" y="1794"/>
                  </a:cubicBezTo>
                  <a:lnTo>
                    <a:pt x="661" y="2179"/>
                  </a:lnTo>
                  <a:cubicBezTo>
                    <a:pt x="696" y="2215"/>
                    <a:pt x="703" y="2270"/>
                    <a:pt x="677" y="2314"/>
                  </a:cubicBezTo>
                  <a:lnTo>
                    <a:pt x="655" y="2356"/>
                  </a:lnTo>
                  <a:cubicBezTo>
                    <a:pt x="646" y="2371"/>
                    <a:pt x="643" y="2392"/>
                    <a:pt x="643" y="2411"/>
                  </a:cubicBezTo>
                  <a:lnTo>
                    <a:pt x="643" y="2732"/>
                  </a:lnTo>
                  <a:cubicBezTo>
                    <a:pt x="643" y="2769"/>
                    <a:pt x="661" y="2803"/>
                    <a:pt x="690" y="2823"/>
                  </a:cubicBezTo>
                  <a:lnTo>
                    <a:pt x="1134" y="3143"/>
                  </a:lnTo>
                  <a:cubicBezTo>
                    <a:pt x="1165" y="3163"/>
                    <a:pt x="1183" y="3198"/>
                    <a:pt x="1183" y="3234"/>
                  </a:cubicBezTo>
                  <a:lnTo>
                    <a:pt x="1183" y="3700"/>
                  </a:lnTo>
                  <a:cubicBezTo>
                    <a:pt x="1183" y="3716"/>
                    <a:pt x="1187" y="3734"/>
                    <a:pt x="1194" y="3747"/>
                  </a:cubicBezTo>
                  <a:lnTo>
                    <a:pt x="1311" y="3992"/>
                  </a:lnTo>
                  <a:cubicBezTo>
                    <a:pt x="1316" y="4008"/>
                    <a:pt x="1322" y="4023"/>
                    <a:pt x="1322" y="4039"/>
                  </a:cubicBezTo>
                  <a:lnTo>
                    <a:pt x="1322" y="4245"/>
                  </a:lnTo>
                  <a:cubicBezTo>
                    <a:pt x="1322" y="4306"/>
                    <a:pt x="1371" y="4359"/>
                    <a:pt x="1435" y="4359"/>
                  </a:cubicBezTo>
                  <a:lnTo>
                    <a:pt x="1605" y="4359"/>
                  </a:lnTo>
                  <a:cubicBezTo>
                    <a:pt x="1667" y="4359"/>
                    <a:pt x="1718" y="4309"/>
                    <a:pt x="1718" y="4245"/>
                  </a:cubicBezTo>
                  <a:lnTo>
                    <a:pt x="1718" y="3922"/>
                  </a:lnTo>
                  <a:cubicBezTo>
                    <a:pt x="1718" y="3891"/>
                    <a:pt x="1733" y="3862"/>
                    <a:pt x="1755" y="3840"/>
                  </a:cubicBezTo>
                  <a:lnTo>
                    <a:pt x="1913" y="3692"/>
                  </a:lnTo>
                  <a:cubicBezTo>
                    <a:pt x="1935" y="3672"/>
                    <a:pt x="1950" y="3643"/>
                    <a:pt x="1950" y="3610"/>
                  </a:cubicBezTo>
                  <a:lnTo>
                    <a:pt x="1950" y="3466"/>
                  </a:lnTo>
                  <a:cubicBezTo>
                    <a:pt x="1950" y="3433"/>
                    <a:pt x="1964" y="3400"/>
                    <a:pt x="1990" y="3380"/>
                  </a:cubicBezTo>
                  <a:lnTo>
                    <a:pt x="2412" y="3041"/>
                  </a:lnTo>
                  <a:cubicBezTo>
                    <a:pt x="2439" y="3019"/>
                    <a:pt x="2454" y="2986"/>
                    <a:pt x="2454" y="2953"/>
                  </a:cubicBezTo>
                  <a:lnTo>
                    <a:pt x="2454" y="2657"/>
                  </a:lnTo>
                  <a:cubicBezTo>
                    <a:pt x="2452" y="2606"/>
                    <a:pt x="2401" y="2557"/>
                    <a:pt x="2341" y="2557"/>
                  </a:cubicBezTo>
                  <a:lnTo>
                    <a:pt x="2059" y="2557"/>
                  </a:lnTo>
                  <a:cubicBezTo>
                    <a:pt x="1997" y="2557"/>
                    <a:pt x="1944" y="2506"/>
                    <a:pt x="1944" y="2442"/>
                  </a:cubicBezTo>
                  <a:cubicBezTo>
                    <a:pt x="1944" y="2378"/>
                    <a:pt x="1895" y="2329"/>
                    <a:pt x="1831" y="2329"/>
                  </a:cubicBezTo>
                  <a:lnTo>
                    <a:pt x="1616" y="2329"/>
                  </a:lnTo>
                  <a:cubicBezTo>
                    <a:pt x="1556" y="2329"/>
                    <a:pt x="1503" y="2277"/>
                    <a:pt x="1503" y="2214"/>
                  </a:cubicBezTo>
                  <a:lnTo>
                    <a:pt x="1503" y="2122"/>
                  </a:lnTo>
                  <a:cubicBezTo>
                    <a:pt x="1503" y="2060"/>
                    <a:pt x="1451" y="2009"/>
                    <a:pt x="1388" y="2009"/>
                  </a:cubicBezTo>
                  <a:lnTo>
                    <a:pt x="1085" y="2009"/>
                  </a:lnTo>
                  <a:cubicBezTo>
                    <a:pt x="1055" y="2009"/>
                    <a:pt x="1026" y="1996"/>
                    <a:pt x="1004" y="1974"/>
                  </a:cubicBezTo>
                  <a:lnTo>
                    <a:pt x="785" y="1755"/>
                  </a:lnTo>
                  <a:cubicBezTo>
                    <a:pt x="765" y="1735"/>
                    <a:pt x="754" y="1704"/>
                    <a:pt x="754" y="1675"/>
                  </a:cubicBezTo>
                  <a:lnTo>
                    <a:pt x="754" y="1471"/>
                  </a:lnTo>
                  <a:cubicBezTo>
                    <a:pt x="754" y="1408"/>
                    <a:pt x="803" y="1356"/>
                    <a:pt x="867" y="1356"/>
                  </a:cubicBezTo>
                  <a:lnTo>
                    <a:pt x="1181" y="1356"/>
                  </a:lnTo>
                  <a:cubicBezTo>
                    <a:pt x="1205" y="1356"/>
                    <a:pt x="1229" y="1348"/>
                    <a:pt x="1247" y="1334"/>
                  </a:cubicBezTo>
                  <a:lnTo>
                    <a:pt x="1751" y="959"/>
                  </a:lnTo>
                  <a:cubicBezTo>
                    <a:pt x="1780" y="937"/>
                    <a:pt x="1796" y="905"/>
                    <a:pt x="1796" y="868"/>
                  </a:cubicBezTo>
                  <a:lnTo>
                    <a:pt x="1796" y="770"/>
                  </a:lnTo>
                  <a:cubicBezTo>
                    <a:pt x="1796" y="707"/>
                    <a:pt x="1747" y="655"/>
                    <a:pt x="1683" y="655"/>
                  </a:cubicBezTo>
                  <a:lnTo>
                    <a:pt x="1596" y="655"/>
                  </a:lnTo>
                  <a:cubicBezTo>
                    <a:pt x="1534" y="655"/>
                    <a:pt x="1482" y="605"/>
                    <a:pt x="1482" y="541"/>
                  </a:cubicBezTo>
                  <a:lnTo>
                    <a:pt x="1482" y="331"/>
                  </a:lnTo>
                  <a:cubicBezTo>
                    <a:pt x="1482" y="297"/>
                    <a:pt x="1466" y="266"/>
                    <a:pt x="1439" y="242"/>
                  </a:cubicBezTo>
                  <a:lnTo>
                    <a:pt x="1254" y="94"/>
                  </a:lnTo>
                  <a:cubicBezTo>
                    <a:pt x="1227" y="74"/>
                    <a:pt x="1210" y="39"/>
                    <a:pt x="1210" y="5"/>
                  </a:cubicBezTo>
                  <a:lnTo>
                    <a:pt x="121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46"/>
            <p:cNvSpPr/>
            <p:nvPr/>
          </p:nvSpPr>
          <p:spPr>
            <a:xfrm>
              <a:off x="1750963" y="1519848"/>
              <a:ext cx="41012" cy="55349"/>
            </a:xfrm>
            <a:custGeom>
              <a:avLst/>
              <a:gdLst/>
              <a:ahLst/>
              <a:cxnLst/>
              <a:rect l="l" t="t" r="r" b="b"/>
              <a:pathLst>
                <a:path w="1436" h="1938" extrusionOk="0">
                  <a:moveTo>
                    <a:pt x="1209" y="1"/>
                  </a:moveTo>
                  <a:cubicBezTo>
                    <a:pt x="665" y="255"/>
                    <a:pt x="232" y="698"/>
                    <a:pt x="1" y="1204"/>
                  </a:cubicBezTo>
                  <a:lnTo>
                    <a:pt x="200" y="1387"/>
                  </a:lnTo>
                  <a:cubicBezTo>
                    <a:pt x="221" y="1407"/>
                    <a:pt x="236" y="1438"/>
                    <a:pt x="236" y="1469"/>
                  </a:cubicBezTo>
                  <a:lnTo>
                    <a:pt x="236" y="1715"/>
                  </a:lnTo>
                  <a:cubicBezTo>
                    <a:pt x="236" y="1744"/>
                    <a:pt x="247" y="1774"/>
                    <a:pt x="269" y="1794"/>
                  </a:cubicBezTo>
                  <a:lnTo>
                    <a:pt x="415" y="1938"/>
                  </a:lnTo>
                  <a:cubicBezTo>
                    <a:pt x="486" y="1412"/>
                    <a:pt x="724" y="905"/>
                    <a:pt x="1127" y="499"/>
                  </a:cubicBezTo>
                  <a:cubicBezTo>
                    <a:pt x="1226" y="403"/>
                    <a:pt x="1328" y="315"/>
                    <a:pt x="1435" y="238"/>
                  </a:cubicBezTo>
                  <a:lnTo>
                    <a:pt x="1253" y="92"/>
                  </a:lnTo>
                  <a:cubicBezTo>
                    <a:pt x="1226" y="72"/>
                    <a:pt x="1209" y="39"/>
                    <a:pt x="1209" y="5"/>
                  </a:cubicBezTo>
                  <a:lnTo>
                    <a:pt x="1209"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46"/>
            <p:cNvSpPr/>
            <p:nvPr/>
          </p:nvSpPr>
          <p:spPr>
            <a:xfrm>
              <a:off x="1835787" y="1518562"/>
              <a:ext cx="51808" cy="111641"/>
            </a:xfrm>
            <a:custGeom>
              <a:avLst/>
              <a:gdLst/>
              <a:ahLst/>
              <a:cxnLst/>
              <a:rect l="l" t="t" r="r" b="b"/>
              <a:pathLst>
                <a:path w="1814" h="3909" extrusionOk="0">
                  <a:moveTo>
                    <a:pt x="255" y="0"/>
                  </a:moveTo>
                  <a:cubicBezTo>
                    <a:pt x="227" y="66"/>
                    <a:pt x="218" y="141"/>
                    <a:pt x="233" y="212"/>
                  </a:cubicBezTo>
                  <a:cubicBezTo>
                    <a:pt x="242" y="259"/>
                    <a:pt x="260" y="309"/>
                    <a:pt x="260" y="356"/>
                  </a:cubicBezTo>
                  <a:cubicBezTo>
                    <a:pt x="256" y="473"/>
                    <a:pt x="152" y="564"/>
                    <a:pt x="134" y="678"/>
                  </a:cubicBezTo>
                  <a:cubicBezTo>
                    <a:pt x="119" y="760"/>
                    <a:pt x="152" y="847"/>
                    <a:pt x="118" y="922"/>
                  </a:cubicBezTo>
                  <a:cubicBezTo>
                    <a:pt x="98" y="966"/>
                    <a:pt x="59" y="997"/>
                    <a:pt x="41" y="1043"/>
                  </a:cubicBezTo>
                  <a:cubicBezTo>
                    <a:pt x="1" y="1149"/>
                    <a:pt x="110" y="1254"/>
                    <a:pt x="224" y="1280"/>
                  </a:cubicBezTo>
                  <a:cubicBezTo>
                    <a:pt x="333" y="1306"/>
                    <a:pt x="452" y="1287"/>
                    <a:pt x="558" y="1327"/>
                  </a:cubicBezTo>
                  <a:cubicBezTo>
                    <a:pt x="649" y="1363"/>
                    <a:pt x="737" y="1441"/>
                    <a:pt x="829" y="1441"/>
                  </a:cubicBezTo>
                  <a:cubicBezTo>
                    <a:pt x="845" y="1441"/>
                    <a:pt x="861" y="1439"/>
                    <a:pt x="877" y="1433"/>
                  </a:cubicBezTo>
                  <a:cubicBezTo>
                    <a:pt x="905" y="1424"/>
                    <a:pt x="928" y="1408"/>
                    <a:pt x="956" y="1397"/>
                  </a:cubicBezTo>
                  <a:cubicBezTo>
                    <a:pt x="984" y="1384"/>
                    <a:pt x="1014" y="1378"/>
                    <a:pt x="1044" y="1378"/>
                  </a:cubicBezTo>
                  <a:cubicBezTo>
                    <a:pt x="1096" y="1378"/>
                    <a:pt x="1147" y="1395"/>
                    <a:pt x="1187" y="1426"/>
                  </a:cubicBezTo>
                  <a:cubicBezTo>
                    <a:pt x="1251" y="1477"/>
                    <a:pt x="1284" y="1565"/>
                    <a:pt x="1268" y="1645"/>
                  </a:cubicBezTo>
                  <a:cubicBezTo>
                    <a:pt x="1255" y="1711"/>
                    <a:pt x="1213" y="1773"/>
                    <a:pt x="1228" y="1839"/>
                  </a:cubicBezTo>
                  <a:cubicBezTo>
                    <a:pt x="1237" y="1875"/>
                    <a:pt x="1264" y="1912"/>
                    <a:pt x="1250" y="1948"/>
                  </a:cubicBezTo>
                  <a:cubicBezTo>
                    <a:pt x="1242" y="1966"/>
                    <a:pt x="1228" y="1977"/>
                    <a:pt x="1211" y="1988"/>
                  </a:cubicBezTo>
                  <a:cubicBezTo>
                    <a:pt x="1078" y="2070"/>
                    <a:pt x="905" y="2076"/>
                    <a:pt x="777" y="2165"/>
                  </a:cubicBezTo>
                  <a:cubicBezTo>
                    <a:pt x="664" y="2246"/>
                    <a:pt x="598" y="2386"/>
                    <a:pt x="609" y="2525"/>
                  </a:cubicBezTo>
                  <a:cubicBezTo>
                    <a:pt x="625" y="2697"/>
                    <a:pt x="748" y="2839"/>
                    <a:pt x="791" y="3005"/>
                  </a:cubicBezTo>
                  <a:cubicBezTo>
                    <a:pt x="811" y="3087"/>
                    <a:pt x="811" y="3177"/>
                    <a:pt x="826" y="3261"/>
                  </a:cubicBezTo>
                  <a:cubicBezTo>
                    <a:pt x="850" y="3442"/>
                    <a:pt x="932" y="3609"/>
                    <a:pt x="1058" y="3743"/>
                  </a:cubicBezTo>
                  <a:cubicBezTo>
                    <a:pt x="1118" y="3807"/>
                    <a:pt x="1184" y="3860"/>
                    <a:pt x="1255" y="3909"/>
                  </a:cubicBezTo>
                  <a:cubicBezTo>
                    <a:pt x="1624" y="3449"/>
                    <a:pt x="1814" y="2885"/>
                    <a:pt x="1814" y="2322"/>
                  </a:cubicBezTo>
                  <a:cubicBezTo>
                    <a:pt x="1814" y="1680"/>
                    <a:pt x="1569" y="1039"/>
                    <a:pt x="1078" y="548"/>
                  </a:cubicBezTo>
                  <a:cubicBezTo>
                    <a:pt x="835" y="303"/>
                    <a:pt x="556" y="121"/>
                    <a:pt x="2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46"/>
            <p:cNvSpPr/>
            <p:nvPr/>
          </p:nvSpPr>
          <p:spPr>
            <a:xfrm>
              <a:off x="1835701" y="1518391"/>
              <a:ext cx="47581" cy="55835"/>
            </a:xfrm>
            <a:custGeom>
              <a:avLst/>
              <a:gdLst/>
              <a:ahLst/>
              <a:cxnLst/>
              <a:rect l="l" t="t" r="r" b="b"/>
              <a:pathLst>
                <a:path w="1666" h="1955" extrusionOk="0">
                  <a:moveTo>
                    <a:pt x="254" y="1"/>
                  </a:moveTo>
                  <a:cubicBezTo>
                    <a:pt x="227" y="67"/>
                    <a:pt x="217" y="143"/>
                    <a:pt x="230" y="213"/>
                  </a:cubicBezTo>
                  <a:cubicBezTo>
                    <a:pt x="239" y="262"/>
                    <a:pt x="258" y="309"/>
                    <a:pt x="258" y="357"/>
                  </a:cubicBezTo>
                  <a:cubicBezTo>
                    <a:pt x="256" y="474"/>
                    <a:pt x="150" y="565"/>
                    <a:pt x="132" y="678"/>
                  </a:cubicBezTo>
                  <a:cubicBezTo>
                    <a:pt x="119" y="760"/>
                    <a:pt x="150" y="848"/>
                    <a:pt x="117" y="923"/>
                  </a:cubicBezTo>
                  <a:cubicBezTo>
                    <a:pt x="95" y="967"/>
                    <a:pt x="57" y="998"/>
                    <a:pt x="39" y="1043"/>
                  </a:cubicBezTo>
                  <a:cubicBezTo>
                    <a:pt x="0" y="1149"/>
                    <a:pt x="110" y="1257"/>
                    <a:pt x="221" y="1281"/>
                  </a:cubicBezTo>
                  <a:cubicBezTo>
                    <a:pt x="331" y="1306"/>
                    <a:pt x="449" y="1288"/>
                    <a:pt x="557" y="1330"/>
                  </a:cubicBezTo>
                  <a:cubicBezTo>
                    <a:pt x="650" y="1367"/>
                    <a:pt x="738" y="1445"/>
                    <a:pt x="830" y="1445"/>
                  </a:cubicBezTo>
                  <a:cubicBezTo>
                    <a:pt x="846" y="1445"/>
                    <a:pt x="862" y="1443"/>
                    <a:pt x="878" y="1438"/>
                  </a:cubicBezTo>
                  <a:cubicBezTo>
                    <a:pt x="906" y="1428"/>
                    <a:pt x="929" y="1412"/>
                    <a:pt x="957" y="1401"/>
                  </a:cubicBezTo>
                  <a:cubicBezTo>
                    <a:pt x="985" y="1388"/>
                    <a:pt x="1016" y="1382"/>
                    <a:pt x="1047" y="1382"/>
                  </a:cubicBezTo>
                  <a:cubicBezTo>
                    <a:pt x="1098" y="1382"/>
                    <a:pt x="1149" y="1398"/>
                    <a:pt x="1189" y="1430"/>
                  </a:cubicBezTo>
                  <a:cubicBezTo>
                    <a:pt x="1253" y="1480"/>
                    <a:pt x="1285" y="1569"/>
                    <a:pt x="1269" y="1649"/>
                  </a:cubicBezTo>
                  <a:cubicBezTo>
                    <a:pt x="1254" y="1715"/>
                    <a:pt x="1214" y="1777"/>
                    <a:pt x="1227" y="1843"/>
                  </a:cubicBezTo>
                  <a:cubicBezTo>
                    <a:pt x="1236" y="1879"/>
                    <a:pt x="1264" y="1916"/>
                    <a:pt x="1251" y="1952"/>
                  </a:cubicBezTo>
                  <a:cubicBezTo>
                    <a:pt x="1251" y="1952"/>
                    <a:pt x="1251" y="1953"/>
                    <a:pt x="1250" y="1954"/>
                  </a:cubicBezTo>
                  <a:lnTo>
                    <a:pt x="1250" y="1954"/>
                  </a:lnTo>
                  <a:cubicBezTo>
                    <a:pt x="1365" y="1903"/>
                    <a:pt x="1499" y="1886"/>
                    <a:pt x="1609" y="1817"/>
                  </a:cubicBezTo>
                  <a:cubicBezTo>
                    <a:pt x="1625" y="1808"/>
                    <a:pt x="1641" y="1797"/>
                    <a:pt x="1647" y="1779"/>
                  </a:cubicBezTo>
                  <a:cubicBezTo>
                    <a:pt x="1661" y="1744"/>
                    <a:pt x="1634" y="1706"/>
                    <a:pt x="1625" y="1669"/>
                  </a:cubicBezTo>
                  <a:cubicBezTo>
                    <a:pt x="1609" y="1605"/>
                    <a:pt x="1652" y="1542"/>
                    <a:pt x="1665" y="1476"/>
                  </a:cubicBezTo>
                  <a:lnTo>
                    <a:pt x="1665" y="1472"/>
                  </a:lnTo>
                  <a:cubicBezTo>
                    <a:pt x="1638" y="1396"/>
                    <a:pt x="1607" y="1321"/>
                    <a:pt x="1570" y="1244"/>
                  </a:cubicBezTo>
                  <a:cubicBezTo>
                    <a:pt x="1533" y="1220"/>
                    <a:pt x="1488" y="1208"/>
                    <a:pt x="1444" y="1208"/>
                  </a:cubicBezTo>
                  <a:cubicBezTo>
                    <a:pt x="1413" y="1208"/>
                    <a:pt x="1382" y="1214"/>
                    <a:pt x="1353" y="1228"/>
                  </a:cubicBezTo>
                  <a:cubicBezTo>
                    <a:pt x="1327" y="1239"/>
                    <a:pt x="1304" y="1255"/>
                    <a:pt x="1276" y="1264"/>
                  </a:cubicBezTo>
                  <a:cubicBezTo>
                    <a:pt x="1260" y="1270"/>
                    <a:pt x="1244" y="1272"/>
                    <a:pt x="1228" y="1272"/>
                  </a:cubicBezTo>
                  <a:cubicBezTo>
                    <a:pt x="1136" y="1272"/>
                    <a:pt x="1047" y="1194"/>
                    <a:pt x="957" y="1158"/>
                  </a:cubicBezTo>
                  <a:cubicBezTo>
                    <a:pt x="851" y="1120"/>
                    <a:pt x="732" y="1136"/>
                    <a:pt x="621" y="1111"/>
                  </a:cubicBezTo>
                  <a:cubicBezTo>
                    <a:pt x="511" y="1085"/>
                    <a:pt x="400" y="977"/>
                    <a:pt x="438" y="873"/>
                  </a:cubicBezTo>
                  <a:cubicBezTo>
                    <a:pt x="455" y="828"/>
                    <a:pt x="495" y="795"/>
                    <a:pt x="515" y="753"/>
                  </a:cubicBezTo>
                  <a:cubicBezTo>
                    <a:pt x="550" y="676"/>
                    <a:pt x="519" y="590"/>
                    <a:pt x="531" y="508"/>
                  </a:cubicBezTo>
                  <a:cubicBezTo>
                    <a:pt x="550" y="401"/>
                    <a:pt x="641" y="317"/>
                    <a:pt x="656" y="211"/>
                  </a:cubicBezTo>
                  <a:cubicBezTo>
                    <a:pt x="528" y="129"/>
                    <a:pt x="393" y="57"/>
                    <a:pt x="254" y="1"/>
                  </a:cubicBezTo>
                  <a:close/>
                  <a:moveTo>
                    <a:pt x="1250" y="1954"/>
                  </a:moveTo>
                  <a:lnTo>
                    <a:pt x="1250" y="1954"/>
                  </a:lnTo>
                  <a:cubicBezTo>
                    <a:pt x="1250" y="1954"/>
                    <a:pt x="1249" y="1954"/>
                    <a:pt x="1249" y="1954"/>
                  </a:cubicBezTo>
                  <a:cubicBezTo>
                    <a:pt x="1250" y="1954"/>
                    <a:pt x="1250" y="1954"/>
                    <a:pt x="1250" y="1954"/>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46"/>
            <p:cNvSpPr/>
            <p:nvPr/>
          </p:nvSpPr>
          <p:spPr>
            <a:xfrm>
              <a:off x="1852637" y="1576425"/>
              <a:ext cx="25104" cy="53778"/>
            </a:xfrm>
            <a:custGeom>
              <a:avLst/>
              <a:gdLst/>
              <a:ahLst/>
              <a:cxnLst/>
              <a:rect l="l" t="t" r="r" b="b"/>
              <a:pathLst>
                <a:path w="879" h="1883" extrusionOk="0">
                  <a:moveTo>
                    <a:pt x="537" y="1"/>
                  </a:moveTo>
                  <a:lnTo>
                    <a:pt x="537" y="1"/>
                  </a:lnTo>
                  <a:cubicBezTo>
                    <a:pt x="419" y="48"/>
                    <a:pt x="285" y="66"/>
                    <a:pt x="181" y="139"/>
                  </a:cubicBezTo>
                  <a:cubicBezTo>
                    <a:pt x="66" y="220"/>
                    <a:pt x="1" y="360"/>
                    <a:pt x="11" y="501"/>
                  </a:cubicBezTo>
                  <a:cubicBezTo>
                    <a:pt x="28" y="671"/>
                    <a:pt x="150" y="813"/>
                    <a:pt x="194" y="979"/>
                  </a:cubicBezTo>
                  <a:cubicBezTo>
                    <a:pt x="214" y="1061"/>
                    <a:pt x="214" y="1151"/>
                    <a:pt x="229" y="1235"/>
                  </a:cubicBezTo>
                  <a:cubicBezTo>
                    <a:pt x="254" y="1416"/>
                    <a:pt x="336" y="1583"/>
                    <a:pt x="461" y="1717"/>
                  </a:cubicBezTo>
                  <a:cubicBezTo>
                    <a:pt x="521" y="1781"/>
                    <a:pt x="587" y="1834"/>
                    <a:pt x="658" y="1883"/>
                  </a:cubicBezTo>
                  <a:cubicBezTo>
                    <a:pt x="740" y="1781"/>
                    <a:pt x="815" y="1675"/>
                    <a:pt x="879" y="1563"/>
                  </a:cubicBezTo>
                  <a:cubicBezTo>
                    <a:pt x="875" y="1556"/>
                    <a:pt x="868" y="1551"/>
                    <a:pt x="860" y="1543"/>
                  </a:cubicBezTo>
                  <a:cubicBezTo>
                    <a:pt x="738" y="1410"/>
                    <a:pt x="656" y="1240"/>
                    <a:pt x="629" y="1061"/>
                  </a:cubicBezTo>
                  <a:cubicBezTo>
                    <a:pt x="616" y="977"/>
                    <a:pt x="616" y="890"/>
                    <a:pt x="594" y="806"/>
                  </a:cubicBezTo>
                  <a:cubicBezTo>
                    <a:pt x="552" y="640"/>
                    <a:pt x="428" y="497"/>
                    <a:pt x="411" y="327"/>
                  </a:cubicBezTo>
                  <a:cubicBezTo>
                    <a:pt x="400" y="205"/>
                    <a:pt x="450" y="83"/>
                    <a:pt x="537"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46"/>
            <p:cNvSpPr/>
            <p:nvPr/>
          </p:nvSpPr>
          <p:spPr>
            <a:xfrm>
              <a:off x="1797373" y="1513193"/>
              <a:ext cx="24790" cy="15422"/>
            </a:xfrm>
            <a:custGeom>
              <a:avLst/>
              <a:gdLst/>
              <a:ahLst/>
              <a:cxnLst/>
              <a:rect l="l" t="t" r="r" b="b"/>
              <a:pathLst>
                <a:path w="868" h="540" extrusionOk="0">
                  <a:moveTo>
                    <a:pt x="645" y="0"/>
                  </a:moveTo>
                  <a:cubicBezTo>
                    <a:pt x="429" y="0"/>
                    <a:pt x="210" y="28"/>
                    <a:pt x="0" y="86"/>
                  </a:cubicBezTo>
                  <a:cubicBezTo>
                    <a:pt x="39" y="174"/>
                    <a:pt x="97" y="272"/>
                    <a:pt x="174" y="327"/>
                  </a:cubicBezTo>
                  <a:cubicBezTo>
                    <a:pt x="205" y="351"/>
                    <a:pt x="241" y="371"/>
                    <a:pt x="263" y="406"/>
                  </a:cubicBezTo>
                  <a:cubicBezTo>
                    <a:pt x="274" y="424"/>
                    <a:pt x="280" y="446"/>
                    <a:pt x="292" y="464"/>
                  </a:cubicBezTo>
                  <a:cubicBezTo>
                    <a:pt x="314" y="499"/>
                    <a:pt x="358" y="511"/>
                    <a:pt x="397" y="524"/>
                  </a:cubicBezTo>
                  <a:cubicBezTo>
                    <a:pt x="421" y="532"/>
                    <a:pt x="448" y="540"/>
                    <a:pt x="475" y="540"/>
                  </a:cubicBezTo>
                  <a:cubicBezTo>
                    <a:pt x="480" y="540"/>
                    <a:pt x="485" y="539"/>
                    <a:pt x="490" y="539"/>
                  </a:cubicBezTo>
                  <a:cubicBezTo>
                    <a:pt x="522" y="537"/>
                    <a:pt x="554" y="521"/>
                    <a:pt x="568" y="493"/>
                  </a:cubicBezTo>
                  <a:cubicBezTo>
                    <a:pt x="581" y="466"/>
                    <a:pt x="577" y="427"/>
                    <a:pt x="606" y="416"/>
                  </a:cubicBezTo>
                  <a:cubicBezTo>
                    <a:pt x="616" y="411"/>
                    <a:pt x="628" y="415"/>
                    <a:pt x="639" y="411"/>
                  </a:cubicBezTo>
                  <a:cubicBezTo>
                    <a:pt x="670" y="406"/>
                    <a:pt x="696" y="371"/>
                    <a:pt x="707" y="338"/>
                  </a:cubicBezTo>
                  <a:cubicBezTo>
                    <a:pt x="720" y="305"/>
                    <a:pt x="723" y="269"/>
                    <a:pt x="738" y="236"/>
                  </a:cubicBezTo>
                  <a:cubicBezTo>
                    <a:pt x="767" y="165"/>
                    <a:pt x="840" y="90"/>
                    <a:pt x="866" y="17"/>
                  </a:cubicBezTo>
                  <a:cubicBezTo>
                    <a:pt x="866" y="15"/>
                    <a:pt x="868" y="11"/>
                    <a:pt x="868" y="9"/>
                  </a:cubicBezTo>
                  <a:cubicBezTo>
                    <a:pt x="794" y="4"/>
                    <a:pt x="721" y="0"/>
                    <a:pt x="6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46"/>
            <p:cNvSpPr/>
            <p:nvPr/>
          </p:nvSpPr>
          <p:spPr>
            <a:xfrm>
              <a:off x="1797373" y="1513136"/>
              <a:ext cx="24790" cy="8054"/>
            </a:xfrm>
            <a:custGeom>
              <a:avLst/>
              <a:gdLst/>
              <a:ahLst/>
              <a:cxnLst/>
              <a:rect l="l" t="t" r="r" b="b"/>
              <a:pathLst>
                <a:path w="868" h="282" extrusionOk="0">
                  <a:moveTo>
                    <a:pt x="647" y="0"/>
                  </a:moveTo>
                  <a:cubicBezTo>
                    <a:pt x="433" y="0"/>
                    <a:pt x="212" y="28"/>
                    <a:pt x="0" y="84"/>
                  </a:cubicBezTo>
                  <a:cubicBezTo>
                    <a:pt x="30" y="154"/>
                    <a:pt x="72" y="227"/>
                    <a:pt x="123" y="282"/>
                  </a:cubicBezTo>
                  <a:cubicBezTo>
                    <a:pt x="356" y="161"/>
                    <a:pt x="605" y="79"/>
                    <a:pt x="858" y="35"/>
                  </a:cubicBezTo>
                  <a:cubicBezTo>
                    <a:pt x="862" y="20"/>
                    <a:pt x="866" y="17"/>
                    <a:pt x="868" y="10"/>
                  </a:cubicBezTo>
                  <a:cubicBezTo>
                    <a:pt x="793" y="2"/>
                    <a:pt x="720" y="0"/>
                    <a:pt x="647"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4" name="Google Shape;3144;p46"/>
          <p:cNvGrpSpPr/>
          <p:nvPr/>
        </p:nvGrpSpPr>
        <p:grpSpPr>
          <a:xfrm>
            <a:off x="1069709" y="3421553"/>
            <a:ext cx="574338" cy="574305"/>
            <a:chOff x="837215" y="1466269"/>
            <a:chExt cx="333724" cy="333724"/>
          </a:xfrm>
        </p:grpSpPr>
        <p:sp>
          <p:nvSpPr>
            <p:cNvPr id="3145" name="Google Shape;3145;p46"/>
            <p:cNvSpPr/>
            <p:nvPr/>
          </p:nvSpPr>
          <p:spPr>
            <a:xfrm>
              <a:off x="889994" y="1519077"/>
              <a:ext cx="228137" cy="228137"/>
            </a:xfrm>
            <a:custGeom>
              <a:avLst/>
              <a:gdLst/>
              <a:ahLst/>
              <a:cxnLst/>
              <a:rect l="l" t="t" r="r" b="b"/>
              <a:pathLst>
                <a:path w="7988" h="7988" extrusionOk="0">
                  <a:moveTo>
                    <a:pt x="3995" y="1"/>
                  </a:moveTo>
                  <a:cubicBezTo>
                    <a:pt x="1789" y="1"/>
                    <a:pt x="0" y="1788"/>
                    <a:pt x="0" y="3993"/>
                  </a:cubicBezTo>
                  <a:cubicBezTo>
                    <a:pt x="0" y="6198"/>
                    <a:pt x="1789" y="7988"/>
                    <a:pt x="3995" y="7988"/>
                  </a:cubicBezTo>
                  <a:cubicBezTo>
                    <a:pt x="6200" y="7988"/>
                    <a:pt x="7987" y="6198"/>
                    <a:pt x="7987" y="3993"/>
                  </a:cubicBezTo>
                  <a:cubicBezTo>
                    <a:pt x="7987" y="1788"/>
                    <a:pt x="6200" y="1"/>
                    <a:pt x="39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46"/>
            <p:cNvSpPr/>
            <p:nvPr/>
          </p:nvSpPr>
          <p:spPr>
            <a:xfrm>
              <a:off x="889936" y="1519077"/>
              <a:ext cx="126664" cy="228137"/>
            </a:xfrm>
            <a:custGeom>
              <a:avLst/>
              <a:gdLst/>
              <a:ahLst/>
              <a:cxnLst/>
              <a:rect l="l" t="t" r="r" b="b"/>
              <a:pathLst>
                <a:path w="4435" h="7988" extrusionOk="0">
                  <a:moveTo>
                    <a:pt x="3995" y="1"/>
                  </a:moveTo>
                  <a:cubicBezTo>
                    <a:pt x="1790" y="1"/>
                    <a:pt x="0" y="1788"/>
                    <a:pt x="0" y="3993"/>
                  </a:cubicBezTo>
                  <a:cubicBezTo>
                    <a:pt x="0" y="6200"/>
                    <a:pt x="1788" y="7988"/>
                    <a:pt x="3995" y="7988"/>
                  </a:cubicBezTo>
                  <a:cubicBezTo>
                    <a:pt x="4143" y="7988"/>
                    <a:pt x="4289" y="7978"/>
                    <a:pt x="4435" y="7962"/>
                  </a:cubicBezTo>
                  <a:cubicBezTo>
                    <a:pt x="2438" y="7743"/>
                    <a:pt x="882" y="6051"/>
                    <a:pt x="882" y="3993"/>
                  </a:cubicBezTo>
                  <a:cubicBezTo>
                    <a:pt x="882" y="1937"/>
                    <a:pt x="2436" y="245"/>
                    <a:pt x="4435" y="26"/>
                  </a:cubicBezTo>
                  <a:cubicBezTo>
                    <a:pt x="4291" y="10"/>
                    <a:pt x="4143" y="1"/>
                    <a:pt x="3995"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46"/>
            <p:cNvSpPr/>
            <p:nvPr/>
          </p:nvSpPr>
          <p:spPr>
            <a:xfrm>
              <a:off x="993695" y="1466269"/>
              <a:ext cx="20677" cy="33244"/>
            </a:xfrm>
            <a:custGeom>
              <a:avLst/>
              <a:gdLst/>
              <a:ahLst/>
              <a:cxnLst/>
              <a:rect l="l" t="t" r="r" b="b"/>
              <a:pathLst>
                <a:path w="724" h="1164" extrusionOk="0">
                  <a:moveTo>
                    <a:pt x="143" y="0"/>
                  </a:moveTo>
                  <a:cubicBezTo>
                    <a:pt x="64" y="0"/>
                    <a:pt x="0" y="64"/>
                    <a:pt x="0" y="143"/>
                  </a:cubicBezTo>
                  <a:lnTo>
                    <a:pt x="0" y="1021"/>
                  </a:lnTo>
                  <a:cubicBezTo>
                    <a:pt x="0" y="1099"/>
                    <a:pt x="64" y="1163"/>
                    <a:pt x="143" y="1163"/>
                  </a:cubicBezTo>
                  <a:lnTo>
                    <a:pt x="583" y="1163"/>
                  </a:lnTo>
                  <a:cubicBezTo>
                    <a:pt x="659" y="1163"/>
                    <a:pt x="723" y="1099"/>
                    <a:pt x="723" y="1021"/>
                  </a:cubicBezTo>
                  <a:lnTo>
                    <a:pt x="723" y="143"/>
                  </a:lnTo>
                  <a:cubicBezTo>
                    <a:pt x="723" y="62"/>
                    <a:pt x="659" y="0"/>
                    <a:pt x="58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46"/>
            <p:cNvSpPr/>
            <p:nvPr/>
          </p:nvSpPr>
          <p:spPr>
            <a:xfrm>
              <a:off x="993695" y="1766777"/>
              <a:ext cx="20677" cy="33215"/>
            </a:xfrm>
            <a:custGeom>
              <a:avLst/>
              <a:gdLst/>
              <a:ahLst/>
              <a:cxnLst/>
              <a:rect l="l" t="t" r="r" b="b"/>
              <a:pathLst>
                <a:path w="724" h="1163" extrusionOk="0">
                  <a:moveTo>
                    <a:pt x="143" y="1"/>
                  </a:moveTo>
                  <a:cubicBezTo>
                    <a:pt x="64" y="1"/>
                    <a:pt x="0" y="65"/>
                    <a:pt x="0" y="143"/>
                  </a:cubicBezTo>
                  <a:lnTo>
                    <a:pt x="0" y="1021"/>
                  </a:lnTo>
                  <a:cubicBezTo>
                    <a:pt x="0" y="1098"/>
                    <a:pt x="64" y="1162"/>
                    <a:pt x="143" y="1162"/>
                  </a:cubicBezTo>
                  <a:lnTo>
                    <a:pt x="583" y="1162"/>
                  </a:lnTo>
                  <a:cubicBezTo>
                    <a:pt x="659" y="1162"/>
                    <a:pt x="723" y="1098"/>
                    <a:pt x="723" y="1021"/>
                  </a:cubicBezTo>
                  <a:lnTo>
                    <a:pt x="723" y="143"/>
                  </a:lnTo>
                  <a:cubicBezTo>
                    <a:pt x="723" y="65"/>
                    <a:pt x="659" y="1"/>
                    <a:pt x="5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46"/>
            <p:cNvSpPr/>
            <p:nvPr/>
          </p:nvSpPr>
          <p:spPr>
            <a:xfrm>
              <a:off x="880083" y="1509509"/>
              <a:ext cx="35472" cy="34700"/>
            </a:xfrm>
            <a:custGeom>
              <a:avLst/>
              <a:gdLst/>
              <a:ahLst/>
              <a:cxnLst/>
              <a:rect l="l" t="t" r="r" b="b"/>
              <a:pathLst>
                <a:path w="1242" h="1215" extrusionOk="0">
                  <a:moveTo>
                    <a:pt x="465" y="1"/>
                  </a:moveTo>
                  <a:cubicBezTo>
                    <a:pt x="429" y="1"/>
                    <a:pt x="393" y="14"/>
                    <a:pt x="366" y="42"/>
                  </a:cubicBezTo>
                  <a:lnTo>
                    <a:pt x="55" y="352"/>
                  </a:lnTo>
                  <a:cubicBezTo>
                    <a:pt x="0" y="407"/>
                    <a:pt x="0" y="498"/>
                    <a:pt x="55" y="553"/>
                  </a:cubicBezTo>
                  <a:lnTo>
                    <a:pt x="676" y="1173"/>
                  </a:lnTo>
                  <a:cubicBezTo>
                    <a:pt x="703" y="1201"/>
                    <a:pt x="740" y="1215"/>
                    <a:pt x="776" y="1215"/>
                  </a:cubicBezTo>
                  <a:cubicBezTo>
                    <a:pt x="813" y="1215"/>
                    <a:pt x="849" y="1201"/>
                    <a:pt x="877" y="1173"/>
                  </a:cubicBezTo>
                  <a:lnTo>
                    <a:pt x="1187" y="863"/>
                  </a:lnTo>
                  <a:cubicBezTo>
                    <a:pt x="1242" y="808"/>
                    <a:pt x="1242" y="717"/>
                    <a:pt x="1187" y="662"/>
                  </a:cubicBezTo>
                  <a:lnTo>
                    <a:pt x="566" y="42"/>
                  </a:lnTo>
                  <a:cubicBezTo>
                    <a:pt x="538" y="14"/>
                    <a:pt x="502" y="1"/>
                    <a:pt x="4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46"/>
            <p:cNvSpPr/>
            <p:nvPr/>
          </p:nvSpPr>
          <p:spPr>
            <a:xfrm>
              <a:off x="1092541" y="1722024"/>
              <a:ext cx="35500" cy="34700"/>
            </a:xfrm>
            <a:custGeom>
              <a:avLst/>
              <a:gdLst/>
              <a:ahLst/>
              <a:cxnLst/>
              <a:rect l="l" t="t" r="r" b="b"/>
              <a:pathLst>
                <a:path w="1243" h="1215" extrusionOk="0">
                  <a:moveTo>
                    <a:pt x="468" y="1"/>
                  </a:moveTo>
                  <a:cubicBezTo>
                    <a:pt x="432" y="1"/>
                    <a:pt x="395" y="14"/>
                    <a:pt x="366" y="42"/>
                  </a:cubicBezTo>
                  <a:lnTo>
                    <a:pt x="56" y="352"/>
                  </a:lnTo>
                  <a:cubicBezTo>
                    <a:pt x="1" y="407"/>
                    <a:pt x="1" y="498"/>
                    <a:pt x="56" y="553"/>
                  </a:cubicBezTo>
                  <a:lnTo>
                    <a:pt x="676" y="1174"/>
                  </a:lnTo>
                  <a:cubicBezTo>
                    <a:pt x="704" y="1201"/>
                    <a:pt x="740" y="1215"/>
                    <a:pt x="777" y="1215"/>
                  </a:cubicBezTo>
                  <a:cubicBezTo>
                    <a:pt x="813" y="1215"/>
                    <a:pt x="850" y="1201"/>
                    <a:pt x="877" y="1174"/>
                  </a:cubicBezTo>
                  <a:lnTo>
                    <a:pt x="1187" y="863"/>
                  </a:lnTo>
                  <a:cubicBezTo>
                    <a:pt x="1242" y="808"/>
                    <a:pt x="1242" y="717"/>
                    <a:pt x="1187" y="662"/>
                  </a:cubicBezTo>
                  <a:lnTo>
                    <a:pt x="567" y="42"/>
                  </a:lnTo>
                  <a:cubicBezTo>
                    <a:pt x="539" y="14"/>
                    <a:pt x="504" y="1"/>
                    <a:pt x="46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46"/>
            <p:cNvSpPr/>
            <p:nvPr/>
          </p:nvSpPr>
          <p:spPr>
            <a:xfrm>
              <a:off x="837215" y="1622721"/>
              <a:ext cx="33187" cy="20735"/>
            </a:xfrm>
            <a:custGeom>
              <a:avLst/>
              <a:gdLst/>
              <a:ahLst/>
              <a:cxnLst/>
              <a:rect l="l" t="t" r="r" b="b"/>
              <a:pathLst>
                <a:path w="1162" h="726" extrusionOk="0">
                  <a:moveTo>
                    <a:pt x="141" y="1"/>
                  </a:moveTo>
                  <a:cubicBezTo>
                    <a:pt x="61" y="3"/>
                    <a:pt x="1" y="67"/>
                    <a:pt x="1" y="143"/>
                  </a:cubicBezTo>
                  <a:lnTo>
                    <a:pt x="1" y="583"/>
                  </a:lnTo>
                  <a:cubicBezTo>
                    <a:pt x="1" y="662"/>
                    <a:pt x="65" y="726"/>
                    <a:pt x="141" y="726"/>
                  </a:cubicBezTo>
                  <a:lnTo>
                    <a:pt x="1019" y="726"/>
                  </a:lnTo>
                  <a:cubicBezTo>
                    <a:pt x="1098" y="726"/>
                    <a:pt x="1162" y="662"/>
                    <a:pt x="1162" y="583"/>
                  </a:cubicBezTo>
                  <a:lnTo>
                    <a:pt x="1162" y="143"/>
                  </a:lnTo>
                  <a:cubicBezTo>
                    <a:pt x="1162" y="67"/>
                    <a:pt x="1098" y="1"/>
                    <a:pt x="10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46"/>
            <p:cNvSpPr/>
            <p:nvPr/>
          </p:nvSpPr>
          <p:spPr>
            <a:xfrm>
              <a:off x="1137752" y="1622721"/>
              <a:ext cx="33187" cy="20735"/>
            </a:xfrm>
            <a:custGeom>
              <a:avLst/>
              <a:gdLst/>
              <a:ahLst/>
              <a:cxnLst/>
              <a:rect l="l" t="t" r="r" b="b"/>
              <a:pathLst>
                <a:path w="1162" h="726" extrusionOk="0">
                  <a:moveTo>
                    <a:pt x="141" y="1"/>
                  </a:moveTo>
                  <a:cubicBezTo>
                    <a:pt x="64" y="3"/>
                    <a:pt x="1" y="67"/>
                    <a:pt x="1" y="143"/>
                  </a:cubicBezTo>
                  <a:lnTo>
                    <a:pt x="1" y="583"/>
                  </a:lnTo>
                  <a:cubicBezTo>
                    <a:pt x="1" y="662"/>
                    <a:pt x="63" y="726"/>
                    <a:pt x="141" y="726"/>
                  </a:cubicBezTo>
                  <a:lnTo>
                    <a:pt x="1019" y="726"/>
                  </a:lnTo>
                  <a:cubicBezTo>
                    <a:pt x="1098" y="726"/>
                    <a:pt x="1162" y="662"/>
                    <a:pt x="1162" y="583"/>
                  </a:cubicBezTo>
                  <a:lnTo>
                    <a:pt x="1162" y="143"/>
                  </a:lnTo>
                  <a:cubicBezTo>
                    <a:pt x="1162" y="67"/>
                    <a:pt x="1098" y="1"/>
                    <a:pt x="10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46"/>
            <p:cNvSpPr/>
            <p:nvPr/>
          </p:nvSpPr>
          <p:spPr>
            <a:xfrm>
              <a:off x="880026" y="1722024"/>
              <a:ext cx="35472" cy="34700"/>
            </a:xfrm>
            <a:custGeom>
              <a:avLst/>
              <a:gdLst/>
              <a:ahLst/>
              <a:cxnLst/>
              <a:rect l="l" t="t" r="r" b="b"/>
              <a:pathLst>
                <a:path w="1242" h="1215" extrusionOk="0">
                  <a:moveTo>
                    <a:pt x="776" y="1"/>
                  </a:moveTo>
                  <a:cubicBezTo>
                    <a:pt x="740" y="1"/>
                    <a:pt x="703" y="14"/>
                    <a:pt x="676" y="42"/>
                  </a:cubicBezTo>
                  <a:lnTo>
                    <a:pt x="55" y="662"/>
                  </a:lnTo>
                  <a:cubicBezTo>
                    <a:pt x="1" y="717"/>
                    <a:pt x="1" y="808"/>
                    <a:pt x="55" y="863"/>
                  </a:cubicBezTo>
                  <a:lnTo>
                    <a:pt x="366" y="1174"/>
                  </a:lnTo>
                  <a:cubicBezTo>
                    <a:pt x="393" y="1201"/>
                    <a:pt x="430" y="1215"/>
                    <a:pt x="466" y="1215"/>
                  </a:cubicBezTo>
                  <a:cubicBezTo>
                    <a:pt x="503" y="1215"/>
                    <a:pt x="539" y="1201"/>
                    <a:pt x="567" y="1174"/>
                  </a:cubicBezTo>
                  <a:lnTo>
                    <a:pt x="1187" y="553"/>
                  </a:lnTo>
                  <a:cubicBezTo>
                    <a:pt x="1242" y="498"/>
                    <a:pt x="1242" y="407"/>
                    <a:pt x="1187" y="352"/>
                  </a:cubicBezTo>
                  <a:lnTo>
                    <a:pt x="877" y="42"/>
                  </a:lnTo>
                  <a:cubicBezTo>
                    <a:pt x="849" y="14"/>
                    <a:pt x="813" y="1"/>
                    <a:pt x="7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46"/>
            <p:cNvSpPr/>
            <p:nvPr/>
          </p:nvSpPr>
          <p:spPr>
            <a:xfrm>
              <a:off x="1092541" y="1509509"/>
              <a:ext cx="35500" cy="34700"/>
            </a:xfrm>
            <a:custGeom>
              <a:avLst/>
              <a:gdLst/>
              <a:ahLst/>
              <a:cxnLst/>
              <a:rect l="l" t="t" r="r" b="b"/>
              <a:pathLst>
                <a:path w="1243" h="1215" extrusionOk="0">
                  <a:moveTo>
                    <a:pt x="777" y="1"/>
                  </a:moveTo>
                  <a:cubicBezTo>
                    <a:pt x="740" y="1"/>
                    <a:pt x="704" y="14"/>
                    <a:pt x="676" y="42"/>
                  </a:cubicBezTo>
                  <a:lnTo>
                    <a:pt x="56" y="662"/>
                  </a:lnTo>
                  <a:cubicBezTo>
                    <a:pt x="1" y="719"/>
                    <a:pt x="1" y="808"/>
                    <a:pt x="56" y="863"/>
                  </a:cubicBezTo>
                  <a:lnTo>
                    <a:pt x="366" y="1173"/>
                  </a:lnTo>
                  <a:cubicBezTo>
                    <a:pt x="393" y="1201"/>
                    <a:pt x="430" y="1215"/>
                    <a:pt x="466" y="1215"/>
                  </a:cubicBezTo>
                  <a:cubicBezTo>
                    <a:pt x="503" y="1215"/>
                    <a:pt x="539" y="1201"/>
                    <a:pt x="567" y="1173"/>
                  </a:cubicBezTo>
                  <a:lnTo>
                    <a:pt x="1187" y="553"/>
                  </a:lnTo>
                  <a:cubicBezTo>
                    <a:pt x="1242" y="498"/>
                    <a:pt x="1242" y="407"/>
                    <a:pt x="1187" y="352"/>
                  </a:cubicBezTo>
                  <a:lnTo>
                    <a:pt x="877" y="42"/>
                  </a:lnTo>
                  <a:cubicBezTo>
                    <a:pt x="850" y="14"/>
                    <a:pt x="813" y="1"/>
                    <a:pt x="7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46"/>
            <p:cNvSpPr/>
            <p:nvPr/>
          </p:nvSpPr>
          <p:spPr>
            <a:xfrm>
              <a:off x="911214" y="1540239"/>
              <a:ext cx="185754" cy="185811"/>
            </a:xfrm>
            <a:custGeom>
              <a:avLst/>
              <a:gdLst/>
              <a:ahLst/>
              <a:cxnLst/>
              <a:rect l="l" t="t" r="r" b="b"/>
              <a:pathLst>
                <a:path w="6504" h="6506" extrusionOk="0">
                  <a:moveTo>
                    <a:pt x="3252" y="1"/>
                  </a:moveTo>
                  <a:cubicBezTo>
                    <a:pt x="1455" y="1"/>
                    <a:pt x="0" y="1456"/>
                    <a:pt x="0" y="3252"/>
                  </a:cubicBezTo>
                  <a:cubicBezTo>
                    <a:pt x="0" y="5048"/>
                    <a:pt x="1455" y="6505"/>
                    <a:pt x="3252" y="6505"/>
                  </a:cubicBezTo>
                  <a:cubicBezTo>
                    <a:pt x="5048" y="6505"/>
                    <a:pt x="6503" y="5048"/>
                    <a:pt x="6503" y="3252"/>
                  </a:cubicBezTo>
                  <a:cubicBezTo>
                    <a:pt x="6503" y="1456"/>
                    <a:pt x="5048" y="1"/>
                    <a:pt x="325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46"/>
            <p:cNvSpPr/>
            <p:nvPr/>
          </p:nvSpPr>
          <p:spPr>
            <a:xfrm>
              <a:off x="911214" y="1540239"/>
              <a:ext cx="108528" cy="185811"/>
            </a:xfrm>
            <a:custGeom>
              <a:avLst/>
              <a:gdLst/>
              <a:ahLst/>
              <a:cxnLst/>
              <a:rect l="l" t="t" r="r" b="b"/>
              <a:pathLst>
                <a:path w="3800" h="6506" extrusionOk="0">
                  <a:moveTo>
                    <a:pt x="3252" y="1"/>
                  </a:moveTo>
                  <a:cubicBezTo>
                    <a:pt x="1455" y="1"/>
                    <a:pt x="0" y="1458"/>
                    <a:pt x="0" y="3252"/>
                  </a:cubicBezTo>
                  <a:cubicBezTo>
                    <a:pt x="0" y="5048"/>
                    <a:pt x="1455" y="6505"/>
                    <a:pt x="3252" y="6505"/>
                  </a:cubicBezTo>
                  <a:cubicBezTo>
                    <a:pt x="3438" y="6505"/>
                    <a:pt x="3620" y="6489"/>
                    <a:pt x="3799" y="6460"/>
                  </a:cubicBezTo>
                  <a:cubicBezTo>
                    <a:pt x="2266" y="6197"/>
                    <a:pt x="1097" y="4862"/>
                    <a:pt x="1097" y="3252"/>
                  </a:cubicBezTo>
                  <a:cubicBezTo>
                    <a:pt x="1097" y="1644"/>
                    <a:pt x="2266" y="309"/>
                    <a:pt x="3799" y="46"/>
                  </a:cubicBezTo>
                  <a:cubicBezTo>
                    <a:pt x="3620" y="17"/>
                    <a:pt x="3436" y="1"/>
                    <a:pt x="325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60"/>
        <p:cNvGrpSpPr/>
        <p:nvPr/>
      </p:nvGrpSpPr>
      <p:grpSpPr>
        <a:xfrm>
          <a:off x="0" y="0"/>
          <a:ext cx="0" cy="0"/>
          <a:chOff x="0" y="0"/>
          <a:chExt cx="0" cy="0"/>
        </a:xfrm>
      </p:grpSpPr>
      <p:graphicFrame>
        <p:nvGraphicFramePr>
          <p:cNvPr id="3161" name="Google Shape;3161;p47"/>
          <p:cNvGraphicFramePr/>
          <p:nvPr/>
        </p:nvGraphicFramePr>
        <p:xfrm>
          <a:off x="720000" y="1426050"/>
          <a:ext cx="3000000" cy="3000000"/>
        </p:xfrm>
        <a:graphic>
          <a:graphicData uri="http://schemas.openxmlformats.org/drawingml/2006/table">
            <a:tbl>
              <a:tblPr>
                <a:noFill/>
                <a:tableStyleId>{AB1FA02C-B630-46F3-810D-4C66A9C3E753}</a:tableStyleId>
              </a:tblPr>
              <a:tblGrid>
                <a:gridCol w="2568000">
                  <a:extLst>
                    <a:ext uri="{9D8B030D-6E8A-4147-A177-3AD203B41FA5}">
                      <a16:colId xmlns:a16="http://schemas.microsoft.com/office/drawing/2014/main" val="20000"/>
                    </a:ext>
                  </a:extLst>
                </a:gridCol>
                <a:gridCol w="2568000">
                  <a:extLst>
                    <a:ext uri="{9D8B030D-6E8A-4147-A177-3AD203B41FA5}">
                      <a16:colId xmlns:a16="http://schemas.microsoft.com/office/drawing/2014/main" val="20001"/>
                    </a:ext>
                  </a:extLst>
                </a:gridCol>
                <a:gridCol w="2568000">
                  <a:extLst>
                    <a:ext uri="{9D8B030D-6E8A-4147-A177-3AD203B41FA5}">
                      <a16:colId xmlns:a16="http://schemas.microsoft.com/office/drawing/2014/main" val="20002"/>
                    </a:ext>
                  </a:extLst>
                </a:gridCol>
              </a:tblGrid>
              <a:tr h="537825">
                <a:tc>
                  <a:txBody>
                    <a:bodyPr/>
                    <a:lstStyle/>
                    <a:p>
                      <a:pPr marL="0" lvl="0" indent="0" algn="ctr" rtl="0">
                        <a:spcBef>
                          <a:spcPts val="0"/>
                        </a:spcBef>
                        <a:spcAft>
                          <a:spcPts val="0"/>
                        </a:spcAft>
                        <a:buNone/>
                      </a:pPr>
                      <a:endParaRPr sz="2000" b="1">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alpha val="0"/>
                        </a:schemeClr>
                      </a:solidFill>
                      <a:prstDash val="dash"/>
                      <a:round/>
                      <a:headEnd type="none" w="sm" len="sm"/>
                      <a:tailEnd type="none" w="sm" len="sm"/>
                    </a:lnT>
                    <a:lnB w="19050" cap="flat" cmpd="sng">
                      <a:solidFill>
                        <a:schemeClr val="dk2">
                          <a:alpha val="0"/>
                        </a:schemeClr>
                      </a:solidFill>
                      <a:prstDash val="dash"/>
                      <a:round/>
                      <a:headEnd type="none" w="sm" len="sm"/>
                      <a:tailEnd type="none" w="sm" len="sm"/>
                    </a:lnB>
                  </a:tcPr>
                </a:tc>
                <a:tc>
                  <a:txBody>
                    <a:bodyPr/>
                    <a:lstStyle/>
                    <a:p>
                      <a:pPr marL="0" lvl="0" indent="0" algn="ctr" rtl="0">
                        <a:spcBef>
                          <a:spcPts val="0"/>
                        </a:spcBef>
                        <a:spcAft>
                          <a:spcPts val="0"/>
                        </a:spcAft>
                        <a:buNone/>
                      </a:pPr>
                      <a:r>
                        <a:rPr lang="en" sz="2000" b="1">
                          <a:solidFill>
                            <a:schemeClr val="dk1"/>
                          </a:solidFill>
                          <a:latin typeface="Chau Philomene One"/>
                          <a:ea typeface="Chau Philomene One"/>
                          <a:cs typeface="Chau Philomene One"/>
                          <a:sym typeface="Chau Philomene One"/>
                        </a:rPr>
                        <a:t>Historical trends</a:t>
                      </a:r>
                      <a:endParaRPr sz="2000" b="1">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alpha val="0"/>
                        </a:schemeClr>
                      </a:solidFill>
                      <a:prstDash val="dash"/>
                      <a:round/>
                      <a:headEnd type="none" w="sm" len="sm"/>
                      <a:tailEnd type="none" w="sm" len="sm"/>
                    </a:lnT>
                    <a:lnB w="19050" cap="flat" cmpd="sng">
                      <a:solidFill>
                        <a:schemeClr val="dk2">
                          <a:alpha val="0"/>
                        </a:schemeClr>
                      </a:solidFill>
                      <a:prstDash val="dash"/>
                      <a:round/>
                      <a:headEnd type="none" w="sm" len="sm"/>
                      <a:tailEnd type="none" w="sm" len="sm"/>
                    </a:lnB>
                    <a:solidFill>
                      <a:schemeClr val="dk2"/>
                    </a:solidFill>
                  </a:tcPr>
                </a:tc>
                <a:tc>
                  <a:txBody>
                    <a:bodyPr/>
                    <a:lstStyle/>
                    <a:p>
                      <a:pPr marL="0" lvl="0" indent="0" algn="ctr" rtl="0">
                        <a:spcBef>
                          <a:spcPts val="0"/>
                        </a:spcBef>
                        <a:spcAft>
                          <a:spcPts val="0"/>
                        </a:spcAft>
                        <a:buNone/>
                      </a:pPr>
                      <a:r>
                        <a:rPr lang="en" sz="2000" b="1">
                          <a:solidFill>
                            <a:schemeClr val="dk1"/>
                          </a:solidFill>
                          <a:latin typeface="Chau Philomene One"/>
                          <a:ea typeface="Chau Philomene One"/>
                          <a:cs typeface="Chau Philomene One"/>
                          <a:sym typeface="Chau Philomene One"/>
                        </a:rPr>
                        <a:t>Ideological interpretations</a:t>
                      </a:r>
                      <a:endParaRPr sz="2000" b="1">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alpha val="0"/>
                        </a:schemeClr>
                      </a:solidFill>
                      <a:prstDash val="dash"/>
                      <a:round/>
                      <a:headEnd type="none" w="sm" len="sm"/>
                      <a:tailEnd type="none" w="sm" len="sm"/>
                    </a:lnT>
                    <a:lnB w="19050" cap="flat" cmpd="sng">
                      <a:solidFill>
                        <a:schemeClr val="dk2">
                          <a:alpha val="0"/>
                        </a:schemeClr>
                      </a:solidFill>
                      <a:prstDash val="dash"/>
                      <a:round/>
                      <a:headEnd type="none" w="sm" len="sm"/>
                      <a:tailEnd type="none" w="sm" len="sm"/>
                    </a:lnB>
                    <a:solidFill>
                      <a:schemeClr val="dk2"/>
                    </a:solidFill>
                  </a:tcPr>
                </a:tc>
                <a:extLst>
                  <a:ext uri="{0D108BD9-81ED-4DB2-BD59-A6C34878D82A}">
                    <a16:rowId xmlns:a16="http://schemas.microsoft.com/office/drawing/2014/main" val="10000"/>
                  </a:ext>
                </a:extLst>
              </a:tr>
              <a:tr h="792450">
                <a:tc>
                  <a:txBody>
                    <a:bodyPr/>
                    <a:lstStyle/>
                    <a:p>
                      <a:pPr marL="0" lvl="0" indent="0" algn="ctr" rtl="0">
                        <a:spcBef>
                          <a:spcPts val="0"/>
                        </a:spcBef>
                        <a:spcAft>
                          <a:spcPts val="0"/>
                        </a:spcAft>
                        <a:buNone/>
                      </a:pPr>
                      <a:r>
                        <a:rPr lang="en" sz="2000" b="1">
                          <a:solidFill>
                            <a:schemeClr val="dk1"/>
                          </a:solidFill>
                          <a:latin typeface="Chau Philomene One"/>
                          <a:ea typeface="Chau Philomene One"/>
                          <a:cs typeface="Chau Philomene One"/>
                          <a:sym typeface="Chau Philomene One"/>
                        </a:rPr>
                        <a:t>Economic dimension</a:t>
                      </a:r>
                      <a:endParaRPr sz="2000" b="1">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alpha val="0"/>
                        </a:schemeClr>
                      </a:solidFill>
                      <a:prstDash val="dash"/>
                      <a:round/>
                      <a:headEnd type="none" w="sm" len="sm"/>
                      <a:tailEnd type="none" w="sm" len="sm"/>
                    </a:lnT>
                    <a:lnB w="19050" cap="flat" cmpd="sng">
                      <a:solidFill>
                        <a:schemeClr val="dk2">
                          <a:alpha val="0"/>
                        </a:schemeClr>
                      </a:solidFill>
                      <a:prstDash val="dash"/>
                      <a:round/>
                      <a:headEnd type="none" w="sm" len="sm"/>
                      <a:tailEnd type="none" w="sm" len="sm"/>
                    </a:lnB>
                    <a:solidFill>
                      <a:schemeClr val="dk2"/>
                    </a:solidFill>
                  </a:tcPr>
                </a:tc>
                <a:tc>
                  <a:txBody>
                    <a:bodyPr/>
                    <a:lstStyle/>
                    <a:p>
                      <a:pPr marL="0" lvl="0" indent="0" algn="ctr" rtl="0">
                        <a:spcBef>
                          <a:spcPts val="0"/>
                        </a:spcBef>
                        <a:spcAft>
                          <a:spcPts val="0"/>
                        </a:spcAft>
                        <a:buNone/>
                      </a:pPr>
                      <a:r>
                        <a:rPr lang="en" b="1">
                          <a:solidFill>
                            <a:schemeClr val="dk1"/>
                          </a:solidFill>
                          <a:latin typeface="Dosis"/>
                          <a:ea typeface="Dosis"/>
                          <a:cs typeface="Dosis"/>
                          <a:sym typeface="Dosis"/>
                        </a:rPr>
                        <a:t>Mercury </a:t>
                      </a:r>
                      <a:r>
                        <a:rPr lang="en">
                          <a:solidFill>
                            <a:schemeClr val="dk1"/>
                          </a:solidFill>
                          <a:latin typeface="Dosis"/>
                          <a:ea typeface="Dosis"/>
                          <a:cs typeface="Dosis"/>
                          <a:sym typeface="Dosis"/>
                        </a:rPr>
                        <a:t>is the closest planet to the Sun and the smallest one ever</a:t>
                      </a:r>
                      <a:endParaRPr>
                        <a:solidFill>
                          <a:schemeClr val="dk1"/>
                        </a:solidFill>
                        <a:latin typeface="Dosis"/>
                        <a:ea typeface="Dosis"/>
                        <a:cs typeface="Dosis"/>
                        <a:sym typeface="Dosis"/>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solidFill>
                      <a:prstDash val="dash"/>
                      <a:round/>
                      <a:headEnd type="none" w="sm" len="sm"/>
                      <a:tailEnd type="none" w="sm" len="sm"/>
                    </a:lnR>
                    <a:lnT w="19050" cap="flat" cmpd="sng">
                      <a:solidFill>
                        <a:schemeClr val="dk2">
                          <a:alpha val="0"/>
                        </a:schemeClr>
                      </a:solidFill>
                      <a:prstDash val="dash"/>
                      <a:round/>
                      <a:headEnd type="none" w="sm" len="sm"/>
                      <a:tailEnd type="none" w="sm" len="sm"/>
                    </a:lnT>
                    <a:lnB w="19050" cap="flat" cmpd="sng">
                      <a:solidFill>
                        <a:schemeClr val="dk2"/>
                      </a:solidFill>
                      <a:prstDash val="dash"/>
                      <a:round/>
                      <a:headEnd type="none" w="sm" len="sm"/>
                      <a:tailEnd type="none" w="sm" len="sm"/>
                    </a:lnB>
                  </a:tcPr>
                </a:tc>
                <a:tc>
                  <a:txBody>
                    <a:bodyPr/>
                    <a:lstStyle/>
                    <a:p>
                      <a:pPr marL="0" lvl="0" indent="0" algn="ctr" rtl="0">
                        <a:spcBef>
                          <a:spcPts val="0"/>
                        </a:spcBef>
                        <a:spcAft>
                          <a:spcPts val="0"/>
                        </a:spcAft>
                        <a:buNone/>
                      </a:pPr>
                      <a:r>
                        <a:rPr lang="en" b="1">
                          <a:solidFill>
                            <a:schemeClr val="dk1"/>
                          </a:solidFill>
                          <a:latin typeface="Dosis"/>
                          <a:ea typeface="Dosis"/>
                          <a:cs typeface="Dosis"/>
                          <a:sym typeface="Dosis"/>
                        </a:rPr>
                        <a:t>Venus </a:t>
                      </a:r>
                      <a:r>
                        <a:rPr lang="en">
                          <a:solidFill>
                            <a:schemeClr val="dk1"/>
                          </a:solidFill>
                          <a:latin typeface="Dosis"/>
                          <a:ea typeface="Dosis"/>
                          <a:cs typeface="Dosis"/>
                          <a:sym typeface="Dosis"/>
                        </a:rPr>
                        <a:t>has a beautiful name and it’s the second planet to the Sun</a:t>
                      </a:r>
                      <a:endParaRPr>
                        <a:solidFill>
                          <a:schemeClr val="dk1"/>
                        </a:solidFill>
                        <a:latin typeface="Dosis"/>
                        <a:ea typeface="Dosis"/>
                        <a:cs typeface="Dosis"/>
                        <a:sym typeface="Dosis"/>
                      </a:endParaRPr>
                    </a:p>
                  </a:txBody>
                  <a:tcPr marL="91425" marR="91425" marT="91425" marB="91425" anchor="ctr">
                    <a:lnL w="19050" cap="flat" cmpd="sng">
                      <a:solidFill>
                        <a:schemeClr val="dk2"/>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alpha val="0"/>
                        </a:schemeClr>
                      </a:solidFill>
                      <a:prstDash val="dash"/>
                      <a:round/>
                      <a:headEnd type="none" w="sm" len="sm"/>
                      <a:tailEnd type="none" w="sm" len="sm"/>
                    </a:lnT>
                    <a:lnB w="19050" cap="flat" cmpd="sng">
                      <a:solidFill>
                        <a:schemeClr val="dk2"/>
                      </a:solidFill>
                      <a:prstDash val="dash"/>
                      <a:round/>
                      <a:headEnd type="none" w="sm" len="sm"/>
                      <a:tailEnd type="none" w="sm" len="sm"/>
                    </a:lnB>
                  </a:tcPr>
                </a:tc>
                <a:extLst>
                  <a:ext uri="{0D108BD9-81ED-4DB2-BD59-A6C34878D82A}">
                    <a16:rowId xmlns:a16="http://schemas.microsoft.com/office/drawing/2014/main" val="10001"/>
                  </a:ext>
                </a:extLst>
              </a:tr>
              <a:tr h="792450">
                <a:tc>
                  <a:txBody>
                    <a:bodyPr/>
                    <a:lstStyle/>
                    <a:p>
                      <a:pPr marL="0" lvl="0" indent="0" algn="ctr" rtl="0">
                        <a:spcBef>
                          <a:spcPts val="0"/>
                        </a:spcBef>
                        <a:spcAft>
                          <a:spcPts val="0"/>
                        </a:spcAft>
                        <a:buNone/>
                      </a:pPr>
                      <a:r>
                        <a:rPr lang="en" sz="2000" b="1">
                          <a:solidFill>
                            <a:schemeClr val="dk1"/>
                          </a:solidFill>
                          <a:latin typeface="Chau Philomene One"/>
                          <a:ea typeface="Chau Philomene One"/>
                          <a:cs typeface="Chau Philomene One"/>
                          <a:sym typeface="Chau Philomene One"/>
                        </a:rPr>
                        <a:t>Political dimension</a:t>
                      </a:r>
                      <a:endParaRPr sz="2000" b="1">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alpha val="0"/>
                        </a:schemeClr>
                      </a:solidFill>
                      <a:prstDash val="dash"/>
                      <a:round/>
                      <a:headEnd type="none" w="sm" len="sm"/>
                      <a:tailEnd type="none" w="sm" len="sm"/>
                    </a:lnT>
                    <a:lnB w="19050" cap="flat" cmpd="sng">
                      <a:solidFill>
                        <a:schemeClr val="dk2">
                          <a:alpha val="0"/>
                        </a:schemeClr>
                      </a:solidFill>
                      <a:prstDash val="dash"/>
                      <a:round/>
                      <a:headEnd type="none" w="sm" len="sm"/>
                      <a:tailEnd type="none" w="sm" len="sm"/>
                    </a:lnB>
                    <a:solidFill>
                      <a:schemeClr val="dk2"/>
                    </a:solidFill>
                  </a:tcPr>
                </a:tc>
                <a:tc>
                  <a:txBody>
                    <a:bodyPr/>
                    <a:lstStyle/>
                    <a:p>
                      <a:pPr marL="0" lvl="0" indent="0" algn="ctr" rtl="0">
                        <a:spcBef>
                          <a:spcPts val="0"/>
                        </a:spcBef>
                        <a:spcAft>
                          <a:spcPts val="0"/>
                        </a:spcAft>
                        <a:buNone/>
                      </a:pPr>
                      <a:r>
                        <a:rPr lang="en" b="1">
                          <a:solidFill>
                            <a:schemeClr val="dk1"/>
                          </a:solidFill>
                          <a:latin typeface="Dosis"/>
                          <a:ea typeface="Dosis"/>
                          <a:cs typeface="Dosis"/>
                          <a:sym typeface="Dosis"/>
                        </a:rPr>
                        <a:t>Earth </a:t>
                      </a:r>
                      <a:r>
                        <a:rPr lang="en">
                          <a:solidFill>
                            <a:schemeClr val="dk1"/>
                          </a:solidFill>
                          <a:latin typeface="Dosis"/>
                          <a:ea typeface="Dosis"/>
                          <a:cs typeface="Dosis"/>
                          <a:sym typeface="Dosis"/>
                        </a:rPr>
                        <a:t>is the third planet from the Sun and our home</a:t>
                      </a:r>
                      <a:endParaRPr>
                        <a:solidFill>
                          <a:schemeClr val="dk1"/>
                        </a:solidFill>
                        <a:latin typeface="Dosis"/>
                        <a:ea typeface="Dosis"/>
                        <a:cs typeface="Dosis"/>
                        <a:sym typeface="Dosis"/>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solidFill>
                      <a:prstDash val="dash"/>
                      <a:round/>
                      <a:headEnd type="none" w="sm" len="sm"/>
                      <a:tailEnd type="none" w="sm" len="sm"/>
                    </a:lnR>
                    <a:lnT w="19050" cap="flat" cmpd="sng">
                      <a:solidFill>
                        <a:schemeClr val="dk2"/>
                      </a:solidFill>
                      <a:prstDash val="dash"/>
                      <a:round/>
                      <a:headEnd type="none" w="sm" len="sm"/>
                      <a:tailEnd type="none" w="sm" len="sm"/>
                    </a:lnT>
                    <a:lnB w="19050" cap="flat" cmpd="sng">
                      <a:solidFill>
                        <a:schemeClr val="dk2"/>
                      </a:solidFill>
                      <a:prstDash val="dash"/>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Dosis"/>
                          <a:ea typeface="Dosis"/>
                          <a:cs typeface="Dosis"/>
                          <a:sym typeface="Dosis"/>
                        </a:rPr>
                        <a:t>Despite being red, </a:t>
                      </a:r>
                      <a:r>
                        <a:rPr lang="en" b="1">
                          <a:solidFill>
                            <a:schemeClr val="dk1"/>
                          </a:solidFill>
                          <a:latin typeface="Dosis"/>
                          <a:ea typeface="Dosis"/>
                          <a:cs typeface="Dosis"/>
                          <a:sym typeface="Dosis"/>
                        </a:rPr>
                        <a:t>Mars </a:t>
                      </a:r>
                      <a:r>
                        <a:rPr lang="en">
                          <a:solidFill>
                            <a:schemeClr val="dk1"/>
                          </a:solidFill>
                          <a:latin typeface="Dosis"/>
                          <a:ea typeface="Dosis"/>
                          <a:cs typeface="Dosis"/>
                          <a:sym typeface="Dosis"/>
                        </a:rPr>
                        <a:t>is actually a cold place</a:t>
                      </a:r>
                      <a:endParaRPr>
                        <a:solidFill>
                          <a:schemeClr val="dk1"/>
                        </a:solidFill>
                        <a:latin typeface="Dosis"/>
                        <a:ea typeface="Dosis"/>
                        <a:cs typeface="Dosis"/>
                        <a:sym typeface="Dosis"/>
                      </a:endParaRPr>
                    </a:p>
                  </a:txBody>
                  <a:tcPr marL="91425" marR="91425" marT="91425" marB="91425" anchor="ctr">
                    <a:lnL w="19050" cap="flat" cmpd="sng">
                      <a:solidFill>
                        <a:schemeClr val="dk2"/>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solidFill>
                      <a:prstDash val="dash"/>
                      <a:round/>
                      <a:headEnd type="none" w="sm" len="sm"/>
                      <a:tailEnd type="none" w="sm" len="sm"/>
                    </a:lnT>
                    <a:lnB w="19050" cap="flat" cmpd="sng">
                      <a:solidFill>
                        <a:schemeClr val="dk2"/>
                      </a:solidFill>
                      <a:prstDash val="dash"/>
                      <a:round/>
                      <a:headEnd type="none" w="sm" len="sm"/>
                      <a:tailEnd type="none" w="sm" len="sm"/>
                    </a:lnB>
                  </a:tcPr>
                </a:tc>
                <a:extLst>
                  <a:ext uri="{0D108BD9-81ED-4DB2-BD59-A6C34878D82A}">
                    <a16:rowId xmlns:a16="http://schemas.microsoft.com/office/drawing/2014/main" val="10002"/>
                  </a:ext>
                </a:extLst>
              </a:tr>
              <a:tr h="792450">
                <a:tc>
                  <a:txBody>
                    <a:bodyPr/>
                    <a:lstStyle/>
                    <a:p>
                      <a:pPr marL="0" lvl="0" indent="0" algn="ctr" rtl="0">
                        <a:spcBef>
                          <a:spcPts val="0"/>
                        </a:spcBef>
                        <a:spcAft>
                          <a:spcPts val="0"/>
                        </a:spcAft>
                        <a:buNone/>
                      </a:pPr>
                      <a:r>
                        <a:rPr lang="en" sz="2000" b="1">
                          <a:solidFill>
                            <a:schemeClr val="dk1"/>
                          </a:solidFill>
                          <a:latin typeface="Chau Philomene One"/>
                          <a:ea typeface="Chau Philomene One"/>
                          <a:cs typeface="Chau Philomene One"/>
                          <a:sym typeface="Chau Philomene One"/>
                        </a:rPr>
                        <a:t>Cultural dimension</a:t>
                      </a:r>
                      <a:endParaRPr sz="2000" b="1">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alpha val="0"/>
                        </a:schemeClr>
                      </a:solidFill>
                      <a:prstDash val="dash"/>
                      <a:round/>
                      <a:headEnd type="none" w="sm" len="sm"/>
                      <a:tailEnd type="none" w="sm" len="sm"/>
                    </a:lnT>
                    <a:lnB w="19050" cap="flat" cmpd="sng">
                      <a:solidFill>
                        <a:schemeClr val="dk2">
                          <a:alpha val="0"/>
                        </a:schemeClr>
                      </a:solidFill>
                      <a:prstDash val="dash"/>
                      <a:round/>
                      <a:headEnd type="none" w="sm" len="sm"/>
                      <a:tailEnd type="none" w="sm" len="sm"/>
                    </a:lnB>
                    <a:solidFill>
                      <a:schemeClr val="dk2"/>
                    </a:solidFill>
                  </a:tcPr>
                </a:tc>
                <a:tc>
                  <a:txBody>
                    <a:bodyPr/>
                    <a:lstStyle/>
                    <a:p>
                      <a:pPr marL="0" lvl="0" indent="0" algn="ctr" rtl="0">
                        <a:spcBef>
                          <a:spcPts val="0"/>
                        </a:spcBef>
                        <a:spcAft>
                          <a:spcPts val="0"/>
                        </a:spcAft>
                        <a:buNone/>
                      </a:pPr>
                      <a:r>
                        <a:rPr lang="en" b="1">
                          <a:solidFill>
                            <a:schemeClr val="dk1"/>
                          </a:solidFill>
                          <a:latin typeface="Dosis"/>
                          <a:ea typeface="Dosis"/>
                          <a:cs typeface="Dosis"/>
                          <a:sym typeface="Dosis"/>
                        </a:rPr>
                        <a:t>Jupiter </a:t>
                      </a:r>
                      <a:r>
                        <a:rPr lang="en">
                          <a:solidFill>
                            <a:schemeClr val="dk1"/>
                          </a:solidFill>
                          <a:latin typeface="Dosis"/>
                          <a:ea typeface="Dosis"/>
                          <a:cs typeface="Dosis"/>
                          <a:sym typeface="Dosis"/>
                        </a:rPr>
                        <a:t>is a gas giant and the biggest planet in the System</a:t>
                      </a:r>
                      <a:endParaRPr>
                        <a:solidFill>
                          <a:schemeClr val="dk1"/>
                        </a:solidFill>
                        <a:latin typeface="Dosis"/>
                        <a:ea typeface="Dosis"/>
                        <a:cs typeface="Dosis"/>
                        <a:sym typeface="Dosis"/>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solidFill>
                      <a:prstDash val="dash"/>
                      <a:round/>
                      <a:headEnd type="none" w="sm" len="sm"/>
                      <a:tailEnd type="none" w="sm" len="sm"/>
                    </a:lnR>
                    <a:lnT w="19050" cap="flat" cmpd="sng">
                      <a:solidFill>
                        <a:schemeClr val="dk2"/>
                      </a:solidFill>
                      <a:prstDash val="dash"/>
                      <a:round/>
                      <a:headEnd type="none" w="sm" len="sm"/>
                      <a:tailEnd type="none" w="sm" len="sm"/>
                    </a:lnT>
                    <a:lnB w="19050" cap="flat" cmpd="sng">
                      <a:solidFill>
                        <a:schemeClr val="dk2">
                          <a:alpha val="0"/>
                        </a:schemeClr>
                      </a:solidFill>
                      <a:prstDash val="dash"/>
                      <a:round/>
                      <a:headEnd type="none" w="sm" len="sm"/>
                      <a:tailEnd type="none" w="sm" len="sm"/>
                    </a:lnB>
                  </a:tcPr>
                </a:tc>
                <a:tc>
                  <a:txBody>
                    <a:bodyPr/>
                    <a:lstStyle/>
                    <a:p>
                      <a:pPr marL="0" lvl="0" indent="0" algn="ctr" rtl="0">
                        <a:spcBef>
                          <a:spcPts val="0"/>
                        </a:spcBef>
                        <a:spcAft>
                          <a:spcPts val="0"/>
                        </a:spcAft>
                        <a:buNone/>
                      </a:pPr>
                      <a:r>
                        <a:rPr lang="en" b="1">
                          <a:solidFill>
                            <a:schemeClr val="dk1"/>
                          </a:solidFill>
                          <a:latin typeface="Dosis"/>
                          <a:ea typeface="Dosis"/>
                          <a:cs typeface="Dosis"/>
                          <a:sym typeface="Dosis"/>
                        </a:rPr>
                        <a:t>Saturn </a:t>
                      </a:r>
                      <a:r>
                        <a:rPr lang="en">
                          <a:solidFill>
                            <a:schemeClr val="dk1"/>
                          </a:solidFill>
                          <a:latin typeface="Dosis"/>
                          <a:ea typeface="Dosis"/>
                          <a:cs typeface="Dosis"/>
                          <a:sym typeface="Dosis"/>
                        </a:rPr>
                        <a:t>is a gas giant and has several rings</a:t>
                      </a:r>
                      <a:endParaRPr>
                        <a:solidFill>
                          <a:schemeClr val="dk1"/>
                        </a:solidFill>
                        <a:latin typeface="Dosis"/>
                        <a:ea typeface="Dosis"/>
                        <a:cs typeface="Dosis"/>
                        <a:sym typeface="Dosis"/>
                      </a:endParaRPr>
                    </a:p>
                  </a:txBody>
                  <a:tcPr marL="91425" marR="91425" marT="91425" marB="91425" anchor="ctr">
                    <a:lnL w="19050" cap="flat" cmpd="sng">
                      <a:solidFill>
                        <a:schemeClr val="dk2"/>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solidFill>
                      <a:prstDash val="dash"/>
                      <a:round/>
                      <a:headEnd type="none" w="sm" len="sm"/>
                      <a:tailEnd type="none" w="sm" len="sm"/>
                    </a:lnT>
                    <a:lnB w="19050" cap="flat" cmpd="sng">
                      <a:solidFill>
                        <a:schemeClr val="dk2">
                          <a:alpha val="0"/>
                        </a:schemeClr>
                      </a:solidFill>
                      <a:prstDash val="dash"/>
                      <a:round/>
                      <a:headEnd type="none" w="sm" len="sm"/>
                      <a:tailEnd type="none" w="sm" len="sm"/>
                    </a:lnB>
                  </a:tcPr>
                </a:tc>
                <a:extLst>
                  <a:ext uri="{0D108BD9-81ED-4DB2-BD59-A6C34878D82A}">
                    <a16:rowId xmlns:a16="http://schemas.microsoft.com/office/drawing/2014/main" val="10003"/>
                  </a:ext>
                </a:extLst>
              </a:tr>
            </a:tbl>
          </a:graphicData>
        </a:graphic>
      </p:graphicFrame>
      <p:sp>
        <p:nvSpPr>
          <p:cNvPr id="3162" name="Google Shape;3162;p47"/>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History vs interpretations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66"/>
        <p:cNvGrpSpPr/>
        <p:nvPr/>
      </p:nvGrpSpPr>
      <p:grpSpPr>
        <a:xfrm>
          <a:off x="0" y="0"/>
          <a:ext cx="0" cy="0"/>
          <a:chOff x="0" y="0"/>
          <a:chExt cx="0" cy="0"/>
        </a:xfrm>
      </p:grpSpPr>
      <p:sp>
        <p:nvSpPr>
          <p:cNvPr id="3167" name="Google Shape;3167;p48"/>
          <p:cNvSpPr txBox="1">
            <a:spLocks noGrp="1"/>
          </p:cNvSpPr>
          <p:nvPr>
            <p:ph type="subTitle" idx="1"/>
          </p:nvPr>
        </p:nvSpPr>
        <p:spPr>
          <a:xfrm>
            <a:off x="720000" y="2254475"/>
            <a:ext cx="2305500" cy="63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b="1"/>
              <a:t>Mercury</a:t>
            </a:r>
            <a:r>
              <a:rPr lang="en"/>
              <a:t> is the smallest planet of them all</a:t>
            </a:r>
            <a:endParaRPr/>
          </a:p>
        </p:txBody>
      </p:sp>
      <p:sp>
        <p:nvSpPr>
          <p:cNvPr id="3168" name="Google Shape;3168;p48"/>
          <p:cNvSpPr txBox="1">
            <a:spLocks noGrp="1"/>
          </p:cNvSpPr>
          <p:nvPr>
            <p:ph type="subTitle" idx="2"/>
          </p:nvPr>
        </p:nvSpPr>
        <p:spPr>
          <a:xfrm>
            <a:off x="3419271" y="2254475"/>
            <a:ext cx="2305500" cy="63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b="1"/>
              <a:t>Venus </a:t>
            </a:r>
            <a:r>
              <a:rPr lang="en"/>
              <a:t>has a beautiful name and high temperatures</a:t>
            </a:r>
            <a:endParaRPr/>
          </a:p>
        </p:txBody>
      </p:sp>
      <p:sp>
        <p:nvSpPr>
          <p:cNvPr id="3169" name="Google Shape;3169;p48"/>
          <p:cNvSpPr txBox="1">
            <a:spLocks noGrp="1"/>
          </p:cNvSpPr>
          <p:nvPr>
            <p:ph type="subTitle" idx="3"/>
          </p:nvPr>
        </p:nvSpPr>
        <p:spPr>
          <a:xfrm>
            <a:off x="2069638" y="3969000"/>
            <a:ext cx="2305500" cy="63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Despite being red, </a:t>
            </a:r>
            <a:r>
              <a:rPr lang="en" b="1"/>
              <a:t>Mars</a:t>
            </a:r>
            <a:r>
              <a:rPr lang="en"/>
              <a:t> is actually a cold place</a:t>
            </a:r>
            <a:endParaRPr/>
          </a:p>
        </p:txBody>
      </p:sp>
      <p:sp>
        <p:nvSpPr>
          <p:cNvPr id="3170" name="Google Shape;3170;p48"/>
          <p:cNvSpPr txBox="1">
            <a:spLocks noGrp="1"/>
          </p:cNvSpPr>
          <p:nvPr>
            <p:ph type="subTitle" idx="4"/>
          </p:nvPr>
        </p:nvSpPr>
        <p:spPr>
          <a:xfrm>
            <a:off x="4768909" y="3969000"/>
            <a:ext cx="2305500" cy="63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b="1"/>
              <a:t>Jupiter</a:t>
            </a:r>
            <a:r>
              <a:rPr lang="en"/>
              <a:t> is the biggest planet in the Solar System</a:t>
            </a:r>
            <a:endParaRPr/>
          </a:p>
        </p:txBody>
      </p:sp>
      <p:sp>
        <p:nvSpPr>
          <p:cNvPr id="3171" name="Google Shape;3171;p48"/>
          <p:cNvSpPr txBox="1">
            <a:spLocks noGrp="1"/>
          </p:cNvSpPr>
          <p:nvPr>
            <p:ph type="subTitle" idx="5"/>
          </p:nvPr>
        </p:nvSpPr>
        <p:spPr>
          <a:xfrm>
            <a:off x="6118550" y="2254475"/>
            <a:ext cx="2305500" cy="63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b="1"/>
              <a:t>Earth </a:t>
            </a:r>
            <a:r>
              <a:rPr lang="en"/>
              <a:t>is the only planet known to harbor life</a:t>
            </a:r>
            <a:endParaRPr/>
          </a:p>
        </p:txBody>
      </p:sp>
      <p:sp>
        <p:nvSpPr>
          <p:cNvPr id="3172" name="Google Shape;3172;p48"/>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Historical examples</a:t>
            </a:r>
            <a:endParaRPr/>
          </a:p>
        </p:txBody>
      </p:sp>
      <p:sp>
        <p:nvSpPr>
          <p:cNvPr id="3173" name="Google Shape;3173;p48"/>
          <p:cNvSpPr/>
          <p:nvPr/>
        </p:nvSpPr>
        <p:spPr>
          <a:xfrm>
            <a:off x="6978500" y="1203535"/>
            <a:ext cx="585600" cy="5856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48"/>
          <p:cNvSpPr/>
          <p:nvPr/>
        </p:nvSpPr>
        <p:spPr>
          <a:xfrm>
            <a:off x="1579950" y="1203535"/>
            <a:ext cx="585600" cy="5856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48"/>
          <p:cNvSpPr/>
          <p:nvPr/>
        </p:nvSpPr>
        <p:spPr>
          <a:xfrm>
            <a:off x="4279213" y="1203535"/>
            <a:ext cx="585600" cy="5856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48"/>
          <p:cNvSpPr/>
          <p:nvPr/>
        </p:nvSpPr>
        <p:spPr>
          <a:xfrm>
            <a:off x="2929563" y="2918022"/>
            <a:ext cx="585600" cy="5856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48"/>
          <p:cNvSpPr/>
          <p:nvPr/>
        </p:nvSpPr>
        <p:spPr>
          <a:xfrm>
            <a:off x="5628825" y="2918022"/>
            <a:ext cx="585600" cy="5856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48"/>
          <p:cNvSpPr txBox="1">
            <a:spLocks noGrp="1"/>
          </p:cNvSpPr>
          <p:nvPr>
            <p:ph type="subTitle" idx="6"/>
          </p:nvPr>
        </p:nvSpPr>
        <p:spPr>
          <a:xfrm>
            <a:off x="720000" y="1850297"/>
            <a:ext cx="23055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The Americas</a:t>
            </a:r>
            <a:endParaRPr/>
          </a:p>
        </p:txBody>
      </p:sp>
      <p:sp>
        <p:nvSpPr>
          <p:cNvPr id="3179" name="Google Shape;3179;p48"/>
          <p:cNvSpPr txBox="1">
            <a:spLocks noGrp="1"/>
          </p:cNvSpPr>
          <p:nvPr>
            <p:ph type="subTitle" idx="7"/>
          </p:nvPr>
        </p:nvSpPr>
        <p:spPr>
          <a:xfrm>
            <a:off x="3419275" y="1850297"/>
            <a:ext cx="23055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Indian trading</a:t>
            </a:r>
            <a:endParaRPr/>
          </a:p>
        </p:txBody>
      </p:sp>
      <p:sp>
        <p:nvSpPr>
          <p:cNvPr id="3180" name="Google Shape;3180;p48"/>
          <p:cNvSpPr txBox="1">
            <a:spLocks noGrp="1"/>
          </p:cNvSpPr>
          <p:nvPr>
            <p:ph type="subTitle" idx="8"/>
          </p:nvPr>
        </p:nvSpPr>
        <p:spPr>
          <a:xfrm>
            <a:off x="6118550" y="1850297"/>
            <a:ext cx="23055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Triangle trade</a:t>
            </a:r>
            <a:endParaRPr/>
          </a:p>
        </p:txBody>
      </p:sp>
      <p:sp>
        <p:nvSpPr>
          <p:cNvPr id="3181" name="Google Shape;3181;p48"/>
          <p:cNvSpPr txBox="1">
            <a:spLocks noGrp="1"/>
          </p:cNvSpPr>
          <p:nvPr>
            <p:ph type="subTitle" idx="9"/>
          </p:nvPr>
        </p:nvSpPr>
        <p:spPr>
          <a:xfrm>
            <a:off x="2069650" y="3564672"/>
            <a:ext cx="23055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The silk road</a:t>
            </a:r>
            <a:endParaRPr/>
          </a:p>
        </p:txBody>
      </p:sp>
      <p:sp>
        <p:nvSpPr>
          <p:cNvPr id="3182" name="Google Shape;3182;p48"/>
          <p:cNvSpPr txBox="1">
            <a:spLocks noGrp="1"/>
          </p:cNvSpPr>
          <p:nvPr>
            <p:ph type="subTitle" idx="13"/>
          </p:nvPr>
        </p:nvSpPr>
        <p:spPr>
          <a:xfrm>
            <a:off x="4768900" y="3564672"/>
            <a:ext cx="23055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Ocean trading</a:t>
            </a:r>
            <a:endParaRPr/>
          </a:p>
        </p:txBody>
      </p:sp>
      <p:grpSp>
        <p:nvGrpSpPr>
          <p:cNvPr id="3183" name="Google Shape;3183;p48"/>
          <p:cNvGrpSpPr/>
          <p:nvPr/>
        </p:nvGrpSpPr>
        <p:grpSpPr>
          <a:xfrm>
            <a:off x="7043060" y="1263183"/>
            <a:ext cx="456469" cy="466979"/>
            <a:chOff x="7977300" y="3236018"/>
            <a:chExt cx="326212" cy="333724"/>
          </a:xfrm>
        </p:grpSpPr>
        <p:sp>
          <p:nvSpPr>
            <p:cNvPr id="3184" name="Google Shape;3184;p48"/>
            <p:cNvSpPr/>
            <p:nvPr/>
          </p:nvSpPr>
          <p:spPr>
            <a:xfrm>
              <a:off x="7977300" y="3236018"/>
              <a:ext cx="186325" cy="333666"/>
            </a:xfrm>
            <a:custGeom>
              <a:avLst/>
              <a:gdLst/>
              <a:ahLst/>
              <a:cxnLst/>
              <a:rect l="l" t="t" r="r" b="b"/>
              <a:pathLst>
                <a:path w="6524" h="11683" extrusionOk="0">
                  <a:moveTo>
                    <a:pt x="745" y="0"/>
                  </a:moveTo>
                  <a:cubicBezTo>
                    <a:pt x="335" y="0"/>
                    <a:pt x="0" y="333"/>
                    <a:pt x="0" y="743"/>
                  </a:cubicBezTo>
                  <a:lnTo>
                    <a:pt x="0" y="10938"/>
                  </a:lnTo>
                  <a:cubicBezTo>
                    <a:pt x="0" y="11348"/>
                    <a:pt x="335" y="11682"/>
                    <a:pt x="745" y="11682"/>
                  </a:cubicBezTo>
                  <a:lnTo>
                    <a:pt x="5777" y="11682"/>
                  </a:lnTo>
                  <a:cubicBezTo>
                    <a:pt x="6187" y="11682"/>
                    <a:pt x="6522" y="11348"/>
                    <a:pt x="6522" y="10938"/>
                  </a:cubicBezTo>
                  <a:lnTo>
                    <a:pt x="6522" y="743"/>
                  </a:lnTo>
                  <a:cubicBezTo>
                    <a:pt x="6523" y="336"/>
                    <a:pt x="6187" y="0"/>
                    <a:pt x="577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48"/>
            <p:cNvSpPr/>
            <p:nvPr/>
          </p:nvSpPr>
          <p:spPr>
            <a:xfrm>
              <a:off x="7977300" y="3236075"/>
              <a:ext cx="45867" cy="333666"/>
            </a:xfrm>
            <a:custGeom>
              <a:avLst/>
              <a:gdLst/>
              <a:ahLst/>
              <a:cxnLst/>
              <a:rect l="l" t="t" r="r" b="b"/>
              <a:pathLst>
                <a:path w="1606" h="11683" extrusionOk="0">
                  <a:moveTo>
                    <a:pt x="745" y="0"/>
                  </a:moveTo>
                  <a:cubicBezTo>
                    <a:pt x="335" y="0"/>
                    <a:pt x="0" y="334"/>
                    <a:pt x="0" y="745"/>
                  </a:cubicBezTo>
                  <a:lnTo>
                    <a:pt x="0" y="10937"/>
                  </a:lnTo>
                  <a:cubicBezTo>
                    <a:pt x="0" y="11348"/>
                    <a:pt x="335" y="11682"/>
                    <a:pt x="745" y="11682"/>
                  </a:cubicBezTo>
                  <a:lnTo>
                    <a:pt x="1605" y="11682"/>
                  </a:lnTo>
                  <a:cubicBezTo>
                    <a:pt x="1194" y="11682"/>
                    <a:pt x="862" y="11348"/>
                    <a:pt x="862" y="10937"/>
                  </a:cubicBezTo>
                  <a:lnTo>
                    <a:pt x="862" y="745"/>
                  </a:lnTo>
                  <a:cubicBezTo>
                    <a:pt x="862" y="334"/>
                    <a:pt x="1194" y="0"/>
                    <a:pt x="1605"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48"/>
            <p:cNvSpPr/>
            <p:nvPr/>
          </p:nvSpPr>
          <p:spPr>
            <a:xfrm>
              <a:off x="7995436" y="3311045"/>
              <a:ext cx="150054" cy="204204"/>
            </a:xfrm>
            <a:custGeom>
              <a:avLst/>
              <a:gdLst/>
              <a:ahLst/>
              <a:cxnLst/>
              <a:rect l="l" t="t" r="r" b="b"/>
              <a:pathLst>
                <a:path w="5254" h="7150" extrusionOk="0">
                  <a:moveTo>
                    <a:pt x="1" y="1"/>
                  </a:moveTo>
                  <a:lnTo>
                    <a:pt x="1" y="6903"/>
                  </a:lnTo>
                  <a:cubicBezTo>
                    <a:pt x="1" y="7040"/>
                    <a:pt x="110" y="7150"/>
                    <a:pt x="247" y="7150"/>
                  </a:cubicBezTo>
                  <a:lnTo>
                    <a:pt x="5007" y="7150"/>
                  </a:lnTo>
                  <a:cubicBezTo>
                    <a:pt x="5144" y="7150"/>
                    <a:pt x="5253" y="7040"/>
                    <a:pt x="5253" y="6903"/>
                  </a:cubicBezTo>
                  <a:lnTo>
                    <a:pt x="52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48"/>
            <p:cNvSpPr/>
            <p:nvPr/>
          </p:nvSpPr>
          <p:spPr>
            <a:xfrm>
              <a:off x="7995436" y="3311045"/>
              <a:ext cx="35814" cy="204204"/>
            </a:xfrm>
            <a:custGeom>
              <a:avLst/>
              <a:gdLst/>
              <a:ahLst/>
              <a:cxnLst/>
              <a:rect l="l" t="t" r="r" b="b"/>
              <a:pathLst>
                <a:path w="1254" h="7150" extrusionOk="0">
                  <a:moveTo>
                    <a:pt x="1" y="1"/>
                  </a:moveTo>
                  <a:lnTo>
                    <a:pt x="1" y="6903"/>
                  </a:lnTo>
                  <a:cubicBezTo>
                    <a:pt x="1" y="7040"/>
                    <a:pt x="110" y="7150"/>
                    <a:pt x="247" y="7150"/>
                  </a:cubicBezTo>
                  <a:lnTo>
                    <a:pt x="1253" y="7150"/>
                  </a:lnTo>
                  <a:cubicBezTo>
                    <a:pt x="1118" y="7150"/>
                    <a:pt x="1007" y="7040"/>
                    <a:pt x="1007" y="6903"/>
                  </a:cubicBezTo>
                  <a:lnTo>
                    <a:pt x="1007"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48"/>
            <p:cNvSpPr/>
            <p:nvPr/>
          </p:nvSpPr>
          <p:spPr>
            <a:xfrm>
              <a:off x="8061410" y="3532214"/>
              <a:ext cx="18107" cy="18164"/>
            </a:xfrm>
            <a:custGeom>
              <a:avLst/>
              <a:gdLst/>
              <a:ahLst/>
              <a:cxnLst/>
              <a:rect l="l" t="t" r="r" b="b"/>
              <a:pathLst>
                <a:path w="634" h="636" extrusionOk="0">
                  <a:moveTo>
                    <a:pt x="318" y="1"/>
                  </a:moveTo>
                  <a:cubicBezTo>
                    <a:pt x="143" y="1"/>
                    <a:pt x="0" y="143"/>
                    <a:pt x="0" y="318"/>
                  </a:cubicBezTo>
                  <a:cubicBezTo>
                    <a:pt x="0" y="494"/>
                    <a:pt x="143" y="636"/>
                    <a:pt x="318" y="636"/>
                  </a:cubicBezTo>
                  <a:cubicBezTo>
                    <a:pt x="491" y="636"/>
                    <a:pt x="634" y="494"/>
                    <a:pt x="634" y="318"/>
                  </a:cubicBezTo>
                  <a:cubicBezTo>
                    <a:pt x="634" y="143"/>
                    <a:pt x="491" y="1"/>
                    <a:pt x="318"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48"/>
            <p:cNvSpPr/>
            <p:nvPr/>
          </p:nvSpPr>
          <p:spPr>
            <a:xfrm>
              <a:off x="8049614" y="3252012"/>
              <a:ext cx="41755" cy="10110"/>
            </a:xfrm>
            <a:custGeom>
              <a:avLst/>
              <a:gdLst/>
              <a:ahLst/>
              <a:cxnLst/>
              <a:rect l="l" t="t" r="r" b="b"/>
              <a:pathLst>
                <a:path w="1462" h="354" extrusionOk="0">
                  <a:moveTo>
                    <a:pt x="176" y="1"/>
                  </a:moveTo>
                  <a:cubicBezTo>
                    <a:pt x="79" y="1"/>
                    <a:pt x="1" y="79"/>
                    <a:pt x="1" y="178"/>
                  </a:cubicBezTo>
                  <a:cubicBezTo>
                    <a:pt x="1" y="273"/>
                    <a:pt x="77" y="353"/>
                    <a:pt x="176" y="353"/>
                  </a:cubicBezTo>
                  <a:lnTo>
                    <a:pt x="1282" y="353"/>
                  </a:lnTo>
                  <a:cubicBezTo>
                    <a:pt x="1381" y="353"/>
                    <a:pt x="1461" y="275"/>
                    <a:pt x="1457" y="178"/>
                  </a:cubicBezTo>
                  <a:cubicBezTo>
                    <a:pt x="1457" y="81"/>
                    <a:pt x="1381" y="1"/>
                    <a:pt x="128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48"/>
            <p:cNvSpPr/>
            <p:nvPr/>
          </p:nvSpPr>
          <p:spPr>
            <a:xfrm>
              <a:off x="8023539" y="3279286"/>
              <a:ext cx="121951" cy="32473"/>
            </a:xfrm>
            <a:custGeom>
              <a:avLst/>
              <a:gdLst/>
              <a:ahLst/>
              <a:cxnLst/>
              <a:rect l="l" t="t" r="r" b="b"/>
              <a:pathLst>
                <a:path w="4270" h="1137" extrusionOk="0">
                  <a:moveTo>
                    <a:pt x="1" y="1"/>
                  </a:moveTo>
                  <a:lnTo>
                    <a:pt x="1" y="1136"/>
                  </a:lnTo>
                  <a:lnTo>
                    <a:pt x="4269" y="1136"/>
                  </a:lnTo>
                  <a:lnTo>
                    <a:pt x="4269" y="247"/>
                  </a:lnTo>
                  <a:cubicBezTo>
                    <a:pt x="4269" y="110"/>
                    <a:pt x="4158" y="1"/>
                    <a:pt x="40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48"/>
            <p:cNvSpPr/>
            <p:nvPr/>
          </p:nvSpPr>
          <p:spPr>
            <a:xfrm>
              <a:off x="7995436" y="3279286"/>
              <a:ext cx="28760" cy="32473"/>
            </a:xfrm>
            <a:custGeom>
              <a:avLst/>
              <a:gdLst/>
              <a:ahLst/>
              <a:cxnLst/>
              <a:rect l="l" t="t" r="r" b="b"/>
              <a:pathLst>
                <a:path w="1007" h="1137" extrusionOk="0">
                  <a:moveTo>
                    <a:pt x="247" y="1"/>
                  </a:moveTo>
                  <a:cubicBezTo>
                    <a:pt x="110" y="1"/>
                    <a:pt x="1" y="110"/>
                    <a:pt x="1" y="247"/>
                  </a:cubicBezTo>
                  <a:lnTo>
                    <a:pt x="1" y="1136"/>
                  </a:lnTo>
                  <a:lnTo>
                    <a:pt x="1007" y="1136"/>
                  </a:lnTo>
                  <a:lnTo>
                    <a:pt x="1007"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48"/>
            <p:cNvSpPr/>
            <p:nvPr/>
          </p:nvSpPr>
          <p:spPr>
            <a:xfrm>
              <a:off x="8040903" y="3336635"/>
              <a:ext cx="59062" cy="10053"/>
            </a:xfrm>
            <a:custGeom>
              <a:avLst/>
              <a:gdLst/>
              <a:ahLst/>
              <a:cxnLst/>
              <a:rect l="l" t="t" r="r" b="b"/>
              <a:pathLst>
                <a:path w="2068" h="352" extrusionOk="0">
                  <a:moveTo>
                    <a:pt x="178" y="1"/>
                  </a:moveTo>
                  <a:cubicBezTo>
                    <a:pt x="81" y="1"/>
                    <a:pt x="1" y="81"/>
                    <a:pt x="1" y="176"/>
                  </a:cubicBezTo>
                  <a:cubicBezTo>
                    <a:pt x="1" y="273"/>
                    <a:pt x="79" y="351"/>
                    <a:pt x="178" y="351"/>
                  </a:cubicBezTo>
                  <a:lnTo>
                    <a:pt x="1890" y="351"/>
                  </a:lnTo>
                  <a:cubicBezTo>
                    <a:pt x="1989" y="351"/>
                    <a:pt x="2067" y="273"/>
                    <a:pt x="2067" y="176"/>
                  </a:cubicBezTo>
                  <a:cubicBezTo>
                    <a:pt x="2067" y="81"/>
                    <a:pt x="1989" y="1"/>
                    <a:pt x="18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48"/>
            <p:cNvSpPr/>
            <p:nvPr/>
          </p:nvSpPr>
          <p:spPr>
            <a:xfrm>
              <a:off x="8015199" y="3357227"/>
              <a:ext cx="104044" cy="10053"/>
            </a:xfrm>
            <a:custGeom>
              <a:avLst/>
              <a:gdLst/>
              <a:ahLst/>
              <a:cxnLst/>
              <a:rect l="l" t="t" r="r" b="b"/>
              <a:pathLst>
                <a:path w="3643" h="352" extrusionOk="0">
                  <a:moveTo>
                    <a:pt x="176" y="1"/>
                  </a:moveTo>
                  <a:cubicBezTo>
                    <a:pt x="79" y="1"/>
                    <a:pt x="1" y="78"/>
                    <a:pt x="1" y="176"/>
                  </a:cubicBezTo>
                  <a:cubicBezTo>
                    <a:pt x="1" y="273"/>
                    <a:pt x="77" y="352"/>
                    <a:pt x="176" y="352"/>
                  </a:cubicBezTo>
                  <a:lnTo>
                    <a:pt x="3466" y="352"/>
                  </a:lnTo>
                  <a:cubicBezTo>
                    <a:pt x="3562" y="352"/>
                    <a:pt x="3643" y="273"/>
                    <a:pt x="3643" y="176"/>
                  </a:cubicBezTo>
                  <a:cubicBezTo>
                    <a:pt x="3643" y="81"/>
                    <a:pt x="3564" y="1"/>
                    <a:pt x="34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48"/>
            <p:cNvSpPr/>
            <p:nvPr/>
          </p:nvSpPr>
          <p:spPr>
            <a:xfrm>
              <a:off x="8015199" y="3377847"/>
              <a:ext cx="109271" cy="10025"/>
            </a:xfrm>
            <a:custGeom>
              <a:avLst/>
              <a:gdLst/>
              <a:ahLst/>
              <a:cxnLst/>
              <a:rect l="l" t="t" r="r" b="b"/>
              <a:pathLst>
                <a:path w="3826" h="351" extrusionOk="0">
                  <a:moveTo>
                    <a:pt x="176" y="0"/>
                  </a:moveTo>
                  <a:cubicBezTo>
                    <a:pt x="79" y="0"/>
                    <a:pt x="1" y="77"/>
                    <a:pt x="1" y="175"/>
                  </a:cubicBezTo>
                  <a:cubicBezTo>
                    <a:pt x="1" y="272"/>
                    <a:pt x="77" y="351"/>
                    <a:pt x="176" y="351"/>
                  </a:cubicBezTo>
                  <a:lnTo>
                    <a:pt x="3648" y="351"/>
                  </a:lnTo>
                  <a:cubicBezTo>
                    <a:pt x="3745" y="351"/>
                    <a:pt x="3825" y="272"/>
                    <a:pt x="3825" y="175"/>
                  </a:cubicBezTo>
                  <a:cubicBezTo>
                    <a:pt x="3825" y="80"/>
                    <a:pt x="3747" y="0"/>
                    <a:pt x="36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48"/>
            <p:cNvSpPr/>
            <p:nvPr/>
          </p:nvSpPr>
          <p:spPr>
            <a:xfrm>
              <a:off x="8015114" y="3398439"/>
              <a:ext cx="110641" cy="10025"/>
            </a:xfrm>
            <a:custGeom>
              <a:avLst/>
              <a:gdLst/>
              <a:ahLst/>
              <a:cxnLst/>
              <a:rect l="l" t="t" r="r" b="b"/>
              <a:pathLst>
                <a:path w="3874" h="351" extrusionOk="0">
                  <a:moveTo>
                    <a:pt x="177" y="0"/>
                  </a:moveTo>
                  <a:cubicBezTo>
                    <a:pt x="80" y="0"/>
                    <a:pt x="0" y="77"/>
                    <a:pt x="0" y="175"/>
                  </a:cubicBezTo>
                  <a:cubicBezTo>
                    <a:pt x="0" y="272"/>
                    <a:pt x="79" y="351"/>
                    <a:pt x="177" y="351"/>
                  </a:cubicBezTo>
                  <a:lnTo>
                    <a:pt x="3697" y="351"/>
                  </a:lnTo>
                  <a:cubicBezTo>
                    <a:pt x="3795" y="351"/>
                    <a:pt x="3874" y="272"/>
                    <a:pt x="3874" y="175"/>
                  </a:cubicBezTo>
                  <a:cubicBezTo>
                    <a:pt x="3874" y="81"/>
                    <a:pt x="3795" y="0"/>
                    <a:pt x="36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48"/>
            <p:cNvSpPr/>
            <p:nvPr/>
          </p:nvSpPr>
          <p:spPr>
            <a:xfrm>
              <a:off x="8015114" y="3419031"/>
              <a:ext cx="110641" cy="10025"/>
            </a:xfrm>
            <a:custGeom>
              <a:avLst/>
              <a:gdLst/>
              <a:ahLst/>
              <a:cxnLst/>
              <a:rect l="l" t="t" r="r" b="b"/>
              <a:pathLst>
                <a:path w="3874" h="351" extrusionOk="0">
                  <a:moveTo>
                    <a:pt x="177" y="0"/>
                  </a:moveTo>
                  <a:cubicBezTo>
                    <a:pt x="80" y="0"/>
                    <a:pt x="0" y="77"/>
                    <a:pt x="0" y="176"/>
                  </a:cubicBezTo>
                  <a:cubicBezTo>
                    <a:pt x="0" y="272"/>
                    <a:pt x="79" y="351"/>
                    <a:pt x="177" y="351"/>
                  </a:cubicBezTo>
                  <a:lnTo>
                    <a:pt x="3697" y="351"/>
                  </a:lnTo>
                  <a:cubicBezTo>
                    <a:pt x="3795" y="351"/>
                    <a:pt x="3874" y="272"/>
                    <a:pt x="3874" y="176"/>
                  </a:cubicBezTo>
                  <a:cubicBezTo>
                    <a:pt x="3874" y="81"/>
                    <a:pt x="3795" y="0"/>
                    <a:pt x="36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48"/>
            <p:cNvSpPr/>
            <p:nvPr/>
          </p:nvSpPr>
          <p:spPr>
            <a:xfrm>
              <a:off x="8015114" y="3439565"/>
              <a:ext cx="110641" cy="10053"/>
            </a:xfrm>
            <a:custGeom>
              <a:avLst/>
              <a:gdLst/>
              <a:ahLst/>
              <a:cxnLst/>
              <a:rect l="l" t="t" r="r" b="b"/>
              <a:pathLst>
                <a:path w="3874" h="352" extrusionOk="0">
                  <a:moveTo>
                    <a:pt x="177" y="1"/>
                  </a:moveTo>
                  <a:cubicBezTo>
                    <a:pt x="80" y="1"/>
                    <a:pt x="0" y="79"/>
                    <a:pt x="0" y="176"/>
                  </a:cubicBezTo>
                  <a:cubicBezTo>
                    <a:pt x="0" y="271"/>
                    <a:pt x="79" y="351"/>
                    <a:pt x="177" y="351"/>
                  </a:cubicBezTo>
                  <a:lnTo>
                    <a:pt x="3697" y="351"/>
                  </a:lnTo>
                  <a:cubicBezTo>
                    <a:pt x="3795" y="351"/>
                    <a:pt x="3874" y="271"/>
                    <a:pt x="3874" y="176"/>
                  </a:cubicBezTo>
                  <a:cubicBezTo>
                    <a:pt x="3874" y="79"/>
                    <a:pt x="3795" y="1"/>
                    <a:pt x="36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48"/>
            <p:cNvSpPr/>
            <p:nvPr/>
          </p:nvSpPr>
          <p:spPr>
            <a:xfrm>
              <a:off x="8015114" y="3460157"/>
              <a:ext cx="110641" cy="10053"/>
            </a:xfrm>
            <a:custGeom>
              <a:avLst/>
              <a:gdLst/>
              <a:ahLst/>
              <a:cxnLst/>
              <a:rect l="l" t="t" r="r" b="b"/>
              <a:pathLst>
                <a:path w="3874" h="352" extrusionOk="0">
                  <a:moveTo>
                    <a:pt x="177" y="1"/>
                  </a:moveTo>
                  <a:cubicBezTo>
                    <a:pt x="80" y="1"/>
                    <a:pt x="0" y="79"/>
                    <a:pt x="0" y="176"/>
                  </a:cubicBezTo>
                  <a:cubicBezTo>
                    <a:pt x="0" y="271"/>
                    <a:pt x="79" y="351"/>
                    <a:pt x="177" y="351"/>
                  </a:cubicBezTo>
                  <a:lnTo>
                    <a:pt x="3697" y="351"/>
                  </a:lnTo>
                  <a:cubicBezTo>
                    <a:pt x="3795" y="351"/>
                    <a:pt x="3874" y="271"/>
                    <a:pt x="3874" y="176"/>
                  </a:cubicBezTo>
                  <a:cubicBezTo>
                    <a:pt x="3874" y="79"/>
                    <a:pt x="3795" y="1"/>
                    <a:pt x="36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48"/>
            <p:cNvSpPr/>
            <p:nvPr/>
          </p:nvSpPr>
          <p:spPr>
            <a:xfrm>
              <a:off x="8015114" y="3480749"/>
              <a:ext cx="110641" cy="10053"/>
            </a:xfrm>
            <a:custGeom>
              <a:avLst/>
              <a:gdLst/>
              <a:ahLst/>
              <a:cxnLst/>
              <a:rect l="l" t="t" r="r" b="b"/>
              <a:pathLst>
                <a:path w="3874" h="352" extrusionOk="0">
                  <a:moveTo>
                    <a:pt x="177" y="1"/>
                  </a:moveTo>
                  <a:cubicBezTo>
                    <a:pt x="80" y="1"/>
                    <a:pt x="0" y="78"/>
                    <a:pt x="0" y="176"/>
                  </a:cubicBezTo>
                  <a:cubicBezTo>
                    <a:pt x="0" y="271"/>
                    <a:pt x="79" y="351"/>
                    <a:pt x="177" y="351"/>
                  </a:cubicBezTo>
                  <a:lnTo>
                    <a:pt x="3697" y="351"/>
                  </a:lnTo>
                  <a:cubicBezTo>
                    <a:pt x="3795" y="351"/>
                    <a:pt x="3874" y="275"/>
                    <a:pt x="3874" y="176"/>
                  </a:cubicBezTo>
                  <a:cubicBezTo>
                    <a:pt x="3874" y="79"/>
                    <a:pt x="3795" y="1"/>
                    <a:pt x="36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48"/>
            <p:cNvSpPr/>
            <p:nvPr/>
          </p:nvSpPr>
          <p:spPr>
            <a:xfrm>
              <a:off x="8104992" y="3254782"/>
              <a:ext cx="171046" cy="187411"/>
            </a:xfrm>
            <a:custGeom>
              <a:avLst/>
              <a:gdLst/>
              <a:ahLst/>
              <a:cxnLst/>
              <a:rect l="l" t="t" r="r" b="b"/>
              <a:pathLst>
                <a:path w="5989" h="6562" extrusionOk="0">
                  <a:moveTo>
                    <a:pt x="2763" y="1"/>
                  </a:moveTo>
                  <a:cubicBezTo>
                    <a:pt x="2558" y="54"/>
                    <a:pt x="2361" y="127"/>
                    <a:pt x="2169" y="220"/>
                  </a:cubicBezTo>
                  <a:lnTo>
                    <a:pt x="2184" y="238"/>
                  </a:lnTo>
                  <a:cubicBezTo>
                    <a:pt x="2191" y="278"/>
                    <a:pt x="2215" y="318"/>
                    <a:pt x="2246" y="342"/>
                  </a:cubicBezTo>
                  <a:lnTo>
                    <a:pt x="2491" y="539"/>
                  </a:lnTo>
                  <a:cubicBezTo>
                    <a:pt x="2520" y="563"/>
                    <a:pt x="2538" y="598"/>
                    <a:pt x="2538" y="638"/>
                  </a:cubicBezTo>
                  <a:lnTo>
                    <a:pt x="2538" y="915"/>
                  </a:lnTo>
                  <a:cubicBezTo>
                    <a:pt x="2538" y="1010"/>
                    <a:pt x="2617" y="1089"/>
                    <a:pt x="2711" y="1089"/>
                  </a:cubicBezTo>
                  <a:lnTo>
                    <a:pt x="2826" y="1089"/>
                  </a:lnTo>
                  <a:cubicBezTo>
                    <a:pt x="2896" y="1089"/>
                    <a:pt x="2951" y="1145"/>
                    <a:pt x="2951" y="1215"/>
                  </a:cubicBezTo>
                  <a:lnTo>
                    <a:pt x="2951" y="1346"/>
                  </a:lnTo>
                  <a:cubicBezTo>
                    <a:pt x="2951" y="1384"/>
                    <a:pt x="2932" y="1425"/>
                    <a:pt x="2901" y="1450"/>
                  </a:cubicBezTo>
                  <a:lnTo>
                    <a:pt x="2229" y="1947"/>
                  </a:lnTo>
                  <a:cubicBezTo>
                    <a:pt x="2209" y="1963"/>
                    <a:pt x="2182" y="1972"/>
                    <a:pt x="2155" y="1972"/>
                  </a:cubicBezTo>
                  <a:lnTo>
                    <a:pt x="1740" y="1972"/>
                  </a:lnTo>
                  <a:cubicBezTo>
                    <a:pt x="1643" y="1972"/>
                    <a:pt x="1567" y="2049"/>
                    <a:pt x="1567" y="2146"/>
                  </a:cubicBezTo>
                  <a:lnTo>
                    <a:pt x="1567" y="2420"/>
                  </a:lnTo>
                  <a:cubicBezTo>
                    <a:pt x="1567" y="2465"/>
                    <a:pt x="1585" y="2509"/>
                    <a:pt x="1616" y="2542"/>
                  </a:cubicBezTo>
                  <a:lnTo>
                    <a:pt x="1906" y="2832"/>
                  </a:lnTo>
                  <a:cubicBezTo>
                    <a:pt x="1937" y="2865"/>
                    <a:pt x="1981" y="2881"/>
                    <a:pt x="2029" y="2881"/>
                  </a:cubicBezTo>
                  <a:lnTo>
                    <a:pt x="2438" y="2881"/>
                  </a:lnTo>
                  <a:cubicBezTo>
                    <a:pt x="2509" y="2881"/>
                    <a:pt x="2564" y="2940"/>
                    <a:pt x="2564" y="3007"/>
                  </a:cubicBezTo>
                  <a:lnTo>
                    <a:pt x="2564" y="3130"/>
                  </a:lnTo>
                  <a:cubicBezTo>
                    <a:pt x="2564" y="3225"/>
                    <a:pt x="2640" y="3301"/>
                    <a:pt x="2737" y="3301"/>
                  </a:cubicBezTo>
                  <a:lnTo>
                    <a:pt x="3022" y="3301"/>
                  </a:lnTo>
                  <a:cubicBezTo>
                    <a:pt x="3093" y="3301"/>
                    <a:pt x="3148" y="3360"/>
                    <a:pt x="3148" y="3427"/>
                  </a:cubicBezTo>
                  <a:cubicBezTo>
                    <a:pt x="3148" y="3524"/>
                    <a:pt x="3224" y="3601"/>
                    <a:pt x="3321" y="3601"/>
                  </a:cubicBezTo>
                  <a:lnTo>
                    <a:pt x="3694" y="3601"/>
                  </a:lnTo>
                  <a:cubicBezTo>
                    <a:pt x="3763" y="3601"/>
                    <a:pt x="3818" y="3657"/>
                    <a:pt x="3818" y="3727"/>
                  </a:cubicBezTo>
                  <a:lnTo>
                    <a:pt x="3818" y="4119"/>
                  </a:lnTo>
                  <a:cubicBezTo>
                    <a:pt x="3818" y="4158"/>
                    <a:pt x="3799" y="4194"/>
                    <a:pt x="3770" y="4218"/>
                  </a:cubicBezTo>
                  <a:lnTo>
                    <a:pt x="3210" y="4671"/>
                  </a:lnTo>
                  <a:cubicBezTo>
                    <a:pt x="3168" y="4705"/>
                    <a:pt x="3146" y="4753"/>
                    <a:pt x="3146" y="4806"/>
                  </a:cubicBezTo>
                  <a:lnTo>
                    <a:pt x="3146" y="4997"/>
                  </a:lnTo>
                  <a:cubicBezTo>
                    <a:pt x="3146" y="5032"/>
                    <a:pt x="3131" y="5067"/>
                    <a:pt x="3104" y="5092"/>
                  </a:cubicBezTo>
                  <a:lnTo>
                    <a:pt x="2894" y="5288"/>
                  </a:lnTo>
                  <a:cubicBezTo>
                    <a:pt x="2859" y="5320"/>
                    <a:pt x="2839" y="5368"/>
                    <a:pt x="2839" y="5415"/>
                  </a:cubicBezTo>
                  <a:lnTo>
                    <a:pt x="2839" y="5844"/>
                  </a:lnTo>
                  <a:cubicBezTo>
                    <a:pt x="2839" y="5916"/>
                    <a:pt x="2783" y="5970"/>
                    <a:pt x="2713" y="5970"/>
                  </a:cubicBezTo>
                  <a:lnTo>
                    <a:pt x="2491" y="5970"/>
                  </a:lnTo>
                  <a:cubicBezTo>
                    <a:pt x="2419" y="5970"/>
                    <a:pt x="2365" y="5914"/>
                    <a:pt x="2365" y="5844"/>
                  </a:cubicBezTo>
                  <a:lnTo>
                    <a:pt x="2365" y="5571"/>
                  </a:lnTo>
                  <a:cubicBezTo>
                    <a:pt x="2365" y="5545"/>
                    <a:pt x="2357" y="5518"/>
                    <a:pt x="2346" y="5496"/>
                  </a:cubicBezTo>
                  <a:lnTo>
                    <a:pt x="2191" y="5171"/>
                  </a:lnTo>
                  <a:cubicBezTo>
                    <a:pt x="2182" y="5156"/>
                    <a:pt x="2180" y="5134"/>
                    <a:pt x="2180" y="5116"/>
                  </a:cubicBezTo>
                  <a:lnTo>
                    <a:pt x="2180" y="4499"/>
                  </a:lnTo>
                  <a:cubicBezTo>
                    <a:pt x="2180" y="4442"/>
                    <a:pt x="2153" y="4391"/>
                    <a:pt x="2107" y="4357"/>
                  </a:cubicBezTo>
                  <a:lnTo>
                    <a:pt x="1516" y="3933"/>
                  </a:lnTo>
                  <a:cubicBezTo>
                    <a:pt x="1485" y="3909"/>
                    <a:pt x="1463" y="3871"/>
                    <a:pt x="1463" y="3829"/>
                  </a:cubicBezTo>
                  <a:lnTo>
                    <a:pt x="1463" y="3404"/>
                  </a:lnTo>
                  <a:cubicBezTo>
                    <a:pt x="1463" y="3382"/>
                    <a:pt x="1468" y="3360"/>
                    <a:pt x="1479" y="3342"/>
                  </a:cubicBezTo>
                  <a:lnTo>
                    <a:pt x="1512" y="3285"/>
                  </a:lnTo>
                  <a:cubicBezTo>
                    <a:pt x="1550" y="3216"/>
                    <a:pt x="1536" y="3132"/>
                    <a:pt x="1481" y="3077"/>
                  </a:cubicBezTo>
                  <a:lnTo>
                    <a:pt x="964" y="2564"/>
                  </a:lnTo>
                  <a:cubicBezTo>
                    <a:pt x="941" y="2540"/>
                    <a:pt x="928" y="2505"/>
                    <a:pt x="928" y="2474"/>
                  </a:cubicBezTo>
                  <a:lnTo>
                    <a:pt x="928" y="2148"/>
                  </a:lnTo>
                  <a:cubicBezTo>
                    <a:pt x="928" y="2100"/>
                    <a:pt x="906" y="2053"/>
                    <a:pt x="869" y="2020"/>
                  </a:cubicBezTo>
                  <a:lnTo>
                    <a:pt x="619" y="1790"/>
                  </a:lnTo>
                  <a:lnTo>
                    <a:pt x="603" y="1770"/>
                  </a:lnTo>
                  <a:lnTo>
                    <a:pt x="603" y="1770"/>
                  </a:lnTo>
                  <a:cubicBezTo>
                    <a:pt x="0" y="3013"/>
                    <a:pt x="216" y="4550"/>
                    <a:pt x="1249" y="5585"/>
                  </a:cubicBezTo>
                  <a:cubicBezTo>
                    <a:pt x="1901" y="6236"/>
                    <a:pt x="2755" y="6561"/>
                    <a:pt x="3609" y="6561"/>
                  </a:cubicBezTo>
                  <a:cubicBezTo>
                    <a:pt x="4463" y="6561"/>
                    <a:pt x="5317" y="6236"/>
                    <a:pt x="5968" y="5585"/>
                  </a:cubicBezTo>
                  <a:lnTo>
                    <a:pt x="5988" y="5563"/>
                  </a:lnTo>
                  <a:lnTo>
                    <a:pt x="3723" y="3290"/>
                  </a:lnTo>
                  <a:cubicBezTo>
                    <a:pt x="3672" y="3241"/>
                    <a:pt x="3642" y="3172"/>
                    <a:pt x="3642" y="3099"/>
                  </a:cubicBezTo>
                  <a:lnTo>
                    <a:pt x="3642" y="357"/>
                  </a:lnTo>
                  <a:lnTo>
                    <a:pt x="3615" y="357"/>
                  </a:lnTo>
                  <a:lnTo>
                    <a:pt x="3615" y="406"/>
                  </a:lnTo>
                  <a:cubicBezTo>
                    <a:pt x="3611" y="410"/>
                    <a:pt x="3606" y="410"/>
                    <a:pt x="3602" y="411"/>
                  </a:cubicBezTo>
                  <a:cubicBezTo>
                    <a:pt x="3588" y="413"/>
                    <a:pt x="3571" y="411"/>
                    <a:pt x="3559" y="419"/>
                  </a:cubicBezTo>
                  <a:cubicBezTo>
                    <a:pt x="3522" y="433"/>
                    <a:pt x="3524" y="486"/>
                    <a:pt x="3507" y="523"/>
                  </a:cubicBezTo>
                  <a:cubicBezTo>
                    <a:pt x="3489" y="561"/>
                    <a:pt x="3445" y="583"/>
                    <a:pt x="3405" y="585"/>
                  </a:cubicBezTo>
                  <a:cubicBezTo>
                    <a:pt x="3402" y="585"/>
                    <a:pt x="3399" y="585"/>
                    <a:pt x="3396" y="585"/>
                  </a:cubicBezTo>
                  <a:cubicBezTo>
                    <a:pt x="3359" y="585"/>
                    <a:pt x="3320" y="575"/>
                    <a:pt x="3283" y="561"/>
                  </a:cubicBezTo>
                  <a:cubicBezTo>
                    <a:pt x="3230" y="547"/>
                    <a:pt x="3175" y="528"/>
                    <a:pt x="3142" y="484"/>
                  </a:cubicBezTo>
                  <a:cubicBezTo>
                    <a:pt x="3124" y="459"/>
                    <a:pt x="3117" y="430"/>
                    <a:pt x="3102" y="404"/>
                  </a:cubicBezTo>
                  <a:cubicBezTo>
                    <a:pt x="3075" y="359"/>
                    <a:pt x="3027" y="331"/>
                    <a:pt x="2985" y="300"/>
                  </a:cubicBezTo>
                  <a:cubicBezTo>
                    <a:pt x="2889" y="229"/>
                    <a:pt x="2812" y="114"/>
                    <a:pt x="27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48"/>
            <p:cNvSpPr/>
            <p:nvPr/>
          </p:nvSpPr>
          <p:spPr>
            <a:xfrm>
              <a:off x="8166825" y="3254725"/>
              <a:ext cx="23391" cy="17079"/>
            </a:xfrm>
            <a:custGeom>
              <a:avLst/>
              <a:gdLst/>
              <a:ahLst/>
              <a:cxnLst/>
              <a:rect l="l" t="t" r="r" b="b"/>
              <a:pathLst>
                <a:path w="819" h="598" extrusionOk="0">
                  <a:moveTo>
                    <a:pt x="594" y="1"/>
                  </a:moveTo>
                  <a:cubicBezTo>
                    <a:pt x="391" y="52"/>
                    <a:pt x="192" y="125"/>
                    <a:pt x="1" y="220"/>
                  </a:cubicBezTo>
                  <a:lnTo>
                    <a:pt x="19" y="238"/>
                  </a:lnTo>
                  <a:cubicBezTo>
                    <a:pt x="26" y="278"/>
                    <a:pt x="50" y="317"/>
                    <a:pt x="81" y="342"/>
                  </a:cubicBezTo>
                  <a:lnTo>
                    <a:pt x="326" y="539"/>
                  </a:lnTo>
                  <a:cubicBezTo>
                    <a:pt x="346" y="554"/>
                    <a:pt x="360" y="576"/>
                    <a:pt x="366" y="598"/>
                  </a:cubicBezTo>
                  <a:cubicBezTo>
                    <a:pt x="510" y="485"/>
                    <a:pt x="661" y="386"/>
                    <a:pt x="818" y="298"/>
                  </a:cubicBezTo>
                  <a:cubicBezTo>
                    <a:pt x="722" y="229"/>
                    <a:pt x="645" y="114"/>
                    <a:pt x="594"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48"/>
            <p:cNvSpPr/>
            <p:nvPr/>
          </p:nvSpPr>
          <p:spPr>
            <a:xfrm>
              <a:off x="8105249" y="3305419"/>
              <a:ext cx="117039" cy="136917"/>
            </a:xfrm>
            <a:custGeom>
              <a:avLst/>
              <a:gdLst/>
              <a:ahLst/>
              <a:cxnLst/>
              <a:rect l="l" t="t" r="r" b="b"/>
              <a:pathLst>
                <a:path w="4098" h="4794" extrusionOk="0">
                  <a:moveTo>
                    <a:pt x="603" y="0"/>
                  </a:moveTo>
                  <a:lnTo>
                    <a:pt x="603" y="0"/>
                  </a:lnTo>
                  <a:cubicBezTo>
                    <a:pt x="1" y="1244"/>
                    <a:pt x="214" y="2783"/>
                    <a:pt x="1249" y="3816"/>
                  </a:cubicBezTo>
                  <a:cubicBezTo>
                    <a:pt x="1900" y="4467"/>
                    <a:pt x="2753" y="4794"/>
                    <a:pt x="3607" y="4794"/>
                  </a:cubicBezTo>
                  <a:cubicBezTo>
                    <a:pt x="3771" y="4794"/>
                    <a:pt x="3935" y="4782"/>
                    <a:pt x="4097" y="4758"/>
                  </a:cubicBezTo>
                  <a:cubicBezTo>
                    <a:pt x="3597" y="4681"/>
                    <a:pt x="3115" y="4497"/>
                    <a:pt x="2686" y="4199"/>
                  </a:cubicBezTo>
                  <a:lnTo>
                    <a:pt x="2491" y="4199"/>
                  </a:lnTo>
                  <a:cubicBezTo>
                    <a:pt x="2419" y="4199"/>
                    <a:pt x="2365" y="4143"/>
                    <a:pt x="2365" y="4073"/>
                  </a:cubicBezTo>
                  <a:lnTo>
                    <a:pt x="2365" y="3945"/>
                  </a:lnTo>
                  <a:cubicBezTo>
                    <a:pt x="2317" y="3903"/>
                    <a:pt x="2270" y="3860"/>
                    <a:pt x="2224" y="3814"/>
                  </a:cubicBezTo>
                  <a:cubicBezTo>
                    <a:pt x="1479" y="3069"/>
                    <a:pt x="1160" y="2063"/>
                    <a:pt x="1266" y="1094"/>
                  </a:cubicBezTo>
                  <a:lnTo>
                    <a:pt x="963" y="794"/>
                  </a:lnTo>
                  <a:cubicBezTo>
                    <a:pt x="941" y="773"/>
                    <a:pt x="926" y="738"/>
                    <a:pt x="926" y="705"/>
                  </a:cubicBezTo>
                  <a:lnTo>
                    <a:pt x="926" y="380"/>
                  </a:lnTo>
                  <a:cubicBezTo>
                    <a:pt x="926" y="331"/>
                    <a:pt x="906" y="283"/>
                    <a:pt x="870" y="252"/>
                  </a:cubicBezTo>
                  <a:lnTo>
                    <a:pt x="619" y="20"/>
                  </a:lnTo>
                  <a:lnTo>
                    <a:pt x="603"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48"/>
            <p:cNvSpPr/>
            <p:nvPr/>
          </p:nvSpPr>
          <p:spPr>
            <a:xfrm>
              <a:off x="8208237" y="3251612"/>
              <a:ext cx="95276" cy="162706"/>
            </a:xfrm>
            <a:custGeom>
              <a:avLst/>
              <a:gdLst/>
              <a:ahLst/>
              <a:cxnLst/>
              <a:rect l="l" t="t" r="r" b="b"/>
              <a:pathLst>
                <a:path w="3336" h="5697" extrusionOk="0">
                  <a:moveTo>
                    <a:pt x="0" y="0"/>
                  </a:moveTo>
                  <a:lnTo>
                    <a:pt x="0" y="3224"/>
                  </a:lnTo>
                  <a:cubicBezTo>
                    <a:pt x="0" y="3297"/>
                    <a:pt x="29" y="3365"/>
                    <a:pt x="80" y="3416"/>
                  </a:cubicBezTo>
                  <a:lnTo>
                    <a:pt x="2361" y="5696"/>
                  </a:lnTo>
                  <a:cubicBezTo>
                    <a:pt x="3012" y="5043"/>
                    <a:pt x="3336" y="4190"/>
                    <a:pt x="3336" y="3336"/>
                  </a:cubicBezTo>
                  <a:cubicBezTo>
                    <a:pt x="3336" y="2483"/>
                    <a:pt x="3011" y="1627"/>
                    <a:pt x="2361" y="977"/>
                  </a:cubicBezTo>
                  <a:cubicBezTo>
                    <a:pt x="1707" y="323"/>
                    <a:pt x="854" y="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48"/>
            <p:cNvSpPr/>
            <p:nvPr/>
          </p:nvSpPr>
          <p:spPr>
            <a:xfrm>
              <a:off x="8208237" y="3251612"/>
              <a:ext cx="77655" cy="162706"/>
            </a:xfrm>
            <a:custGeom>
              <a:avLst/>
              <a:gdLst/>
              <a:ahLst/>
              <a:cxnLst/>
              <a:rect l="l" t="t" r="r" b="b"/>
              <a:pathLst>
                <a:path w="2719" h="5697" extrusionOk="0">
                  <a:moveTo>
                    <a:pt x="0" y="0"/>
                  </a:moveTo>
                  <a:lnTo>
                    <a:pt x="0" y="3224"/>
                  </a:lnTo>
                  <a:cubicBezTo>
                    <a:pt x="0" y="3296"/>
                    <a:pt x="27" y="3365"/>
                    <a:pt x="80" y="3416"/>
                  </a:cubicBezTo>
                  <a:lnTo>
                    <a:pt x="2361" y="5696"/>
                  </a:lnTo>
                  <a:cubicBezTo>
                    <a:pt x="2492" y="5563"/>
                    <a:pt x="2613" y="5419"/>
                    <a:pt x="2718" y="5271"/>
                  </a:cubicBezTo>
                  <a:lnTo>
                    <a:pt x="635" y="3188"/>
                  </a:lnTo>
                  <a:cubicBezTo>
                    <a:pt x="584" y="3137"/>
                    <a:pt x="555" y="3069"/>
                    <a:pt x="555" y="2996"/>
                  </a:cubicBezTo>
                  <a:lnTo>
                    <a:pt x="555" y="46"/>
                  </a:lnTo>
                  <a:cubicBezTo>
                    <a:pt x="373" y="13"/>
                    <a:pt x="184" y="0"/>
                    <a:pt x="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48"/>
            <p:cNvSpPr/>
            <p:nvPr/>
          </p:nvSpPr>
          <p:spPr>
            <a:xfrm>
              <a:off x="8208237" y="3272632"/>
              <a:ext cx="74370" cy="126864"/>
            </a:xfrm>
            <a:custGeom>
              <a:avLst/>
              <a:gdLst/>
              <a:ahLst/>
              <a:cxnLst/>
              <a:rect l="l" t="t" r="r" b="b"/>
              <a:pathLst>
                <a:path w="2604" h="4442" extrusionOk="0">
                  <a:moveTo>
                    <a:pt x="2" y="0"/>
                  </a:moveTo>
                  <a:lnTo>
                    <a:pt x="2" y="2490"/>
                  </a:lnTo>
                  <a:cubicBezTo>
                    <a:pt x="0" y="2561"/>
                    <a:pt x="29" y="2629"/>
                    <a:pt x="80" y="2680"/>
                  </a:cubicBezTo>
                  <a:lnTo>
                    <a:pt x="1842" y="4442"/>
                  </a:lnTo>
                  <a:cubicBezTo>
                    <a:pt x="2351" y="3932"/>
                    <a:pt x="2603" y="3268"/>
                    <a:pt x="2603" y="2602"/>
                  </a:cubicBezTo>
                  <a:cubicBezTo>
                    <a:pt x="2603" y="1935"/>
                    <a:pt x="2351" y="1269"/>
                    <a:pt x="1842" y="763"/>
                  </a:cubicBezTo>
                  <a:cubicBezTo>
                    <a:pt x="1333" y="254"/>
                    <a:pt x="668" y="0"/>
                    <a:pt x="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48"/>
            <p:cNvSpPr/>
            <p:nvPr/>
          </p:nvSpPr>
          <p:spPr>
            <a:xfrm>
              <a:off x="8208237" y="3272518"/>
              <a:ext cx="62575" cy="126921"/>
            </a:xfrm>
            <a:custGeom>
              <a:avLst/>
              <a:gdLst/>
              <a:ahLst/>
              <a:cxnLst/>
              <a:rect l="l" t="t" r="r" b="b"/>
              <a:pathLst>
                <a:path w="2191" h="4444" extrusionOk="0">
                  <a:moveTo>
                    <a:pt x="0" y="0"/>
                  </a:moveTo>
                  <a:lnTo>
                    <a:pt x="0" y="2491"/>
                  </a:lnTo>
                  <a:cubicBezTo>
                    <a:pt x="0" y="2564"/>
                    <a:pt x="29" y="2631"/>
                    <a:pt x="80" y="2682"/>
                  </a:cubicBezTo>
                  <a:lnTo>
                    <a:pt x="1842" y="4444"/>
                  </a:lnTo>
                  <a:cubicBezTo>
                    <a:pt x="1977" y="4309"/>
                    <a:pt x="2092" y="4163"/>
                    <a:pt x="2191" y="4009"/>
                  </a:cubicBezTo>
                  <a:lnTo>
                    <a:pt x="635" y="2454"/>
                  </a:lnTo>
                  <a:cubicBezTo>
                    <a:pt x="584" y="2403"/>
                    <a:pt x="555" y="2335"/>
                    <a:pt x="555" y="2262"/>
                  </a:cubicBezTo>
                  <a:lnTo>
                    <a:pt x="555" y="59"/>
                  </a:lnTo>
                  <a:cubicBezTo>
                    <a:pt x="373" y="20"/>
                    <a:pt x="184" y="0"/>
                    <a:pt x="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48"/>
            <p:cNvSpPr/>
            <p:nvPr/>
          </p:nvSpPr>
          <p:spPr>
            <a:xfrm>
              <a:off x="8208237" y="3293481"/>
              <a:ext cx="53407" cy="91164"/>
            </a:xfrm>
            <a:custGeom>
              <a:avLst/>
              <a:gdLst/>
              <a:ahLst/>
              <a:cxnLst/>
              <a:rect l="l" t="t" r="r" b="b"/>
              <a:pathLst>
                <a:path w="1870" h="3192" extrusionOk="0">
                  <a:moveTo>
                    <a:pt x="0" y="0"/>
                  </a:moveTo>
                  <a:lnTo>
                    <a:pt x="0" y="1757"/>
                  </a:lnTo>
                  <a:cubicBezTo>
                    <a:pt x="0" y="1831"/>
                    <a:pt x="29" y="1899"/>
                    <a:pt x="80" y="1950"/>
                  </a:cubicBezTo>
                  <a:lnTo>
                    <a:pt x="1322" y="3191"/>
                  </a:lnTo>
                  <a:cubicBezTo>
                    <a:pt x="1687" y="2826"/>
                    <a:pt x="1870" y="2350"/>
                    <a:pt x="1870" y="1870"/>
                  </a:cubicBezTo>
                  <a:cubicBezTo>
                    <a:pt x="1870" y="1393"/>
                    <a:pt x="1687" y="913"/>
                    <a:pt x="1322" y="548"/>
                  </a:cubicBezTo>
                  <a:cubicBezTo>
                    <a:pt x="957" y="183"/>
                    <a:pt x="480" y="0"/>
                    <a:pt x="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48"/>
            <p:cNvSpPr/>
            <p:nvPr/>
          </p:nvSpPr>
          <p:spPr>
            <a:xfrm>
              <a:off x="8208237" y="3293566"/>
              <a:ext cx="47267" cy="91078"/>
            </a:xfrm>
            <a:custGeom>
              <a:avLst/>
              <a:gdLst/>
              <a:ahLst/>
              <a:cxnLst/>
              <a:rect l="l" t="t" r="r" b="b"/>
              <a:pathLst>
                <a:path w="1655" h="3189" extrusionOk="0">
                  <a:moveTo>
                    <a:pt x="0" y="1"/>
                  </a:moveTo>
                  <a:lnTo>
                    <a:pt x="0" y="1755"/>
                  </a:lnTo>
                  <a:cubicBezTo>
                    <a:pt x="0" y="1827"/>
                    <a:pt x="29" y="1896"/>
                    <a:pt x="80" y="1947"/>
                  </a:cubicBezTo>
                  <a:lnTo>
                    <a:pt x="1322" y="3188"/>
                  </a:lnTo>
                  <a:cubicBezTo>
                    <a:pt x="1459" y="3052"/>
                    <a:pt x="1568" y="2900"/>
                    <a:pt x="1654" y="2736"/>
                  </a:cubicBezTo>
                  <a:lnTo>
                    <a:pt x="635" y="1719"/>
                  </a:lnTo>
                  <a:cubicBezTo>
                    <a:pt x="584" y="1668"/>
                    <a:pt x="555" y="1600"/>
                    <a:pt x="555" y="1527"/>
                  </a:cubicBezTo>
                  <a:lnTo>
                    <a:pt x="555" y="85"/>
                  </a:lnTo>
                  <a:cubicBezTo>
                    <a:pt x="374" y="28"/>
                    <a:pt x="188" y="1"/>
                    <a:pt x="0"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48"/>
            <p:cNvSpPr/>
            <p:nvPr/>
          </p:nvSpPr>
          <p:spPr>
            <a:xfrm>
              <a:off x="8208237" y="3314529"/>
              <a:ext cx="32387" cy="55292"/>
            </a:xfrm>
            <a:custGeom>
              <a:avLst/>
              <a:gdLst/>
              <a:ahLst/>
              <a:cxnLst/>
              <a:rect l="l" t="t" r="r" b="b"/>
              <a:pathLst>
                <a:path w="1134" h="1936" extrusionOk="0">
                  <a:moveTo>
                    <a:pt x="0" y="1"/>
                  </a:moveTo>
                  <a:lnTo>
                    <a:pt x="0" y="1023"/>
                  </a:lnTo>
                  <a:cubicBezTo>
                    <a:pt x="0" y="1094"/>
                    <a:pt x="29" y="1162"/>
                    <a:pt x="80" y="1213"/>
                  </a:cubicBezTo>
                  <a:lnTo>
                    <a:pt x="803" y="1936"/>
                  </a:lnTo>
                  <a:cubicBezTo>
                    <a:pt x="1024" y="1715"/>
                    <a:pt x="1134" y="1425"/>
                    <a:pt x="1134" y="1135"/>
                  </a:cubicBezTo>
                  <a:cubicBezTo>
                    <a:pt x="1134" y="846"/>
                    <a:pt x="1022" y="556"/>
                    <a:pt x="802" y="335"/>
                  </a:cubicBezTo>
                  <a:cubicBezTo>
                    <a:pt x="581" y="112"/>
                    <a:pt x="290"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48"/>
            <p:cNvSpPr/>
            <p:nvPr/>
          </p:nvSpPr>
          <p:spPr>
            <a:xfrm>
              <a:off x="8208265" y="3314472"/>
              <a:ext cx="31216" cy="55349"/>
            </a:xfrm>
            <a:custGeom>
              <a:avLst/>
              <a:gdLst/>
              <a:ahLst/>
              <a:cxnLst/>
              <a:rect l="l" t="t" r="r" b="b"/>
              <a:pathLst>
                <a:path w="1093" h="1938" extrusionOk="0">
                  <a:moveTo>
                    <a:pt x="1" y="1"/>
                  </a:moveTo>
                  <a:lnTo>
                    <a:pt x="1" y="1023"/>
                  </a:lnTo>
                  <a:cubicBezTo>
                    <a:pt x="1" y="1098"/>
                    <a:pt x="34" y="1168"/>
                    <a:pt x="81" y="1215"/>
                  </a:cubicBezTo>
                  <a:lnTo>
                    <a:pt x="702" y="1836"/>
                  </a:lnTo>
                  <a:lnTo>
                    <a:pt x="804" y="1938"/>
                  </a:lnTo>
                  <a:cubicBezTo>
                    <a:pt x="945" y="1794"/>
                    <a:pt x="1040" y="1624"/>
                    <a:pt x="1093" y="1443"/>
                  </a:cubicBezTo>
                  <a:lnTo>
                    <a:pt x="636" y="987"/>
                  </a:lnTo>
                  <a:cubicBezTo>
                    <a:pt x="585" y="936"/>
                    <a:pt x="556" y="868"/>
                    <a:pt x="556" y="795"/>
                  </a:cubicBezTo>
                  <a:lnTo>
                    <a:pt x="556" y="147"/>
                  </a:lnTo>
                  <a:cubicBezTo>
                    <a:pt x="384" y="50"/>
                    <a:pt x="193" y="1"/>
                    <a:pt x="1"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48"/>
            <p:cNvSpPr/>
            <p:nvPr/>
          </p:nvSpPr>
          <p:spPr>
            <a:xfrm>
              <a:off x="8122100" y="3260380"/>
              <a:ext cx="92877" cy="165648"/>
            </a:xfrm>
            <a:custGeom>
              <a:avLst/>
              <a:gdLst/>
              <a:ahLst/>
              <a:cxnLst/>
              <a:rect l="l" t="t" r="r" b="b"/>
              <a:pathLst>
                <a:path w="3252" h="5800" extrusionOk="0">
                  <a:moveTo>
                    <a:pt x="1605" y="0"/>
                  </a:moveTo>
                  <a:cubicBezTo>
                    <a:pt x="1262" y="161"/>
                    <a:pt x="939" y="382"/>
                    <a:pt x="656" y="666"/>
                  </a:cubicBezTo>
                  <a:cubicBezTo>
                    <a:pt x="378" y="946"/>
                    <a:pt x="159" y="1263"/>
                    <a:pt x="0" y="1597"/>
                  </a:cubicBezTo>
                  <a:lnTo>
                    <a:pt x="261" y="1840"/>
                  </a:lnTo>
                  <a:cubicBezTo>
                    <a:pt x="294" y="1868"/>
                    <a:pt x="311" y="1908"/>
                    <a:pt x="311" y="1950"/>
                  </a:cubicBezTo>
                  <a:lnTo>
                    <a:pt x="311" y="2277"/>
                  </a:lnTo>
                  <a:cubicBezTo>
                    <a:pt x="311" y="2317"/>
                    <a:pt x="325" y="2353"/>
                    <a:pt x="353" y="2382"/>
                  </a:cubicBezTo>
                  <a:lnTo>
                    <a:pt x="871" y="2897"/>
                  </a:lnTo>
                  <a:cubicBezTo>
                    <a:pt x="918" y="2945"/>
                    <a:pt x="931" y="3018"/>
                    <a:pt x="897" y="3076"/>
                  </a:cubicBezTo>
                  <a:lnTo>
                    <a:pt x="864" y="3135"/>
                  </a:lnTo>
                  <a:cubicBezTo>
                    <a:pt x="853" y="3156"/>
                    <a:pt x="845" y="3182"/>
                    <a:pt x="845" y="3208"/>
                  </a:cubicBezTo>
                  <a:lnTo>
                    <a:pt x="845" y="3633"/>
                  </a:lnTo>
                  <a:cubicBezTo>
                    <a:pt x="845" y="3682"/>
                    <a:pt x="869" y="3728"/>
                    <a:pt x="908" y="3755"/>
                  </a:cubicBezTo>
                  <a:lnTo>
                    <a:pt x="1499" y="4179"/>
                  </a:lnTo>
                  <a:cubicBezTo>
                    <a:pt x="1537" y="4206"/>
                    <a:pt x="1561" y="4252"/>
                    <a:pt x="1561" y="4299"/>
                  </a:cubicBezTo>
                  <a:lnTo>
                    <a:pt x="1561" y="4918"/>
                  </a:lnTo>
                  <a:cubicBezTo>
                    <a:pt x="1561" y="4942"/>
                    <a:pt x="1565" y="4964"/>
                    <a:pt x="1576" y="4984"/>
                  </a:cubicBezTo>
                  <a:lnTo>
                    <a:pt x="1731" y="5309"/>
                  </a:lnTo>
                  <a:cubicBezTo>
                    <a:pt x="1740" y="5329"/>
                    <a:pt x="1747" y="5353"/>
                    <a:pt x="1747" y="5375"/>
                  </a:cubicBezTo>
                  <a:lnTo>
                    <a:pt x="1747" y="5648"/>
                  </a:lnTo>
                  <a:cubicBezTo>
                    <a:pt x="1747" y="5731"/>
                    <a:pt x="1813" y="5800"/>
                    <a:pt x="1899" y="5800"/>
                  </a:cubicBezTo>
                  <a:lnTo>
                    <a:pt x="2122" y="5800"/>
                  </a:lnTo>
                  <a:cubicBezTo>
                    <a:pt x="2204" y="5800"/>
                    <a:pt x="2273" y="5732"/>
                    <a:pt x="2273" y="5648"/>
                  </a:cubicBezTo>
                  <a:lnTo>
                    <a:pt x="2273" y="5219"/>
                  </a:lnTo>
                  <a:cubicBezTo>
                    <a:pt x="2273" y="5179"/>
                    <a:pt x="2291" y="5137"/>
                    <a:pt x="2321" y="5110"/>
                  </a:cubicBezTo>
                  <a:lnTo>
                    <a:pt x="2530" y="4915"/>
                  </a:lnTo>
                  <a:cubicBezTo>
                    <a:pt x="2560" y="4887"/>
                    <a:pt x="2578" y="4845"/>
                    <a:pt x="2578" y="4805"/>
                  </a:cubicBezTo>
                  <a:lnTo>
                    <a:pt x="2578" y="4611"/>
                  </a:lnTo>
                  <a:cubicBezTo>
                    <a:pt x="2578" y="4566"/>
                    <a:pt x="2598" y="4524"/>
                    <a:pt x="2633" y="4496"/>
                  </a:cubicBezTo>
                  <a:lnTo>
                    <a:pt x="3195" y="4042"/>
                  </a:lnTo>
                  <a:cubicBezTo>
                    <a:pt x="3228" y="4015"/>
                    <a:pt x="3250" y="3971"/>
                    <a:pt x="3250" y="3925"/>
                  </a:cubicBezTo>
                  <a:lnTo>
                    <a:pt x="3250" y="3533"/>
                  </a:lnTo>
                  <a:cubicBezTo>
                    <a:pt x="3252" y="3450"/>
                    <a:pt x="3182" y="3385"/>
                    <a:pt x="3100" y="3385"/>
                  </a:cubicBezTo>
                  <a:lnTo>
                    <a:pt x="2729" y="3385"/>
                  </a:lnTo>
                  <a:cubicBezTo>
                    <a:pt x="2647" y="3385"/>
                    <a:pt x="2578" y="3319"/>
                    <a:pt x="2578" y="3235"/>
                  </a:cubicBezTo>
                  <a:cubicBezTo>
                    <a:pt x="2578" y="3153"/>
                    <a:pt x="2512" y="3083"/>
                    <a:pt x="2428" y="3083"/>
                  </a:cubicBezTo>
                  <a:lnTo>
                    <a:pt x="2142" y="3083"/>
                  </a:lnTo>
                  <a:cubicBezTo>
                    <a:pt x="2059" y="3083"/>
                    <a:pt x="1992" y="3018"/>
                    <a:pt x="1992" y="2934"/>
                  </a:cubicBezTo>
                  <a:lnTo>
                    <a:pt x="1992" y="2811"/>
                  </a:lnTo>
                  <a:cubicBezTo>
                    <a:pt x="1992" y="2729"/>
                    <a:pt x="1926" y="2662"/>
                    <a:pt x="1840" y="2662"/>
                  </a:cubicBezTo>
                  <a:lnTo>
                    <a:pt x="1433" y="2662"/>
                  </a:lnTo>
                  <a:cubicBezTo>
                    <a:pt x="1393" y="2662"/>
                    <a:pt x="1355" y="2645"/>
                    <a:pt x="1326" y="2618"/>
                  </a:cubicBezTo>
                  <a:lnTo>
                    <a:pt x="1035" y="2328"/>
                  </a:lnTo>
                  <a:cubicBezTo>
                    <a:pt x="1008" y="2300"/>
                    <a:pt x="992" y="2262"/>
                    <a:pt x="992" y="2222"/>
                  </a:cubicBezTo>
                  <a:lnTo>
                    <a:pt x="992" y="1948"/>
                  </a:lnTo>
                  <a:cubicBezTo>
                    <a:pt x="992" y="1866"/>
                    <a:pt x="1057" y="1796"/>
                    <a:pt x="1143" y="1796"/>
                  </a:cubicBezTo>
                  <a:lnTo>
                    <a:pt x="1557" y="1796"/>
                  </a:lnTo>
                  <a:cubicBezTo>
                    <a:pt x="1590" y="1796"/>
                    <a:pt x="1621" y="1785"/>
                    <a:pt x="1647" y="1767"/>
                  </a:cubicBezTo>
                  <a:lnTo>
                    <a:pt x="2319" y="1269"/>
                  </a:lnTo>
                  <a:cubicBezTo>
                    <a:pt x="2357" y="1241"/>
                    <a:pt x="2379" y="1196"/>
                    <a:pt x="2379" y="1148"/>
                  </a:cubicBezTo>
                  <a:lnTo>
                    <a:pt x="2379" y="1017"/>
                  </a:lnTo>
                  <a:cubicBezTo>
                    <a:pt x="2379" y="935"/>
                    <a:pt x="2313" y="865"/>
                    <a:pt x="2229" y="865"/>
                  </a:cubicBezTo>
                  <a:lnTo>
                    <a:pt x="2114" y="865"/>
                  </a:lnTo>
                  <a:cubicBezTo>
                    <a:pt x="2032" y="865"/>
                    <a:pt x="1965" y="800"/>
                    <a:pt x="1965" y="716"/>
                  </a:cubicBezTo>
                  <a:lnTo>
                    <a:pt x="1965" y="436"/>
                  </a:lnTo>
                  <a:cubicBezTo>
                    <a:pt x="1965" y="391"/>
                    <a:pt x="1944" y="347"/>
                    <a:pt x="1908" y="320"/>
                  </a:cubicBezTo>
                  <a:lnTo>
                    <a:pt x="1663" y="124"/>
                  </a:lnTo>
                  <a:cubicBezTo>
                    <a:pt x="1627" y="97"/>
                    <a:pt x="1605" y="53"/>
                    <a:pt x="1605" y="7"/>
                  </a:cubicBezTo>
                  <a:lnTo>
                    <a:pt x="160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48"/>
            <p:cNvSpPr/>
            <p:nvPr/>
          </p:nvSpPr>
          <p:spPr>
            <a:xfrm>
              <a:off x="8121985" y="3260408"/>
              <a:ext cx="55806" cy="77055"/>
            </a:xfrm>
            <a:custGeom>
              <a:avLst/>
              <a:gdLst/>
              <a:ahLst/>
              <a:cxnLst/>
              <a:rect l="l" t="t" r="r" b="b"/>
              <a:pathLst>
                <a:path w="1954" h="2698" extrusionOk="0">
                  <a:moveTo>
                    <a:pt x="1607" y="1"/>
                  </a:moveTo>
                  <a:cubicBezTo>
                    <a:pt x="873" y="344"/>
                    <a:pt x="293" y="956"/>
                    <a:pt x="1" y="1598"/>
                  </a:cubicBezTo>
                  <a:lnTo>
                    <a:pt x="265" y="1841"/>
                  </a:lnTo>
                  <a:cubicBezTo>
                    <a:pt x="298" y="1868"/>
                    <a:pt x="315" y="1910"/>
                    <a:pt x="315" y="1951"/>
                  </a:cubicBezTo>
                  <a:lnTo>
                    <a:pt x="315" y="2277"/>
                  </a:lnTo>
                  <a:cubicBezTo>
                    <a:pt x="315" y="2318"/>
                    <a:pt x="329" y="2354"/>
                    <a:pt x="357" y="2385"/>
                  </a:cubicBezTo>
                  <a:lnTo>
                    <a:pt x="672" y="2697"/>
                  </a:lnTo>
                  <a:cubicBezTo>
                    <a:pt x="745" y="1956"/>
                    <a:pt x="1065" y="1235"/>
                    <a:pt x="1633" y="669"/>
                  </a:cubicBezTo>
                  <a:cubicBezTo>
                    <a:pt x="1735" y="565"/>
                    <a:pt x="1843" y="472"/>
                    <a:pt x="1954" y="386"/>
                  </a:cubicBezTo>
                  <a:cubicBezTo>
                    <a:pt x="1945" y="360"/>
                    <a:pt x="1930" y="340"/>
                    <a:pt x="1908" y="320"/>
                  </a:cubicBezTo>
                  <a:lnTo>
                    <a:pt x="1666" y="125"/>
                  </a:lnTo>
                  <a:cubicBezTo>
                    <a:pt x="1631" y="98"/>
                    <a:pt x="1607" y="57"/>
                    <a:pt x="1607"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48"/>
            <p:cNvSpPr/>
            <p:nvPr/>
          </p:nvSpPr>
          <p:spPr>
            <a:xfrm>
              <a:off x="8183618" y="3251498"/>
              <a:ext cx="24676" cy="20649"/>
            </a:xfrm>
            <a:custGeom>
              <a:avLst/>
              <a:gdLst/>
              <a:ahLst/>
              <a:cxnLst/>
              <a:rect l="l" t="t" r="r" b="b"/>
              <a:pathLst>
                <a:path w="864" h="723" extrusionOk="0">
                  <a:moveTo>
                    <a:pt x="864" y="1"/>
                  </a:moveTo>
                  <a:cubicBezTo>
                    <a:pt x="575" y="1"/>
                    <a:pt x="283" y="41"/>
                    <a:pt x="0" y="116"/>
                  </a:cubicBezTo>
                  <a:cubicBezTo>
                    <a:pt x="50" y="236"/>
                    <a:pt x="132" y="362"/>
                    <a:pt x="232" y="435"/>
                  </a:cubicBezTo>
                  <a:cubicBezTo>
                    <a:pt x="276" y="470"/>
                    <a:pt x="324" y="497"/>
                    <a:pt x="351" y="543"/>
                  </a:cubicBezTo>
                  <a:cubicBezTo>
                    <a:pt x="367" y="567"/>
                    <a:pt x="375" y="598"/>
                    <a:pt x="393" y="621"/>
                  </a:cubicBezTo>
                  <a:cubicBezTo>
                    <a:pt x="424" y="665"/>
                    <a:pt x="479" y="685"/>
                    <a:pt x="532" y="700"/>
                  </a:cubicBezTo>
                  <a:cubicBezTo>
                    <a:pt x="568" y="710"/>
                    <a:pt x="605" y="722"/>
                    <a:pt x="641" y="722"/>
                  </a:cubicBezTo>
                  <a:cubicBezTo>
                    <a:pt x="645" y="722"/>
                    <a:pt x="650" y="722"/>
                    <a:pt x="654" y="722"/>
                  </a:cubicBezTo>
                  <a:cubicBezTo>
                    <a:pt x="696" y="720"/>
                    <a:pt x="740" y="700"/>
                    <a:pt x="758" y="662"/>
                  </a:cubicBezTo>
                  <a:cubicBezTo>
                    <a:pt x="773" y="625"/>
                    <a:pt x="771" y="572"/>
                    <a:pt x="807" y="556"/>
                  </a:cubicBezTo>
                  <a:cubicBezTo>
                    <a:pt x="822" y="548"/>
                    <a:pt x="837" y="552"/>
                    <a:pt x="851" y="548"/>
                  </a:cubicBezTo>
                  <a:cubicBezTo>
                    <a:pt x="855" y="548"/>
                    <a:pt x="860" y="547"/>
                    <a:pt x="864" y="545"/>
                  </a:cubicBezTo>
                  <a:lnTo>
                    <a:pt x="8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48"/>
            <p:cNvSpPr/>
            <p:nvPr/>
          </p:nvSpPr>
          <p:spPr>
            <a:xfrm>
              <a:off x="8183618" y="3251612"/>
              <a:ext cx="24676" cy="12024"/>
            </a:xfrm>
            <a:custGeom>
              <a:avLst/>
              <a:gdLst/>
              <a:ahLst/>
              <a:cxnLst/>
              <a:rect l="l" t="t" r="r" b="b"/>
              <a:pathLst>
                <a:path w="864" h="421" extrusionOk="0">
                  <a:moveTo>
                    <a:pt x="864" y="0"/>
                  </a:moveTo>
                  <a:cubicBezTo>
                    <a:pt x="575" y="0"/>
                    <a:pt x="280" y="39"/>
                    <a:pt x="0" y="114"/>
                  </a:cubicBezTo>
                  <a:cubicBezTo>
                    <a:pt x="48" y="225"/>
                    <a:pt x="121" y="342"/>
                    <a:pt x="216" y="420"/>
                  </a:cubicBezTo>
                  <a:cubicBezTo>
                    <a:pt x="424" y="303"/>
                    <a:pt x="641" y="212"/>
                    <a:pt x="864" y="146"/>
                  </a:cubicBezTo>
                  <a:lnTo>
                    <a:pt x="864"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15" name="Google Shape;3215;p48"/>
          <p:cNvGrpSpPr/>
          <p:nvPr/>
        </p:nvGrpSpPr>
        <p:grpSpPr>
          <a:xfrm>
            <a:off x="5695660" y="2977313"/>
            <a:ext cx="451993" cy="467019"/>
            <a:chOff x="5600166" y="3236075"/>
            <a:chExt cx="323014" cy="333752"/>
          </a:xfrm>
        </p:grpSpPr>
        <p:sp>
          <p:nvSpPr>
            <p:cNvPr id="3216" name="Google Shape;3216;p48"/>
            <p:cNvSpPr/>
            <p:nvPr/>
          </p:nvSpPr>
          <p:spPr>
            <a:xfrm>
              <a:off x="5810596" y="3462299"/>
              <a:ext cx="112584" cy="107528"/>
            </a:xfrm>
            <a:custGeom>
              <a:avLst/>
              <a:gdLst/>
              <a:ahLst/>
              <a:cxnLst/>
              <a:rect l="l" t="t" r="r" b="b"/>
              <a:pathLst>
                <a:path w="3942" h="3765" extrusionOk="0">
                  <a:moveTo>
                    <a:pt x="2149" y="1"/>
                  </a:moveTo>
                  <a:lnTo>
                    <a:pt x="1873" y="304"/>
                  </a:lnTo>
                  <a:cubicBezTo>
                    <a:pt x="1849" y="330"/>
                    <a:pt x="1814" y="344"/>
                    <a:pt x="1780" y="344"/>
                  </a:cubicBezTo>
                  <a:cubicBezTo>
                    <a:pt x="1754" y="344"/>
                    <a:pt x="1727" y="336"/>
                    <a:pt x="1706" y="318"/>
                  </a:cubicBezTo>
                  <a:lnTo>
                    <a:pt x="1459" y="121"/>
                  </a:lnTo>
                  <a:cubicBezTo>
                    <a:pt x="1437" y="103"/>
                    <a:pt x="1409" y="94"/>
                    <a:pt x="1382" y="94"/>
                  </a:cubicBezTo>
                  <a:cubicBezTo>
                    <a:pt x="1353" y="94"/>
                    <a:pt x="1325" y="103"/>
                    <a:pt x="1302" y="123"/>
                  </a:cubicBezTo>
                  <a:lnTo>
                    <a:pt x="961" y="406"/>
                  </a:lnTo>
                  <a:cubicBezTo>
                    <a:pt x="938" y="426"/>
                    <a:pt x="909" y="436"/>
                    <a:pt x="880" y="436"/>
                  </a:cubicBezTo>
                  <a:cubicBezTo>
                    <a:pt x="849" y="436"/>
                    <a:pt x="818" y="425"/>
                    <a:pt x="795" y="402"/>
                  </a:cubicBezTo>
                  <a:lnTo>
                    <a:pt x="512" y="132"/>
                  </a:lnTo>
                  <a:cubicBezTo>
                    <a:pt x="488" y="109"/>
                    <a:pt x="457" y="98"/>
                    <a:pt x="426" y="98"/>
                  </a:cubicBezTo>
                  <a:cubicBezTo>
                    <a:pt x="395" y="98"/>
                    <a:pt x="364" y="109"/>
                    <a:pt x="340" y="130"/>
                  </a:cubicBezTo>
                  <a:lnTo>
                    <a:pt x="0" y="451"/>
                  </a:lnTo>
                  <a:lnTo>
                    <a:pt x="285" y="1308"/>
                  </a:lnTo>
                  <a:cubicBezTo>
                    <a:pt x="320" y="1410"/>
                    <a:pt x="400" y="1492"/>
                    <a:pt x="504" y="1532"/>
                  </a:cubicBezTo>
                  <a:cubicBezTo>
                    <a:pt x="594" y="1563"/>
                    <a:pt x="738" y="1616"/>
                    <a:pt x="975" y="1700"/>
                  </a:cubicBezTo>
                  <a:cubicBezTo>
                    <a:pt x="1074" y="1735"/>
                    <a:pt x="1152" y="1808"/>
                    <a:pt x="1198" y="1901"/>
                  </a:cubicBezTo>
                  <a:lnTo>
                    <a:pt x="2118" y="3765"/>
                  </a:lnTo>
                  <a:lnTo>
                    <a:pt x="3743" y="3765"/>
                  </a:lnTo>
                  <a:cubicBezTo>
                    <a:pt x="3862" y="3761"/>
                    <a:pt x="3942" y="3635"/>
                    <a:pt x="3887" y="3528"/>
                  </a:cubicBezTo>
                  <a:lnTo>
                    <a:pt x="214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48"/>
            <p:cNvSpPr/>
            <p:nvPr/>
          </p:nvSpPr>
          <p:spPr>
            <a:xfrm>
              <a:off x="5810539" y="3465012"/>
              <a:ext cx="83252" cy="104787"/>
            </a:xfrm>
            <a:custGeom>
              <a:avLst/>
              <a:gdLst/>
              <a:ahLst/>
              <a:cxnLst/>
              <a:rect l="l" t="t" r="r" b="b"/>
              <a:pathLst>
                <a:path w="2915" h="3669" extrusionOk="0">
                  <a:moveTo>
                    <a:pt x="425" y="1"/>
                  </a:moveTo>
                  <a:cubicBezTo>
                    <a:pt x="394" y="1"/>
                    <a:pt x="364" y="12"/>
                    <a:pt x="340" y="33"/>
                  </a:cubicBezTo>
                  <a:lnTo>
                    <a:pt x="1" y="355"/>
                  </a:lnTo>
                  <a:lnTo>
                    <a:pt x="285" y="1211"/>
                  </a:lnTo>
                  <a:cubicBezTo>
                    <a:pt x="320" y="1313"/>
                    <a:pt x="400" y="1395"/>
                    <a:pt x="504" y="1434"/>
                  </a:cubicBezTo>
                  <a:cubicBezTo>
                    <a:pt x="594" y="1466"/>
                    <a:pt x="738" y="1518"/>
                    <a:pt x="975" y="1603"/>
                  </a:cubicBezTo>
                  <a:cubicBezTo>
                    <a:pt x="1072" y="1636"/>
                    <a:pt x="1153" y="1709"/>
                    <a:pt x="1198" y="1804"/>
                  </a:cubicBezTo>
                  <a:lnTo>
                    <a:pt x="2118" y="3668"/>
                  </a:lnTo>
                  <a:lnTo>
                    <a:pt x="2914" y="3668"/>
                  </a:lnTo>
                  <a:lnTo>
                    <a:pt x="1852" y="1492"/>
                  </a:lnTo>
                  <a:cubicBezTo>
                    <a:pt x="1726" y="1233"/>
                    <a:pt x="1507" y="1036"/>
                    <a:pt x="1235" y="937"/>
                  </a:cubicBezTo>
                  <a:cubicBezTo>
                    <a:pt x="1041" y="866"/>
                    <a:pt x="890" y="711"/>
                    <a:pt x="824" y="517"/>
                  </a:cubicBezTo>
                  <a:lnTo>
                    <a:pt x="734" y="247"/>
                  </a:lnTo>
                  <a:lnTo>
                    <a:pt x="512" y="35"/>
                  </a:lnTo>
                  <a:cubicBezTo>
                    <a:pt x="488" y="12"/>
                    <a:pt x="456" y="1"/>
                    <a:pt x="425"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48"/>
            <p:cNvSpPr/>
            <p:nvPr/>
          </p:nvSpPr>
          <p:spPr>
            <a:xfrm>
              <a:off x="5801514" y="3411348"/>
              <a:ext cx="70686" cy="64174"/>
            </a:xfrm>
            <a:custGeom>
              <a:avLst/>
              <a:gdLst/>
              <a:ahLst/>
              <a:cxnLst/>
              <a:rect l="l" t="t" r="r" b="b"/>
              <a:pathLst>
                <a:path w="2475" h="2247" extrusionOk="0">
                  <a:moveTo>
                    <a:pt x="731" y="0"/>
                  </a:moveTo>
                  <a:cubicBezTo>
                    <a:pt x="678" y="0"/>
                    <a:pt x="625" y="27"/>
                    <a:pt x="596" y="81"/>
                  </a:cubicBezTo>
                  <a:lnTo>
                    <a:pt x="1" y="1292"/>
                  </a:lnTo>
                  <a:lnTo>
                    <a:pt x="320" y="2246"/>
                  </a:lnTo>
                  <a:lnTo>
                    <a:pt x="656" y="1938"/>
                  </a:lnTo>
                  <a:cubicBezTo>
                    <a:pt x="679" y="1916"/>
                    <a:pt x="709" y="1905"/>
                    <a:pt x="739" y="1905"/>
                  </a:cubicBezTo>
                  <a:cubicBezTo>
                    <a:pt x="771" y="1905"/>
                    <a:pt x="803" y="1916"/>
                    <a:pt x="828" y="1940"/>
                  </a:cubicBezTo>
                  <a:lnTo>
                    <a:pt x="1111" y="2208"/>
                  </a:lnTo>
                  <a:cubicBezTo>
                    <a:pt x="1135" y="2231"/>
                    <a:pt x="1165" y="2242"/>
                    <a:pt x="1196" y="2242"/>
                  </a:cubicBezTo>
                  <a:cubicBezTo>
                    <a:pt x="1224" y="2242"/>
                    <a:pt x="1252" y="2233"/>
                    <a:pt x="1277" y="2214"/>
                  </a:cubicBezTo>
                  <a:lnTo>
                    <a:pt x="1616" y="1931"/>
                  </a:lnTo>
                  <a:cubicBezTo>
                    <a:pt x="1640" y="1911"/>
                    <a:pt x="1668" y="1901"/>
                    <a:pt x="1697" y="1901"/>
                  </a:cubicBezTo>
                  <a:cubicBezTo>
                    <a:pt x="1724" y="1901"/>
                    <a:pt x="1751" y="1910"/>
                    <a:pt x="1773" y="1927"/>
                  </a:cubicBezTo>
                  <a:lnTo>
                    <a:pt x="2020" y="2124"/>
                  </a:lnTo>
                  <a:cubicBezTo>
                    <a:pt x="2042" y="2143"/>
                    <a:pt x="2069" y="2152"/>
                    <a:pt x="2097" y="2152"/>
                  </a:cubicBezTo>
                  <a:cubicBezTo>
                    <a:pt x="2131" y="2152"/>
                    <a:pt x="2165" y="2137"/>
                    <a:pt x="2190" y="2110"/>
                  </a:cubicBezTo>
                  <a:lnTo>
                    <a:pt x="2474" y="1797"/>
                  </a:lnTo>
                  <a:lnTo>
                    <a:pt x="2173" y="1189"/>
                  </a:lnTo>
                  <a:cubicBezTo>
                    <a:pt x="2128" y="1094"/>
                    <a:pt x="2049" y="1025"/>
                    <a:pt x="1951" y="989"/>
                  </a:cubicBezTo>
                  <a:lnTo>
                    <a:pt x="1359" y="775"/>
                  </a:lnTo>
                  <a:cubicBezTo>
                    <a:pt x="1266" y="740"/>
                    <a:pt x="1191" y="675"/>
                    <a:pt x="1142" y="591"/>
                  </a:cubicBezTo>
                  <a:lnTo>
                    <a:pt x="862" y="78"/>
                  </a:lnTo>
                  <a:cubicBezTo>
                    <a:pt x="834" y="26"/>
                    <a:pt x="783" y="0"/>
                    <a:pt x="7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48"/>
            <p:cNvSpPr/>
            <p:nvPr/>
          </p:nvSpPr>
          <p:spPr>
            <a:xfrm>
              <a:off x="5801628" y="3421430"/>
              <a:ext cx="30331" cy="54036"/>
            </a:xfrm>
            <a:custGeom>
              <a:avLst/>
              <a:gdLst/>
              <a:ahLst/>
              <a:cxnLst/>
              <a:rect l="l" t="t" r="r" b="b"/>
              <a:pathLst>
                <a:path w="1062" h="1892" extrusionOk="0">
                  <a:moveTo>
                    <a:pt x="460" y="0"/>
                  </a:moveTo>
                  <a:lnTo>
                    <a:pt x="0" y="937"/>
                  </a:lnTo>
                  <a:lnTo>
                    <a:pt x="320" y="1892"/>
                  </a:lnTo>
                  <a:lnTo>
                    <a:pt x="654" y="1581"/>
                  </a:lnTo>
                  <a:cubicBezTo>
                    <a:pt x="678" y="1561"/>
                    <a:pt x="708" y="1550"/>
                    <a:pt x="739" y="1550"/>
                  </a:cubicBezTo>
                  <a:cubicBezTo>
                    <a:pt x="770" y="1550"/>
                    <a:pt x="801" y="1562"/>
                    <a:pt x="826" y="1585"/>
                  </a:cubicBezTo>
                  <a:lnTo>
                    <a:pt x="1061" y="1808"/>
                  </a:lnTo>
                  <a:lnTo>
                    <a:pt x="460"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48"/>
            <p:cNvSpPr/>
            <p:nvPr/>
          </p:nvSpPr>
          <p:spPr>
            <a:xfrm>
              <a:off x="5774925" y="3236075"/>
              <a:ext cx="125521" cy="73342"/>
            </a:xfrm>
            <a:custGeom>
              <a:avLst/>
              <a:gdLst/>
              <a:ahLst/>
              <a:cxnLst/>
              <a:rect l="l" t="t" r="r" b="b"/>
              <a:pathLst>
                <a:path w="4395" h="2568" extrusionOk="0">
                  <a:moveTo>
                    <a:pt x="2217" y="0"/>
                  </a:moveTo>
                  <a:cubicBezTo>
                    <a:pt x="1686" y="0"/>
                    <a:pt x="1229" y="323"/>
                    <a:pt x="1034" y="783"/>
                  </a:cubicBezTo>
                  <a:cubicBezTo>
                    <a:pt x="1013" y="834"/>
                    <a:pt x="964" y="870"/>
                    <a:pt x="910" y="870"/>
                  </a:cubicBezTo>
                  <a:cubicBezTo>
                    <a:pt x="908" y="870"/>
                    <a:pt x="905" y="869"/>
                    <a:pt x="903" y="869"/>
                  </a:cubicBezTo>
                  <a:lnTo>
                    <a:pt x="895" y="869"/>
                  </a:lnTo>
                  <a:cubicBezTo>
                    <a:pt x="432" y="869"/>
                    <a:pt x="10" y="1265"/>
                    <a:pt x="1" y="1725"/>
                  </a:cubicBezTo>
                  <a:cubicBezTo>
                    <a:pt x="1" y="1744"/>
                    <a:pt x="1" y="1764"/>
                    <a:pt x="3" y="1782"/>
                  </a:cubicBezTo>
                  <a:cubicBezTo>
                    <a:pt x="15" y="1804"/>
                    <a:pt x="26" y="1826"/>
                    <a:pt x="35" y="1850"/>
                  </a:cubicBezTo>
                  <a:cubicBezTo>
                    <a:pt x="52" y="1886"/>
                    <a:pt x="88" y="1910"/>
                    <a:pt x="127" y="1910"/>
                  </a:cubicBezTo>
                  <a:lnTo>
                    <a:pt x="130" y="1910"/>
                  </a:lnTo>
                  <a:cubicBezTo>
                    <a:pt x="450" y="1910"/>
                    <a:pt x="713" y="2144"/>
                    <a:pt x="718" y="2463"/>
                  </a:cubicBezTo>
                  <a:cubicBezTo>
                    <a:pt x="718" y="2494"/>
                    <a:pt x="715" y="2523"/>
                    <a:pt x="713" y="2554"/>
                  </a:cubicBezTo>
                  <a:cubicBezTo>
                    <a:pt x="764" y="2563"/>
                    <a:pt x="815" y="2567"/>
                    <a:pt x="870" y="2567"/>
                  </a:cubicBezTo>
                  <a:lnTo>
                    <a:pt x="3519" y="2567"/>
                  </a:lnTo>
                  <a:cubicBezTo>
                    <a:pt x="3993" y="2567"/>
                    <a:pt x="4395" y="2176"/>
                    <a:pt x="4386" y="1702"/>
                  </a:cubicBezTo>
                  <a:cubicBezTo>
                    <a:pt x="4379" y="1242"/>
                    <a:pt x="4002" y="869"/>
                    <a:pt x="3539" y="869"/>
                  </a:cubicBezTo>
                  <a:lnTo>
                    <a:pt x="3531" y="869"/>
                  </a:lnTo>
                  <a:cubicBezTo>
                    <a:pt x="3475" y="869"/>
                    <a:pt x="3422" y="836"/>
                    <a:pt x="3398" y="783"/>
                  </a:cubicBezTo>
                  <a:cubicBezTo>
                    <a:pt x="3205" y="322"/>
                    <a:pt x="2748" y="0"/>
                    <a:pt x="22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48"/>
            <p:cNvSpPr/>
            <p:nvPr/>
          </p:nvSpPr>
          <p:spPr>
            <a:xfrm>
              <a:off x="5775039" y="3236075"/>
              <a:ext cx="79540" cy="73342"/>
            </a:xfrm>
            <a:custGeom>
              <a:avLst/>
              <a:gdLst/>
              <a:ahLst/>
              <a:cxnLst/>
              <a:rect l="l" t="t" r="r" b="b"/>
              <a:pathLst>
                <a:path w="2785" h="2568" extrusionOk="0">
                  <a:moveTo>
                    <a:pt x="2215" y="0"/>
                  </a:moveTo>
                  <a:cubicBezTo>
                    <a:pt x="1684" y="0"/>
                    <a:pt x="1227" y="323"/>
                    <a:pt x="1034" y="783"/>
                  </a:cubicBezTo>
                  <a:cubicBezTo>
                    <a:pt x="1011" y="834"/>
                    <a:pt x="963" y="870"/>
                    <a:pt x="908" y="870"/>
                  </a:cubicBezTo>
                  <a:cubicBezTo>
                    <a:pt x="906" y="870"/>
                    <a:pt x="903" y="869"/>
                    <a:pt x="900" y="869"/>
                  </a:cubicBezTo>
                  <a:lnTo>
                    <a:pt x="895" y="869"/>
                  </a:lnTo>
                  <a:cubicBezTo>
                    <a:pt x="431" y="869"/>
                    <a:pt x="9" y="1265"/>
                    <a:pt x="0" y="1725"/>
                  </a:cubicBezTo>
                  <a:cubicBezTo>
                    <a:pt x="0" y="1744"/>
                    <a:pt x="0" y="1764"/>
                    <a:pt x="2" y="1782"/>
                  </a:cubicBezTo>
                  <a:cubicBezTo>
                    <a:pt x="13" y="1804"/>
                    <a:pt x="24" y="1826"/>
                    <a:pt x="33" y="1850"/>
                  </a:cubicBezTo>
                  <a:cubicBezTo>
                    <a:pt x="50" y="1886"/>
                    <a:pt x="86" y="1910"/>
                    <a:pt x="124" y="1910"/>
                  </a:cubicBezTo>
                  <a:lnTo>
                    <a:pt x="130" y="1910"/>
                  </a:lnTo>
                  <a:cubicBezTo>
                    <a:pt x="449" y="1910"/>
                    <a:pt x="712" y="2144"/>
                    <a:pt x="716" y="2463"/>
                  </a:cubicBezTo>
                  <a:cubicBezTo>
                    <a:pt x="716" y="2494"/>
                    <a:pt x="714" y="2523"/>
                    <a:pt x="712" y="2554"/>
                  </a:cubicBezTo>
                  <a:cubicBezTo>
                    <a:pt x="762" y="2563"/>
                    <a:pt x="815" y="2567"/>
                    <a:pt x="869" y="2567"/>
                  </a:cubicBezTo>
                  <a:lnTo>
                    <a:pt x="2052" y="2567"/>
                  </a:lnTo>
                  <a:cubicBezTo>
                    <a:pt x="1572" y="2567"/>
                    <a:pt x="1172" y="2178"/>
                    <a:pt x="1182" y="1704"/>
                  </a:cubicBezTo>
                  <a:cubicBezTo>
                    <a:pt x="1191" y="1242"/>
                    <a:pt x="1567" y="869"/>
                    <a:pt x="2030" y="869"/>
                  </a:cubicBezTo>
                  <a:lnTo>
                    <a:pt x="2038" y="869"/>
                  </a:lnTo>
                  <a:cubicBezTo>
                    <a:pt x="2094" y="869"/>
                    <a:pt x="2147" y="836"/>
                    <a:pt x="2169" y="783"/>
                  </a:cubicBezTo>
                  <a:cubicBezTo>
                    <a:pt x="2291" y="501"/>
                    <a:pt x="2511" y="267"/>
                    <a:pt x="2784" y="134"/>
                  </a:cubicBezTo>
                  <a:cubicBezTo>
                    <a:pt x="2613" y="48"/>
                    <a:pt x="2419" y="0"/>
                    <a:pt x="2215"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48"/>
            <p:cNvSpPr/>
            <p:nvPr/>
          </p:nvSpPr>
          <p:spPr>
            <a:xfrm>
              <a:off x="5710750" y="3272632"/>
              <a:ext cx="86223" cy="50808"/>
            </a:xfrm>
            <a:custGeom>
              <a:avLst/>
              <a:gdLst/>
              <a:ahLst/>
              <a:cxnLst/>
              <a:rect l="l" t="t" r="r" b="b"/>
              <a:pathLst>
                <a:path w="3019" h="1779" extrusionOk="0">
                  <a:moveTo>
                    <a:pt x="1508" y="0"/>
                  </a:moveTo>
                  <a:cubicBezTo>
                    <a:pt x="1141" y="0"/>
                    <a:pt x="827" y="225"/>
                    <a:pt x="690" y="544"/>
                  </a:cubicBezTo>
                  <a:cubicBezTo>
                    <a:pt x="674" y="581"/>
                    <a:pt x="638" y="606"/>
                    <a:pt x="599" y="606"/>
                  </a:cubicBezTo>
                  <a:lnTo>
                    <a:pt x="594" y="606"/>
                  </a:lnTo>
                  <a:cubicBezTo>
                    <a:pt x="274" y="606"/>
                    <a:pt x="11" y="862"/>
                    <a:pt x="8" y="1181"/>
                  </a:cubicBezTo>
                  <a:cubicBezTo>
                    <a:pt x="0" y="1510"/>
                    <a:pt x="280" y="1778"/>
                    <a:pt x="608" y="1778"/>
                  </a:cubicBezTo>
                  <a:lnTo>
                    <a:pt x="2410" y="1778"/>
                  </a:lnTo>
                  <a:cubicBezTo>
                    <a:pt x="2739" y="1778"/>
                    <a:pt x="3018" y="1508"/>
                    <a:pt x="3011" y="1181"/>
                  </a:cubicBezTo>
                  <a:cubicBezTo>
                    <a:pt x="3003" y="864"/>
                    <a:pt x="2744" y="606"/>
                    <a:pt x="2425" y="606"/>
                  </a:cubicBezTo>
                  <a:lnTo>
                    <a:pt x="2419" y="606"/>
                  </a:lnTo>
                  <a:cubicBezTo>
                    <a:pt x="2379" y="606"/>
                    <a:pt x="2344" y="582"/>
                    <a:pt x="2328" y="544"/>
                  </a:cubicBezTo>
                  <a:cubicBezTo>
                    <a:pt x="2193" y="225"/>
                    <a:pt x="1879" y="0"/>
                    <a:pt x="15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48"/>
            <p:cNvSpPr/>
            <p:nvPr/>
          </p:nvSpPr>
          <p:spPr>
            <a:xfrm>
              <a:off x="5609391" y="3317928"/>
              <a:ext cx="86223" cy="50808"/>
            </a:xfrm>
            <a:custGeom>
              <a:avLst/>
              <a:gdLst/>
              <a:ahLst/>
              <a:cxnLst/>
              <a:rect l="l" t="t" r="r" b="b"/>
              <a:pathLst>
                <a:path w="3019" h="1779" extrusionOk="0">
                  <a:moveTo>
                    <a:pt x="1510" y="0"/>
                  </a:moveTo>
                  <a:cubicBezTo>
                    <a:pt x="1140" y="0"/>
                    <a:pt x="827" y="225"/>
                    <a:pt x="690" y="545"/>
                  </a:cubicBezTo>
                  <a:cubicBezTo>
                    <a:pt x="674" y="581"/>
                    <a:pt x="638" y="605"/>
                    <a:pt x="599" y="605"/>
                  </a:cubicBezTo>
                  <a:lnTo>
                    <a:pt x="594" y="605"/>
                  </a:lnTo>
                  <a:cubicBezTo>
                    <a:pt x="274" y="605"/>
                    <a:pt x="13" y="860"/>
                    <a:pt x="8" y="1180"/>
                  </a:cubicBezTo>
                  <a:cubicBezTo>
                    <a:pt x="0" y="1508"/>
                    <a:pt x="280" y="1779"/>
                    <a:pt x="608" y="1779"/>
                  </a:cubicBezTo>
                  <a:lnTo>
                    <a:pt x="2410" y="1779"/>
                  </a:lnTo>
                  <a:cubicBezTo>
                    <a:pt x="2739" y="1779"/>
                    <a:pt x="3018" y="1508"/>
                    <a:pt x="3011" y="1180"/>
                  </a:cubicBezTo>
                  <a:cubicBezTo>
                    <a:pt x="3004" y="864"/>
                    <a:pt x="2744" y="605"/>
                    <a:pt x="2425" y="605"/>
                  </a:cubicBezTo>
                  <a:lnTo>
                    <a:pt x="2419" y="605"/>
                  </a:lnTo>
                  <a:cubicBezTo>
                    <a:pt x="2379" y="605"/>
                    <a:pt x="2344" y="583"/>
                    <a:pt x="2328" y="545"/>
                  </a:cubicBezTo>
                  <a:cubicBezTo>
                    <a:pt x="2195" y="225"/>
                    <a:pt x="1879" y="0"/>
                    <a:pt x="15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48"/>
            <p:cNvSpPr/>
            <p:nvPr/>
          </p:nvSpPr>
          <p:spPr>
            <a:xfrm>
              <a:off x="5600166" y="3387329"/>
              <a:ext cx="271206" cy="182413"/>
            </a:xfrm>
            <a:custGeom>
              <a:avLst/>
              <a:gdLst/>
              <a:ahLst/>
              <a:cxnLst/>
              <a:rect l="l" t="t" r="r" b="b"/>
              <a:pathLst>
                <a:path w="9496" h="6387" extrusionOk="0">
                  <a:moveTo>
                    <a:pt x="3551" y="0"/>
                  </a:moveTo>
                  <a:lnTo>
                    <a:pt x="2987" y="1399"/>
                  </a:lnTo>
                  <a:cubicBezTo>
                    <a:pt x="2916" y="1576"/>
                    <a:pt x="2772" y="1709"/>
                    <a:pt x="2593" y="1768"/>
                  </a:cubicBezTo>
                  <a:lnTo>
                    <a:pt x="2379" y="1835"/>
                  </a:lnTo>
                  <a:cubicBezTo>
                    <a:pt x="2215" y="1888"/>
                    <a:pt x="2081" y="2007"/>
                    <a:pt x="2003" y="2162"/>
                  </a:cubicBezTo>
                  <a:lnTo>
                    <a:pt x="51" y="6153"/>
                  </a:lnTo>
                  <a:cubicBezTo>
                    <a:pt x="0" y="6260"/>
                    <a:pt x="77" y="6386"/>
                    <a:pt x="197" y="6386"/>
                  </a:cubicBezTo>
                  <a:lnTo>
                    <a:pt x="9495" y="6386"/>
                  </a:lnTo>
                  <a:lnTo>
                    <a:pt x="8584" y="4522"/>
                  </a:lnTo>
                  <a:cubicBezTo>
                    <a:pt x="8539" y="4427"/>
                    <a:pt x="8460" y="4358"/>
                    <a:pt x="8362" y="4320"/>
                  </a:cubicBezTo>
                  <a:cubicBezTo>
                    <a:pt x="8126" y="4236"/>
                    <a:pt x="7985" y="4183"/>
                    <a:pt x="7896" y="4152"/>
                  </a:cubicBezTo>
                  <a:cubicBezTo>
                    <a:pt x="7794" y="4115"/>
                    <a:pt x="7713" y="4033"/>
                    <a:pt x="7679" y="3927"/>
                  </a:cubicBezTo>
                  <a:lnTo>
                    <a:pt x="6817" y="1333"/>
                  </a:lnTo>
                  <a:lnTo>
                    <a:pt x="6536" y="1607"/>
                  </a:lnTo>
                  <a:cubicBezTo>
                    <a:pt x="6503" y="1639"/>
                    <a:pt x="6460" y="1655"/>
                    <a:pt x="6418" y="1655"/>
                  </a:cubicBezTo>
                  <a:cubicBezTo>
                    <a:pt x="6370" y="1655"/>
                    <a:pt x="6322" y="1634"/>
                    <a:pt x="6289" y="1594"/>
                  </a:cubicBezTo>
                  <a:lnTo>
                    <a:pt x="5859" y="1077"/>
                  </a:lnTo>
                  <a:cubicBezTo>
                    <a:pt x="5826" y="1039"/>
                    <a:pt x="5778" y="1018"/>
                    <a:pt x="5730" y="1018"/>
                  </a:cubicBezTo>
                  <a:cubicBezTo>
                    <a:pt x="5703" y="1018"/>
                    <a:pt x="5676" y="1024"/>
                    <a:pt x="5651" y="1037"/>
                  </a:cubicBezTo>
                  <a:lnTo>
                    <a:pt x="5271" y="1234"/>
                  </a:lnTo>
                  <a:cubicBezTo>
                    <a:pt x="5246" y="1248"/>
                    <a:pt x="5219" y="1255"/>
                    <a:pt x="5193" y="1255"/>
                  </a:cubicBezTo>
                  <a:cubicBezTo>
                    <a:pt x="5138" y="1255"/>
                    <a:pt x="5084" y="1228"/>
                    <a:pt x="5052" y="1180"/>
                  </a:cubicBezTo>
                  <a:lnTo>
                    <a:pt x="4475" y="313"/>
                  </a:lnTo>
                  <a:cubicBezTo>
                    <a:pt x="4441" y="265"/>
                    <a:pt x="4388" y="238"/>
                    <a:pt x="4333" y="238"/>
                  </a:cubicBezTo>
                  <a:cubicBezTo>
                    <a:pt x="4298" y="238"/>
                    <a:pt x="4263" y="249"/>
                    <a:pt x="4232" y="272"/>
                  </a:cubicBezTo>
                  <a:lnTo>
                    <a:pt x="4018" y="431"/>
                  </a:lnTo>
                  <a:cubicBezTo>
                    <a:pt x="3988" y="455"/>
                    <a:pt x="3953" y="466"/>
                    <a:pt x="3918" y="466"/>
                  </a:cubicBezTo>
                  <a:cubicBezTo>
                    <a:pt x="3860" y="466"/>
                    <a:pt x="3803" y="435"/>
                    <a:pt x="3772" y="382"/>
                  </a:cubicBezTo>
                  <a:lnTo>
                    <a:pt x="35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48"/>
            <p:cNvSpPr/>
            <p:nvPr/>
          </p:nvSpPr>
          <p:spPr>
            <a:xfrm>
              <a:off x="5600166" y="3387329"/>
              <a:ext cx="133975" cy="182413"/>
            </a:xfrm>
            <a:custGeom>
              <a:avLst/>
              <a:gdLst/>
              <a:ahLst/>
              <a:cxnLst/>
              <a:rect l="l" t="t" r="r" b="b"/>
              <a:pathLst>
                <a:path w="4691" h="6387" extrusionOk="0">
                  <a:moveTo>
                    <a:pt x="3551" y="0"/>
                  </a:moveTo>
                  <a:lnTo>
                    <a:pt x="2987" y="1401"/>
                  </a:lnTo>
                  <a:cubicBezTo>
                    <a:pt x="2916" y="1576"/>
                    <a:pt x="2773" y="1711"/>
                    <a:pt x="2593" y="1768"/>
                  </a:cubicBezTo>
                  <a:lnTo>
                    <a:pt x="2381" y="1835"/>
                  </a:lnTo>
                  <a:cubicBezTo>
                    <a:pt x="2217" y="1888"/>
                    <a:pt x="2081" y="2007"/>
                    <a:pt x="2003" y="2162"/>
                  </a:cubicBezTo>
                  <a:lnTo>
                    <a:pt x="53" y="6153"/>
                  </a:lnTo>
                  <a:cubicBezTo>
                    <a:pt x="0" y="6260"/>
                    <a:pt x="77" y="6386"/>
                    <a:pt x="199" y="6386"/>
                  </a:cubicBezTo>
                  <a:lnTo>
                    <a:pt x="1592" y="6386"/>
                  </a:lnTo>
                  <a:cubicBezTo>
                    <a:pt x="1472" y="6386"/>
                    <a:pt x="1395" y="6260"/>
                    <a:pt x="1446" y="6153"/>
                  </a:cubicBezTo>
                  <a:lnTo>
                    <a:pt x="3398" y="2162"/>
                  </a:lnTo>
                  <a:cubicBezTo>
                    <a:pt x="3473" y="2007"/>
                    <a:pt x="3609" y="1890"/>
                    <a:pt x="3774" y="1835"/>
                  </a:cubicBezTo>
                  <a:lnTo>
                    <a:pt x="3987" y="1768"/>
                  </a:lnTo>
                  <a:cubicBezTo>
                    <a:pt x="4166" y="1711"/>
                    <a:pt x="4311" y="1576"/>
                    <a:pt x="4382" y="1401"/>
                  </a:cubicBezTo>
                  <a:lnTo>
                    <a:pt x="4690" y="636"/>
                  </a:lnTo>
                  <a:lnTo>
                    <a:pt x="4475" y="314"/>
                  </a:lnTo>
                  <a:cubicBezTo>
                    <a:pt x="4441" y="265"/>
                    <a:pt x="4388" y="239"/>
                    <a:pt x="4333" y="239"/>
                  </a:cubicBezTo>
                  <a:cubicBezTo>
                    <a:pt x="4299" y="239"/>
                    <a:pt x="4264" y="250"/>
                    <a:pt x="4234" y="272"/>
                  </a:cubicBezTo>
                  <a:lnTo>
                    <a:pt x="4018" y="433"/>
                  </a:lnTo>
                  <a:cubicBezTo>
                    <a:pt x="3988" y="456"/>
                    <a:pt x="3953" y="466"/>
                    <a:pt x="3918" y="466"/>
                  </a:cubicBezTo>
                  <a:cubicBezTo>
                    <a:pt x="3861" y="466"/>
                    <a:pt x="3804" y="437"/>
                    <a:pt x="3772" y="382"/>
                  </a:cubicBezTo>
                  <a:lnTo>
                    <a:pt x="3551"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48"/>
            <p:cNvSpPr/>
            <p:nvPr/>
          </p:nvSpPr>
          <p:spPr>
            <a:xfrm>
              <a:off x="5701154" y="3323440"/>
              <a:ext cx="93991" cy="112526"/>
            </a:xfrm>
            <a:custGeom>
              <a:avLst/>
              <a:gdLst/>
              <a:ahLst/>
              <a:cxnLst/>
              <a:rect l="l" t="t" r="r" b="b"/>
              <a:pathLst>
                <a:path w="3291" h="3940" extrusionOk="0">
                  <a:moveTo>
                    <a:pt x="917" y="1"/>
                  </a:moveTo>
                  <a:cubicBezTo>
                    <a:pt x="913" y="6"/>
                    <a:pt x="910" y="14"/>
                    <a:pt x="908" y="17"/>
                  </a:cubicBezTo>
                  <a:lnTo>
                    <a:pt x="0" y="2268"/>
                  </a:lnTo>
                  <a:lnTo>
                    <a:pt x="234" y="2666"/>
                  </a:lnTo>
                  <a:cubicBezTo>
                    <a:pt x="265" y="2721"/>
                    <a:pt x="322" y="2750"/>
                    <a:pt x="380" y="2750"/>
                  </a:cubicBezTo>
                  <a:cubicBezTo>
                    <a:pt x="415" y="2750"/>
                    <a:pt x="450" y="2739"/>
                    <a:pt x="481" y="2717"/>
                  </a:cubicBezTo>
                  <a:lnTo>
                    <a:pt x="694" y="2557"/>
                  </a:lnTo>
                  <a:cubicBezTo>
                    <a:pt x="725" y="2535"/>
                    <a:pt x="760" y="2524"/>
                    <a:pt x="795" y="2524"/>
                  </a:cubicBezTo>
                  <a:cubicBezTo>
                    <a:pt x="850" y="2524"/>
                    <a:pt x="904" y="2550"/>
                    <a:pt x="937" y="2599"/>
                  </a:cubicBezTo>
                  <a:lnTo>
                    <a:pt x="1514" y="3466"/>
                  </a:lnTo>
                  <a:cubicBezTo>
                    <a:pt x="1546" y="3514"/>
                    <a:pt x="1599" y="3540"/>
                    <a:pt x="1654" y="3540"/>
                  </a:cubicBezTo>
                  <a:cubicBezTo>
                    <a:pt x="1681" y="3540"/>
                    <a:pt x="1708" y="3534"/>
                    <a:pt x="1733" y="3521"/>
                  </a:cubicBezTo>
                  <a:lnTo>
                    <a:pt x="2113" y="3322"/>
                  </a:lnTo>
                  <a:cubicBezTo>
                    <a:pt x="2137" y="3309"/>
                    <a:pt x="2164" y="3303"/>
                    <a:pt x="2191" y="3303"/>
                  </a:cubicBezTo>
                  <a:cubicBezTo>
                    <a:pt x="2239" y="3303"/>
                    <a:pt x="2287" y="3324"/>
                    <a:pt x="2319" y="3364"/>
                  </a:cubicBezTo>
                  <a:lnTo>
                    <a:pt x="2752" y="3879"/>
                  </a:lnTo>
                  <a:cubicBezTo>
                    <a:pt x="2786" y="3919"/>
                    <a:pt x="2835" y="3940"/>
                    <a:pt x="2883" y="3940"/>
                  </a:cubicBezTo>
                  <a:cubicBezTo>
                    <a:pt x="2925" y="3940"/>
                    <a:pt x="2966" y="3924"/>
                    <a:pt x="2998" y="3893"/>
                  </a:cubicBezTo>
                  <a:lnTo>
                    <a:pt x="3290" y="3607"/>
                  </a:lnTo>
                  <a:lnTo>
                    <a:pt x="2290" y="589"/>
                  </a:lnTo>
                  <a:cubicBezTo>
                    <a:pt x="2261" y="501"/>
                    <a:pt x="2180" y="443"/>
                    <a:pt x="2087" y="443"/>
                  </a:cubicBezTo>
                  <a:cubicBezTo>
                    <a:pt x="2012" y="443"/>
                    <a:pt x="1941" y="403"/>
                    <a:pt x="1905" y="337"/>
                  </a:cubicBezTo>
                  <a:lnTo>
                    <a:pt x="17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48"/>
            <p:cNvSpPr/>
            <p:nvPr/>
          </p:nvSpPr>
          <p:spPr>
            <a:xfrm>
              <a:off x="5701154" y="3323440"/>
              <a:ext cx="60861" cy="82938"/>
            </a:xfrm>
            <a:custGeom>
              <a:avLst/>
              <a:gdLst/>
              <a:ahLst/>
              <a:cxnLst/>
              <a:rect l="l" t="t" r="r" b="b"/>
              <a:pathLst>
                <a:path w="2131" h="2904" extrusionOk="0">
                  <a:moveTo>
                    <a:pt x="917" y="1"/>
                  </a:moveTo>
                  <a:cubicBezTo>
                    <a:pt x="913" y="6"/>
                    <a:pt x="910" y="14"/>
                    <a:pt x="908" y="17"/>
                  </a:cubicBezTo>
                  <a:lnTo>
                    <a:pt x="0" y="2268"/>
                  </a:lnTo>
                  <a:lnTo>
                    <a:pt x="234" y="2666"/>
                  </a:lnTo>
                  <a:cubicBezTo>
                    <a:pt x="265" y="2721"/>
                    <a:pt x="322" y="2750"/>
                    <a:pt x="380" y="2750"/>
                  </a:cubicBezTo>
                  <a:cubicBezTo>
                    <a:pt x="415" y="2750"/>
                    <a:pt x="450" y="2739"/>
                    <a:pt x="481" y="2717"/>
                  </a:cubicBezTo>
                  <a:lnTo>
                    <a:pt x="694" y="2557"/>
                  </a:lnTo>
                  <a:cubicBezTo>
                    <a:pt x="725" y="2535"/>
                    <a:pt x="760" y="2524"/>
                    <a:pt x="795" y="2524"/>
                  </a:cubicBezTo>
                  <a:cubicBezTo>
                    <a:pt x="850" y="2524"/>
                    <a:pt x="904" y="2550"/>
                    <a:pt x="937" y="2599"/>
                  </a:cubicBezTo>
                  <a:lnTo>
                    <a:pt x="1140" y="2904"/>
                  </a:lnTo>
                  <a:lnTo>
                    <a:pt x="2131" y="446"/>
                  </a:lnTo>
                  <a:cubicBezTo>
                    <a:pt x="2116" y="445"/>
                    <a:pt x="2104" y="443"/>
                    <a:pt x="2087" y="443"/>
                  </a:cubicBezTo>
                  <a:cubicBezTo>
                    <a:pt x="2012" y="443"/>
                    <a:pt x="1941" y="403"/>
                    <a:pt x="1905" y="337"/>
                  </a:cubicBezTo>
                  <a:lnTo>
                    <a:pt x="1706"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48"/>
            <p:cNvSpPr/>
            <p:nvPr/>
          </p:nvSpPr>
          <p:spPr>
            <a:xfrm>
              <a:off x="5753562" y="3337749"/>
              <a:ext cx="86194" cy="50808"/>
            </a:xfrm>
            <a:custGeom>
              <a:avLst/>
              <a:gdLst/>
              <a:ahLst/>
              <a:cxnLst/>
              <a:rect l="l" t="t" r="r" b="b"/>
              <a:pathLst>
                <a:path w="3018" h="1779" extrusionOk="0">
                  <a:moveTo>
                    <a:pt x="1510" y="0"/>
                  </a:moveTo>
                  <a:cubicBezTo>
                    <a:pt x="1141" y="0"/>
                    <a:pt x="827" y="225"/>
                    <a:pt x="690" y="544"/>
                  </a:cubicBezTo>
                  <a:cubicBezTo>
                    <a:pt x="674" y="581"/>
                    <a:pt x="637" y="604"/>
                    <a:pt x="599" y="604"/>
                  </a:cubicBezTo>
                  <a:lnTo>
                    <a:pt x="594" y="604"/>
                  </a:lnTo>
                  <a:cubicBezTo>
                    <a:pt x="274" y="604"/>
                    <a:pt x="13" y="860"/>
                    <a:pt x="7" y="1180"/>
                  </a:cubicBezTo>
                  <a:cubicBezTo>
                    <a:pt x="0" y="1508"/>
                    <a:pt x="280" y="1778"/>
                    <a:pt x="608" y="1778"/>
                  </a:cubicBezTo>
                  <a:lnTo>
                    <a:pt x="2410" y="1778"/>
                  </a:lnTo>
                  <a:cubicBezTo>
                    <a:pt x="2739" y="1778"/>
                    <a:pt x="3018" y="1508"/>
                    <a:pt x="3011" y="1180"/>
                  </a:cubicBezTo>
                  <a:cubicBezTo>
                    <a:pt x="3007" y="860"/>
                    <a:pt x="2746" y="604"/>
                    <a:pt x="2425" y="604"/>
                  </a:cubicBezTo>
                  <a:lnTo>
                    <a:pt x="2419" y="604"/>
                  </a:lnTo>
                  <a:cubicBezTo>
                    <a:pt x="2379" y="604"/>
                    <a:pt x="2344" y="583"/>
                    <a:pt x="2328" y="544"/>
                  </a:cubicBezTo>
                  <a:cubicBezTo>
                    <a:pt x="2195" y="225"/>
                    <a:pt x="1879" y="0"/>
                    <a:pt x="15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48"/>
            <p:cNvSpPr/>
            <p:nvPr/>
          </p:nvSpPr>
          <p:spPr>
            <a:xfrm>
              <a:off x="5710750" y="3272718"/>
              <a:ext cx="53950" cy="50751"/>
            </a:xfrm>
            <a:custGeom>
              <a:avLst/>
              <a:gdLst/>
              <a:ahLst/>
              <a:cxnLst/>
              <a:rect l="l" t="t" r="r" b="b"/>
              <a:pathLst>
                <a:path w="1889" h="1777" extrusionOk="0">
                  <a:moveTo>
                    <a:pt x="1508" y="1"/>
                  </a:moveTo>
                  <a:cubicBezTo>
                    <a:pt x="1141" y="1"/>
                    <a:pt x="827" y="223"/>
                    <a:pt x="690" y="543"/>
                  </a:cubicBezTo>
                  <a:cubicBezTo>
                    <a:pt x="674" y="579"/>
                    <a:pt x="638" y="605"/>
                    <a:pt x="599" y="605"/>
                  </a:cubicBezTo>
                  <a:lnTo>
                    <a:pt x="594" y="605"/>
                  </a:lnTo>
                  <a:cubicBezTo>
                    <a:pt x="274" y="605"/>
                    <a:pt x="11" y="861"/>
                    <a:pt x="8" y="1180"/>
                  </a:cubicBezTo>
                  <a:cubicBezTo>
                    <a:pt x="0" y="1509"/>
                    <a:pt x="280" y="1777"/>
                    <a:pt x="608" y="1777"/>
                  </a:cubicBezTo>
                  <a:lnTo>
                    <a:pt x="1366" y="1777"/>
                  </a:lnTo>
                  <a:cubicBezTo>
                    <a:pt x="1037" y="1777"/>
                    <a:pt x="758" y="1509"/>
                    <a:pt x="765" y="1180"/>
                  </a:cubicBezTo>
                  <a:cubicBezTo>
                    <a:pt x="773" y="861"/>
                    <a:pt x="1032" y="605"/>
                    <a:pt x="1351" y="605"/>
                  </a:cubicBezTo>
                  <a:lnTo>
                    <a:pt x="1355" y="605"/>
                  </a:lnTo>
                  <a:cubicBezTo>
                    <a:pt x="1397" y="605"/>
                    <a:pt x="1432" y="581"/>
                    <a:pt x="1446" y="543"/>
                  </a:cubicBezTo>
                  <a:cubicBezTo>
                    <a:pt x="1532" y="342"/>
                    <a:pt x="1689" y="178"/>
                    <a:pt x="1888" y="85"/>
                  </a:cubicBezTo>
                  <a:cubicBezTo>
                    <a:pt x="1773" y="30"/>
                    <a:pt x="1645" y="1"/>
                    <a:pt x="1508"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48"/>
            <p:cNvSpPr/>
            <p:nvPr/>
          </p:nvSpPr>
          <p:spPr>
            <a:xfrm>
              <a:off x="5609391" y="3317928"/>
              <a:ext cx="53950" cy="50808"/>
            </a:xfrm>
            <a:custGeom>
              <a:avLst/>
              <a:gdLst/>
              <a:ahLst/>
              <a:cxnLst/>
              <a:rect l="l" t="t" r="r" b="b"/>
              <a:pathLst>
                <a:path w="1889" h="1779" extrusionOk="0">
                  <a:moveTo>
                    <a:pt x="1508" y="0"/>
                  </a:moveTo>
                  <a:cubicBezTo>
                    <a:pt x="1141" y="0"/>
                    <a:pt x="827" y="225"/>
                    <a:pt x="690" y="545"/>
                  </a:cubicBezTo>
                  <a:cubicBezTo>
                    <a:pt x="674" y="581"/>
                    <a:pt x="638" y="605"/>
                    <a:pt x="599" y="605"/>
                  </a:cubicBezTo>
                  <a:lnTo>
                    <a:pt x="594" y="605"/>
                  </a:lnTo>
                  <a:cubicBezTo>
                    <a:pt x="274" y="605"/>
                    <a:pt x="13" y="860"/>
                    <a:pt x="8" y="1180"/>
                  </a:cubicBezTo>
                  <a:cubicBezTo>
                    <a:pt x="0" y="1508"/>
                    <a:pt x="280" y="1779"/>
                    <a:pt x="608" y="1779"/>
                  </a:cubicBezTo>
                  <a:lnTo>
                    <a:pt x="1359" y="1779"/>
                  </a:lnTo>
                  <a:cubicBezTo>
                    <a:pt x="1034" y="1777"/>
                    <a:pt x="758" y="1510"/>
                    <a:pt x="765" y="1180"/>
                  </a:cubicBezTo>
                  <a:cubicBezTo>
                    <a:pt x="773" y="860"/>
                    <a:pt x="1032" y="605"/>
                    <a:pt x="1351" y="605"/>
                  </a:cubicBezTo>
                  <a:lnTo>
                    <a:pt x="1357" y="605"/>
                  </a:lnTo>
                  <a:cubicBezTo>
                    <a:pt x="1397" y="605"/>
                    <a:pt x="1432" y="583"/>
                    <a:pt x="1448" y="545"/>
                  </a:cubicBezTo>
                  <a:cubicBezTo>
                    <a:pt x="1532" y="344"/>
                    <a:pt x="1689" y="179"/>
                    <a:pt x="1888" y="84"/>
                  </a:cubicBezTo>
                  <a:cubicBezTo>
                    <a:pt x="1775" y="30"/>
                    <a:pt x="1645" y="0"/>
                    <a:pt x="1508" y="0"/>
                  </a:cubicBezTo>
                  <a:close/>
                  <a:moveTo>
                    <a:pt x="1359" y="1779"/>
                  </a:moveTo>
                  <a:cubicBezTo>
                    <a:pt x="1360" y="1779"/>
                    <a:pt x="1361" y="1779"/>
                    <a:pt x="1363" y="1779"/>
                  </a:cubicBezTo>
                  <a:cubicBezTo>
                    <a:pt x="1364" y="1779"/>
                    <a:pt x="1365" y="1779"/>
                    <a:pt x="1366" y="1779"/>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48"/>
            <p:cNvSpPr/>
            <p:nvPr/>
          </p:nvSpPr>
          <p:spPr>
            <a:xfrm>
              <a:off x="5753647" y="3337749"/>
              <a:ext cx="53893" cy="50808"/>
            </a:xfrm>
            <a:custGeom>
              <a:avLst/>
              <a:gdLst/>
              <a:ahLst/>
              <a:cxnLst/>
              <a:rect l="l" t="t" r="r" b="b"/>
              <a:pathLst>
                <a:path w="1887" h="1779" extrusionOk="0">
                  <a:moveTo>
                    <a:pt x="1509" y="0"/>
                  </a:moveTo>
                  <a:cubicBezTo>
                    <a:pt x="1140" y="0"/>
                    <a:pt x="826" y="225"/>
                    <a:pt x="689" y="544"/>
                  </a:cubicBezTo>
                  <a:cubicBezTo>
                    <a:pt x="673" y="581"/>
                    <a:pt x="636" y="604"/>
                    <a:pt x="598" y="604"/>
                  </a:cubicBezTo>
                  <a:lnTo>
                    <a:pt x="594" y="604"/>
                  </a:lnTo>
                  <a:cubicBezTo>
                    <a:pt x="275" y="604"/>
                    <a:pt x="12" y="860"/>
                    <a:pt x="6" y="1180"/>
                  </a:cubicBezTo>
                  <a:cubicBezTo>
                    <a:pt x="1" y="1508"/>
                    <a:pt x="278" y="1778"/>
                    <a:pt x="607" y="1778"/>
                  </a:cubicBezTo>
                  <a:lnTo>
                    <a:pt x="1365" y="1778"/>
                  </a:lnTo>
                  <a:cubicBezTo>
                    <a:pt x="1034" y="1778"/>
                    <a:pt x="758" y="1508"/>
                    <a:pt x="764" y="1180"/>
                  </a:cubicBezTo>
                  <a:cubicBezTo>
                    <a:pt x="771" y="860"/>
                    <a:pt x="1032" y="604"/>
                    <a:pt x="1352" y="604"/>
                  </a:cubicBezTo>
                  <a:lnTo>
                    <a:pt x="1355" y="604"/>
                  </a:lnTo>
                  <a:cubicBezTo>
                    <a:pt x="1397" y="604"/>
                    <a:pt x="1430" y="583"/>
                    <a:pt x="1447" y="544"/>
                  </a:cubicBezTo>
                  <a:cubicBezTo>
                    <a:pt x="1531" y="343"/>
                    <a:pt x="1690" y="179"/>
                    <a:pt x="1887" y="84"/>
                  </a:cubicBezTo>
                  <a:cubicBezTo>
                    <a:pt x="1774" y="29"/>
                    <a:pt x="1644" y="0"/>
                    <a:pt x="1509"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2" name="Google Shape;3232;p48"/>
          <p:cNvGrpSpPr/>
          <p:nvPr/>
        </p:nvGrpSpPr>
        <p:grpSpPr>
          <a:xfrm>
            <a:off x="1650830" y="1262813"/>
            <a:ext cx="443840" cy="467019"/>
            <a:chOff x="4809768" y="3236075"/>
            <a:chExt cx="317187" cy="333752"/>
          </a:xfrm>
        </p:grpSpPr>
        <p:sp>
          <p:nvSpPr>
            <p:cNvPr id="3233" name="Google Shape;3233;p48"/>
            <p:cNvSpPr/>
            <p:nvPr/>
          </p:nvSpPr>
          <p:spPr>
            <a:xfrm>
              <a:off x="5011516" y="3457615"/>
              <a:ext cx="108042" cy="92877"/>
            </a:xfrm>
            <a:custGeom>
              <a:avLst/>
              <a:gdLst/>
              <a:ahLst/>
              <a:cxnLst/>
              <a:rect l="l" t="t" r="r" b="b"/>
              <a:pathLst>
                <a:path w="3783" h="3252" extrusionOk="0">
                  <a:moveTo>
                    <a:pt x="866" y="0"/>
                  </a:moveTo>
                  <a:cubicBezTo>
                    <a:pt x="770" y="0"/>
                    <a:pt x="671" y="27"/>
                    <a:pt x="566" y="92"/>
                  </a:cubicBezTo>
                  <a:cubicBezTo>
                    <a:pt x="464" y="153"/>
                    <a:pt x="357" y="180"/>
                    <a:pt x="260" y="180"/>
                  </a:cubicBezTo>
                  <a:cubicBezTo>
                    <a:pt x="178" y="180"/>
                    <a:pt x="102" y="161"/>
                    <a:pt x="38" y="128"/>
                  </a:cubicBezTo>
                  <a:lnTo>
                    <a:pt x="0" y="128"/>
                  </a:lnTo>
                  <a:lnTo>
                    <a:pt x="478" y="1554"/>
                  </a:lnTo>
                  <a:cubicBezTo>
                    <a:pt x="513" y="1656"/>
                    <a:pt x="592" y="1736"/>
                    <a:pt x="694" y="1773"/>
                  </a:cubicBezTo>
                  <a:cubicBezTo>
                    <a:pt x="780" y="1804"/>
                    <a:pt x="922" y="1855"/>
                    <a:pt x="1152" y="1939"/>
                  </a:cubicBezTo>
                  <a:cubicBezTo>
                    <a:pt x="1249" y="1974"/>
                    <a:pt x="1327" y="2045"/>
                    <a:pt x="1371" y="2136"/>
                  </a:cubicBezTo>
                  <a:lnTo>
                    <a:pt x="1811" y="2989"/>
                  </a:lnTo>
                  <a:cubicBezTo>
                    <a:pt x="1899" y="2998"/>
                    <a:pt x="1983" y="3016"/>
                    <a:pt x="2063" y="3049"/>
                  </a:cubicBezTo>
                  <a:cubicBezTo>
                    <a:pt x="2079" y="3055"/>
                    <a:pt x="2096" y="3058"/>
                    <a:pt x="2113" y="3058"/>
                  </a:cubicBezTo>
                  <a:cubicBezTo>
                    <a:pt x="2145" y="3058"/>
                    <a:pt x="2176" y="3047"/>
                    <a:pt x="2202" y="3027"/>
                  </a:cubicBezTo>
                  <a:cubicBezTo>
                    <a:pt x="2392" y="2894"/>
                    <a:pt x="2624" y="2815"/>
                    <a:pt x="2875" y="2815"/>
                  </a:cubicBezTo>
                  <a:cubicBezTo>
                    <a:pt x="3242" y="2815"/>
                    <a:pt x="3571" y="2985"/>
                    <a:pt x="3783" y="3252"/>
                  </a:cubicBezTo>
                  <a:lnTo>
                    <a:pt x="2529" y="647"/>
                  </a:lnTo>
                  <a:cubicBezTo>
                    <a:pt x="2470" y="658"/>
                    <a:pt x="2413" y="663"/>
                    <a:pt x="2359" y="663"/>
                  </a:cubicBezTo>
                  <a:cubicBezTo>
                    <a:pt x="1732" y="663"/>
                    <a:pt x="1342" y="0"/>
                    <a:pt x="8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48"/>
            <p:cNvSpPr/>
            <p:nvPr/>
          </p:nvSpPr>
          <p:spPr>
            <a:xfrm>
              <a:off x="5011516" y="3457986"/>
              <a:ext cx="72685" cy="86937"/>
            </a:xfrm>
            <a:custGeom>
              <a:avLst/>
              <a:gdLst/>
              <a:ahLst/>
              <a:cxnLst/>
              <a:rect l="l" t="t" r="r" b="b"/>
              <a:pathLst>
                <a:path w="2545" h="3044" extrusionOk="0">
                  <a:moveTo>
                    <a:pt x="739" y="0"/>
                  </a:moveTo>
                  <a:cubicBezTo>
                    <a:pt x="683" y="15"/>
                    <a:pt x="624" y="40"/>
                    <a:pt x="566" y="77"/>
                  </a:cubicBezTo>
                  <a:cubicBezTo>
                    <a:pt x="464" y="138"/>
                    <a:pt x="357" y="165"/>
                    <a:pt x="260" y="165"/>
                  </a:cubicBezTo>
                  <a:cubicBezTo>
                    <a:pt x="178" y="165"/>
                    <a:pt x="102" y="146"/>
                    <a:pt x="38" y="113"/>
                  </a:cubicBezTo>
                  <a:lnTo>
                    <a:pt x="0" y="113"/>
                  </a:lnTo>
                  <a:lnTo>
                    <a:pt x="478" y="1539"/>
                  </a:lnTo>
                  <a:cubicBezTo>
                    <a:pt x="513" y="1641"/>
                    <a:pt x="592" y="1722"/>
                    <a:pt x="694" y="1758"/>
                  </a:cubicBezTo>
                  <a:cubicBezTo>
                    <a:pt x="780" y="1789"/>
                    <a:pt x="922" y="1840"/>
                    <a:pt x="1152" y="1924"/>
                  </a:cubicBezTo>
                  <a:cubicBezTo>
                    <a:pt x="1249" y="1959"/>
                    <a:pt x="1327" y="2030"/>
                    <a:pt x="1371" y="2121"/>
                  </a:cubicBezTo>
                  <a:lnTo>
                    <a:pt x="1811" y="2974"/>
                  </a:lnTo>
                  <a:cubicBezTo>
                    <a:pt x="1899" y="2983"/>
                    <a:pt x="1983" y="3001"/>
                    <a:pt x="2063" y="3034"/>
                  </a:cubicBezTo>
                  <a:cubicBezTo>
                    <a:pt x="2079" y="3040"/>
                    <a:pt x="2096" y="3044"/>
                    <a:pt x="2113" y="3044"/>
                  </a:cubicBezTo>
                  <a:cubicBezTo>
                    <a:pt x="2145" y="3044"/>
                    <a:pt x="2176" y="3033"/>
                    <a:pt x="2202" y="3012"/>
                  </a:cubicBezTo>
                  <a:cubicBezTo>
                    <a:pt x="2304" y="2939"/>
                    <a:pt x="2421" y="2883"/>
                    <a:pt x="2545" y="2846"/>
                  </a:cubicBezTo>
                  <a:lnTo>
                    <a:pt x="2019" y="1769"/>
                  </a:lnTo>
                  <a:cubicBezTo>
                    <a:pt x="1893" y="1513"/>
                    <a:pt x="1680" y="1320"/>
                    <a:pt x="1413" y="1223"/>
                  </a:cubicBezTo>
                  <a:lnTo>
                    <a:pt x="1404" y="1221"/>
                  </a:lnTo>
                  <a:cubicBezTo>
                    <a:pt x="1218" y="1156"/>
                    <a:pt x="1072" y="1004"/>
                    <a:pt x="1011" y="818"/>
                  </a:cubicBezTo>
                  <a:lnTo>
                    <a:pt x="739"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48"/>
            <p:cNvSpPr/>
            <p:nvPr/>
          </p:nvSpPr>
          <p:spPr>
            <a:xfrm>
              <a:off x="5007660" y="3413661"/>
              <a:ext cx="76826" cy="64203"/>
            </a:xfrm>
            <a:custGeom>
              <a:avLst/>
              <a:gdLst/>
              <a:ahLst/>
              <a:cxnLst/>
              <a:rect l="l" t="t" r="r" b="b"/>
              <a:pathLst>
                <a:path w="2690" h="2248" extrusionOk="0">
                  <a:moveTo>
                    <a:pt x="760" y="1"/>
                  </a:moveTo>
                  <a:cubicBezTo>
                    <a:pt x="708" y="1"/>
                    <a:pt x="657" y="28"/>
                    <a:pt x="630" y="81"/>
                  </a:cubicBezTo>
                  <a:lnTo>
                    <a:pt x="0" y="1273"/>
                  </a:lnTo>
                  <a:lnTo>
                    <a:pt x="139" y="1694"/>
                  </a:lnTo>
                  <a:cubicBezTo>
                    <a:pt x="209" y="1739"/>
                    <a:pt x="297" y="1765"/>
                    <a:pt x="393" y="1765"/>
                  </a:cubicBezTo>
                  <a:cubicBezTo>
                    <a:pt x="490" y="1765"/>
                    <a:pt x="595" y="1738"/>
                    <a:pt x="697" y="1676"/>
                  </a:cubicBezTo>
                  <a:cubicBezTo>
                    <a:pt x="803" y="1611"/>
                    <a:pt x="903" y="1585"/>
                    <a:pt x="999" y="1585"/>
                  </a:cubicBezTo>
                  <a:cubicBezTo>
                    <a:pt x="1475" y="1585"/>
                    <a:pt x="1866" y="2247"/>
                    <a:pt x="2492" y="2247"/>
                  </a:cubicBezTo>
                  <a:cubicBezTo>
                    <a:pt x="2555" y="2247"/>
                    <a:pt x="2621" y="2241"/>
                    <a:pt x="2689" y="2226"/>
                  </a:cubicBezTo>
                  <a:lnTo>
                    <a:pt x="2172" y="1172"/>
                  </a:lnTo>
                  <a:cubicBezTo>
                    <a:pt x="2127" y="1081"/>
                    <a:pt x="2050" y="1010"/>
                    <a:pt x="1953" y="975"/>
                  </a:cubicBezTo>
                  <a:lnTo>
                    <a:pt x="1373" y="765"/>
                  </a:lnTo>
                  <a:cubicBezTo>
                    <a:pt x="1282" y="734"/>
                    <a:pt x="1207" y="667"/>
                    <a:pt x="1161" y="583"/>
                  </a:cubicBezTo>
                  <a:lnTo>
                    <a:pt x="887" y="77"/>
                  </a:lnTo>
                  <a:cubicBezTo>
                    <a:pt x="859" y="26"/>
                    <a:pt x="810" y="1"/>
                    <a:pt x="7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48"/>
            <p:cNvSpPr/>
            <p:nvPr/>
          </p:nvSpPr>
          <p:spPr>
            <a:xfrm>
              <a:off x="5007689" y="3424200"/>
              <a:ext cx="25333" cy="39927"/>
            </a:xfrm>
            <a:custGeom>
              <a:avLst/>
              <a:gdLst/>
              <a:ahLst/>
              <a:cxnLst/>
              <a:rect l="l" t="t" r="r" b="b"/>
              <a:pathLst>
                <a:path w="887" h="1398" extrusionOk="0">
                  <a:moveTo>
                    <a:pt x="479" y="0"/>
                  </a:moveTo>
                  <a:lnTo>
                    <a:pt x="1" y="906"/>
                  </a:lnTo>
                  <a:lnTo>
                    <a:pt x="141" y="1327"/>
                  </a:lnTo>
                  <a:cubicBezTo>
                    <a:pt x="211" y="1372"/>
                    <a:pt x="299" y="1398"/>
                    <a:pt x="395" y="1398"/>
                  </a:cubicBezTo>
                  <a:cubicBezTo>
                    <a:pt x="492" y="1398"/>
                    <a:pt x="598" y="1371"/>
                    <a:pt x="700" y="1309"/>
                  </a:cubicBezTo>
                  <a:cubicBezTo>
                    <a:pt x="764" y="1269"/>
                    <a:pt x="828" y="1243"/>
                    <a:pt x="886" y="1229"/>
                  </a:cubicBezTo>
                  <a:lnTo>
                    <a:pt x="479"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48"/>
            <p:cNvSpPr/>
            <p:nvPr/>
          </p:nvSpPr>
          <p:spPr>
            <a:xfrm>
              <a:off x="4818079" y="3267720"/>
              <a:ext cx="96847" cy="57234"/>
            </a:xfrm>
            <a:custGeom>
              <a:avLst/>
              <a:gdLst/>
              <a:ahLst/>
              <a:cxnLst/>
              <a:rect l="l" t="t" r="r" b="b"/>
              <a:pathLst>
                <a:path w="3391" h="2004" extrusionOk="0">
                  <a:moveTo>
                    <a:pt x="1698" y="0"/>
                  </a:moveTo>
                  <a:cubicBezTo>
                    <a:pt x="1282" y="0"/>
                    <a:pt x="929" y="252"/>
                    <a:pt x="776" y="612"/>
                  </a:cubicBezTo>
                  <a:cubicBezTo>
                    <a:pt x="758" y="654"/>
                    <a:pt x="719" y="681"/>
                    <a:pt x="674" y="681"/>
                  </a:cubicBezTo>
                  <a:lnTo>
                    <a:pt x="668" y="681"/>
                  </a:lnTo>
                  <a:cubicBezTo>
                    <a:pt x="309" y="681"/>
                    <a:pt x="13" y="972"/>
                    <a:pt x="7" y="1329"/>
                  </a:cubicBezTo>
                  <a:cubicBezTo>
                    <a:pt x="0" y="1698"/>
                    <a:pt x="312" y="2003"/>
                    <a:pt x="683" y="2003"/>
                  </a:cubicBezTo>
                  <a:lnTo>
                    <a:pt x="2222" y="2003"/>
                  </a:lnTo>
                  <a:cubicBezTo>
                    <a:pt x="2255" y="1998"/>
                    <a:pt x="2280" y="1978"/>
                    <a:pt x="2291" y="1948"/>
                  </a:cubicBezTo>
                  <a:cubicBezTo>
                    <a:pt x="2423" y="1633"/>
                    <a:pt x="2687" y="1459"/>
                    <a:pt x="3051" y="1459"/>
                  </a:cubicBezTo>
                  <a:cubicBezTo>
                    <a:pt x="3166" y="1459"/>
                    <a:pt x="3275" y="1483"/>
                    <a:pt x="3376" y="1521"/>
                  </a:cubicBezTo>
                  <a:cubicBezTo>
                    <a:pt x="3385" y="1474"/>
                    <a:pt x="3390" y="1381"/>
                    <a:pt x="3388" y="1329"/>
                  </a:cubicBezTo>
                  <a:cubicBezTo>
                    <a:pt x="3381" y="968"/>
                    <a:pt x="3087" y="681"/>
                    <a:pt x="2728" y="681"/>
                  </a:cubicBezTo>
                  <a:lnTo>
                    <a:pt x="2722" y="681"/>
                  </a:lnTo>
                  <a:cubicBezTo>
                    <a:pt x="2676" y="681"/>
                    <a:pt x="2636" y="654"/>
                    <a:pt x="2620" y="612"/>
                  </a:cubicBezTo>
                  <a:cubicBezTo>
                    <a:pt x="2466" y="254"/>
                    <a:pt x="2112" y="0"/>
                    <a:pt x="16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48"/>
            <p:cNvSpPr/>
            <p:nvPr/>
          </p:nvSpPr>
          <p:spPr>
            <a:xfrm>
              <a:off x="4818079" y="3267777"/>
              <a:ext cx="63375" cy="57177"/>
            </a:xfrm>
            <a:custGeom>
              <a:avLst/>
              <a:gdLst/>
              <a:ahLst/>
              <a:cxnLst/>
              <a:rect l="l" t="t" r="r" b="b"/>
              <a:pathLst>
                <a:path w="2219" h="2002" extrusionOk="0">
                  <a:moveTo>
                    <a:pt x="1698" y="0"/>
                  </a:moveTo>
                  <a:cubicBezTo>
                    <a:pt x="1282" y="0"/>
                    <a:pt x="929" y="250"/>
                    <a:pt x="776" y="612"/>
                  </a:cubicBezTo>
                  <a:cubicBezTo>
                    <a:pt x="758" y="652"/>
                    <a:pt x="719" y="679"/>
                    <a:pt x="674" y="679"/>
                  </a:cubicBezTo>
                  <a:lnTo>
                    <a:pt x="668" y="679"/>
                  </a:lnTo>
                  <a:cubicBezTo>
                    <a:pt x="309" y="679"/>
                    <a:pt x="13" y="970"/>
                    <a:pt x="7" y="1327"/>
                  </a:cubicBezTo>
                  <a:cubicBezTo>
                    <a:pt x="0" y="1698"/>
                    <a:pt x="312" y="2001"/>
                    <a:pt x="683" y="2001"/>
                  </a:cubicBezTo>
                  <a:lnTo>
                    <a:pt x="1717" y="2001"/>
                  </a:lnTo>
                  <a:cubicBezTo>
                    <a:pt x="1349" y="1999"/>
                    <a:pt x="1041" y="1698"/>
                    <a:pt x="1048" y="1327"/>
                  </a:cubicBezTo>
                  <a:cubicBezTo>
                    <a:pt x="1053" y="968"/>
                    <a:pt x="1349" y="679"/>
                    <a:pt x="1709" y="679"/>
                  </a:cubicBezTo>
                  <a:lnTo>
                    <a:pt x="1714" y="679"/>
                  </a:lnTo>
                  <a:cubicBezTo>
                    <a:pt x="1760" y="679"/>
                    <a:pt x="1800" y="652"/>
                    <a:pt x="1817" y="612"/>
                  </a:cubicBezTo>
                  <a:cubicBezTo>
                    <a:pt x="1899" y="416"/>
                    <a:pt x="2039" y="256"/>
                    <a:pt x="2218" y="146"/>
                  </a:cubicBezTo>
                  <a:cubicBezTo>
                    <a:pt x="2067" y="51"/>
                    <a:pt x="1888" y="0"/>
                    <a:pt x="1698" y="0"/>
                  </a:cubicBezTo>
                  <a:close/>
                  <a:moveTo>
                    <a:pt x="1717" y="2001"/>
                  </a:moveTo>
                  <a:cubicBezTo>
                    <a:pt x="1718" y="2001"/>
                    <a:pt x="1719" y="2001"/>
                    <a:pt x="1720" y="2001"/>
                  </a:cubicBezTo>
                  <a:cubicBezTo>
                    <a:pt x="1721" y="2001"/>
                    <a:pt x="1722" y="2001"/>
                    <a:pt x="1723" y="200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48"/>
            <p:cNvSpPr/>
            <p:nvPr/>
          </p:nvSpPr>
          <p:spPr>
            <a:xfrm>
              <a:off x="4862747" y="3308075"/>
              <a:ext cx="74542" cy="50037"/>
            </a:xfrm>
            <a:custGeom>
              <a:avLst/>
              <a:gdLst/>
              <a:ahLst/>
              <a:cxnLst/>
              <a:rect l="l" t="t" r="r" b="b"/>
              <a:pathLst>
                <a:path w="2610" h="1752" extrusionOk="0">
                  <a:moveTo>
                    <a:pt x="1487" y="0"/>
                  </a:moveTo>
                  <a:cubicBezTo>
                    <a:pt x="1123" y="0"/>
                    <a:pt x="813" y="223"/>
                    <a:pt x="682" y="535"/>
                  </a:cubicBezTo>
                  <a:cubicBezTo>
                    <a:pt x="665" y="572"/>
                    <a:pt x="630" y="594"/>
                    <a:pt x="590" y="594"/>
                  </a:cubicBezTo>
                  <a:lnTo>
                    <a:pt x="585" y="594"/>
                  </a:lnTo>
                  <a:cubicBezTo>
                    <a:pt x="271" y="594"/>
                    <a:pt x="13" y="848"/>
                    <a:pt x="8" y="1163"/>
                  </a:cubicBezTo>
                  <a:cubicBezTo>
                    <a:pt x="1" y="1485"/>
                    <a:pt x="274" y="1751"/>
                    <a:pt x="599" y="1751"/>
                  </a:cubicBezTo>
                  <a:lnTo>
                    <a:pt x="2142" y="1751"/>
                  </a:lnTo>
                  <a:lnTo>
                    <a:pt x="2571" y="683"/>
                  </a:lnTo>
                  <a:cubicBezTo>
                    <a:pt x="2580" y="659"/>
                    <a:pt x="2593" y="639"/>
                    <a:pt x="2609" y="621"/>
                  </a:cubicBezTo>
                  <a:cubicBezTo>
                    <a:pt x="2555" y="603"/>
                    <a:pt x="2447" y="594"/>
                    <a:pt x="2389" y="594"/>
                  </a:cubicBezTo>
                  <a:lnTo>
                    <a:pt x="2383" y="594"/>
                  </a:lnTo>
                  <a:cubicBezTo>
                    <a:pt x="2345" y="594"/>
                    <a:pt x="2308" y="572"/>
                    <a:pt x="2292" y="535"/>
                  </a:cubicBezTo>
                  <a:cubicBezTo>
                    <a:pt x="2160" y="220"/>
                    <a:pt x="1850" y="0"/>
                    <a:pt x="14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48"/>
            <p:cNvSpPr/>
            <p:nvPr/>
          </p:nvSpPr>
          <p:spPr>
            <a:xfrm>
              <a:off x="4862747" y="3307961"/>
              <a:ext cx="55521" cy="50037"/>
            </a:xfrm>
            <a:custGeom>
              <a:avLst/>
              <a:gdLst/>
              <a:ahLst/>
              <a:cxnLst/>
              <a:rect l="l" t="t" r="r" b="b"/>
              <a:pathLst>
                <a:path w="1944" h="1752" extrusionOk="0">
                  <a:moveTo>
                    <a:pt x="1487" y="1"/>
                  </a:moveTo>
                  <a:cubicBezTo>
                    <a:pt x="1123" y="1"/>
                    <a:pt x="813" y="222"/>
                    <a:pt x="682" y="534"/>
                  </a:cubicBezTo>
                  <a:cubicBezTo>
                    <a:pt x="665" y="570"/>
                    <a:pt x="630" y="594"/>
                    <a:pt x="590" y="594"/>
                  </a:cubicBezTo>
                  <a:lnTo>
                    <a:pt x="585" y="594"/>
                  </a:lnTo>
                  <a:cubicBezTo>
                    <a:pt x="271" y="594"/>
                    <a:pt x="13" y="848"/>
                    <a:pt x="8" y="1162"/>
                  </a:cubicBezTo>
                  <a:cubicBezTo>
                    <a:pt x="1" y="1487"/>
                    <a:pt x="274" y="1752"/>
                    <a:pt x="599" y="1752"/>
                  </a:cubicBezTo>
                  <a:lnTo>
                    <a:pt x="1499" y="1752"/>
                  </a:lnTo>
                  <a:cubicBezTo>
                    <a:pt x="1180" y="1748"/>
                    <a:pt x="917" y="1484"/>
                    <a:pt x="921" y="1164"/>
                  </a:cubicBezTo>
                  <a:cubicBezTo>
                    <a:pt x="928" y="850"/>
                    <a:pt x="1184" y="596"/>
                    <a:pt x="1498" y="596"/>
                  </a:cubicBezTo>
                  <a:lnTo>
                    <a:pt x="1503" y="596"/>
                  </a:lnTo>
                  <a:cubicBezTo>
                    <a:pt x="1541" y="596"/>
                    <a:pt x="1578" y="574"/>
                    <a:pt x="1594" y="538"/>
                  </a:cubicBezTo>
                  <a:cubicBezTo>
                    <a:pt x="1666" y="368"/>
                    <a:pt x="1788" y="227"/>
                    <a:pt x="1943" y="130"/>
                  </a:cubicBezTo>
                  <a:cubicBezTo>
                    <a:pt x="1812" y="48"/>
                    <a:pt x="1653" y="1"/>
                    <a:pt x="1487" y="1"/>
                  </a:cubicBezTo>
                  <a:close/>
                  <a:moveTo>
                    <a:pt x="1499" y="1752"/>
                  </a:moveTo>
                  <a:cubicBezTo>
                    <a:pt x="1501" y="1752"/>
                    <a:pt x="1503" y="1752"/>
                    <a:pt x="1506" y="1752"/>
                  </a:cubicBezTo>
                  <a:cubicBezTo>
                    <a:pt x="1508" y="1752"/>
                    <a:pt x="1510" y="1752"/>
                    <a:pt x="1512" y="1752"/>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48"/>
            <p:cNvSpPr/>
            <p:nvPr/>
          </p:nvSpPr>
          <p:spPr>
            <a:xfrm>
              <a:off x="4809825" y="3390099"/>
              <a:ext cx="253584" cy="179728"/>
            </a:xfrm>
            <a:custGeom>
              <a:avLst/>
              <a:gdLst/>
              <a:ahLst/>
              <a:cxnLst/>
              <a:rect l="l" t="t" r="r" b="b"/>
              <a:pathLst>
                <a:path w="8879" h="6293" extrusionOk="0">
                  <a:moveTo>
                    <a:pt x="3500" y="0"/>
                  </a:moveTo>
                  <a:lnTo>
                    <a:pt x="2945" y="1380"/>
                  </a:lnTo>
                  <a:cubicBezTo>
                    <a:pt x="2876" y="1552"/>
                    <a:pt x="2734" y="1687"/>
                    <a:pt x="2557" y="1744"/>
                  </a:cubicBezTo>
                  <a:lnTo>
                    <a:pt x="2347" y="1811"/>
                  </a:lnTo>
                  <a:cubicBezTo>
                    <a:pt x="2186" y="1864"/>
                    <a:pt x="2053" y="1981"/>
                    <a:pt x="1978" y="2131"/>
                  </a:cubicBezTo>
                  <a:lnTo>
                    <a:pt x="54" y="6063"/>
                  </a:lnTo>
                  <a:cubicBezTo>
                    <a:pt x="1" y="6171"/>
                    <a:pt x="79" y="6293"/>
                    <a:pt x="198" y="6293"/>
                  </a:cubicBezTo>
                  <a:lnTo>
                    <a:pt x="4565" y="6293"/>
                  </a:lnTo>
                  <a:cubicBezTo>
                    <a:pt x="4552" y="6273"/>
                    <a:pt x="4545" y="6247"/>
                    <a:pt x="4550" y="6220"/>
                  </a:cubicBezTo>
                  <a:cubicBezTo>
                    <a:pt x="4606" y="5951"/>
                    <a:pt x="4845" y="5751"/>
                    <a:pt x="5121" y="5751"/>
                  </a:cubicBezTo>
                  <a:cubicBezTo>
                    <a:pt x="5123" y="5751"/>
                    <a:pt x="5124" y="5751"/>
                    <a:pt x="5125" y="5751"/>
                  </a:cubicBezTo>
                  <a:cubicBezTo>
                    <a:pt x="5218" y="5751"/>
                    <a:pt x="5308" y="5773"/>
                    <a:pt x="5384" y="5815"/>
                  </a:cubicBezTo>
                  <a:cubicBezTo>
                    <a:pt x="5399" y="5822"/>
                    <a:pt x="5414" y="5826"/>
                    <a:pt x="5429" y="5826"/>
                  </a:cubicBezTo>
                  <a:cubicBezTo>
                    <a:pt x="5451" y="5826"/>
                    <a:pt x="5472" y="5818"/>
                    <a:pt x="5490" y="5806"/>
                  </a:cubicBezTo>
                  <a:cubicBezTo>
                    <a:pt x="5605" y="5709"/>
                    <a:pt x="5755" y="5652"/>
                    <a:pt x="5916" y="5652"/>
                  </a:cubicBezTo>
                  <a:cubicBezTo>
                    <a:pt x="6001" y="5652"/>
                    <a:pt x="6080" y="5669"/>
                    <a:pt x="6157" y="5696"/>
                  </a:cubicBezTo>
                  <a:cubicBezTo>
                    <a:pt x="6168" y="5700"/>
                    <a:pt x="6180" y="5702"/>
                    <a:pt x="6192" y="5702"/>
                  </a:cubicBezTo>
                  <a:cubicBezTo>
                    <a:pt x="6213" y="5702"/>
                    <a:pt x="6233" y="5696"/>
                    <a:pt x="6250" y="5685"/>
                  </a:cubicBezTo>
                  <a:cubicBezTo>
                    <a:pt x="6379" y="5590"/>
                    <a:pt x="6540" y="5535"/>
                    <a:pt x="6713" y="5535"/>
                  </a:cubicBezTo>
                  <a:cubicBezTo>
                    <a:pt x="6838" y="5535"/>
                    <a:pt x="6960" y="5566"/>
                    <a:pt x="7064" y="5617"/>
                  </a:cubicBezTo>
                  <a:lnTo>
                    <a:pt x="7108" y="5617"/>
                  </a:lnTo>
                  <a:cubicBezTo>
                    <a:pt x="7250" y="5513"/>
                    <a:pt x="7424" y="5449"/>
                    <a:pt x="7613" y="5449"/>
                  </a:cubicBezTo>
                  <a:cubicBezTo>
                    <a:pt x="7615" y="5449"/>
                    <a:pt x="7618" y="5449"/>
                    <a:pt x="7621" y="5450"/>
                  </a:cubicBezTo>
                  <a:cubicBezTo>
                    <a:pt x="7758" y="5450"/>
                    <a:pt x="7887" y="5484"/>
                    <a:pt x="8002" y="5541"/>
                  </a:cubicBezTo>
                  <a:cubicBezTo>
                    <a:pt x="8023" y="5551"/>
                    <a:pt x="8045" y="5557"/>
                    <a:pt x="8067" y="5557"/>
                  </a:cubicBezTo>
                  <a:cubicBezTo>
                    <a:pt x="8098" y="5557"/>
                    <a:pt x="8130" y="5546"/>
                    <a:pt x="8156" y="5524"/>
                  </a:cubicBezTo>
                  <a:cubicBezTo>
                    <a:pt x="8325" y="5387"/>
                    <a:pt x="8543" y="5305"/>
                    <a:pt x="8780" y="5305"/>
                  </a:cubicBezTo>
                  <a:cubicBezTo>
                    <a:pt x="8815" y="5305"/>
                    <a:pt x="8846" y="5307"/>
                    <a:pt x="8879" y="5311"/>
                  </a:cubicBezTo>
                  <a:lnTo>
                    <a:pt x="8457" y="4453"/>
                  </a:lnTo>
                  <a:cubicBezTo>
                    <a:pt x="8411" y="4361"/>
                    <a:pt x="8333" y="4290"/>
                    <a:pt x="8238" y="4256"/>
                  </a:cubicBezTo>
                  <a:cubicBezTo>
                    <a:pt x="8006" y="4172"/>
                    <a:pt x="7865" y="4120"/>
                    <a:pt x="7778" y="4089"/>
                  </a:cubicBezTo>
                  <a:cubicBezTo>
                    <a:pt x="7677" y="4053"/>
                    <a:pt x="7599" y="3971"/>
                    <a:pt x="7564" y="3870"/>
                  </a:cubicBezTo>
                  <a:lnTo>
                    <a:pt x="6564" y="860"/>
                  </a:lnTo>
                  <a:cubicBezTo>
                    <a:pt x="6407" y="932"/>
                    <a:pt x="6264" y="962"/>
                    <a:pt x="6131" y="962"/>
                  </a:cubicBezTo>
                  <a:cubicBezTo>
                    <a:pt x="5506" y="962"/>
                    <a:pt x="5116" y="300"/>
                    <a:pt x="4641" y="300"/>
                  </a:cubicBezTo>
                  <a:cubicBezTo>
                    <a:pt x="4546" y="300"/>
                    <a:pt x="4447" y="326"/>
                    <a:pt x="4342" y="391"/>
                  </a:cubicBezTo>
                  <a:cubicBezTo>
                    <a:pt x="4241" y="453"/>
                    <a:pt x="4147" y="479"/>
                    <a:pt x="4062" y="479"/>
                  </a:cubicBezTo>
                  <a:cubicBezTo>
                    <a:pt x="3811" y="479"/>
                    <a:pt x="3627" y="250"/>
                    <a:pt x="350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48"/>
            <p:cNvSpPr/>
            <p:nvPr/>
          </p:nvSpPr>
          <p:spPr>
            <a:xfrm>
              <a:off x="4809768" y="3390099"/>
              <a:ext cx="135603" cy="179728"/>
            </a:xfrm>
            <a:custGeom>
              <a:avLst/>
              <a:gdLst/>
              <a:ahLst/>
              <a:cxnLst/>
              <a:rect l="l" t="t" r="r" b="b"/>
              <a:pathLst>
                <a:path w="4748" h="6293" extrusionOk="0">
                  <a:moveTo>
                    <a:pt x="3499" y="0"/>
                  </a:moveTo>
                  <a:lnTo>
                    <a:pt x="2946" y="1380"/>
                  </a:lnTo>
                  <a:cubicBezTo>
                    <a:pt x="2876" y="1552"/>
                    <a:pt x="2732" y="1687"/>
                    <a:pt x="2557" y="1744"/>
                  </a:cubicBezTo>
                  <a:lnTo>
                    <a:pt x="2347" y="1811"/>
                  </a:lnTo>
                  <a:cubicBezTo>
                    <a:pt x="2184" y="1864"/>
                    <a:pt x="2053" y="1981"/>
                    <a:pt x="1978" y="2131"/>
                  </a:cubicBezTo>
                  <a:lnTo>
                    <a:pt x="54" y="6063"/>
                  </a:lnTo>
                  <a:cubicBezTo>
                    <a:pt x="1" y="6171"/>
                    <a:pt x="79" y="6293"/>
                    <a:pt x="198" y="6293"/>
                  </a:cubicBezTo>
                  <a:lnTo>
                    <a:pt x="1571" y="6293"/>
                  </a:lnTo>
                  <a:cubicBezTo>
                    <a:pt x="1452" y="6293"/>
                    <a:pt x="1376" y="6171"/>
                    <a:pt x="1427" y="6063"/>
                  </a:cubicBezTo>
                  <a:lnTo>
                    <a:pt x="3351" y="2131"/>
                  </a:lnTo>
                  <a:cubicBezTo>
                    <a:pt x="3426" y="1979"/>
                    <a:pt x="3559" y="1862"/>
                    <a:pt x="3721" y="1811"/>
                  </a:cubicBezTo>
                  <a:lnTo>
                    <a:pt x="3931" y="1744"/>
                  </a:lnTo>
                  <a:cubicBezTo>
                    <a:pt x="4107" y="1687"/>
                    <a:pt x="4251" y="1554"/>
                    <a:pt x="4318" y="1380"/>
                  </a:cubicBezTo>
                  <a:lnTo>
                    <a:pt x="4747" y="312"/>
                  </a:lnTo>
                  <a:cubicBezTo>
                    <a:pt x="4711" y="304"/>
                    <a:pt x="4674" y="299"/>
                    <a:pt x="4636" y="299"/>
                  </a:cubicBezTo>
                  <a:cubicBezTo>
                    <a:pt x="4543" y="299"/>
                    <a:pt x="4446" y="327"/>
                    <a:pt x="4342" y="391"/>
                  </a:cubicBezTo>
                  <a:cubicBezTo>
                    <a:pt x="4241" y="453"/>
                    <a:pt x="4147" y="479"/>
                    <a:pt x="4062" y="479"/>
                  </a:cubicBezTo>
                  <a:cubicBezTo>
                    <a:pt x="3811" y="479"/>
                    <a:pt x="3627" y="250"/>
                    <a:pt x="3499"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48"/>
            <p:cNvSpPr/>
            <p:nvPr/>
          </p:nvSpPr>
          <p:spPr>
            <a:xfrm>
              <a:off x="5039390" y="3236075"/>
              <a:ext cx="9939" cy="19478"/>
            </a:xfrm>
            <a:custGeom>
              <a:avLst/>
              <a:gdLst/>
              <a:ahLst/>
              <a:cxnLst/>
              <a:rect l="l" t="t" r="r" b="b"/>
              <a:pathLst>
                <a:path w="348" h="682" extrusionOk="0">
                  <a:moveTo>
                    <a:pt x="174" y="0"/>
                  </a:moveTo>
                  <a:cubicBezTo>
                    <a:pt x="77" y="0"/>
                    <a:pt x="1" y="79"/>
                    <a:pt x="1" y="174"/>
                  </a:cubicBezTo>
                  <a:lnTo>
                    <a:pt x="1" y="508"/>
                  </a:lnTo>
                  <a:cubicBezTo>
                    <a:pt x="1" y="603"/>
                    <a:pt x="77" y="681"/>
                    <a:pt x="174" y="681"/>
                  </a:cubicBezTo>
                  <a:cubicBezTo>
                    <a:pt x="269" y="681"/>
                    <a:pt x="348" y="603"/>
                    <a:pt x="348" y="508"/>
                  </a:cubicBezTo>
                  <a:lnTo>
                    <a:pt x="348" y="174"/>
                  </a:lnTo>
                  <a:cubicBezTo>
                    <a:pt x="348" y="79"/>
                    <a:pt x="269" y="0"/>
                    <a:pt x="1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48"/>
            <p:cNvSpPr/>
            <p:nvPr/>
          </p:nvSpPr>
          <p:spPr>
            <a:xfrm>
              <a:off x="5039390" y="3320070"/>
              <a:ext cx="9939" cy="19478"/>
            </a:xfrm>
            <a:custGeom>
              <a:avLst/>
              <a:gdLst/>
              <a:ahLst/>
              <a:cxnLst/>
              <a:rect l="l" t="t" r="r" b="b"/>
              <a:pathLst>
                <a:path w="348" h="682" extrusionOk="0">
                  <a:moveTo>
                    <a:pt x="174" y="0"/>
                  </a:moveTo>
                  <a:cubicBezTo>
                    <a:pt x="77" y="0"/>
                    <a:pt x="1" y="79"/>
                    <a:pt x="1" y="174"/>
                  </a:cubicBezTo>
                  <a:lnTo>
                    <a:pt x="1" y="508"/>
                  </a:lnTo>
                  <a:cubicBezTo>
                    <a:pt x="1" y="603"/>
                    <a:pt x="77" y="681"/>
                    <a:pt x="174" y="681"/>
                  </a:cubicBezTo>
                  <a:cubicBezTo>
                    <a:pt x="269" y="681"/>
                    <a:pt x="348" y="603"/>
                    <a:pt x="348" y="508"/>
                  </a:cubicBezTo>
                  <a:lnTo>
                    <a:pt x="348" y="174"/>
                  </a:lnTo>
                  <a:cubicBezTo>
                    <a:pt x="348" y="79"/>
                    <a:pt x="269" y="0"/>
                    <a:pt x="1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48"/>
            <p:cNvSpPr/>
            <p:nvPr/>
          </p:nvSpPr>
          <p:spPr>
            <a:xfrm>
              <a:off x="5005775" y="3249755"/>
              <a:ext cx="17707" cy="16679"/>
            </a:xfrm>
            <a:custGeom>
              <a:avLst/>
              <a:gdLst/>
              <a:ahLst/>
              <a:cxnLst/>
              <a:rect l="l" t="t" r="r" b="b"/>
              <a:pathLst>
                <a:path w="620" h="584" extrusionOk="0">
                  <a:moveTo>
                    <a:pt x="192" y="0"/>
                  </a:moveTo>
                  <a:cubicBezTo>
                    <a:pt x="147" y="0"/>
                    <a:pt x="103" y="17"/>
                    <a:pt x="68" y="51"/>
                  </a:cubicBezTo>
                  <a:cubicBezTo>
                    <a:pt x="0" y="120"/>
                    <a:pt x="0" y="230"/>
                    <a:pt x="68" y="297"/>
                  </a:cubicBezTo>
                  <a:lnTo>
                    <a:pt x="303" y="533"/>
                  </a:lnTo>
                  <a:cubicBezTo>
                    <a:pt x="338" y="566"/>
                    <a:pt x="383" y="583"/>
                    <a:pt x="427" y="583"/>
                  </a:cubicBezTo>
                  <a:cubicBezTo>
                    <a:pt x="472" y="583"/>
                    <a:pt x="516" y="566"/>
                    <a:pt x="550" y="533"/>
                  </a:cubicBezTo>
                  <a:cubicBezTo>
                    <a:pt x="619" y="463"/>
                    <a:pt x="619" y="354"/>
                    <a:pt x="550" y="286"/>
                  </a:cubicBezTo>
                  <a:lnTo>
                    <a:pt x="314" y="51"/>
                  </a:lnTo>
                  <a:cubicBezTo>
                    <a:pt x="281" y="17"/>
                    <a:pt x="236" y="0"/>
                    <a:pt x="1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48"/>
            <p:cNvSpPr/>
            <p:nvPr/>
          </p:nvSpPr>
          <p:spPr>
            <a:xfrm>
              <a:off x="5065209" y="3309132"/>
              <a:ext cx="17707" cy="16736"/>
            </a:xfrm>
            <a:custGeom>
              <a:avLst/>
              <a:gdLst/>
              <a:ahLst/>
              <a:cxnLst/>
              <a:rect l="l" t="t" r="r" b="b"/>
              <a:pathLst>
                <a:path w="620" h="586" extrusionOk="0">
                  <a:moveTo>
                    <a:pt x="192" y="1"/>
                  </a:moveTo>
                  <a:cubicBezTo>
                    <a:pt x="147" y="1"/>
                    <a:pt x="103" y="18"/>
                    <a:pt x="68" y="53"/>
                  </a:cubicBezTo>
                  <a:cubicBezTo>
                    <a:pt x="0" y="120"/>
                    <a:pt x="0" y="232"/>
                    <a:pt x="68" y="299"/>
                  </a:cubicBezTo>
                  <a:lnTo>
                    <a:pt x="304" y="535"/>
                  </a:lnTo>
                  <a:cubicBezTo>
                    <a:pt x="338" y="569"/>
                    <a:pt x="383" y="586"/>
                    <a:pt x="427" y="586"/>
                  </a:cubicBezTo>
                  <a:cubicBezTo>
                    <a:pt x="472" y="586"/>
                    <a:pt x="516" y="569"/>
                    <a:pt x="550" y="535"/>
                  </a:cubicBezTo>
                  <a:cubicBezTo>
                    <a:pt x="619" y="465"/>
                    <a:pt x="619" y="356"/>
                    <a:pt x="550" y="288"/>
                  </a:cubicBezTo>
                  <a:lnTo>
                    <a:pt x="314" y="53"/>
                  </a:lnTo>
                  <a:cubicBezTo>
                    <a:pt x="281" y="18"/>
                    <a:pt x="236" y="1"/>
                    <a:pt x="19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48"/>
            <p:cNvSpPr/>
            <p:nvPr/>
          </p:nvSpPr>
          <p:spPr>
            <a:xfrm>
              <a:off x="4992580" y="3282885"/>
              <a:ext cx="19478" cy="9939"/>
            </a:xfrm>
            <a:custGeom>
              <a:avLst/>
              <a:gdLst/>
              <a:ahLst/>
              <a:cxnLst/>
              <a:rect l="l" t="t" r="r" b="b"/>
              <a:pathLst>
                <a:path w="682" h="348" extrusionOk="0">
                  <a:moveTo>
                    <a:pt x="174" y="1"/>
                  </a:moveTo>
                  <a:cubicBezTo>
                    <a:pt x="79" y="1"/>
                    <a:pt x="0" y="77"/>
                    <a:pt x="0" y="174"/>
                  </a:cubicBezTo>
                  <a:cubicBezTo>
                    <a:pt x="0" y="269"/>
                    <a:pt x="79" y="348"/>
                    <a:pt x="174" y="348"/>
                  </a:cubicBezTo>
                  <a:lnTo>
                    <a:pt x="508" y="348"/>
                  </a:lnTo>
                  <a:cubicBezTo>
                    <a:pt x="603" y="348"/>
                    <a:pt x="681" y="267"/>
                    <a:pt x="681" y="174"/>
                  </a:cubicBezTo>
                  <a:cubicBezTo>
                    <a:pt x="681" y="77"/>
                    <a:pt x="603" y="1"/>
                    <a:pt x="5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48"/>
            <p:cNvSpPr/>
            <p:nvPr/>
          </p:nvSpPr>
          <p:spPr>
            <a:xfrm>
              <a:off x="5076633" y="3282885"/>
              <a:ext cx="19478" cy="9939"/>
            </a:xfrm>
            <a:custGeom>
              <a:avLst/>
              <a:gdLst/>
              <a:ahLst/>
              <a:cxnLst/>
              <a:rect l="l" t="t" r="r" b="b"/>
              <a:pathLst>
                <a:path w="682" h="348" extrusionOk="0">
                  <a:moveTo>
                    <a:pt x="174" y="1"/>
                  </a:moveTo>
                  <a:cubicBezTo>
                    <a:pt x="77" y="1"/>
                    <a:pt x="0" y="77"/>
                    <a:pt x="0" y="174"/>
                  </a:cubicBezTo>
                  <a:cubicBezTo>
                    <a:pt x="0" y="269"/>
                    <a:pt x="77" y="348"/>
                    <a:pt x="174" y="348"/>
                  </a:cubicBezTo>
                  <a:lnTo>
                    <a:pt x="506" y="348"/>
                  </a:lnTo>
                  <a:cubicBezTo>
                    <a:pt x="603" y="348"/>
                    <a:pt x="681" y="267"/>
                    <a:pt x="679" y="174"/>
                  </a:cubicBezTo>
                  <a:cubicBezTo>
                    <a:pt x="679" y="77"/>
                    <a:pt x="603" y="1"/>
                    <a:pt x="50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48"/>
            <p:cNvSpPr/>
            <p:nvPr/>
          </p:nvSpPr>
          <p:spPr>
            <a:xfrm>
              <a:off x="5005775" y="3309132"/>
              <a:ext cx="17707" cy="16736"/>
            </a:xfrm>
            <a:custGeom>
              <a:avLst/>
              <a:gdLst/>
              <a:ahLst/>
              <a:cxnLst/>
              <a:rect l="l" t="t" r="r" b="b"/>
              <a:pathLst>
                <a:path w="620" h="586" extrusionOk="0">
                  <a:moveTo>
                    <a:pt x="427" y="1"/>
                  </a:moveTo>
                  <a:cubicBezTo>
                    <a:pt x="383" y="1"/>
                    <a:pt x="338" y="18"/>
                    <a:pt x="303" y="53"/>
                  </a:cubicBezTo>
                  <a:lnTo>
                    <a:pt x="68" y="288"/>
                  </a:lnTo>
                  <a:cubicBezTo>
                    <a:pt x="0" y="356"/>
                    <a:pt x="0" y="465"/>
                    <a:pt x="68" y="535"/>
                  </a:cubicBezTo>
                  <a:cubicBezTo>
                    <a:pt x="103" y="569"/>
                    <a:pt x="147" y="586"/>
                    <a:pt x="192" y="586"/>
                  </a:cubicBezTo>
                  <a:cubicBezTo>
                    <a:pt x="236" y="586"/>
                    <a:pt x="281" y="569"/>
                    <a:pt x="314" y="535"/>
                  </a:cubicBezTo>
                  <a:lnTo>
                    <a:pt x="550" y="299"/>
                  </a:lnTo>
                  <a:cubicBezTo>
                    <a:pt x="619" y="232"/>
                    <a:pt x="619" y="120"/>
                    <a:pt x="550" y="53"/>
                  </a:cubicBezTo>
                  <a:cubicBezTo>
                    <a:pt x="516" y="18"/>
                    <a:pt x="472" y="1"/>
                    <a:pt x="42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48"/>
            <p:cNvSpPr/>
            <p:nvPr/>
          </p:nvSpPr>
          <p:spPr>
            <a:xfrm>
              <a:off x="5065209" y="3249755"/>
              <a:ext cx="17707" cy="16679"/>
            </a:xfrm>
            <a:custGeom>
              <a:avLst/>
              <a:gdLst/>
              <a:ahLst/>
              <a:cxnLst/>
              <a:rect l="l" t="t" r="r" b="b"/>
              <a:pathLst>
                <a:path w="620" h="584" extrusionOk="0">
                  <a:moveTo>
                    <a:pt x="427" y="0"/>
                  </a:moveTo>
                  <a:cubicBezTo>
                    <a:pt x="383" y="0"/>
                    <a:pt x="338" y="17"/>
                    <a:pt x="304" y="51"/>
                  </a:cubicBezTo>
                  <a:lnTo>
                    <a:pt x="68" y="286"/>
                  </a:lnTo>
                  <a:cubicBezTo>
                    <a:pt x="0" y="354"/>
                    <a:pt x="0" y="463"/>
                    <a:pt x="68" y="533"/>
                  </a:cubicBezTo>
                  <a:cubicBezTo>
                    <a:pt x="103" y="566"/>
                    <a:pt x="147" y="583"/>
                    <a:pt x="192" y="583"/>
                  </a:cubicBezTo>
                  <a:cubicBezTo>
                    <a:pt x="236" y="583"/>
                    <a:pt x="281" y="566"/>
                    <a:pt x="314" y="533"/>
                  </a:cubicBezTo>
                  <a:lnTo>
                    <a:pt x="550" y="297"/>
                  </a:lnTo>
                  <a:cubicBezTo>
                    <a:pt x="619" y="230"/>
                    <a:pt x="619" y="120"/>
                    <a:pt x="550" y="51"/>
                  </a:cubicBezTo>
                  <a:cubicBezTo>
                    <a:pt x="516" y="17"/>
                    <a:pt x="472" y="0"/>
                    <a:pt x="4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48"/>
            <p:cNvSpPr/>
            <p:nvPr/>
          </p:nvSpPr>
          <p:spPr>
            <a:xfrm>
              <a:off x="5024168" y="3267605"/>
              <a:ext cx="40327" cy="40327"/>
            </a:xfrm>
            <a:custGeom>
              <a:avLst/>
              <a:gdLst/>
              <a:ahLst/>
              <a:cxnLst/>
              <a:rect l="l" t="t" r="r" b="b"/>
              <a:pathLst>
                <a:path w="1412" h="1412" extrusionOk="0">
                  <a:moveTo>
                    <a:pt x="707" y="1"/>
                  </a:moveTo>
                  <a:cubicBezTo>
                    <a:pt x="317" y="1"/>
                    <a:pt x="1" y="317"/>
                    <a:pt x="1" y="705"/>
                  </a:cubicBezTo>
                  <a:cubicBezTo>
                    <a:pt x="1" y="1096"/>
                    <a:pt x="317" y="1412"/>
                    <a:pt x="707" y="1412"/>
                  </a:cubicBezTo>
                  <a:cubicBezTo>
                    <a:pt x="1096" y="1412"/>
                    <a:pt x="1412" y="1096"/>
                    <a:pt x="1412" y="705"/>
                  </a:cubicBezTo>
                  <a:cubicBezTo>
                    <a:pt x="1412" y="317"/>
                    <a:pt x="1096" y="1"/>
                    <a:pt x="7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48"/>
            <p:cNvSpPr/>
            <p:nvPr/>
          </p:nvSpPr>
          <p:spPr>
            <a:xfrm>
              <a:off x="5024111" y="3267663"/>
              <a:ext cx="29645" cy="40327"/>
            </a:xfrm>
            <a:custGeom>
              <a:avLst/>
              <a:gdLst/>
              <a:ahLst/>
              <a:cxnLst/>
              <a:rect l="l" t="t" r="r" b="b"/>
              <a:pathLst>
                <a:path w="1038" h="1412" extrusionOk="0">
                  <a:moveTo>
                    <a:pt x="707" y="1"/>
                  </a:moveTo>
                  <a:cubicBezTo>
                    <a:pt x="319" y="1"/>
                    <a:pt x="1" y="316"/>
                    <a:pt x="1" y="707"/>
                  </a:cubicBezTo>
                  <a:cubicBezTo>
                    <a:pt x="1" y="1096"/>
                    <a:pt x="317" y="1412"/>
                    <a:pt x="707" y="1412"/>
                  </a:cubicBezTo>
                  <a:cubicBezTo>
                    <a:pt x="826" y="1412"/>
                    <a:pt x="939" y="1383"/>
                    <a:pt x="1038" y="1330"/>
                  </a:cubicBezTo>
                  <a:cubicBezTo>
                    <a:pt x="817" y="1209"/>
                    <a:pt x="665" y="974"/>
                    <a:pt x="665" y="703"/>
                  </a:cubicBezTo>
                  <a:cubicBezTo>
                    <a:pt x="665" y="435"/>
                    <a:pt x="817" y="201"/>
                    <a:pt x="1038" y="83"/>
                  </a:cubicBezTo>
                  <a:cubicBezTo>
                    <a:pt x="939" y="32"/>
                    <a:pt x="826" y="1"/>
                    <a:pt x="707"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48"/>
            <p:cNvSpPr/>
            <p:nvPr/>
          </p:nvSpPr>
          <p:spPr>
            <a:xfrm>
              <a:off x="4909528" y="3323811"/>
              <a:ext cx="88250" cy="95048"/>
            </a:xfrm>
            <a:custGeom>
              <a:avLst/>
              <a:gdLst/>
              <a:ahLst/>
              <a:cxnLst/>
              <a:rect l="l" t="t" r="r" b="b"/>
              <a:pathLst>
                <a:path w="3090" h="3328" extrusionOk="0">
                  <a:moveTo>
                    <a:pt x="1083" y="1"/>
                  </a:moveTo>
                  <a:cubicBezTo>
                    <a:pt x="997" y="1"/>
                    <a:pt x="922" y="52"/>
                    <a:pt x="889" y="132"/>
                  </a:cubicBezTo>
                  <a:lnTo>
                    <a:pt x="0" y="2347"/>
                  </a:lnTo>
                  <a:cubicBezTo>
                    <a:pt x="128" y="2604"/>
                    <a:pt x="316" y="2846"/>
                    <a:pt x="573" y="2846"/>
                  </a:cubicBezTo>
                  <a:cubicBezTo>
                    <a:pt x="658" y="2846"/>
                    <a:pt x="752" y="2819"/>
                    <a:pt x="853" y="2757"/>
                  </a:cubicBezTo>
                  <a:cubicBezTo>
                    <a:pt x="958" y="2693"/>
                    <a:pt x="1057" y="2666"/>
                    <a:pt x="1153" y="2666"/>
                  </a:cubicBezTo>
                  <a:cubicBezTo>
                    <a:pt x="1628" y="2666"/>
                    <a:pt x="2018" y="3328"/>
                    <a:pt x="2643" y="3328"/>
                  </a:cubicBezTo>
                  <a:cubicBezTo>
                    <a:pt x="2779" y="3328"/>
                    <a:pt x="2927" y="3296"/>
                    <a:pt x="3089" y="3219"/>
                  </a:cubicBezTo>
                  <a:lnTo>
                    <a:pt x="2415" y="1200"/>
                  </a:lnTo>
                  <a:lnTo>
                    <a:pt x="2248" y="695"/>
                  </a:lnTo>
                  <a:cubicBezTo>
                    <a:pt x="2220" y="607"/>
                    <a:pt x="2138" y="550"/>
                    <a:pt x="2049" y="550"/>
                  </a:cubicBezTo>
                  <a:cubicBezTo>
                    <a:pt x="1976" y="550"/>
                    <a:pt x="1904" y="512"/>
                    <a:pt x="1868" y="448"/>
                  </a:cubicBezTo>
                  <a:lnTo>
                    <a:pt x="1665" y="103"/>
                  </a:lnTo>
                  <a:cubicBezTo>
                    <a:pt x="1627" y="39"/>
                    <a:pt x="1557" y="1"/>
                    <a:pt x="14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48"/>
            <p:cNvSpPr/>
            <p:nvPr/>
          </p:nvSpPr>
          <p:spPr>
            <a:xfrm>
              <a:off x="4909414" y="3323811"/>
              <a:ext cx="59719" cy="81310"/>
            </a:xfrm>
            <a:custGeom>
              <a:avLst/>
              <a:gdLst/>
              <a:ahLst/>
              <a:cxnLst/>
              <a:rect l="l" t="t" r="r" b="b"/>
              <a:pathLst>
                <a:path w="2091" h="2847" extrusionOk="0">
                  <a:moveTo>
                    <a:pt x="1085" y="1"/>
                  </a:moveTo>
                  <a:cubicBezTo>
                    <a:pt x="999" y="1"/>
                    <a:pt x="922" y="52"/>
                    <a:pt x="891" y="132"/>
                  </a:cubicBezTo>
                  <a:lnTo>
                    <a:pt x="1" y="2347"/>
                  </a:lnTo>
                  <a:cubicBezTo>
                    <a:pt x="129" y="2604"/>
                    <a:pt x="317" y="2846"/>
                    <a:pt x="574" y="2846"/>
                  </a:cubicBezTo>
                  <a:cubicBezTo>
                    <a:pt x="660" y="2846"/>
                    <a:pt x="753" y="2819"/>
                    <a:pt x="855" y="2757"/>
                  </a:cubicBezTo>
                  <a:cubicBezTo>
                    <a:pt x="959" y="2692"/>
                    <a:pt x="1058" y="2664"/>
                    <a:pt x="1153" y="2664"/>
                  </a:cubicBezTo>
                  <a:cubicBezTo>
                    <a:pt x="1182" y="2664"/>
                    <a:pt x="1210" y="2667"/>
                    <a:pt x="1238" y="2672"/>
                  </a:cubicBezTo>
                  <a:lnTo>
                    <a:pt x="2091" y="554"/>
                  </a:lnTo>
                  <a:cubicBezTo>
                    <a:pt x="2078" y="552"/>
                    <a:pt x="2064" y="550"/>
                    <a:pt x="2051" y="550"/>
                  </a:cubicBezTo>
                  <a:cubicBezTo>
                    <a:pt x="1978" y="550"/>
                    <a:pt x="1907" y="512"/>
                    <a:pt x="1870" y="448"/>
                  </a:cubicBezTo>
                  <a:lnTo>
                    <a:pt x="1667" y="103"/>
                  </a:lnTo>
                  <a:cubicBezTo>
                    <a:pt x="1629" y="39"/>
                    <a:pt x="1560" y="1"/>
                    <a:pt x="1487"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48"/>
            <p:cNvSpPr/>
            <p:nvPr/>
          </p:nvSpPr>
          <p:spPr>
            <a:xfrm>
              <a:off x="4926093" y="3532642"/>
              <a:ext cx="9939" cy="37099"/>
            </a:xfrm>
            <a:custGeom>
              <a:avLst/>
              <a:gdLst/>
              <a:ahLst/>
              <a:cxnLst/>
              <a:rect l="l" t="t" r="r" b="b"/>
              <a:pathLst>
                <a:path w="348" h="1299" extrusionOk="0">
                  <a:moveTo>
                    <a:pt x="174" y="0"/>
                  </a:moveTo>
                  <a:cubicBezTo>
                    <a:pt x="79" y="0"/>
                    <a:pt x="1" y="77"/>
                    <a:pt x="1" y="174"/>
                  </a:cubicBezTo>
                  <a:lnTo>
                    <a:pt x="1" y="1298"/>
                  </a:lnTo>
                  <a:lnTo>
                    <a:pt x="348" y="1298"/>
                  </a:lnTo>
                  <a:lnTo>
                    <a:pt x="348" y="174"/>
                  </a:lnTo>
                  <a:cubicBezTo>
                    <a:pt x="348" y="77"/>
                    <a:pt x="271" y="0"/>
                    <a:pt x="174" y="0"/>
                  </a:cubicBezTo>
                  <a:close/>
                </a:path>
              </a:pathLst>
            </a:custGeom>
            <a:solidFill>
              <a:srgbClr val="965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48"/>
            <p:cNvSpPr/>
            <p:nvPr/>
          </p:nvSpPr>
          <p:spPr>
            <a:xfrm>
              <a:off x="4898247" y="3532642"/>
              <a:ext cx="9996" cy="37099"/>
            </a:xfrm>
            <a:custGeom>
              <a:avLst/>
              <a:gdLst/>
              <a:ahLst/>
              <a:cxnLst/>
              <a:rect l="l" t="t" r="r" b="b"/>
              <a:pathLst>
                <a:path w="350" h="1299" extrusionOk="0">
                  <a:moveTo>
                    <a:pt x="176" y="0"/>
                  </a:moveTo>
                  <a:cubicBezTo>
                    <a:pt x="79" y="0"/>
                    <a:pt x="1" y="77"/>
                    <a:pt x="1" y="174"/>
                  </a:cubicBezTo>
                  <a:lnTo>
                    <a:pt x="1" y="1298"/>
                  </a:lnTo>
                  <a:lnTo>
                    <a:pt x="350" y="1298"/>
                  </a:lnTo>
                  <a:lnTo>
                    <a:pt x="350" y="174"/>
                  </a:lnTo>
                  <a:cubicBezTo>
                    <a:pt x="350" y="77"/>
                    <a:pt x="271" y="0"/>
                    <a:pt x="176" y="0"/>
                  </a:cubicBezTo>
                  <a:close/>
                </a:path>
              </a:pathLst>
            </a:custGeom>
            <a:solidFill>
              <a:srgbClr val="965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48"/>
            <p:cNvSpPr/>
            <p:nvPr/>
          </p:nvSpPr>
          <p:spPr>
            <a:xfrm>
              <a:off x="4960993" y="3341290"/>
              <a:ext cx="84909" cy="49980"/>
            </a:xfrm>
            <a:custGeom>
              <a:avLst/>
              <a:gdLst/>
              <a:ahLst/>
              <a:cxnLst/>
              <a:rect l="l" t="t" r="r" b="b"/>
              <a:pathLst>
                <a:path w="2973" h="1750" extrusionOk="0">
                  <a:moveTo>
                    <a:pt x="1486" y="0"/>
                  </a:moveTo>
                  <a:cubicBezTo>
                    <a:pt x="1123" y="0"/>
                    <a:pt x="812" y="221"/>
                    <a:pt x="681" y="533"/>
                  </a:cubicBezTo>
                  <a:cubicBezTo>
                    <a:pt x="665" y="570"/>
                    <a:pt x="630" y="594"/>
                    <a:pt x="590" y="594"/>
                  </a:cubicBezTo>
                  <a:lnTo>
                    <a:pt x="584" y="594"/>
                  </a:lnTo>
                  <a:cubicBezTo>
                    <a:pt x="270" y="594"/>
                    <a:pt x="11" y="846"/>
                    <a:pt x="7" y="1161"/>
                  </a:cubicBezTo>
                  <a:cubicBezTo>
                    <a:pt x="0" y="1485"/>
                    <a:pt x="274" y="1749"/>
                    <a:pt x="599" y="1749"/>
                  </a:cubicBezTo>
                  <a:lnTo>
                    <a:pt x="2373" y="1749"/>
                  </a:lnTo>
                  <a:cubicBezTo>
                    <a:pt x="2698" y="1749"/>
                    <a:pt x="2972" y="1485"/>
                    <a:pt x="2965" y="1161"/>
                  </a:cubicBezTo>
                  <a:cubicBezTo>
                    <a:pt x="2958" y="844"/>
                    <a:pt x="2702" y="594"/>
                    <a:pt x="2388" y="594"/>
                  </a:cubicBezTo>
                  <a:lnTo>
                    <a:pt x="2383" y="594"/>
                  </a:lnTo>
                  <a:cubicBezTo>
                    <a:pt x="2344" y="594"/>
                    <a:pt x="2308" y="570"/>
                    <a:pt x="2291" y="533"/>
                  </a:cubicBezTo>
                  <a:cubicBezTo>
                    <a:pt x="2160" y="219"/>
                    <a:pt x="1849" y="0"/>
                    <a:pt x="14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48"/>
            <p:cNvSpPr/>
            <p:nvPr/>
          </p:nvSpPr>
          <p:spPr>
            <a:xfrm>
              <a:off x="4960993" y="3341119"/>
              <a:ext cx="55492" cy="50037"/>
            </a:xfrm>
            <a:custGeom>
              <a:avLst/>
              <a:gdLst/>
              <a:ahLst/>
              <a:cxnLst/>
              <a:rect l="l" t="t" r="r" b="b"/>
              <a:pathLst>
                <a:path w="1943" h="1752" extrusionOk="0">
                  <a:moveTo>
                    <a:pt x="1486" y="1"/>
                  </a:moveTo>
                  <a:cubicBezTo>
                    <a:pt x="1123" y="1"/>
                    <a:pt x="812" y="222"/>
                    <a:pt x="681" y="536"/>
                  </a:cubicBezTo>
                  <a:cubicBezTo>
                    <a:pt x="665" y="572"/>
                    <a:pt x="630" y="594"/>
                    <a:pt x="590" y="594"/>
                  </a:cubicBezTo>
                  <a:lnTo>
                    <a:pt x="584" y="594"/>
                  </a:lnTo>
                  <a:cubicBezTo>
                    <a:pt x="270" y="594"/>
                    <a:pt x="11" y="848"/>
                    <a:pt x="7" y="1162"/>
                  </a:cubicBezTo>
                  <a:cubicBezTo>
                    <a:pt x="0" y="1487"/>
                    <a:pt x="274" y="1752"/>
                    <a:pt x="599" y="1752"/>
                  </a:cubicBezTo>
                  <a:lnTo>
                    <a:pt x="1505" y="1752"/>
                  </a:lnTo>
                  <a:cubicBezTo>
                    <a:pt x="1183" y="1750"/>
                    <a:pt x="913" y="1487"/>
                    <a:pt x="920" y="1166"/>
                  </a:cubicBezTo>
                  <a:cubicBezTo>
                    <a:pt x="928" y="850"/>
                    <a:pt x="1183" y="596"/>
                    <a:pt x="1497" y="596"/>
                  </a:cubicBezTo>
                  <a:lnTo>
                    <a:pt x="1503" y="596"/>
                  </a:lnTo>
                  <a:cubicBezTo>
                    <a:pt x="1541" y="596"/>
                    <a:pt x="1577" y="574"/>
                    <a:pt x="1594" y="538"/>
                  </a:cubicBezTo>
                  <a:cubicBezTo>
                    <a:pt x="1663" y="368"/>
                    <a:pt x="1787" y="227"/>
                    <a:pt x="1943" y="130"/>
                  </a:cubicBezTo>
                  <a:cubicBezTo>
                    <a:pt x="1809" y="48"/>
                    <a:pt x="1652" y="1"/>
                    <a:pt x="1486" y="1"/>
                  </a:cubicBezTo>
                  <a:close/>
                  <a:moveTo>
                    <a:pt x="1505" y="1752"/>
                  </a:moveTo>
                  <a:cubicBezTo>
                    <a:pt x="1506" y="1752"/>
                    <a:pt x="1507" y="1752"/>
                    <a:pt x="1508" y="1752"/>
                  </a:cubicBezTo>
                  <a:cubicBezTo>
                    <a:pt x="1509" y="1752"/>
                    <a:pt x="1511" y="1752"/>
                    <a:pt x="1512" y="1752"/>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48"/>
            <p:cNvSpPr/>
            <p:nvPr/>
          </p:nvSpPr>
          <p:spPr>
            <a:xfrm>
              <a:off x="5012401" y="3536298"/>
              <a:ext cx="114554" cy="33444"/>
            </a:xfrm>
            <a:custGeom>
              <a:avLst/>
              <a:gdLst/>
              <a:ahLst/>
              <a:cxnLst/>
              <a:rect l="l" t="t" r="r" b="b"/>
              <a:pathLst>
                <a:path w="4011" h="1171" extrusionOk="0">
                  <a:moveTo>
                    <a:pt x="2844" y="0"/>
                  </a:moveTo>
                  <a:cubicBezTo>
                    <a:pt x="2593" y="0"/>
                    <a:pt x="2362" y="79"/>
                    <a:pt x="2171" y="214"/>
                  </a:cubicBezTo>
                  <a:cubicBezTo>
                    <a:pt x="2145" y="233"/>
                    <a:pt x="2113" y="243"/>
                    <a:pt x="2082" y="243"/>
                  </a:cubicBezTo>
                  <a:cubicBezTo>
                    <a:pt x="2065" y="243"/>
                    <a:pt x="2048" y="240"/>
                    <a:pt x="2032" y="234"/>
                  </a:cubicBezTo>
                  <a:cubicBezTo>
                    <a:pt x="1923" y="194"/>
                    <a:pt x="1806" y="170"/>
                    <a:pt x="1683" y="170"/>
                  </a:cubicBezTo>
                  <a:cubicBezTo>
                    <a:pt x="1446" y="170"/>
                    <a:pt x="1229" y="252"/>
                    <a:pt x="1057" y="393"/>
                  </a:cubicBezTo>
                  <a:cubicBezTo>
                    <a:pt x="1031" y="412"/>
                    <a:pt x="1000" y="423"/>
                    <a:pt x="968" y="423"/>
                  </a:cubicBezTo>
                  <a:cubicBezTo>
                    <a:pt x="947" y="423"/>
                    <a:pt x="925" y="418"/>
                    <a:pt x="904" y="407"/>
                  </a:cubicBezTo>
                  <a:cubicBezTo>
                    <a:pt x="791" y="349"/>
                    <a:pt x="661" y="314"/>
                    <a:pt x="524" y="314"/>
                  </a:cubicBezTo>
                  <a:cubicBezTo>
                    <a:pt x="521" y="314"/>
                    <a:pt x="519" y="314"/>
                    <a:pt x="516" y="314"/>
                  </a:cubicBezTo>
                  <a:cubicBezTo>
                    <a:pt x="322" y="314"/>
                    <a:pt x="144" y="381"/>
                    <a:pt x="0" y="495"/>
                  </a:cubicBezTo>
                  <a:cubicBezTo>
                    <a:pt x="188" y="621"/>
                    <a:pt x="323" y="822"/>
                    <a:pt x="356" y="1055"/>
                  </a:cubicBezTo>
                  <a:cubicBezTo>
                    <a:pt x="365" y="1117"/>
                    <a:pt x="320" y="1170"/>
                    <a:pt x="261" y="1170"/>
                  </a:cubicBezTo>
                  <a:lnTo>
                    <a:pt x="3852" y="1170"/>
                  </a:lnTo>
                  <a:cubicBezTo>
                    <a:pt x="3942" y="1170"/>
                    <a:pt x="4011" y="1088"/>
                    <a:pt x="3996" y="997"/>
                  </a:cubicBezTo>
                  <a:cubicBezTo>
                    <a:pt x="3911" y="431"/>
                    <a:pt x="3427" y="0"/>
                    <a:pt x="28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48"/>
            <p:cNvSpPr/>
            <p:nvPr/>
          </p:nvSpPr>
          <p:spPr>
            <a:xfrm>
              <a:off x="5012344" y="3541125"/>
              <a:ext cx="50922" cy="28617"/>
            </a:xfrm>
            <a:custGeom>
              <a:avLst/>
              <a:gdLst/>
              <a:ahLst/>
              <a:cxnLst/>
              <a:rect l="l" t="t" r="r" b="b"/>
              <a:pathLst>
                <a:path w="1783" h="1002" extrusionOk="0">
                  <a:moveTo>
                    <a:pt x="1682" y="1"/>
                  </a:moveTo>
                  <a:cubicBezTo>
                    <a:pt x="1444" y="1"/>
                    <a:pt x="1229" y="83"/>
                    <a:pt x="1057" y="224"/>
                  </a:cubicBezTo>
                  <a:cubicBezTo>
                    <a:pt x="1031" y="243"/>
                    <a:pt x="1000" y="254"/>
                    <a:pt x="969" y="254"/>
                  </a:cubicBezTo>
                  <a:cubicBezTo>
                    <a:pt x="947" y="254"/>
                    <a:pt x="925" y="249"/>
                    <a:pt x="904" y="238"/>
                  </a:cubicBezTo>
                  <a:cubicBezTo>
                    <a:pt x="791" y="180"/>
                    <a:pt x="659" y="145"/>
                    <a:pt x="522" y="145"/>
                  </a:cubicBezTo>
                  <a:cubicBezTo>
                    <a:pt x="520" y="145"/>
                    <a:pt x="517" y="145"/>
                    <a:pt x="515" y="145"/>
                  </a:cubicBezTo>
                  <a:cubicBezTo>
                    <a:pt x="322" y="145"/>
                    <a:pt x="144" y="212"/>
                    <a:pt x="0" y="326"/>
                  </a:cubicBezTo>
                  <a:cubicBezTo>
                    <a:pt x="188" y="452"/>
                    <a:pt x="322" y="653"/>
                    <a:pt x="356" y="886"/>
                  </a:cubicBezTo>
                  <a:cubicBezTo>
                    <a:pt x="365" y="948"/>
                    <a:pt x="320" y="1001"/>
                    <a:pt x="261" y="1001"/>
                  </a:cubicBezTo>
                  <a:lnTo>
                    <a:pt x="1390" y="1001"/>
                  </a:lnTo>
                  <a:cubicBezTo>
                    <a:pt x="1302" y="1001"/>
                    <a:pt x="1231" y="919"/>
                    <a:pt x="1244" y="828"/>
                  </a:cubicBezTo>
                  <a:cubicBezTo>
                    <a:pt x="1297" y="481"/>
                    <a:pt x="1499" y="183"/>
                    <a:pt x="1782" y="6"/>
                  </a:cubicBezTo>
                  <a:cubicBezTo>
                    <a:pt x="1749" y="5"/>
                    <a:pt x="1716" y="1"/>
                    <a:pt x="168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48"/>
            <p:cNvSpPr/>
            <p:nvPr/>
          </p:nvSpPr>
          <p:spPr>
            <a:xfrm>
              <a:off x="4937003" y="3546351"/>
              <a:ext cx="86737" cy="23391"/>
            </a:xfrm>
            <a:custGeom>
              <a:avLst/>
              <a:gdLst/>
              <a:ahLst/>
              <a:cxnLst/>
              <a:rect l="l" t="t" r="r" b="b"/>
              <a:pathLst>
                <a:path w="3037" h="819" extrusionOk="0">
                  <a:moveTo>
                    <a:pt x="2220" y="0"/>
                  </a:moveTo>
                  <a:cubicBezTo>
                    <a:pt x="2045" y="0"/>
                    <a:pt x="1883" y="59"/>
                    <a:pt x="1749" y="154"/>
                  </a:cubicBezTo>
                  <a:cubicBezTo>
                    <a:pt x="1732" y="166"/>
                    <a:pt x="1712" y="173"/>
                    <a:pt x="1691" y="173"/>
                  </a:cubicBezTo>
                  <a:cubicBezTo>
                    <a:pt x="1678" y="173"/>
                    <a:pt x="1665" y="170"/>
                    <a:pt x="1652" y="165"/>
                  </a:cubicBezTo>
                  <a:cubicBezTo>
                    <a:pt x="1578" y="136"/>
                    <a:pt x="1495" y="119"/>
                    <a:pt x="1408" y="119"/>
                  </a:cubicBezTo>
                  <a:cubicBezTo>
                    <a:pt x="1244" y="119"/>
                    <a:pt x="1092" y="178"/>
                    <a:pt x="973" y="274"/>
                  </a:cubicBezTo>
                  <a:cubicBezTo>
                    <a:pt x="956" y="289"/>
                    <a:pt x="935" y="296"/>
                    <a:pt x="914" y="296"/>
                  </a:cubicBezTo>
                  <a:cubicBezTo>
                    <a:pt x="897" y="296"/>
                    <a:pt x="881" y="291"/>
                    <a:pt x="866" y="283"/>
                  </a:cubicBezTo>
                  <a:cubicBezTo>
                    <a:pt x="785" y="243"/>
                    <a:pt x="696" y="220"/>
                    <a:pt x="601" y="220"/>
                  </a:cubicBezTo>
                  <a:cubicBezTo>
                    <a:pt x="600" y="219"/>
                    <a:pt x="598" y="219"/>
                    <a:pt x="597" y="219"/>
                  </a:cubicBezTo>
                  <a:cubicBezTo>
                    <a:pt x="316" y="219"/>
                    <a:pt x="71" y="425"/>
                    <a:pt x="11" y="701"/>
                  </a:cubicBezTo>
                  <a:cubicBezTo>
                    <a:pt x="0" y="762"/>
                    <a:pt x="46" y="818"/>
                    <a:pt x="108" y="818"/>
                  </a:cubicBezTo>
                  <a:lnTo>
                    <a:pt x="2927" y="818"/>
                  </a:lnTo>
                  <a:cubicBezTo>
                    <a:pt x="2991" y="818"/>
                    <a:pt x="3036" y="764"/>
                    <a:pt x="3027" y="701"/>
                  </a:cubicBezTo>
                  <a:cubicBezTo>
                    <a:pt x="2967" y="305"/>
                    <a:pt x="2629" y="0"/>
                    <a:pt x="22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48"/>
            <p:cNvSpPr/>
            <p:nvPr/>
          </p:nvSpPr>
          <p:spPr>
            <a:xfrm>
              <a:off x="4937003" y="3549750"/>
              <a:ext cx="45639" cy="19992"/>
            </a:xfrm>
            <a:custGeom>
              <a:avLst/>
              <a:gdLst/>
              <a:ahLst/>
              <a:cxnLst/>
              <a:rect l="l" t="t" r="r" b="b"/>
              <a:pathLst>
                <a:path w="1598" h="700" extrusionOk="0">
                  <a:moveTo>
                    <a:pt x="1408" y="0"/>
                  </a:moveTo>
                  <a:cubicBezTo>
                    <a:pt x="1244" y="0"/>
                    <a:pt x="1092" y="59"/>
                    <a:pt x="972" y="155"/>
                  </a:cubicBezTo>
                  <a:cubicBezTo>
                    <a:pt x="955" y="170"/>
                    <a:pt x="935" y="177"/>
                    <a:pt x="914" y="177"/>
                  </a:cubicBezTo>
                  <a:cubicBezTo>
                    <a:pt x="897" y="177"/>
                    <a:pt x="881" y="172"/>
                    <a:pt x="866" y="164"/>
                  </a:cubicBezTo>
                  <a:cubicBezTo>
                    <a:pt x="785" y="124"/>
                    <a:pt x="696" y="101"/>
                    <a:pt x="601" y="101"/>
                  </a:cubicBezTo>
                  <a:cubicBezTo>
                    <a:pt x="600" y="100"/>
                    <a:pt x="598" y="100"/>
                    <a:pt x="597" y="100"/>
                  </a:cubicBezTo>
                  <a:cubicBezTo>
                    <a:pt x="316" y="100"/>
                    <a:pt x="71" y="306"/>
                    <a:pt x="11" y="582"/>
                  </a:cubicBezTo>
                  <a:cubicBezTo>
                    <a:pt x="0" y="643"/>
                    <a:pt x="46" y="699"/>
                    <a:pt x="108" y="699"/>
                  </a:cubicBezTo>
                  <a:lnTo>
                    <a:pt x="1139" y="699"/>
                  </a:lnTo>
                  <a:cubicBezTo>
                    <a:pt x="1130" y="674"/>
                    <a:pt x="1125" y="646"/>
                    <a:pt x="1130" y="615"/>
                  </a:cubicBezTo>
                  <a:cubicBezTo>
                    <a:pt x="1185" y="351"/>
                    <a:pt x="1366" y="135"/>
                    <a:pt x="1598" y="27"/>
                  </a:cubicBezTo>
                  <a:cubicBezTo>
                    <a:pt x="1539" y="9"/>
                    <a:pt x="1475" y="0"/>
                    <a:pt x="1408"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48"/>
            <p:cNvSpPr/>
            <p:nvPr/>
          </p:nvSpPr>
          <p:spPr>
            <a:xfrm>
              <a:off x="4917953" y="3471781"/>
              <a:ext cx="32673" cy="71914"/>
            </a:xfrm>
            <a:custGeom>
              <a:avLst/>
              <a:gdLst/>
              <a:ahLst/>
              <a:cxnLst/>
              <a:rect l="l" t="t" r="r" b="b"/>
              <a:pathLst>
                <a:path w="1144" h="2518" extrusionOk="0">
                  <a:moveTo>
                    <a:pt x="466" y="0"/>
                  </a:moveTo>
                  <a:cubicBezTo>
                    <a:pt x="301" y="0"/>
                    <a:pt x="157" y="80"/>
                    <a:pt x="67" y="205"/>
                  </a:cubicBezTo>
                  <a:cubicBezTo>
                    <a:pt x="56" y="251"/>
                    <a:pt x="39" y="297"/>
                    <a:pt x="19" y="337"/>
                  </a:cubicBezTo>
                  <a:cubicBezTo>
                    <a:pt x="1" y="373"/>
                    <a:pt x="8" y="415"/>
                    <a:pt x="34" y="446"/>
                  </a:cubicBezTo>
                  <a:cubicBezTo>
                    <a:pt x="129" y="565"/>
                    <a:pt x="184" y="718"/>
                    <a:pt x="184" y="883"/>
                  </a:cubicBezTo>
                  <a:cubicBezTo>
                    <a:pt x="184" y="968"/>
                    <a:pt x="167" y="1051"/>
                    <a:pt x="140" y="1129"/>
                  </a:cubicBezTo>
                  <a:cubicBezTo>
                    <a:pt x="129" y="1160"/>
                    <a:pt x="134" y="1197"/>
                    <a:pt x="152" y="1224"/>
                  </a:cubicBezTo>
                  <a:cubicBezTo>
                    <a:pt x="247" y="1359"/>
                    <a:pt x="302" y="1522"/>
                    <a:pt x="302" y="1699"/>
                  </a:cubicBezTo>
                  <a:cubicBezTo>
                    <a:pt x="302" y="1954"/>
                    <a:pt x="185" y="2181"/>
                    <a:pt x="3" y="2332"/>
                  </a:cubicBezTo>
                  <a:cubicBezTo>
                    <a:pt x="116" y="2436"/>
                    <a:pt x="262" y="2506"/>
                    <a:pt x="423" y="2516"/>
                  </a:cubicBezTo>
                  <a:cubicBezTo>
                    <a:pt x="438" y="2517"/>
                    <a:pt x="453" y="2518"/>
                    <a:pt x="468" y="2518"/>
                  </a:cubicBezTo>
                  <a:cubicBezTo>
                    <a:pt x="840" y="2518"/>
                    <a:pt x="1144" y="2217"/>
                    <a:pt x="1144" y="1843"/>
                  </a:cubicBezTo>
                  <a:cubicBezTo>
                    <a:pt x="1144" y="1695"/>
                    <a:pt x="1098" y="1560"/>
                    <a:pt x="1020" y="1450"/>
                  </a:cubicBezTo>
                  <a:cubicBezTo>
                    <a:pt x="1003" y="1428"/>
                    <a:pt x="998" y="1397"/>
                    <a:pt x="1011" y="1374"/>
                  </a:cubicBezTo>
                  <a:cubicBezTo>
                    <a:pt x="1032" y="1308"/>
                    <a:pt x="1047" y="1240"/>
                    <a:pt x="1047" y="1169"/>
                  </a:cubicBezTo>
                  <a:cubicBezTo>
                    <a:pt x="1047" y="1034"/>
                    <a:pt x="998" y="910"/>
                    <a:pt x="921" y="811"/>
                  </a:cubicBezTo>
                  <a:cubicBezTo>
                    <a:pt x="901" y="786"/>
                    <a:pt x="896" y="749"/>
                    <a:pt x="910" y="720"/>
                  </a:cubicBezTo>
                  <a:cubicBezTo>
                    <a:pt x="943" y="654"/>
                    <a:pt x="961" y="580"/>
                    <a:pt x="961" y="499"/>
                  </a:cubicBezTo>
                  <a:cubicBezTo>
                    <a:pt x="965" y="236"/>
                    <a:pt x="755" y="15"/>
                    <a:pt x="492" y="1"/>
                  </a:cubicBezTo>
                  <a:cubicBezTo>
                    <a:pt x="483" y="0"/>
                    <a:pt x="474" y="0"/>
                    <a:pt x="4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48"/>
            <p:cNvSpPr/>
            <p:nvPr/>
          </p:nvSpPr>
          <p:spPr>
            <a:xfrm>
              <a:off x="4917953" y="3471781"/>
              <a:ext cx="22677" cy="71914"/>
            </a:xfrm>
            <a:custGeom>
              <a:avLst/>
              <a:gdLst/>
              <a:ahLst/>
              <a:cxnLst/>
              <a:rect l="l" t="t" r="r" b="b"/>
              <a:pathLst>
                <a:path w="794" h="2518" extrusionOk="0">
                  <a:moveTo>
                    <a:pt x="466" y="0"/>
                  </a:moveTo>
                  <a:cubicBezTo>
                    <a:pt x="301" y="0"/>
                    <a:pt x="157" y="80"/>
                    <a:pt x="67" y="205"/>
                  </a:cubicBezTo>
                  <a:cubicBezTo>
                    <a:pt x="56" y="251"/>
                    <a:pt x="39" y="297"/>
                    <a:pt x="19" y="337"/>
                  </a:cubicBezTo>
                  <a:cubicBezTo>
                    <a:pt x="1" y="373"/>
                    <a:pt x="8" y="415"/>
                    <a:pt x="34" y="446"/>
                  </a:cubicBezTo>
                  <a:cubicBezTo>
                    <a:pt x="129" y="565"/>
                    <a:pt x="184" y="718"/>
                    <a:pt x="184" y="883"/>
                  </a:cubicBezTo>
                  <a:cubicBezTo>
                    <a:pt x="184" y="968"/>
                    <a:pt x="167" y="1051"/>
                    <a:pt x="140" y="1129"/>
                  </a:cubicBezTo>
                  <a:cubicBezTo>
                    <a:pt x="129" y="1160"/>
                    <a:pt x="134" y="1197"/>
                    <a:pt x="152" y="1224"/>
                  </a:cubicBezTo>
                  <a:cubicBezTo>
                    <a:pt x="247" y="1359"/>
                    <a:pt x="302" y="1522"/>
                    <a:pt x="302" y="1699"/>
                  </a:cubicBezTo>
                  <a:cubicBezTo>
                    <a:pt x="302" y="1954"/>
                    <a:pt x="185" y="2181"/>
                    <a:pt x="3" y="2332"/>
                  </a:cubicBezTo>
                  <a:cubicBezTo>
                    <a:pt x="116" y="2436"/>
                    <a:pt x="262" y="2506"/>
                    <a:pt x="423" y="2516"/>
                  </a:cubicBezTo>
                  <a:cubicBezTo>
                    <a:pt x="435" y="2517"/>
                    <a:pt x="447" y="2518"/>
                    <a:pt x="459" y="2518"/>
                  </a:cubicBezTo>
                  <a:cubicBezTo>
                    <a:pt x="471" y="2518"/>
                    <a:pt x="483" y="2517"/>
                    <a:pt x="494" y="2516"/>
                  </a:cubicBezTo>
                  <a:cubicBezTo>
                    <a:pt x="686" y="2288"/>
                    <a:pt x="793" y="1996"/>
                    <a:pt x="793" y="1697"/>
                  </a:cubicBezTo>
                  <a:cubicBezTo>
                    <a:pt x="793" y="1516"/>
                    <a:pt x="755" y="1341"/>
                    <a:pt x="682" y="1178"/>
                  </a:cubicBezTo>
                  <a:cubicBezTo>
                    <a:pt x="660" y="1133"/>
                    <a:pt x="655" y="1085"/>
                    <a:pt x="660" y="1036"/>
                  </a:cubicBezTo>
                  <a:cubicBezTo>
                    <a:pt x="667" y="985"/>
                    <a:pt x="669" y="936"/>
                    <a:pt x="669" y="883"/>
                  </a:cubicBezTo>
                  <a:cubicBezTo>
                    <a:pt x="669" y="720"/>
                    <a:pt x="636" y="558"/>
                    <a:pt x="569" y="410"/>
                  </a:cubicBezTo>
                  <a:cubicBezTo>
                    <a:pt x="549" y="362"/>
                    <a:pt x="541" y="309"/>
                    <a:pt x="550" y="256"/>
                  </a:cubicBezTo>
                  <a:cubicBezTo>
                    <a:pt x="563" y="196"/>
                    <a:pt x="569" y="134"/>
                    <a:pt x="569" y="72"/>
                  </a:cubicBezTo>
                  <a:cubicBezTo>
                    <a:pt x="569" y="52"/>
                    <a:pt x="569" y="32"/>
                    <a:pt x="567" y="10"/>
                  </a:cubicBezTo>
                  <a:cubicBezTo>
                    <a:pt x="541" y="6"/>
                    <a:pt x="518" y="1"/>
                    <a:pt x="492" y="1"/>
                  </a:cubicBezTo>
                  <a:cubicBezTo>
                    <a:pt x="483" y="0"/>
                    <a:pt x="474" y="0"/>
                    <a:pt x="46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48"/>
            <p:cNvSpPr/>
            <p:nvPr/>
          </p:nvSpPr>
          <p:spPr>
            <a:xfrm>
              <a:off x="4879597" y="3456530"/>
              <a:ext cx="47895" cy="87137"/>
            </a:xfrm>
            <a:custGeom>
              <a:avLst/>
              <a:gdLst/>
              <a:ahLst/>
              <a:cxnLst/>
              <a:rect l="l" t="t" r="r" b="b"/>
              <a:pathLst>
                <a:path w="1677" h="3051" extrusionOk="0">
                  <a:moveTo>
                    <a:pt x="844" y="1"/>
                  </a:moveTo>
                  <a:cubicBezTo>
                    <a:pt x="506" y="1"/>
                    <a:pt x="234" y="270"/>
                    <a:pt x="234" y="599"/>
                  </a:cubicBezTo>
                  <a:cubicBezTo>
                    <a:pt x="234" y="695"/>
                    <a:pt x="258" y="787"/>
                    <a:pt x="298" y="869"/>
                  </a:cubicBezTo>
                  <a:cubicBezTo>
                    <a:pt x="316" y="905"/>
                    <a:pt x="312" y="946"/>
                    <a:pt x="287" y="978"/>
                  </a:cubicBezTo>
                  <a:cubicBezTo>
                    <a:pt x="188" y="1097"/>
                    <a:pt x="132" y="1250"/>
                    <a:pt x="132" y="1415"/>
                  </a:cubicBezTo>
                  <a:cubicBezTo>
                    <a:pt x="132" y="1501"/>
                    <a:pt x="148" y="1583"/>
                    <a:pt x="177" y="1661"/>
                  </a:cubicBezTo>
                  <a:cubicBezTo>
                    <a:pt x="188" y="1692"/>
                    <a:pt x="187" y="1729"/>
                    <a:pt x="166" y="1756"/>
                  </a:cubicBezTo>
                  <a:cubicBezTo>
                    <a:pt x="57" y="1908"/>
                    <a:pt x="0" y="2094"/>
                    <a:pt x="15" y="2297"/>
                  </a:cubicBezTo>
                  <a:cubicBezTo>
                    <a:pt x="48" y="2698"/>
                    <a:pt x="380" y="3023"/>
                    <a:pt x="789" y="3049"/>
                  </a:cubicBezTo>
                  <a:cubicBezTo>
                    <a:pt x="808" y="3050"/>
                    <a:pt x="826" y="3050"/>
                    <a:pt x="845" y="3050"/>
                  </a:cubicBezTo>
                  <a:cubicBezTo>
                    <a:pt x="1303" y="3050"/>
                    <a:pt x="1676" y="2684"/>
                    <a:pt x="1676" y="2231"/>
                  </a:cubicBezTo>
                  <a:cubicBezTo>
                    <a:pt x="1673" y="2056"/>
                    <a:pt x="1616" y="1891"/>
                    <a:pt x="1519" y="1758"/>
                  </a:cubicBezTo>
                  <a:cubicBezTo>
                    <a:pt x="1499" y="1731"/>
                    <a:pt x="1495" y="1694"/>
                    <a:pt x="1508" y="1663"/>
                  </a:cubicBezTo>
                  <a:cubicBezTo>
                    <a:pt x="1537" y="1588"/>
                    <a:pt x="1554" y="1502"/>
                    <a:pt x="1554" y="1417"/>
                  </a:cubicBezTo>
                  <a:cubicBezTo>
                    <a:pt x="1554" y="1252"/>
                    <a:pt x="1497" y="1101"/>
                    <a:pt x="1401" y="980"/>
                  </a:cubicBezTo>
                  <a:cubicBezTo>
                    <a:pt x="1377" y="949"/>
                    <a:pt x="1370" y="907"/>
                    <a:pt x="1388" y="871"/>
                  </a:cubicBezTo>
                  <a:cubicBezTo>
                    <a:pt x="1428" y="790"/>
                    <a:pt x="1454" y="699"/>
                    <a:pt x="1454" y="604"/>
                  </a:cubicBezTo>
                  <a:cubicBezTo>
                    <a:pt x="1455" y="287"/>
                    <a:pt x="1198" y="18"/>
                    <a:pt x="877" y="2"/>
                  </a:cubicBezTo>
                  <a:cubicBezTo>
                    <a:pt x="866" y="1"/>
                    <a:pt x="855" y="1"/>
                    <a:pt x="8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48"/>
            <p:cNvSpPr/>
            <p:nvPr/>
          </p:nvSpPr>
          <p:spPr>
            <a:xfrm>
              <a:off x="4879426" y="3456530"/>
              <a:ext cx="33358" cy="87137"/>
            </a:xfrm>
            <a:custGeom>
              <a:avLst/>
              <a:gdLst/>
              <a:ahLst/>
              <a:cxnLst/>
              <a:rect l="l" t="t" r="r" b="b"/>
              <a:pathLst>
                <a:path w="1168" h="3051" extrusionOk="0">
                  <a:moveTo>
                    <a:pt x="844" y="1"/>
                  </a:moveTo>
                  <a:cubicBezTo>
                    <a:pt x="509" y="1"/>
                    <a:pt x="236" y="270"/>
                    <a:pt x="236" y="599"/>
                  </a:cubicBezTo>
                  <a:cubicBezTo>
                    <a:pt x="236" y="695"/>
                    <a:pt x="260" y="787"/>
                    <a:pt x="300" y="869"/>
                  </a:cubicBezTo>
                  <a:cubicBezTo>
                    <a:pt x="318" y="905"/>
                    <a:pt x="315" y="946"/>
                    <a:pt x="289" y="978"/>
                  </a:cubicBezTo>
                  <a:cubicBezTo>
                    <a:pt x="191" y="1097"/>
                    <a:pt x="134" y="1250"/>
                    <a:pt x="134" y="1415"/>
                  </a:cubicBezTo>
                  <a:cubicBezTo>
                    <a:pt x="134" y="1501"/>
                    <a:pt x="151" y="1583"/>
                    <a:pt x="180" y="1661"/>
                  </a:cubicBezTo>
                  <a:cubicBezTo>
                    <a:pt x="191" y="1692"/>
                    <a:pt x="189" y="1729"/>
                    <a:pt x="169" y="1756"/>
                  </a:cubicBezTo>
                  <a:cubicBezTo>
                    <a:pt x="59" y="1908"/>
                    <a:pt x="1" y="2094"/>
                    <a:pt x="17" y="2297"/>
                  </a:cubicBezTo>
                  <a:cubicBezTo>
                    <a:pt x="48" y="2698"/>
                    <a:pt x="382" y="3023"/>
                    <a:pt x="791" y="3049"/>
                  </a:cubicBezTo>
                  <a:cubicBezTo>
                    <a:pt x="810" y="3050"/>
                    <a:pt x="829" y="3051"/>
                    <a:pt x="848" y="3051"/>
                  </a:cubicBezTo>
                  <a:cubicBezTo>
                    <a:pt x="961" y="3051"/>
                    <a:pt x="1069" y="3027"/>
                    <a:pt x="1167" y="2987"/>
                  </a:cubicBezTo>
                  <a:cubicBezTo>
                    <a:pt x="890" y="2872"/>
                    <a:pt x="684" y="2607"/>
                    <a:pt x="658" y="2297"/>
                  </a:cubicBezTo>
                  <a:cubicBezTo>
                    <a:pt x="643" y="2096"/>
                    <a:pt x="702" y="1908"/>
                    <a:pt x="810" y="1756"/>
                  </a:cubicBezTo>
                  <a:cubicBezTo>
                    <a:pt x="830" y="1729"/>
                    <a:pt x="835" y="1692"/>
                    <a:pt x="821" y="1661"/>
                  </a:cubicBezTo>
                  <a:cubicBezTo>
                    <a:pt x="791" y="1585"/>
                    <a:pt x="775" y="1501"/>
                    <a:pt x="775" y="1415"/>
                  </a:cubicBezTo>
                  <a:cubicBezTo>
                    <a:pt x="775" y="1250"/>
                    <a:pt x="835" y="1097"/>
                    <a:pt x="930" y="978"/>
                  </a:cubicBezTo>
                  <a:cubicBezTo>
                    <a:pt x="956" y="946"/>
                    <a:pt x="959" y="905"/>
                    <a:pt x="941" y="869"/>
                  </a:cubicBezTo>
                  <a:cubicBezTo>
                    <a:pt x="901" y="789"/>
                    <a:pt x="877" y="695"/>
                    <a:pt x="877" y="599"/>
                  </a:cubicBezTo>
                  <a:cubicBezTo>
                    <a:pt x="877" y="385"/>
                    <a:pt x="992" y="195"/>
                    <a:pt x="1166" y="91"/>
                  </a:cubicBezTo>
                  <a:cubicBezTo>
                    <a:pt x="1082" y="38"/>
                    <a:pt x="983" y="5"/>
                    <a:pt x="877" y="2"/>
                  </a:cubicBezTo>
                  <a:cubicBezTo>
                    <a:pt x="866" y="1"/>
                    <a:pt x="855" y="1"/>
                    <a:pt x="844"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67" name="Google Shape;3267;p48"/>
          <p:cNvGrpSpPr/>
          <p:nvPr/>
        </p:nvGrpSpPr>
        <p:grpSpPr>
          <a:xfrm>
            <a:off x="2988910" y="3021161"/>
            <a:ext cx="466979" cy="379338"/>
            <a:chOff x="4008917" y="3267348"/>
            <a:chExt cx="333724" cy="271092"/>
          </a:xfrm>
        </p:grpSpPr>
        <p:sp>
          <p:nvSpPr>
            <p:cNvPr id="3268" name="Google Shape;3268;p48"/>
            <p:cNvSpPr/>
            <p:nvPr/>
          </p:nvSpPr>
          <p:spPr>
            <a:xfrm>
              <a:off x="4008917" y="3288169"/>
              <a:ext cx="333724" cy="250271"/>
            </a:xfrm>
            <a:custGeom>
              <a:avLst/>
              <a:gdLst/>
              <a:ahLst/>
              <a:cxnLst/>
              <a:rect l="l" t="t" r="r" b="b"/>
              <a:pathLst>
                <a:path w="11685" h="8763" extrusionOk="0">
                  <a:moveTo>
                    <a:pt x="764" y="0"/>
                  </a:moveTo>
                  <a:cubicBezTo>
                    <a:pt x="325" y="121"/>
                    <a:pt x="0" y="524"/>
                    <a:pt x="0" y="999"/>
                  </a:cubicBezTo>
                  <a:lnTo>
                    <a:pt x="0" y="7041"/>
                  </a:lnTo>
                  <a:cubicBezTo>
                    <a:pt x="0" y="7613"/>
                    <a:pt x="466" y="8078"/>
                    <a:pt x="1037" y="8078"/>
                  </a:cubicBezTo>
                  <a:lnTo>
                    <a:pt x="4868" y="8078"/>
                  </a:lnTo>
                  <a:cubicBezTo>
                    <a:pt x="4999" y="8078"/>
                    <a:pt x="5110" y="8162"/>
                    <a:pt x="5154" y="8283"/>
                  </a:cubicBezTo>
                  <a:cubicBezTo>
                    <a:pt x="5256" y="8564"/>
                    <a:pt x="5523" y="8763"/>
                    <a:pt x="5841" y="8763"/>
                  </a:cubicBezTo>
                  <a:cubicBezTo>
                    <a:pt x="6155" y="8763"/>
                    <a:pt x="6425" y="8562"/>
                    <a:pt x="6527" y="8283"/>
                  </a:cubicBezTo>
                  <a:cubicBezTo>
                    <a:pt x="6571" y="8162"/>
                    <a:pt x="6684" y="8078"/>
                    <a:pt x="6812" y="8078"/>
                  </a:cubicBezTo>
                  <a:lnTo>
                    <a:pt x="10646" y="8078"/>
                  </a:lnTo>
                  <a:cubicBezTo>
                    <a:pt x="11217" y="8078"/>
                    <a:pt x="11683" y="7613"/>
                    <a:pt x="11683" y="7041"/>
                  </a:cubicBezTo>
                  <a:lnTo>
                    <a:pt x="11683" y="999"/>
                  </a:lnTo>
                  <a:cubicBezTo>
                    <a:pt x="11684" y="522"/>
                    <a:pt x="11361" y="121"/>
                    <a:pt x="109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48"/>
            <p:cNvSpPr/>
            <p:nvPr/>
          </p:nvSpPr>
          <p:spPr>
            <a:xfrm>
              <a:off x="4008917" y="3288111"/>
              <a:ext cx="53521" cy="230736"/>
            </a:xfrm>
            <a:custGeom>
              <a:avLst/>
              <a:gdLst/>
              <a:ahLst/>
              <a:cxnLst/>
              <a:rect l="l" t="t" r="r" b="b"/>
              <a:pathLst>
                <a:path w="1874" h="8079" extrusionOk="0">
                  <a:moveTo>
                    <a:pt x="762" y="0"/>
                  </a:moveTo>
                  <a:cubicBezTo>
                    <a:pt x="324" y="121"/>
                    <a:pt x="0" y="524"/>
                    <a:pt x="0" y="999"/>
                  </a:cubicBezTo>
                  <a:lnTo>
                    <a:pt x="0" y="7042"/>
                  </a:lnTo>
                  <a:cubicBezTo>
                    <a:pt x="0" y="7613"/>
                    <a:pt x="466" y="8079"/>
                    <a:pt x="1036" y="8079"/>
                  </a:cubicBezTo>
                  <a:lnTo>
                    <a:pt x="1867" y="8079"/>
                  </a:lnTo>
                  <a:cubicBezTo>
                    <a:pt x="1302" y="8077"/>
                    <a:pt x="838" y="7611"/>
                    <a:pt x="838" y="7042"/>
                  </a:cubicBezTo>
                  <a:lnTo>
                    <a:pt x="838" y="999"/>
                  </a:lnTo>
                  <a:cubicBezTo>
                    <a:pt x="838" y="524"/>
                    <a:pt x="1162" y="121"/>
                    <a:pt x="1600" y="0"/>
                  </a:cubicBezTo>
                  <a:close/>
                  <a:moveTo>
                    <a:pt x="1867" y="8079"/>
                  </a:moveTo>
                  <a:cubicBezTo>
                    <a:pt x="1868" y="8079"/>
                    <a:pt x="1869" y="8079"/>
                    <a:pt x="1870" y="8079"/>
                  </a:cubicBezTo>
                  <a:cubicBezTo>
                    <a:pt x="1871" y="8079"/>
                    <a:pt x="1872" y="8079"/>
                    <a:pt x="1874" y="8079"/>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48"/>
            <p:cNvSpPr/>
            <p:nvPr/>
          </p:nvSpPr>
          <p:spPr>
            <a:xfrm>
              <a:off x="4148033" y="3518876"/>
              <a:ext cx="39756" cy="19564"/>
            </a:xfrm>
            <a:custGeom>
              <a:avLst/>
              <a:gdLst/>
              <a:ahLst/>
              <a:cxnLst/>
              <a:rect l="l" t="t" r="r" b="b"/>
              <a:pathLst>
                <a:path w="1392" h="685" extrusionOk="0">
                  <a:moveTo>
                    <a:pt x="0" y="0"/>
                  </a:moveTo>
                  <a:cubicBezTo>
                    <a:pt x="130" y="0"/>
                    <a:pt x="241" y="84"/>
                    <a:pt x="285" y="205"/>
                  </a:cubicBezTo>
                  <a:cubicBezTo>
                    <a:pt x="387" y="486"/>
                    <a:pt x="654" y="685"/>
                    <a:pt x="971" y="685"/>
                  </a:cubicBezTo>
                  <a:cubicBezTo>
                    <a:pt x="1127" y="685"/>
                    <a:pt x="1273" y="634"/>
                    <a:pt x="1391" y="552"/>
                  </a:cubicBezTo>
                  <a:cubicBezTo>
                    <a:pt x="1269" y="468"/>
                    <a:pt x="1174" y="347"/>
                    <a:pt x="1123" y="205"/>
                  </a:cubicBezTo>
                  <a:cubicBezTo>
                    <a:pt x="1079" y="84"/>
                    <a:pt x="964" y="0"/>
                    <a:pt x="83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48"/>
            <p:cNvSpPr/>
            <p:nvPr/>
          </p:nvSpPr>
          <p:spPr>
            <a:xfrm>
              <a:off x="4030651" y="3267348"/>
              <a:ext cx="145085" cy="229394"/>
            </a:xfrm>
            <a:custGeom>
              <a:avLst/>
              <a:gdLst/>
              <a:ahLst/>
              <a:cxnLst/>
              <a:rect l="l" t="t" r="r" b="b"/>
              <a:pathLst>
                <a:path w="5080" h="8032" extrusionOk="0">
                  <a:moveTo>
                    <a:pt x="450" y="1"/>
                  </a:moveTo>
                  <a:cubicBezTo>
                    <a:pt x="202" y="1"/>
                    <a:pt x="1" y="201"/>
                    <a:pt x="1" y="448"/>
                  </a:cubicBezTo>
                  <a:lnTo>
                    <a:pt x="1" y="7584"/>
                  </a:lnTo>
                  <a:cubicBezTo>
                    <a:pt x="1" y="7831"/>
                    <a:pt x="202" y="8031"/>
                    <a:pt x="450" y="8031"/>
                  </a:cubicBezTo>
                  <a:lnTo>
                    <a:pt x="4632" y="8031"/>
                  </a:lnTo>
                  <a:cubicBezTo>
                    <a:pt x="4879" y="8031"/>
                    <a:pt x="5080" y="7831"/>
                    <a:pt x="5080" y="7584"/>
                  </a:cubicBezTo>
                  <a:lnTo>
                    <a:pt x="5080" y="448"/>
                  </a:lnTo>
                  <a:cubicBezTo>
                    <a:pt x="5080" y="201"/>
                    <a:pt x="4881" y="1"/>
                    <a:pt x="46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48"/>
            <p:cNvSpPr/>
            <p:nvPr/>
          </p:nvSpPr>
          <p:spPr>
            <a:xfrm>
              <a:off x="4030708" y="3267348"/>
              <a:ext cx="38984" cy="229394"/>
            </a:xfrm>
            <a:custGeom>
              <a:avLst/>
              <a:gdLst/>
              <a:ahLst/>
              <a:cxnLst/>
              <a:rect l="l" t="t" r="r" b="b"/>
              <a:pathLst>
                <a:path w="1365" h="8032" extrusionOk="0">
                  <a:moveTo>
                    <a:pt x="448" y="1"/>
                  </a:moveTo>
                  <a:cubicBezTo>
                    <a:pt x="201" y="1"/>
                    <a:pt x="1" y="201"/>
                    <a:pt x="1" y="448"/>
                  </a:cubicBezTo>
                  <a:lnTo>
                    <a:pt x="1" y="7584"/>
                  </a:lnTo>
                  <a:cubicBezTo>
                    <a:pt x="1" y="7831"/>
                    <a:pt x="201" y="8031"/>
                    <a:pt x="448" y="8031"/>
                  </a:cubicBezTo>
                  <a:lnTo>
                    <a:pt x="1364" y="8031"/>
                  </a:lnTo>
                  <a:cubicBezTo>
                    <a:pt x="1118" y="8031"/>
                    <a:pt x="917" y="7831"/>
                    <a:pt x="917" y="7584"/>
                  </a:cubicBezTo>
                  <a:lnTo>
                    <a:pt x="917" y="448"/>
                  </a:lnTo>
                  <a:cubicBezTo>
                    <a:pt x="917" y="201"/>
                    <a:pt x="1118" y="1"/>
                    <a:pt x="1364"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48"/>
            <p:cNvSpPr/>
            <p:nvPr/>
          </p:nvSpPr>
          <p:spPr>
            <a:xfrm>
              <a:off x="4175022" y="3267348"/>
              <a:ext cx="145884" cy="229394"/>
            </a:xfrm>
            <a:custGeom>
              <a:avLst/>
              <a:gdLst/>
              <a:ahLst/>
              <a:cxnLst/>
              <a:rect l="l" t="t" r="r" b="b"/>
              <a:pathLst>
                <a:path w="5108" h="8032" extrusionOk="0">
                  <a:moveTo>
                    <a:pt x="448" y="1"/>
                  </a:moveTo>
                  <a:cubicBezTo>
                    <a:pt x="202" y="1"/>
                    <a:pt x="1" y="201"/>
                    <a:pt x="1" y="448"/>
                  </a:cubicBezTo>
                  <a:lnTo>
                    <a:pt x="1" y="7584"/>
                  </a:lnTo>
                  <a:cubicBezTo>
                    <a:pt x="1" y="7831"/>
                    <a:pt x="202" y="8031"/>
                    <a:pt x="448" y="8031"/>
                  </a:cubicBezTo>
                  <a:lnTo>
                    <a:pt x="4660" y="8031"/>
                  </a:lnTo>
                  <a:cubicBezTo>
                    <a:pt x="4906" y="8031"/>
                    <a:pt x="5107" y="7831"/>
                    <a:pt x="5107" y="7584"/>
                  </a:cubicBezTo>
                  <a:lnTo>
                    <a:pt x="5107" y="448"/>
                  </a:lnTo>
                  <a:cubicBezTo>
                    <a:pt x="5107" y="201"/>
                    <a:pt x="4906" y="1"/>
                    <a:pt x="4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48"/>
            <p:cNvSpPr/>
            <p:nvPr/>
          </p:nvSpPr>
          <p:spPr>
            <a:xfrm>
              <a:off x="4175022" y="3267348"/>
              <a:ext cx="39042" cy="229394"/>
            </a:xfrm>
            <a:custGeom>
              <a:avLst/>
              <a:gdLst/>
              <a:ahLst/>
              <a:cxnLst/>
              <a:rect l="l" t="t" r="r" b="b"/>
              <a:pathLst>
                <a:path w="1367" h="8032" extrusionOk="0">
                  <a:moveTo>
                    <a:pt x="448" y="1"/>
                  </a:moveTo>
                  <a:cubicBezTo>
                    <a:pt x="202" y="1"/>
                    <a:pt x="1" y="201"/>
                    <a:pt x="1" y="448"/>
                  </a:cubicBezTo>
                  <a:lnTo>
                    <a:pt x="1" y="7584"/>
                  </a:lnTo>
                  <a:cubicBezTo>
                    <a:pt x="1" y="7831"/>
                    <a:pt x="202" y="8031"/>
                    <a:pt x="448" y="8031"/>
                  </a:cubicBezTo>
                  <a:lnTo>
                    <a:pt x="1366" y="8031"/>
                  </a:lnTo>
                  <a:cubicBezTo>
                    <a:pt x="1120" y="8031"/>
                    <a:pt x="919" y="7831"/>
                    <a:pt x="919" y="7584"/>
                  </a:cubicBezTo>
                  <a:lnTo>
                    <a:pt x="919" y="448"/>
                  </a:lnTo>
                  <a:cubicBezTo>
                    <a:pt x="919" y="201"/>
                    <a:pt x="1120" y="1"/>
                    <a:pt x="1366"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48"/>
            <p:cNvSpPr/>
            <p:nvPr/>
          </p:nvSpPr>
          <p:spPr>
            <a:xfrm>
              <a:off x="4058240" y="3301563"/>
              <a:ext cx="89964" cy="89964"/>
            </a:xfrm>
            <a:custGeom>
              <a:avLst/>
              <a:gdLst/>
              <a:ahLst/>
              <a:cxnLst/>
              <a:rect l="l" t="t" r="r" b="b"/>
              <a:pathLst>
                <a:path w="3150" h="3150" extrusionOk="0">
                  <a:moveTo>
                    <a:pt x="1576" y="0"/>
                  </a:moveTo>
                  <a:cubicBezTo>
                    <a:pt x="705" y="0"/>
                    <a:pt x="0" y="705"/>
                    <a:pt x="0" y="1576"/>
                  </a:cubicBezTo>
                  <a:cubicBezTo>
                    <a:pt x="0" y="2445"/>
                    <a:pt x="705" y="3149"/>
                    <a:pt x="1576" y="3149"/>
                  </a:cubicBezTo>
                  <a:cubicBezTo>
                    <a:pt x="2445" y="3149"/>
                    <a:pt x="3150" y="2445"/>
                    <a:pt x="3150" y="1576"/>
                  </a:cubicBezTo>
                  <a:cubicBezTo>
                    <a:pt x="3150" y="705"/>
                    <a:pt x="2445" y="0"/>
                    <a:pt x="1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48"/>
            <p:cNvSpPr/>
            <p:nvPr/>
          </p:nvSpPr>
          <p:spPr>
            <a:xfrm>
              <a:off x="4058240" y="3301563"/>
              <a:ext cx="61176" cy="89964"/>
            </a:xfrm>
            <a:custGeom>
              <a:avLst/>
              <a:gdLst/>
              <a:ahLst/>
              <a:cxnLst/>
              <a:rect l="l" t="t" r="r" b="b"/>
              <a:pathLst>
                <a:path w="2142" h="3150" extrusionOk="0">
                  <a:moveTo>
                    <a:pt x="1576" y="0"/>
                  </a:moveTo>
                  <a:cubicBezTo>
                    <a:pt x="707" y="0"/>
                    <a:pt x="0" y="707"/>
                    <a:pt x="0" y="1576"/>
                  </a:cubicBezTo>
                  <a:cubicBezTo>
                    <a:pt x="0" y="2445"/>
                    <a:pt x="707" y="3149"/>
                    <a:pt x="1576" y="3149"/>
                  </a:cubicBezTo>
                  <a:cubicBezTo>
                    <a:pt x="1777" y="3149"/>
                    <a:pt x="1967" y="3113"/>
                    <a:pt x="2142" y="3045"/>
                  </a:cubicBezTo>
                  <a:cubicBezTo>
                    <a:pt x="1552" y="2817"/>
                    <a:pt x="1136" y="2246"/>
                    <a:pt x="1136" y="1576"/>
                  </a:cubicBezTo>
                  <a:cubicBezTo>
                    <a:pt x="1136" y="908"/>
                    <a:pt x="1552" y="334"/>
                    <a:pt x="2142" y="106"/>
                  </a:cubicBezTo>
                  <a:cubicBezTo>
                    <a:pt x="1967" y="37"/>
                    <a:pt x="1775" y="0"/>
                    <a:pt x="157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48"/>
            <p:cNvSpPr/>
            <p:nvPr/>
          </p:nvSpPr>
          <p:spPr>
            <a:xfrm>
              <a:off x="4053242" y="3296537"/>
              <a:ext cx="100017" cy="100046"/>
            </a:xfrm>
            <a:custGeom>
              <a:avLst/>
              <a:gdLst/>
              <a:ahLst/>
              <a:cxnLst/>
              <a:rect l="l" t="t" r="r" b="b"/>
              <a:pathLst>
                <a:path w="3502" h="3503" extrusionOk="0">
                  <a:moveTo>
                    <a:pt x="993" y="578"/>
                  </a:moveTo>
                  <a:lnTo>
                    <a:pt x="993" y="578"/>
                  </a:lnTo>
                  <a:cubicBezTo>
                    <a:pt x="853" y="846"/>
                    <a:pt x="761" y="1189"/>
                    <a:pt x="741" y="1576"/>
                  </a:cubicBezTo>
                  <a:lnTo>
                    <a:pt x="364" y="1576"/>
                  </a:lnTo>
                  <a:cubicBezTo>
                    <a:pt x="415" y="1168"/>
                    <a:pt x="646" y="802"/>
                    <a:pt x="993" y="578"/>
                  </a:cubicBezTo>
                  <a:close/>
                  <a:moveTo>
                    <a:pt x="1576" y="412"/>
                  </a:moveTo>
                  <a:lnTo>
                    <a:pt x="1576" y="1576"/>
                  </a:lnTo>
                  <a:lnTo>
                    <a:pt x="1096" y="1576"/>
                  </a:lnTo>
                  <a:cubicBezTo>
                    <a:pt x="1132" y="994"/>
                    <a:pt x="1342" y="563"/>
                    <a:pt x="1576" y="412"/>
                  </a:cubicBezTo>
                  <a:close/>
                  <a:moveTo>
                    <a:pt x="1926" y="412"/>
                  </a:moveTo>
                  <a:cubicBezTo>
                    <a:pt x="2156" y="563"/>
                    <a:pt x="2370" y="994"/>
                    <a:pt x="2406" y="1576"/>
                  </a:cubicBezTo>
                  <a:lnTo>
                    <a:pt x="1926" y="1576"/>
                  </a:lnTo>
                  <a:lnTo>
                    <a:pt x="1926" y="412"/>
                  </a:lnTo>
                  <a:close/>
                  <a:moveTo>
                    <a:pt x="2507" y="578"/>
                  </a:moveTo>
                  <a:lnTo>
                    <a:pt x="2507" y="578"/>
                  </a:lnTo>
                  <a:cubicBezTo>
                    <a:pt x="2846" y="797"/>
                    <a:pt x="3084" y="1158"/>
                    <a:pt x="3137" y="1576"/>
                  </a:cubicBezTo>
                  <a:lnTo>
                    <a:pt x="2757" y="1576"/>
                  </a:lnTo>
                  <a:cubicBezTo>
                    <a:pt x="2737" y="1189"/>
                    <a:pt x="2646" y="846"/>
                    <a:pt x="2507" y="578"/>
                  </a:cubicBezTo>
                  <a:close/>
                  <a:moveTo>
                    <a:pt x="741" y="1927"/>
                  </a:moveTo>
                  <a:cubicBezTo>
                    <a:pt x="761" y="2312"/>
                    <a:pt x="853" y="2657"/>
                    <a:pt x="993" y="2924"/>
                  </a:cubicBezTo>
                  <a:cubicBezTo>
                    <a:pt x="646" y="2701"/>
                    <a:pt x="415" y="2336"/>
                    <a:pt x="364" y="1927"/>
                  </a:cubicBezTo>
                  <a:close/>
                  <a:moveTo>
                    <a:pt x="3138" y="1929"/>
                  </a:moveTo>
                  <a:cubicBezTo>
                    <a:pt x="3085" y="2334"/>
                    <a:pt x="2859" y="2699"/>
                    <a:pt x="2509" y="2927"/>
                  </a:cubicBezTo>
                  <a:lnTo>
                    <a:pt x="2509" y="2927"/>
                  </a:lnTo>
                  <a:cubicBezTo>
                    <a:pt x="2647" y="2659"/>
                    <a:pt x="2739" y="2316"/>
                    <a:pt x="2759" y="1929"/>
                  </a:cubicBezTo>
                  <a:close/>
                  <a:moveTo>
                    <a:pt x="1576" y="1927"/>
                  </a:moveTo>
                  <a:lnTo>
                    <a:pt x="1576" y="3092"/>
                  </a:lnTo>
                  <a:cubicBezTo>
                    <a:pt x="1342" y="2940"/>
                    <a:pt x="1132" y="2509"/>
                    <a:pt x="1096" y="1927"/>
                  </a:cubicBezTo>
                  <a:close/>
                  <a:moveTo>
                    <a:pt x="2406" y="1927"/>
                  </a:moveTo>
                  <a:cubicBezTo>
                    <a:pt x="2370" y="2509"/>
                    <a:pt x="2160" y="2940"/>
                    <a:pt x="1926" y="3092"/>
                  </a:cubicBezTo>
                  <a:lnTo>
                    <a:pt x="1926" y="1927"/>
                  </a:lnTo>
                  <a:close/>
                  <a:moveTo>
                    <a:pt x="1751" y="1"/>
                  </a:moveTo>
                  <a:cubicBezTo>
                    <a:pt x="785" y="1"/>
                    <a:pt x="0" y="786"/>
                    <a:pt x="0" y="1752"/>
                  </a:cubicBezTo>
                  <a:cubicBezTo>
                    <a:pt x="0" y="2717"/>
                    <a:pt x="785" y="3502"/>
                    <a:pt x="1751" y="3502"/>
                  </a:cubicBezTo>
                  <a:cubicBezTo>
                    <a:pt x="2717" y="3502"/>
                    <a:pt x="3502" y="2717"/>
                    <a:pt x="3502" y="1752"/>
                  </a:cubicBezTo>
                  <a:cubicBezTo>
                    <a:pt x="3502" y="786"/>
                    <a:pt x="2717" y="1"/>
                    <a:pt x="17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48"/>
            <p:cNvSpPr/>
            <p:nvPr/>
          </p:nvSpPr>
          <p:spPr>
            <a:xfrm>
              <a:off x="4206524" y="3407407"/>
              <a:ext cx="33672" cy="47895"/>
            </a:xfrm>
            <a:custGeom>
              <a:avLst/>
              <a:gdLst/>
              <a:ahLst/>
              <a:cxnLst/>
              <a:rect l="l" t="t" r="r" b="b"/>
              <a:pathLst>
                <a:path w="1179" h="1677" extrusionOk="0">
                  <a:moveTo>
                    <a:pt x="1" y="0"/>
                  </a:moveTo>
                  <a:lnTo>
                    <a:pt x="1" y="1464"/>
                  </a:lnTo>
                  <a:cubicBezTo>
                    <a:pt x="1" y="1579"/>
                    <a:pt x="97" y="1676"/>
                    <a:pt x="212" y="1676"/>
                  </a:cubicBezTo>
                  <a:lnTo>
                    <a:pt x="966" y="1676"/>
                  </a:lnTo>
                  <a:cubicBezTo>
                    <a:pt x="1083" y="1676"/>
                    <a:pt x="1178" y="1579"/>
                    <a:pt x="1178" y="1464"/>
                  </a:cubicBezTo>
                  <a:lnTo>
                    <a:pt x="117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48"/>
            <p:cNvSpPr/>
            <p:nvPr/>
          </p:nvSpPr>
          <p:spPr>
            <a:xfrm>
              <a:off x="4257160" y="3407407"/>
              <a:ext cx="33644" cy="47895"/>
            </a:xfrm>
            <a:custGeom>
              <a:avLst/>
              <a:gdLst/>
              <a:ahLst/>
              <a:cxnLst/>
              <a:rect l="l" t="t" r="r" b="b"/>
              <a:pathLst>
                <a:path w="1178" h="1677" extrusionOk="0">
                  <a:moveTo>
                    <a:pt x="0" y="0"/>
                  </a:moveTo>
                  <a:lnTo>
                    <a:pt x="0" y="1464"/>
                  </a:lnTo>
                  <a:cubicBezTo>
                    <a:pt x="0" y="1579"/>
                    <a:pt x="97" y="1676"/>
                    <a:pt x="214" y="1676"/>
                  </a:cubicBezTo>
                  <a:lnTo>
                    <a:pt x="966" y="1676"/>
                  </a:lnTo>
                  <a:cubicBezTo>
                    <a:pt x="1083" y="1676"/>
                    <a:pt x="1178" y="1579"/>
                    <a:pt x="1178" y="1464"/>
                  </a:cubicBezTo>
                  <a:lnTo>
                    <a:pt x="117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48"/>
            <p:cNvSpPr/>
            <p:nvPr/>
          </p:nvSpPr>
          <p:spPr>
            <a:xfrm>
              <a:off x="4206524" y="3407407"/>
              <a:ext cx="23705" cy="47895"/>
            </a:xfrm>
            <a:custGeom>
              <a:avLst/>
              <a:gdLst/>
              <a:ahLst/>
              <a:cxnLst/>
              <a:rect l="l" t="t" r="r" b="b"/>
              <a:pathLst>
                <a:path w="830" h="1677" extrusionOk="0">
                  <a:moveTo>
                    <a:pt x="1" y="0"/>
                  </a:moveTo>
                  <a:lnTo>
                    <a:pt x="1" y="1464"/>
                  </a:lnTo>
                  <a:cubicBezTo>
                    <a:pt x="1" y="1579"/>
                    <a:pt x="97" y="1676"/>
                    <a:pt x="212" y="1676"/>
                  </a:cubicBezTo>
                  <a:lnTo>
                    <a:pt x="829" y="1676"/>
                  </a:lnTo>
                  <a:cubicBezTo>
                    <a:pt x="713" y="1676"/>
                    <a:pt x="618" y="1579"/>
                    <a:pt x="618" y="1464"/>
                  </a:cubicBezTo>
                  <a:lnTo>
                    <a:pt x="618"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48"/>
            <p:cNvSpPr/>
            <p:nvPr/>
          </p:nvSpPr>
          <p:spPr>
            <a:xfrm>
              <a:off x="4257160" y="3407407"/>
              <a:ext cx="23676" cy="47895"/>
            </a:xfrm>
            <a:custGeom>
              <a:avLst/>
              <a:gdLst/>
              <a:ahLst/>
              <a:cxnLst/>
              <a:rect l="l" t="t" r="r" b="b"/>
              <a:pathLst>
                <a:path w="829" h="1677" extrusionOk="0">
                  <a:moveTo>
                    <a:pt x="0" y="0"/>
                  </a:moveTo>
                  <a:lnTo>
                    <a:pt x="0" y="1464"/>
                  </a:lnTo>
                  <a:cubicBezTo>
                    <a:pt x="0" y="1579"/>
                    <a:pt x="97" y="1676"/>
                    <a:pt x="214" y="1676"/>
                  </a:cubicBezTo>
                  <a:lnTo>
                    <a:pt x="829" y="1676"/>
                  </a:lnTo>
                  <a:cubicBezTo>
                    <a:pt x="712" y="1676"/>
                    <a:pt x="617" y="1579"/>
                    <a:pt x="617" y="1464"/>
                  </a:cubicBezTo>
                  <a:lnTo>
                    <a:pt x="617"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48"/>
            <p:cNvSpPr/>
            <p:nvPr/>
          </p:nvSpPr>
          <p:spPr>
            <a:xfrm>
              <a:off x="4201526" y="3301506"/>
              <a:ext cx="94391" cy="10082"/>
            </a:xfrm>
            <a:custGeom>
              <a:avLst/>
              <a:gdLst/>
              <a:ahLst/>
              <a:cxnLst/>
              <a:rect l="l" t="t" r="r" b="b"/>
              <a:pathLst>
                <a:path w="3305" h="353" extrusionOk="0">
                  <a:moveTo>
                    <a:pt x="176" y="0"/>
                  </a:moveTo>
                  <a:cubicBezTo>
                    <a:pt x="81" y="0"/>
                    <a:pt x="0" y="79"/>
                    <a:pt x="0" y="176"/>
                  </a:cubicBezTo>
                  <a:cubicBezTo>
                    <a:pt x="0" y="272"/>
                    <a:pt x="77" y="353"/>
                    <a:pt x="176" y="353"/>
                  </a:cubicBezTo>
                  <a:lnTo>
                    <a:pt x="3129" y="353"/>
                  </a:lnTo>
                  <a:cubicBezTo>
                    <a:pt x="3226" y="353"/>
                    <a:pt x="3305" y="274"/>
                    <a:pt x="3305" y="176"/>
                  </a:cubicBezTo>
                  <a:cubicBezTo>
                    <a:pt x="3305" y="81"/>
                    <a:pt x="3226" y="0"/>
                    <a:pt x="31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48"/>
            <p:cNvSpPr/>
            <p:nvPr/>
          </p:nvSpPr>
          <p:spPr>
            <a:xfrm>
              <a:off x="4201526" y="3322783"/>
              <a:ext cx="94391" cy="10025"/>
            </a:xfrm>
            <a:custGeom>
              <a:avLst/>
              <a:gdLst/>
              <a:ahLst/>
              <a:cxnLst/>
              <a:rect l="l" t="t" r="r" b="b"/>
              <a:pathLst>
                <a:path w="3305" h="351" extrusionOk="0">
                  <a:moveTo>
                    <a:pt x="176" y="0"/>
                  </a:moveTo>
                  <a:cubicBezTo>
                    <a:pt x="81" y="0"/>
                    <a:pt x="0" y="77"/>
                    <a:pt x="0" y="176"/>
                  </a:cubicBezTo>
                  <a:cubicBezTo>
                    <a:pt x="0" y="270"/>
                    <a:pt x="77" y="351"/>
                    <a:pt x="176" y="351"/>
                  </a:cubicBezTo>
                  <a:lnTo>
                    <a:pt x="3129" y="351"/>
                  </a:lnTo>
                  <a:cubicBezTo>
                    <a:pt x="3226" y="351"/>
                    <a:pt x="3305" y="274"/>
                    <a:pt x="3305" y="176"/>
                  </a:cubicBezTo>
                  <a:cubicBezTo>
                    <a:pt x="3305" y="79"/>
                    <a:pt x="3226" y="0"/>
                    <a:pt x="31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48"/>
            <p:cNvSpPr/>
            <p:nvPr/>
          </p:nvSpPr>
          <p:spPr>
            <a:xfrm>
              <a:off x="4201526" y="3344003"/>
              <a:ext cx="94391" cy="10082"/>
            </a:xfrm>
            <a:custGeom>
              <a:avLst/>
              <a:gdLst/>
              <a:ahLst/>
              <a:cxnLst/>
              <a:rect l="l" t="t" r="r" b="b"/>
              <a:pathLst>
                <a:path w="3305" h="353" extrusionOk="0">
                  <a:moveTo>
                    <a:pt x="176" y="0"/>
                  </a:moveTo>
                  <a:cubicBezTo>
                    <a:pt x="81" y="0"/>
                    <a:pt x="0" y="81"/>
                    <a:pt x="0" y="176"/>
                  </a:cubicBezTo>
                  <a:cubicBezTo>
                    <a:pt x="0" y="272"/>
                    <a:pt x="77" y="353"/>
                    <a:pt x="176" y="353"/>
                  </a:cubicBezTo>
                  <a:lnTo>
                    <a:pt x="3129" y="353"/>
                  </a:lnTo>
                  <a:cubicBezTo>
                    <a:pt x="3226" y="353"/>
                    <a:pt x="3305" y="272"/>
                    <a:pt x="3305" y="176"/>
                  </a:cubicBezTo>
                  <a:cubicBezTo>
                    <a:pt x="3305" y="81"/>
                    <a:pt x="3226" y="0"/>
                    <a:pt x="31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48"/>
            <p:cNvSpPr/>
            <p:nvPr/>
          </p:nvSpPr>
          <p:spPr>
            <a:xfrm>
              <a:off x="4201526" y="3365281"/>
              <a:ext cx="94391" cy="10025"/>
            </a:xfrm>
            <a:custGeom>
              <a:avLst/>
              <a:gdLst/>
              <a:ahLst/>
              <a:cxnLst/>
              <a:rect l="l" t="t" r="r" b="b"/>
              <a:pathLst>
                <a:path w="3305" h="351" extrusionOk="0">
                  <a:moveTo>
                    <a:pt x="176" y="0"/>
                  </a:moveTo>
                  <a:cubicBezTo>
                    <a:pt x="81" y="0"/>
                    <a:pt x="0" y="77"/>
                    <a:pt x="0" y="175"/>
                  </a:cubicBezTo>
                  <a:cubicBezTo>
                    <a:pt x="0" y="270"/>
                    <a:pt x="77" y="351"/>
                    <a:pt x="176" y="351"/>
                  </a:cubicBezTo>
                  <a:lnTo>
                    <a:pt x="3129" y="351"/>
                  </a:lnTo>
                  <a:cubicBezTo>
                    <a:pt x="3226" y="351"/>
                    <a:pt x="3305" y="274"/>
                    <a:pt x="3305" y="175"/>
                  </a:cubicBezTo>
                  <a:cubicBezTo>
                    <a:pt x="3305" y="79"/>
                    <a:pt x="3226" y="0"/>
                    <a:pt x="31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48"/>
            <p:cNvSpPr/>
            <p:nvPr/>
          </p:nvSpPr>
          <p:spPr>
            <a:xfrm>
              <a:off x="4055641" y="3407749"/>
              <a:ext cx="94391" cy="10053"/>
            </a:xfrm>
            <a:custGeom>
              <a:avLst/>
              <a:gdLst/>
              <a:ahLst/>
              <a:cxnLst/>
              <a:rect l="l" t="t" r="r" b="b"/>
              <a:pathLst>
                <a:path w="3305" h="352" extrusionOk="0">
                  <a:moveTo>
                    <a:pt x="177" y="1"/>
                  </a:moveTo>
                  <a:cubicBezTo>
                    <a:pt x="81" y="1"/>
                    <a:pt x="0" y="79"/>
                    <a:pt x="0" y="176"/>
                  </a:cubicBezTo>
                  <a:cubicBezTo>
                    <a:pt x="0" y="271"/>
                    <a:pt x="79" y="352"/>
                    <a:pt x="177" y="352"/>
                  </a:cubicBezTo>
                  <a:lnTo>
                    <a:pt x="3129" y="352"/>
                  </a:lnTo>
                  <a:cubicBezTo>
                    <a:pt x="3228" y="352"/>
                    <a:pt x="3305" y="271"/>
                    <a:pt x="3305" y="176"/>
                  </a:cubicBezTo>
                  <a:cubicBezTo>
                    <a:pt x="3305" y="79"/>
                    <a:pt x="3228" y="1"/>
                    <a:pt x="31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48"/>
            <p:cNvSpPr/>
            <p:nvPr/>
          </p:nvSpPr>
          <p:spPr>
            <a:xfrm>
              <a:off x="4055641" y="3428998"/>
              <a:ext cx="94391" cy="10082"/>
            </a:xfrm>
            <a:custGeom>
              <a:avLst/>
              <a:gdLst/>
              <a:ahLst/>
              <a:cxnLst/>
              <a:rect l="l" t="t" r="r" b="b"/>
              <a:pathLst>
                <a:path w="3305" h="353" extrusionOk="0">
                  <a:moveTo>
                    <a:pt x="177" y="0"/>
                  </a:moveTo>
                  <a:cubicBezTo>
                    <a:pt x="81" y="0"/>
                    <a:pt x="0" y="79"/>
                    <a:pt x="0" y="175"/>
                  </a:cubicBezTo>
                  <a:cubicBezTo>
                    <a:pt x="0" y="272"/>
                    <a:pt x="79" y="352"/>
                    <a:pt x="177" y="352"/>
                  </a:cubicBezTo>
                  <a:lnTo>
                    <a:pt x="3129" y="352"/>
                  </a:lnTo>
                  <a:cubicBezTo>
                    <a:pt x="3228" y="352"/>
                    <a:pt x="3305" y="274"/>
                    <a:pt x="3305" y="175"/>
                  </a:cubicBezTo>
                  <a:cubicBezTo>
                    <a:pt x="3305" y="80"/>
                    <a:pt x="3228" y="0"/>
                    <a:pt x="31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48"/>
            <p:cNvSpPr/>
            <p:nvPr/>
          </p:nvSpPr>
          <p:spPr>
            <a:xfrm>
              <a:off x="4055641" y="3450247"/>
              <a:ext cx="94391" cy="10053"/>
            </a:xfrm>
            <a:custGeom>
              <a:avLst/>
              <a:gdLst/>
              <a:ahLst/>
              <a:cxnLst/>
              <a:rect l="l" t="t" r="r" b="b"/>
              <a:pathLst>
                <a:path w="3305" h="352" extrusionOk="0">
                  <a:moveTo>
                    <a:pt x="177" y="1"/>
                  </a:moveTo>
                  <a:cubicBezTo>
                    <a:pt x="81" y="1"/>
                    <a:pt x="0" y="78"/>
                    <a:pt x="0" y="176"/>
                  </a:cubicBezTo>
                  <a:cubicBezTo>
                    <a:pt x="0" y="271"/>
                    <a:pt x="79" y="351"/>
                    <a:pt x="177" y="351"/>
                  </a:cubicBezTo>
                  <a:lnTo>
                    <a:pt x="3129" y="351"/>
                  </a:lnTo>
                  <a:cubicBezTo>
                    <a:pt x="3228" y="351"/>
                    <a:pt x="3305" y="275"/>
                    <a:pt x="3305" y="176"/>
                  </a:cubicBezTo>
                  <a:cubicBezTo>
                    <a:pt x="3305" y="79"/>
                    <a:pt x="3228" y="1"/>
                    <a:pt x="31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48"/>
            <p:cNvSpPr/>
            <p:nvPr/>
          </p:nvSpPr>
          <p:spPr>
            <a:xfrm>
              <a:off x="4206524" y="3391499"/>
              <a:ext cx="33701" cy="17222"/>
            </a:xfrm>
            <a:custGeom>
              <a:avLst/>
              <a:gdLst/>
              <a:ahLst/>
              <a:cxnLst/>
              <a:rect l="l" t="t" r="r" b="b"/>
              <a:pathLst>
                <a:path w="1180" h="603" extrusionOk="0">
                  <a:moveTo>
                    <a:pt x="212" y="0"/>
                  </a:moveTo>
                  <a:cubicBezTo>
                    <a:pt x="97" y="0"/>
                    <a:pt x="1" y="97"/>
                    <a:pt x="1" y="214"/>
                  </a:cubicBezTo>
                  <a:lnTo>
                    <a:pt x="1" y="603"/>
                  </a:lnTo>
                  <a:lnTo>
                    <a:pt x="1180" y="603"/>
                  </a:lnTo>
                  <a:lnTo>
                    <a:pt x="1180" y="214"/>
                  </a:lnTo>
                  <a:cubicBezTo>
                    <a:pt x="1180" y="97"/>
                    <a:pt x="1085" y="0"/>
                    <a:pt x="9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48"/>
            <p:cNvSpPr/>
            <p:nvPr/>
          </p:nvSpPr>
          <p:spPr>
            <a:xfrm>
              <a:off x="4257160" y="3391499"/>
              <a:ext cx="33758" cy="17222"/>
            </a:xfrm>
            <a:custGeom>
              <a:avLst/>
              <a:gdLst/>
              <a:ahLst/>
              <a:cxnLst/>
              <a:rect l="l" t="t" r="r" b="b"/>
              <a:pathLst>
                <a:path w="1182" h="603" extrusionOk="0">
                  <a:moveTo>
                    <a:pt x="214" y="0"/>
                  </a:moveTo>
                  <a:cubicBezTo>
                    <a:pt x="97" y="0"/>
                    <a:pt x="0" y="97"/>
                    <a:pt x="0" y="214"/>
                  </a:cubicBezTo>
                  <a:lnTo>
                    <a:pt x="0" y="603"/>
                  </a:lnTo>
                  <a:lnTo>
                    <a:pt x="1180" y="603"/>
                  </a:lnTo>
                  <a:lnTo>
                    <a:pt x="1180" y="214"/>
                  </a:lnTo>
                  <a:cubicBezTo>
                    <a:pt x="1181" y="97"/>
                    <a:pt x="1085" y="0"/>
                    <a:pt x="9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48"/>
            <p:cNvSpPr/>
            <p:nvPr/>
          </p:nvSpPr>
          <p:spPr>
            <a:xfrm>
              <a:off x="4206524" y="3391499"/>
              <a:ext cx="23705" cy="17222"/>
            </a:xfrm>
            <a:custGeom>
              <a:avLst/>
              <a:gdLst/>
              <a:ahLst/>
              <a:cxnLst/>
              <a:rect l="l" t="t" r="r" b="b"/>
              <a:pathLst>
                <a:path w="830" h="603" extrusionOk="0">
                  <a:moveTo>
                    <a:pt x="212" y="0"/>
                  </a:moveTo>
                  <a:cubicBezTo>
                    <a:pt x="97" y="0"/>
                    <a:pt x="1" y="97"/>
                    <a:pt x="1" y="214"/>
                  </a:cubicBezTo>
                  <a:lnTo>
                    <a:pt x="1" y="603"/>
                  </a:lnTo>
                  <a:lnTo>
                    <a:pt x="618" y="603"/>
                  </a:lnTo>
                  <a:lnTo>
                    <a:pt x="618" y="214"/>
                  </a:lnTo>
                  <a:cubicBezTo>
                    <a:pt x="618" y="97"/>
                    <a:pt x="713" y="0"/>
                    <a:pt x="829"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48"/>
            <p:cNvSpPr/>
            <p:nvPr/>
          </p:nvSpPr>
          <p:spPr>
            <a:xfrm>
              <a:off x="4257160" y="3391499"/>
              <a:ext cx="23676" cy="17222"/>
            </a:xfrm>
            <a:custGeom>
              <a:avLst/>
              <a:gdLst/>
              <a:ahLst/>
              <a:cxnLst/>
              <a:rect l="l" t="t" r="r" b="b"/>
              <a:pathLst>
                <a:path w="829" h="603" extrusionOk="0">
                  <a:moveTo>
                    <a:pt x="214" y="0"/>
                  </a:moveTo>
                  <a:cubicBezTo>
                    <a:pt x="97" y="0"/>
                    <a:pt x="0" y="97"/>
                    <a:pt x="0" y="214"/>
                  </a:cubicBezTo>
                  <a:lnTo>
                    <a:pt x="0" y="603"/>
                  </a:lnTo>
                  <a:lnTo>
                    <a:pt x="617" y="603"/>
                  </a:lnTo>
                  <a:lnTo>
                    <a:pt x="617" y="214"/>
                  </a:lnTo>
                  <a:cubicBezTo>
                    <a:pt x="617" y="97"/>
                    <a:pt x="712" y="0"/>
                    <a:pt x="829"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93" name="Google Shape;3293;p48"/>
          <p:cNvGrpSpPr/>
          <p:nvPr/>
        </p:nvGrpSpPr>
        <p:grpSpPr>
          <a:xfrm>
            <a:off x="4408812" y="1262838"/>
            <a:ext cx="326426" cy="466979"/>
            <a:chOff x="3266043" y="3236075"/>
            <a:chExt cx="233278" cy="333724"/>
          </a:xfrm>
        </p:grpSpPr>
        <p:sp>
          <p:nvSpPr>
            <p:cNvPr id="3294" name="Google Shape;3294;p48"/>
            <p:cNvSpPr/>
            <p:nvPr/>
          </p:nvSpPr>
          <p:spPr>
            <a:xfrm>
              <a:off x="3408072" y="3319813"/>
              <a:ext cx="91249" cy="81767"/>
            </a:xfrm>
            <a:custGeom>
              <a:avLst/>
              <a:gdLst/>
              <a:ahLst/>
              <a:cxnLst/>
              <a:rect l="l" t="t" r="r" b="b"/>
              <a:pathLst>
                <a:path w="3195" h="2863" extrusionOk="0">
                  <a:moveTo>
                    <a:pt x="1576" y="0"/>
                  </a:moveTo>
                  <a:lnTo>
                    <a:pt x="1576" y="1347"/>
                  </a:lnTo>
                  <a:cubicBezTo>
                    <a:pt x="1576" y="1424"/>
                    <a:pt x="1514" y="1486"/>
                    <a:pt x="1435" y="1486"/>
                  </a:cubicBezTo>
                  <a:lnTo>
                    <a:pt x="0" y="1486"/>
                  </a:lnTo>
                  <a:lnTo>
                    <a:pt x="0" y="2724"/>
                  </a:lnTo>
                  <a:cubicBezTo>
                    <a:pt x="0" y="2801"/>
                    <a:pt x="62" y="2863"/>
                    <a:pt x="139" y="2863"/>
                  </a:cubicBezTo>
                  <a:lnTo>
                    <a:pt x="3056" y="2863"/>
                  </a:lnTo>
                  <a:cubicBezTo>
                    <a:pt x="3147" y="2854"/>
                    <a:pt x="3195" y="2748"/>
                    <a:pt x="3149" y="2671"/>
                  </a:cubicBezTo>
                  <a:lnTo>
                    <a:pt x="2477" y="1495"/>
                  </a:lnTo>
                  <a:cubicBezTo>
                    <a:pt x="2454" y="1455"/>
                    <a:pt x="2454" y="1406"/>
                    <a:pt x="2477" y="1366"/>
                  </a:cubicBezTo>
                  <a:lnTo>
                    <a:pt x="3149" y="192"/>
                  </a:lnTo>
                  <a:cubicBezTo>
                    <a:pt x="3195" y="113"/>
                    <a:pt x="3147" y="9"/>
                    <a:pt x="30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48"/>
            <p:cNvSpPr/>
            <p:nvPr/>
          </p:nvSpPr>
          <p:spPr>
            <a:xfrm>
              <a:off x="3266186" y="3476122"/>
              <a:ext cx="194979" cy="93677"/>
            </a:xfrm>
            <a:custGeom>
              <a:avLst/>
              <a:gdLst/>
              <a:ahLst/>
              <a:cxnLst/>
              <a:rect l="l" t="t" r="r" b="b"/>
              <a:pathLst>
                <a:path w="6827" h="3280" extrusionOk="0">
                  <a:moveTo>
                    <a:pt x="1436" y="0"/>
                  </a:moveTo>
                  <a:cubicBezTo>
                    <a:pt x="1359" y="0"/>
                    <a:pt x="1290" y="46"/>
                    <a:pt x="1260" y="117"/>
                  </a:cubicBezTo>
                  <a:lnTo>
                    <a:pt x="54" y="3014"/>
                  </a:lnTo>
                  <a:cubicBezTo>
                    <a:pt x="1" y="3140"/>
                    <a:pt x="94" y="3279"/>
                    <a:pt x="229" y="3279"/>
                  </a:cubicBezTo>
                  <a:lnTo>
                    <a:pt x="6600" y="3279"/>
                  </a:lnTo>
                  <a:cubicBezTo>
                    <a:pt x="6733" y="3277"/>
                    <a:pt x="6827" y="3140"/>
                    <a:pt x="6774" y="3014"/>
                  </a:cubicBezTo>
                  <a:lnTo>
                    <a:pt x="5567" y="117"/>
                  </a:lnTo>
                  <a:cubicBezTo>
                    <a:pt x="5538" y="46"/>
                    <a:pt x="5468" y="0"/>
                    <a:pt x="53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48"/>
            <p:cNvSpPr/>
            <p:nvPr/>
          </p:nvSpPr>
          <p:spPr>
            <a:xfrm>
              <a:off x="3266043" y="3476122"/>
              <a:ext cx="91478" cy="93677"/>
            </a:xfrm>
            <a:custGeom>
              <a:avLst/>
              <a:gdLst/>
              <a:ahLst/>
              <a:cxnLst/>
              <a:rect l="l" t="t" r="r" b="b"/>
              <a:pathLst>
                <a:path w="3203" h="3280" extrusionOk="0">
                  <a:moveTo>
                    <a:pt x="1437" y="0"/>
                  </a:moveTo>
                  <a:cubicBezTo>
                    <a:pt x="1358" y="0"/>
                    <a:pt x="1291" y="46"/>
                    <a:pt x="1262" y="117"/>
                  </a:cubicBezTo>
                  <a:lnTo>
                    <a:pt x="53" y="3014"/>
                  </a:lnTo>
                  <a:cubicBezTo>
                    <a:pt x="0" y="3140"/>
                    <a:pt x="95" y="3279"/>
                    <a:pt x="228" y="3279"/>
                  </a:cubicBezTo>
                  <a:lnTo>
                    <a:pt x="1996" y="3279"/>
                  </a:lnTo>
                  <a:cubicBezTo>
                    <a:pt x="1860" y="3277"/>
                    <a:pt x="1767" y="3140"/>
                    <a:pt x="1820" y="3014"/>
                  </a:cubicBezTo>
                  <a:lnTo>
                    <a:pt x="3027" y="117"/>
                  </a:lnTo>
                  <a:cubicBezTo>
                    <a:pt x="3056" y="46"/>
                    <a:pt x="3126" y="0"/>
                    <a:pt x="3202"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48"/>
            <p:cNvSpPr/>
            <p:nvPr/>
          </p:nvSpPr>
          <p:spPr>
            <a:xfrm>
              <a:off x="3408100" y="3362253"/>
              <a:ext cx="42383" cy="37985"/>
            </a:xfrm>
            <a:custGeom>
              <a:avLst/>
              <a:gdLst/>
              <a:ahLst/>
              <a:cxnLst/>
              <a:rect l="l" t="t" r="r" b="b"/>
              <a:pathLst>
                <a:path w="1484" h="1330" extrusionOk="0">
                  <a:moveTo>
                    <a:pt x="1" y="0"/>
                  </a:moveTo>
                  <a:lnTo>
                    <a:pt x="1" y="1238"/>
                  </a:lnTo>
                  <a:cubicBezTo>
                    <a:pt x="1" y="1271"/>
                    <a:pt x="16" y="1304"/>
                    <a:pt x="36" y="1329"/>
                  </a:cubicBezTo>
                  <a:lnTo>
                    <a:pt x="1483" y="46"/>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48"/>
            <p:cNvSpPr/>
            <p:nvPr/>
          </p:nvSpPr>
          <p:spPr>
            <a:xfrm>
              <a:off x="3373743" y="3281885"/>
              <a:ext cx="80711" cy="81739"/>
            </a:xfrm>
            <a:custGeom>
              <a:avLst/>
              <a:gdLst/>
              <a:ahLst/>
              <a:cxnLst/>
              <a:rect l="l" t="t" r="r" b="b"/>
              <a:pathLst>
                <a:path w="2826" h="2862" extrusionOk="0">
                  <a:moveTo>
                    <a:pt x="1" y="1"/>
                  </a:moveTo>
                  <a:lnTo>
                    <a:pt x="1" y="2862"/>
                  </a:lnTo>
                  <a:lnTo>
                    <a:pt x="2686" y="2862"/>
                  </a:lnTo>
                  <a:cubicBezTo>
                    <a:pt x="2763" y="2862"/>
                    <a:pt x="2825" y="2801"/>
                    <a:pt x="2825" y="2723"/>
                  </a:cubicBezTo>
                  <a:lnTo>
                    <a:pt x="2825" y="140"/>
                  </a:lnTo>
                  <a:cubicBezTo>
                    <a:pt x="2825" y="63"/>
                    <a:pt x="2761" y="1"/>
                    <a:pt x="268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48"/>
            <p:cNvSpPr/>
            <p:nvPr/>
          </p:nvSpPr>
          <p:spPr>
            <a:xfrm>
              <a:off x="3373743" y="3281885"/>
              <a:ext cx="34443" cy="81739"/>
            </a:xfrm>
            <a:custGeom>
              <a:avLst/>
              <a:gdLst/>
              <a:ahLst/>
              <a:cxnLst/>
              <a:rect l="l" t="t" r="r" b="b"/>
              <a:pathLst>
                <a:path w="1206" h="2862" extrusionOk="0">
                  <a:moveTo>
                    <a:pt x="1" y="1"/>
                  </a:moveTo>
                  <a:lnTo>
                    <a:pt x="1" y="2862"/>
                  </a:lnTo>
                  <a:lnTo>
                    <a:pt x="1206" y="2862"/>
                  </a:lnTo>
                  <a:lnTo>
                    <a:pt x="1206"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48"/>
            <p:cNvSpPr/>
            <p:nvPr/>
          </p:nvSpPr>
          <p:spPr>
            <a:xfrm>
              <a:off x="3352065" y="3276116"/>
              <a:ext cx="22905" cy="245902"/>
            </a:xfrm>
            <a:custGeom>
              <a:avLst/>
              <a:gdLst/>
              <a:ahLst/>
              <a:cxnLst/>
              <a:rect l="l" t="t" r="r" b="b"/>
              <a:pathLst>
                <a:path w="802" h="8610" extrusionOk="0">
                  <a:moveTo>
                    <a:pt x="0" y="0"/>
                  </a:moveTo>
                  <a:lnTo>
                    <a:pt x="0" y="8389"/>
                  </a:lnTo>
                  <a:cubicBezTo>
                    <a:pt x="0" y="8511"/>
                    <a:pt x="101" y="8610"/>
                    <a:pt x="223" y="8610"/>
                  </a:cubicBezTo>
                  <a:lnTo>
                    <a:pt x="581" y="8610"/>
                  </a:lnTo>
                  <a:cubicBezTo>
                    <a:pt x="703" y="8610"/>
                    <a:pt x="802" y="8509"/>
                    <a:pt x="802" y="8389"/>
                  </a:cubicBezTo>
                  <a:lnTo>
                    <a:pt x="802" y="0"/>
                  </a:lnTo>
                  <a:cubicBezTo>
                    <a:pt x="685" y="68"/>
                    <a:pt x="552" y="106"/>
                    <a:pt x="404" y="106"/>
                  </a:cubicBezTo>
                  <a:cubicBezTo>
                    <a:pt x="258" y="106"/>
                    <a:pt x="121" y="68"/>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48"/>
            <p:cNvSpPr/>
            <p:nvPr/>
          </p:nvSpPr>
          <p:spPr>
            <a:xfrm>
              <a:off x="3352180" y="3276116"/>
              <a:ext cx="18107" cy="245902"/>
            </a:xfrm>
            <a:custGeom>
              <a:avLst/>
              <a:gdLst/>
              <a:ahLst/>
              <a:cxnLst/>
              <a:rect l="l" t="t" r="r" b="b"/>
              <a:pathLst>
                <a:path w="634" h="8610" extrusionOk="0">
                  <a:moveTo>
                    <a:pt x="0" y="0"/>
                  </a:moveTo>
                  <a:lnTo>
                    <a:pt x="0" y="8389"/>
                  </a:lnTo>
                  <a:cubicBezTo>
                    <a:pt x="0" y="8511"/>
                    <a:pt x="100" y="8610"/>
                    <a:pt x="221" y="8610"/>
                  </a:cubicBezTo>
                  <a:lnTo>
                    <a:pt x="579" y="8610"/>
                  </a:lnTo>
                  <a:cubicBezTo>
                    <a:pt x="597" y="8610"/>
                    <a:pt x="617" y="8608"/>
                    <a:pt x="634" y="8603"/>
                  </a:cubicBezTo>
                  <a:cubicBezTo>
                    <a:pt x="540" y="8577"/>
                    <a:pt x="469" y="8491"/>
                    <a:pt x="469" y="8389"/>
                  </a:cubicBezTo>
                  <a:lnTo>
                    <a:pt x="469" y="104"/>
                  </a:lnTo>
                  <a:cubicBezTo>
                    <a:pt x="447" y="106"/>
                    <a:pt x="424" y="106"/>
                    <a:pt x="402" y="106"/>
                  </a:cubicBezTo>
                  <a:cubicBezTo>
                    <a:pt x="256" y="106"/>
                    <a:pt x="119" y="68"/>
                    <a:pt x="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48"/>
            <p:cNvSpPr/>
            <p:nvPr/>
          </p:nvSpPr>
          <p:spPr>
            <a:xfrm>
              <a:off x="3337357" y="3236218"/>
              <a:ext cx="52265" cy="45782"/>
            </a:xfrm>
            <a:custGeom>
              <a:avLst/>
              <a:gdLst/>
              <a:ahLst/>
              <a:cxnLst/>
              <a:rect l="l" t="t" r="r" b="b"/>
              <a:pathLst>
                <a:path w="1830" h="1603" extrusionOk="0">
                  <a:moveTo>
                    <a:pt x="914" y="0"/>
                  </a:moveTo>
                  <a:cubicBezTo>
                    <a:pt x="784" y="0"/>
                    <a:pt x="652" y="32"/>
                    <a:pt x="530" y="99"/>
                  </a:cubicBezTo>
                  <a:cubicBezTo>
                    <a:pt x="143" y="313"/>
                    <a:pt x="1" y="799"/>
                    <a:pt x="212" y="1187"/>
                  </a:cubicBezTo>
                  <a:cubicBezTo>
                    <a:pt x="359" y="1452"/>
                    <a:pt x="633" y="1603"/>
                    <a:pt x="916" y="1603"/>
                  </a:cubicBezTo>
                  <a:cubicBezTo>
                    <a:pt x="1046" y="1603"/>
                    <a:pt x="1178" y="1571"/>
                    <a:pt x="1300" y="1503"/>
                  </a:cubicBezTo>
                  <a:cubicBezTo>
                    <a:pt x="1687" y="1291"/>
                    <a:pt x="1830" y="804"/>
                    <a:pt x="1618" y="417"/>
                  </a:cubicBezTo>
                  <a:cubicBezTo>
                    <a:pt x="1472" y="151"/>
                    <a:pt x="1197" y="0"/>
                    <a:pt x="91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48"/>
            <p:cNvSpPr/>
            <p:nvPr/>
          </p:nvSpPr>
          <p:spPr>
            <a:xfrm>
              <a:off x="3340584" y="3236075"/>
              <a:ext cx="33301" cy="45896"/>
            </a:xfrm>
            <a:custGeom>
              <a:avLst/>
              <a:gdLst/>
              <a:ahLst/>
              <a:cxnLst/>
              <a:rect l="l" t="t" r="r" b="b"/>
              <a:pathLst>
                <a:path w="1166" h="1607" extrusionOk="0">
                  <a:moveTo>
                    <a:pt x="804" y="0"/>
                  </a:moveTo>
                  <a:cubicBezTo>
                    <a:pt x="362" y="0"/>
                    <a:pt x="1" y="358"/>
                    <a:pt x="1" y="804"/>
                  </a:cubicBezTo>
                  <a:cubicBezTo>
                    <a:pt x="1" y="1249"/>
                    <a:pt x="360" y="1607"/>
                    <a:pt x="804" y="1607"/>
                  </a:cubicBezTo>
                  <a:cubicBezTo>
                    <a:pt x="935" y="1607"/>
                    <a:pt x="1056" y="1578"/>
                    <a:pt x="1166" y="1523"/>
                  </a:cubicBezTo>
                  <a:cubicBezTo>
                    <a:pt x="903" y="1386"/>
                    <a:pt x="722" y="1114"/>
                    <a:pt x="722" y="802"/>
                  </a:cubicBezTo>
                  <a:cubicBezTo>
                    <a:pt x="722" y="490"/>
                    <a:pt x="903" y="218"/>
                    <a:pt x="1166" y="84"/>
                  </a:cubicBezTo>
                  <a:cubicBezTo>
                    <a:pt x="1058" y="30"/>
                    <a:pt x="935" y="0"/>
                    <a:pt x="804"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07"/>
        <p:cNvGrpSpPr/>
        <p:nvPr/>
      </p:nvGrpSpPr>
      <p:grpSpPr>
        <a:xfrm>
          <a:off x="0" y="0"/>
          <a:ext cx="0" cy="0"/>
          <a:chOff x="0" y="0"/>
          <a:chExt cx="0" cy="0"/>
        </a:xfrm>
      </p:grpSpPr>
      <p:sp>
        <p:nvSpPr>
          <p:cNvPr id="3308" name="Google Shape;3308;p49"/>
          <p:cNvSpPr txBox="1">
            <a:spLocks noGrp="1"/>
          </p:cNvSpPr>
          <p:nvPr>
            <p:ph type="subTitle" idx="1"/>
          </p:nvPr>
        </p:nvSpPr>
        <p:spPr>
          <a:xfrm>
            <a:off x="720000" y="2254475"/>
            <a:ext cx="2305500" cy="63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Mercury</a:t>
            </a:r>
            <a:r>
              <a:rPr lang="en"/>
              <a:t> is the smallest planet of them all</a:t>
            </a:r>
            <a:endParaRPr/>
          </a:p>
        </p:txBody>
      </p:sp>
      <p:sp>
        <p:nvSpPr>
          <p:cNvPr id="3309" name="Google Shape;3309;p49"/>
          <p:cNvSpPr txBox="1">
            <a:spLocks noGrp="1"/>
          </p:cNvSpPr>
          <p:nvPr>
            <p:ph type="subTitle" idx="2"/>
          </p:nvPr>
        </p:nvSpPr>
        <p:spPr>
          <a:xfrm>
            <a:off x="3419275" y="2254475"/>
            <a:ext cx="2305500" cy="63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Venus </a:t>
            </a:r>
            <a:r>
              <a:rPr lang="en"/>
              <a:t>has a beautiful name and high temperatures</a:t>
            </a:r>
            <a:endParaRPr/>
          </a:p>
        </p:txBody>
      </p:sp>
      <p:sp>
        <p:nvSpPr>
          <p:cNvPr id="3310" name="Google Shape;3310;p49"/>
          <p:cNvSpPr txBox="1">
            <a:spLocks noGrp="1"/>
          </p:cNvSpPr>
          <p:nvPr>
            <p:ph type="subTitle" idx="3"/>
          </p:nvPr>
        </p:nvSpPr>
        <p:spPr>
          <a:xfrm>
            <a:off x="720000" y="3969000"/>
            <a:ext cx="2305500" cy="63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a:t>
            </a:r>
            <a:r>
              <a:rPr lang="en" b="1"/>
              <a:t>Mars</a:t>
            </a:r>
            <a:r>
              <a:rPr lang="en"/>
              <a:t> is actually a cold place</a:t>
            </a:r>
            <a:endParaRPr/>
          </a:p>
        </p:txBody>
      </p:sp>
      <p:sp>
        <p:nvSpPr>
          <p:cNvPr id="3311" name="Google Shape;3311;p49"/>
          <p:cNvSpPr txBox="1">
            <a:spLocks noGrp="1"/>
          </p:cNvSpPr>
          <p:nvPr>
            <p:ph type="subTitle" idx="4"/>
          </p:nvPr>
        </p:nvSpPr>
        <p:spPr>
          <a:xfrm>
            <a:off x="3419271" y="3969000"/>
            <a:ext cx="2305500" cy="63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Jupiter</a:t>
            </a:r>
            <a:r>
              <a:rPr lang="en"/>
              <a:t> is the biggest planet in the Solar System</a:t>
            </a:r>
            <a:endParaRPr/>
          </a:p>
        </p:txBody>
      </p:sp>
      <p:sp>
        <p:nvSpPr>
          <p:cNvPr id="3312" name="Google Shape;3312;p49"/>
          <p:cNvSpPr txBox="1">
            <a:spLocks noGrp="1"/>
          </p:cNvSpPr>
          <p:nvPr>
            <p:ph type="subTitle" idx="5"/>
          </p:nvPr>
        </p:nvSpPr>
        <p:spPr>
          <a:xfrm>
            <a:off x="6118550" y="2254475"/>
            <a:ext cx="2305500" cy="63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Earth </a:t>
            </a:r>
            <a:r>
              <a:rPr lang="en"/>
              <a:t>is the only planet known to harbor life</a:t>
            </a:r>
            <a:endParaRPr/>
          </a:p>
        </p:txBody>
      </p:sp>
      <p:sp>
        <p:nvSpPr>
          <p:cNvPr id="3313" name="Google Shape;3313;p49"/>
          <p:cNvSpPr txBox="1">
            <a:spLocks noGrp="1"/>
          </p:cNvSpPr>
          <p:nvPr>
            <p:ph type="subTitle" idx="6"/>
          </p:nvPr>
        </p:nvSpPr>
        <p:spPr>
          <a:xfrm>
            <a:off x="6118550" y="3969000"/>
            <a:ext cx="2305500" cy="63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Saturn</a:t>
            </a:r>
            <a:r>
              <a:rPr lang="en"/>
              <a:t> is not the only planet with rings</a:t>
            </a:r>
            <a:endParaRPr/>
          </a:p>
        </p:txBody>
      </p:sp>
      <p:sp>
        <p:nvSpPr>
          <p:cNvPr id="3314" name="Google Shape;3314;p49"/>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Why was globalization created?</a:t>
            </a:r>
            <a:endParaRPr/>
          </a:p>
        </p:txBody>
      </p:sp>
      <p:sp>
        <p:nvSpPr>
          <p:cNvPr id="3315" name="Google Shape;3315;p49"/>
          <p:cNvSpPr/>
          <p:nvPr/>
        </p:nvSpPr>
        <p:spPr>
          <a:xfrm>
            <a:off x="6978500" y="1203535"/>
            <a:ext cx="585600" cy="5856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49"/>
          <p:cNvSpPr/>
          <p:nvPr/>
        </p:nvSpPr>
        <p:spPr>
          <a:xfrm>
            <a:off x="1579950" y="1203535"/>
            <a:ext cx="585600" cy="5856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49"/>
          <p:cNvSpPr/>
          <p:nvPr/>
        </p:nvSpPr>
        <p:spPr>
          <a:xfrm>
            <a:off x="4279213" y="1203535"/>
            <a:ext cx="585600" cy="5856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49"/>
          <p:cNvSpPr/>
          <p:nvPr/>
        </p:nvSpPr>
        <p:spPr>
          <a:xfrm>
            <a:off x="6978500" y="2918022"/>
            <a:ext cx="585600" cy="5856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49"/>
          <p:cNvSpPr/>
          <p:nvPr/>
        </p:nvSpPr>
        <p:spPr>
          <a:xfrm>
            <a:off x="1579950" y="2918022"/>
            <a:ext cx="585600" cy="5856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49"/>
          <p:cNvSpPr/>
          <p:nvPr/>
        </p:nvSpPr>
        <p:spPr>
          <a:xfrm>
            <a:off x="4279213" y="2918022"/>
            <a:ext cx="585600" cy="5856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49"/>
          <p:cNvSpPr txBox="1">
            <a:spLocks noGrp="1"/>
          </p:cNvSpPr>
          <p:nvPr>
            <p:ph type="subTitle" idx="7"/>
          </p:nvPr>
        </p:nvSpPr>
        <p:spPr>
          <a:xfrm>
            <a:off x="720000" y="1850297"/>
            <a:ext cx="23055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Reason #1</a:t>
            </a:r>
            <a:endParaRPr/>
          </a:p>
        </p:txBody>
      </p:sp>
      <p:sp>
        <p:nvSpPr>
          <p:cNvPr id="3322" name="Google Shape;3322;p49"/>
          <p:cNvSpPr txBox="1">
            <a:spLocks noGrp="1"/>
          </p:cNvSpPr>
          <p:nvPr>
            <p:ph type="subTitle" idx="8"/>
          </p:nvPr>
        </p:nvSpPr>
        <p:spPr>
          <a:xfrm>
            <a:off x="3419275" y="1850297"/>
            <a:ext cx="23055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Reason #2</a:t>
            </a:r>
            <a:endParaRPr/>
          </a:p>
        </p:txBody>
      </p:sp>
      <p:sp>
        <p:nvSpPr>
          <p:cNvPr id="3323" name="Google Shape;3323;p49"/>
          <p:cNvSpPr txBox="1">
            <a:spLocks noGrp="1"/>
          </p:cNvSpPr>
          <p:nvPr>
            <p:ph type="subTitle" idx="9"/>
          </p:nvPr>
        </p:nvSpPr>
        <p:spPr>
          <a:xfrm>
            <a:off x="6118550" y="1850297"/>
            <a:ext cx="23055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Reason #3</a:t>
            </a:r>
            <a:endParaRPr/>
          </a:p>
        </p:txBody>
      </p:sp>
      <p:sp>
        <p:nvSpPr>
          <p:cNvPr id="3324" name="Google Shape;3324;p49"/>
          <p:cNvSpPr txBox="1">
            <a:spLocks noGrp="1"/>
          </p:cNvSpPr>
          <p:nvPr>
            <p:ph type="subTitle" idx="13"/>
          </p:nvPr>
        </p:nvSpPr>
        <p:spPr>
          <a:xfrm>
            <a:off x="6118550" y="3564672"/>
            <a:ext cx="23055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Reason #6</a:t>
            </a:r>
            <a:endParaRPr/>
          </a:p>
        </p:txBody>
      </p:sp>
      <p:sp>
        <p:nvSpPr>
          <p:cNvPr id="3325" name="Google Shape;3325;p49"/>
          <p:cNvSpPr txBox="1">
            <a:spLocks noGrp="1"/>
          </p:cNvSpPr>
          <p:nvPr>
            <p:ph type="subTitle" idx="14"/>
          </p:nvPr>
        </p:nvSpPr>
        <p:spPr>
          <a:xfrm>
            <a:off x="720000" y="3564672"/>
            <a:ext cx="23055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Reason #4</a:t>
            </a:r>
            <a:endParaRPr/>
          </a:p>
        </p:txBody>
      </p:sp>
      <p:sp>
        <p:nvSpPr>
          <p:cNvPr id="3326" name="Google Shape;3326;p49"/>
          <p:cNvSpPr txBox="1">
            <a:spLocks noGrp="1"/>
          </p:cNvSpPr>
          <p:nvPr>
            <p:ph type="subTitle" idx="15"/>
          </p:nvPr>
        </p:nvSpPr>
        <p:spPr>
          <a:xfrm>
            <a:off x="3419275" y="3564672"/>
            <a:ext cx="2305500" cy="46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Reason #5</a:t>
            </a:r>
            <a:endParaRPr/>
          </a:p>
        </p:txBody>
      </p:sp>
      <p:grpSp>
        <p:nvGrpSpPr>
          <p:cNvPr id="3327" name="Google Shape;3327;p49"/>
          <p:cNvGrpSpPr/>
          <p:nvPr/>
        </p:nvGrpSpPr>
        <p:grpSpPr>
          <a:xfrm>
            <a:off x="7104439" y="3043982"/>
            <a:ext cx="333724" cy="333695"/>
            <a:chOff x="5594797" y="3825982"/>
            <a:chExt cx="333724" cy="333695"/>
          </a:xfrm>
        </p:grpSpPr>
        <p:sp>
          <p:nvSpPr>
            <p:cNvPr id="3328" name="Google Shape;3328;p49"/>
            <p:cNvSpPr/>
            <p:nvPr/>
          </p:nvSpPr>
          <p:spPr>
            <a:xfrm>
              <a:off x="5667425" y="3900409"/>
              <a:ext cx="58405" cy="56577"/>
            </a:xfrm>
            <a:custGeom>
              <a:avLst/>
              <a:gdLst/>
              <a:ahLst/>
              <a:cxnLst/>
              <a:rect l="l" t="t" r="r" b="b"/>
              <a:pathLst>
                <a:path w="2045" h="1981" extrusionOk="0">
                  <a:moveTo>
                    <a:pt x="308" y="1"/>
                  </a:moveTo>
                  <a:cubicBezTo>
                    <a:pt x="139" y="1"/>
                    <a:pt x="1" y="187"/>
                    <a:pt x="93" y="359"/>
                  </a:cubicBezTo>
                  <a:lnTo>
                    <a:pt x="975" y="1980"/>
                  </a:lnTo>
                  <a:lnTo>
                    <a:pt x="1800" y="1737"/>
                  </a:lnTo>
                  <a:lnTo>
                    <a:pt x="2045" y="910"/>
                  </a:lnTo>
                  <a:lnTo>
                    <a:pt x="422" y="30"/>
                  </a:lnTo>
                  <a:cubicBezTo>
                    <a:pt x="384" y="10"/>
                    <a:pt x="345" y="1"/>
                    <a:pt x="3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49"/>
            <p:cNvSpPr/>
            <p:nvPr/>
          </p:nvSpPr>
          <p:spPr>
            <a:xfrm>
              <a:off x="5797515" y="3900438"/>
              <a:ext cx="58320" cy="56549"/>
            </a:xfrm>
            <a:custGeom>
              <a:avLst/>
              <a:gdLst/>
              <a:ahLst/>
              <a:cxnLst/>
              <a:rect l="l" t="t" r="r" b="b"/>
              <a:pathLst>
                <a:path w="2042" h="1980" extrusionOk="0">
                  <a:moveTo>
                    <a:pt x="1739" y="1"/>
                  </a:moveTo>
                  <a:cubicBezTo>
                    <a:pt x="1701" y="1"/>
                    <a:pt x="1662" y="10"/>
                    <a:pt x="1623" y="31"/>
                  </a:cubicBezTo>
                  <a:lnTo>
                    <a:pt x="0" y="911"/>
                  </a:lnTo>
                  <a:lnTo>
                    <a:pt x="245" y="1738"/>
                  </a:lnTo>
                  <a:lnTo>
                    <a:pt x="1068" y="1979"/>
                  </a:lnTo>
                  <a:lnTo>
                    <a:pt x="1948" y="358"/>
                  </a:lnTo>
                  <a:cubicBezTo>
                    <a:pt x="2042" y="187"/>
                    <a:pt x="1906" y="1"/>
                    <a:pt x="1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49"/>
            <p:cNvSpPr/>
            <p:nvPr/>
          </p:nvSpPr>
          <p:spPr>
            <a:xfrm>
              <a:off x="5667425" y="4028644"/>
              <a:ext cx="58377" cy="56549"/>
            </a:xfrm>
            <a:custGeom>
              <a:avLst/>
              <a:gdLst/>
              <a:ahLst/>
              <a:cxnLst/>
              <a:rect l="l" t="t" r="r" b="b"/>
              <a:pathLst>
                <a:path w="2044" h="1980" extrusionOk="0">
                  <a:moveTo>
                    <a:pt x="975" y="0"/>
                  </a:moveTo>
                  <a:lnTo>
                    <a:pt x="93" y="1623"/>
                  </a:lnTo>
                  <a:cubicBezTo>
                    <a:pt x="1" y="1795"/>
                    <a:pt x="138" y="1980"/>
                    <a:pt x="305" y="1980"/>
                  </a:cubicBezTo>
                  <a:cubicBezTo>
                    <a:pt x="343" y="1980"/>
                    <a:pt x="382" y="1971"/>
                    <a:pt x="420" y="1950"/>
                  </a:cubicBezTo>
                  <a:lnTo>
                    <a:pt x="2043" y="1068"/>
                  </a:lnTo>
                  <a:lnTo>
                    <a:pt x="1799" y="243"/>
                  </a:lnTo>
                  <a:lnTo>
                    <a:pt x="9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49"/>
            <p:cNvSpPr/>
            <p:nvPr/>
          </p:nvSpPr>
          <p:spPr>
            <a:xfrm>
              <a:off x="5797458" y="4028644"/>
              <a:ext cx="58348" cy="56634"/>
            </a:xfrm>
            <a:custGeom>
              <a:avLst/>
              <a:gdLst/>
              <a:ahLst/>
              <a:cxnLst/>
              <a:rect l="l" t="t" r="r" b="b"/>
              <a:pathLst>
                <a:path w="2043" h="1983" extrusionOk="0">
                  <a:moveTo>
                    <a:pt x="1070" y="0"/>
                  </a:moveTo>
                  <a:lnTo>
                    <a:pt x="243" y="245"/>
                  </a:lnTo>
                  <a:lnTo>
                    <a:pt x="0" y="1072"/>
                  </a:lnTo>
                  <a:lnTo>
                    <a:pt x="1622" y="1952"/>
                  </a:lnTo>
                  <a:cubicBezTo>
                    <a:pt x="1661" y="1973"/>
                    <a:pt x="1700" y="1982"/>
                    <a:pt x="1738" y="1982"/>
                  </a:cubicBezTo>
                  <a:cubicBezTo>
                    <a:pt x="1907" y="1982"/>
                    <a:pt x="2042" y="1795"/>
                    <a:pt x="1948" y="1625"/>
                  </a:cubicBezTo>
                  <a:lnTo>
                    <a:pt x="10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49"/>
            <p:cNvSpPr/>
            <p:nvPr/>
          </p:nvSpPr>
          <p:spPr>
            <a:xfrm>
              <a:off x="5667482" y="3900438"/>
              <a:ext cx="43754" cy="56549"/>
            </a:xfrm>
            <a:custGeom>
              <a:avLst/>
              <a:gdLst/>
              <a:ahLst/>
              <a:cxnLst/>
              <a:rect l="l" t="t" r="r" b="b"/>
              <a:pathLst>
                <a:path w="1532" h="1980" extrusionOk="0">
                  <a:moveTo>
                    <a:pt x="305" y="1"/>
                  </a:moveTo>
                  <a:cubicBezTo>
                    <a:pt x="137" y="1"/>
                    <a:pt x="1" y="187"/>
                    <a:pt x="93" y="358"/>
                  </a:cubicBezTo>
                  <a:lnTo>
                    <a:pt x="975" y="1979"/>
                  </a:lnTo>
                  <a:lnTo>
                    <a:pt x="1532" y="1815"/>
                  </a:lnTo>
                  <a:lnTo>
                    <a:pt x="738" y="358"/>
                  </a:lnTo>
                  <a:cubicBezTo>
                    <a:pt x="708" y="299"/>
                    <a:pt x="701" y="243"/>
                    <a:pt x="714" y="190"/>
                  </a:cubicBezTo>
                  <a:lnTo>
                    <a:pt x="420" y="31"/>
                  </a:lnTo>
                  <a:cubicBezTo>
                    <a:pt x="381" y="10"/>
                    <a:pt x="342" y="1"/>
                    <a:pt x="305"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49"/>
            <p:cNvSpPr/>
            <p:nvPr/>
          </p:nvSpPr>
          <p:spPr>
            <a:xfrm>
              <a:off x="5797601" y="3900381"/>
              <a:ext cx="58348" cy="54407"/>
            </a:xfrm>
            <a:custGeom>
              <a:avLst/>
              <a:gdLst/>
              <a:ahLst/>
              <a:cxnLst/>
              <a:rect l="l" t="t" r="r" b="b"/>
              <a:pathLst>
                <a:path w="2043" h="1905" extrusionOk="0">
                  <a:moveTo>
                    <a:pt x="1740" y="1"/>
                  </a:moveTo>
                  <a:cubicBezTo>
                    <a:pt x="1702" y="1"/>
                    <a:pt x="1663" y="10"/>
                    <a:pt x="1624" y="31"/>
                  </a:cubicBezTo>
                  <a:lnTo>
                    <a:pt x="1" y="911"/>
                  </a:lnTo>
                  <a:lnTo>
                    <a:pt x="245" y="1738"/>
                  </a:lnTo>
                  <a:lnTo>
                    <a:pt x="800" y="1904"/>
                  </a:lnTo>
                  <a:lnTo>
                    <a:pt x="693" y="1539"/>
                  </a:lnTo>
                  <a:cubicBezTo>
                    <a:pt x="622" y="1302"/>
                    <a:pt x="727" y="1048"/>
                    <a:pt x="947" y="929"/>
                  </a:cubicBezTo>
                  <a:lnTo>
                    <a:pt x="1931" y="396"/>
                  </a:lnTo>
                  <a:lnTo>
                    <a:pt x="1951" y="356"/>
                  </a:lnTo>
                  <a:cubicBezTo>
                    <a:pt x="2043" y="185"/>
                    <a:pt x="1907" y="1"/>
                    <a:pt x="1740"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49"/>
            <p:cNvSpPr/>
            <p:nvPr/>
          </p:nvSpPr>
          <p:spPr>
            <a:xfrm>
              <a:off x="5797458" y="4030929"/>
              <a:ext cx="58348" cy="54350"/>
            </a:xfrm>
            <a:custGeom>
              <a:avLst/>
              <a:gdLst/>
              <a:ahLst/>
              <a:cxnLst/>
              <a:rect l="l" t="t" r="r" b="b"/>
              <a:pathLst>
                <a:path w="2043" h="1903" extrusionOk="0">
                  <a:moveTo>
                    <a:pt x="800" y="1"/>
                  </a:moveTo>
                  <a:lnTo>
                    <a:pt x="243" y="165"/>
                  </a:lnTo>
                  <a:lnTo>
                    <a:pt x="0" y="992"/>
                  </a:lnTo>
                  <a:lnTo>
                    <a:pt x="1622" y="1872"/>
                  </a:lnTo>
                  <a:cubicBezTo>
                    <a:pt x="1661" y="1893"/>
                    <a:pt x="1700" y="1902"/>
                    <a:pt x="1738" y="1902"/>
                  </a:cubicBezTo>
                  <a:cubicBezTo>
                    <a:pt x="1907" y="1902"/>
                    <a:pt x="2042" y="1715"/>
                    <a:pt x="1948" y="1545"/>
                  </a:cubicBezTo>
                  <a:lnTo>
                    <a:pt x="1926" y="1496"/>
                  </a:lnTo>
                  <a:lnTo>
                    <a:pt x="950" y="966"/>
                  </a:lnTo>
                  <a:cubicBezTo>
                    <a:pt x="732" y="848"/>
                    <a:pt x="627" y="594"/>
                    <a:pt x="696" y="357"/>
                  </a:cubicBezTo>
                  <a:lnTo>
                    <a:pt x="800"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49"/>
            <p:cNvSpPr/>
            <p:nvPr/>
          </p:nvSpPr>
          <p:spPr>
            <a:xfrm>
              <a:off x="5667425" y="4028644"/>
              <a:ext cx="43754" cy="56549"/>
            </a:xfrm>
            <a:custGeom>
              <a:avLst/>
              <a:gdLst/>
              <a:ahLst/>
              <a:cxnLst/>
              <a:rect l="l" t="t" r="r" b="b"/>
              <a:pathLst>
                <a:path w="1532" h="1980" extrusionOk="0">
                  <a:moveTo>
                    <a:pt x="975" y="0"/>
                  </a:moveTo>
                  <a:lnTo>
                    <a:pt x="93" y="1623"/>
                  </a:lnTo>
                  <a:cubicBezTo>
                    <a:pt x="1" y="1795"/>
                    <a:pt x="138" y="1980"/>
                    <a:pt x="305" y="1980"/>
                  </a:cubicBezTo>
                  <a:cubicBezTo>
                    <a:pt x="343" y="1980"/>
                    <a:pt x="382" y="1971"/>
                    <a:pt x="420" y="1950"/>
                  </a:cubicBezTo>
                  <a:lnTo>
                    <a:pt x="714" y="1789"/>
                  </a:lnTo>
                  <a:cubicBezTo>
                    <a:pt x="703" y="1740"/>
                    <a:pt x="707" y="1680"/>
                    <a:pt x="740" y="1623"/>
                  </a:cubicBezTo>
                  <a:lnTo>
                    <a:pt x="1532" y="165"/>
                  </a:lnTo>
                  <a:lnTo>
                    <a:pt x="975"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49"/>
            <p:cNvSpPr/>
            <p:nvPr/>
          </p:nvSpPr>
          <p:spPr>
            <a:xfrm>
              <a:off x="5594882" y="3949590"/>
              <a:ext cx="166876" cy="43268"/>
            </a:xfrm>
            <a:custGeom>
              <a:avLst/>
              <a:gdLst/>
              <a:ahLst/>
              <a:cxnLst/>
              <a:rect l="l" t="t" r="r" b="b"/>
              <a:pathLst>
                <a:path w="5843" h="1515" extrusionOk="0">
                  <a:moveTo>
                    <a:pt x="4346" y="1"/>
                  </a:moveTo>
                  <a:lnTo>
                    <a:pt x="214" y="1226"/>
                  </a:lnTo>
                  <a:cubicBezTo>
                    <a:pt x="87" y="1266"/>
                    <a:pt x="1" y="1381"/>
                    <a:pt x="1" y="1514"/>
                  </a:cubicBezTo>
                  <a:lnTo>
                    <a:pt x="5843" y="1514"/>
                  </a:lnTo>
                  <a:lnTo>
                    <a:pt x="43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49"/>
            <p:cNvSpPr/>
            <p:nvPr/>
          </p:nvSpPr>
          <p:spPr>
            <a:xfrm>
              <a:off x="5594797" y="3949647"/>
              <a:ext cx="144028" cy="43240"/>
            </a:xfrm>
            <a:custGeom>
              <a:avLst/>
              <a:gdLst/>
              <a:ahLst/>
              <a:cxnLst/>
              <a:rect l="l" t="t" r="r" b="b"/>
              <a:pathLst>
                <a:path w="5043" h="1514" extrusionOk="0">
                  <a:moveTo>
                    <a:pt x="4345" y="0"/>
                  </a:moveTo>
                  <a:lnTo>
                    <a:pt x="216" y="1227"/>
                  </a:lnTo>
                  <a:cubicBezTo>
                    <a:pt x="88" y="1266"/>
                    <a:pt x="0" y="1382"/>
                    <a:pt x="0" y="1514"/>
                  </a:cubicBezTo>
                  <a:lnTo>
                    <a:pt x="1996" y="1514"/>
                  </a:lnTo>
                  <a:cubicBezTo>
                    <a:pt x="1996" y="1485"/>
                    <a:pt x="2012" y="1455"/>
                    <a:pt x="2045" y="1448"/>
                  </a:cubicBezTo>
                  <a:lnTo>
                    <a:pt x="4937" y="765"/>
                  </a:lnTo>
                  <a:cubicBezTo>
                    <a:pt x="4979" y="756"/>
                    <a:pt x="5015" y="734"/>
                    <a:pt x="5043" y="703"/>
                  </a:cubicBezTo>
                  <a:lnTo>
                    <a:pt x="4345"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49"/>
            <p:cNvSpPr/>
            <p:nvPr/>
          </p:nvSpPr>
          <p:spPr>
            <a:xfrm>
              <a:off x="5761644" y="3992829"/>
              <a:ext cx="166876" cy="43554"/>
            </a:xfrm>
            <a:custGeom>
              <a:avLst/>
              <a:gdLst/>
              <a:ahLst/>
              <a:cxnLst/>
              <a:rect l="l" t="t" r="r" b="b"/>
              <a:pathLst>
                <a:path w="5843" h="1525" extrusionOk="0">
                  <a:moveTo>
                    <a:pt x="0" y="0"/>
                  </a:moveTo>
                  <a:lnTo>
                    <a:pt x="1466" y="1524"/>
                  </a:lnTo>
                  <a:lnTo>
                    <a:pt x="1510" y="1508"/>
                  </a:lnTo>
                  <a:lnTo>
                    <a:pt x="5629" y="287"/>
                  </a:lnTo>
                  <a:cubicBezTo>
                    <a:pt x="5756" y="248"/>
                    <a:pt x="5842" y="131"/>
                    <a:pt x="5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49"/>
            <p:cNvSpPr/>
            <p:nvPr/>
          </p:nvSpPr>
          <p:spPr>
            <a:xfrm>
              <a:off x="5761644" y="3992829"/>
              <a:ext cx="43126" cy="166848"/>
            </a:xfrm>
            <a:custGeom>
              <a:avLst/>
              <a:gdLst/>
              <a:ahLst/>
              <a:cxnLst/>
              <a:rect l="l" t="t" r="r" b="b"/>
              <a:pathLst>
                <a:path w="1510" h="5842" extrusionOk="0">
                  <a:moveTo>
                    <a:pt x="0" y="0"/>
                  </a:moveTo>
                  <a:lnTo>
                    <a:pt x="0" y="5842"/>
                  </a:lnTo>
                  <a:cubicBezTo>
                    <a:pt x="133" y="5842"/>
                    <a:pt x="252" y="5754"/>
                    <a:pt x="289" y="5627"/>
                  </a:cubicBezTo>
                  <a:lnTo>
                    <a:pt x="1510" y="1508"/>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49"/>
            <p:cNvSpPr/>
            <p:nvPr/>
          </p:nvSpPr>
          <p:spPr>
            <a:xfrm>
              <a:off x="5594797" y="3825982"/>
              <a:ext cx="29" cy="29"/>
            </a:xfrm>
            <a:custGeom>
              <a:avLst/>
              <a:gdLst/>
              <a:ahLst/>
              <a:cxnLst/>
              <a:rect l="l" t="t" r="r" b="b"/>
              <a:pathLst>
                <a:path w="1" h="1" extrusionOk="0">
                  <a:moveTo>
                    <a:pt x="0" y="0"/>
                  </a:moveTo>
                  <a:close/>
                </a:path>
              </a:pathLst>
            </a:custGeom>
            <a:solidFill>
              <a:srgbClr val="FF65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49"/>
            <p:cNvSpPr/>
            <p:nvPr/>
          </p:nvSpPr>
          <p:spPr>
            <a:xfrm>
              <a:off x="5717690" y="3992829"/>
              <a:ext cx="43982" cy="166848"/>
            </a:xfrm>
            <a:custGeom>
              <a:avLst/>
              <a:gdLst/>
              <a:ahLst/>
              <a:cxnLst/>
              <a:rect l="l" t="t" r="r" b="b"/>
              <a:pathLst>
                <a:path w="1540" h="5842" extrusionOk="0">
                  <a:moveTo>
                    <a:pt x="1539" y="0"/>
                  </a:moveTo>
                  <a:lnTo>
                    <a:pt x="0" y="1397"/>
                  </a:lnTo>
                  <a:lnTo>
                    <a:pt x="31" y="1508"/>
                  </a:lnTo>
                  <a:lnTo>
                    <a:pt x="1253" y="5627"/>
                  </a:lnTo>
                  <a:cubicBezTo>
                    <a:pt x="1291" y="5754"/>
                    <a:pt x="1408" y="5842"/>
                    <a:pt x="1539" y="5842"/>
                  </a:cubicBezTo>
                  <a:lnTo>
                    <a:pt x="153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49"/>
            <p:cNvSpPr/>
            <p:nvPr/>
          </p:nvSpPr>
          <p:spPr>
            <a:xfrm>
              <a:off x="5717576" y="4014249"/>
              <a:ext cx="44097" cy="145428"/>
            </a:xfrm>
            <a:custGeom>
              <a:avLst/>
              <a:gdLst/>
              <a:ahLst/>
              <a:cxnLst/>
              <a:rect l="l" t="t" r="r" b="b"/>
              <a:pathLst>
                <a:path w="1544" h="5092" extrusionOk="0">
                  <a:moveTo>
                    <a:pt x="716" y="0"/>
                  </a:moveTo>
                  <a:lnTo>
                    <a:pt x="1" y="647"/>
                  </a:lnTo>
                  <a:lnTo>
                    <a:pt x="35" y="758"/>
                  </a:lnTo>
                  <a:lnTo>
                    <a:pt x="1257" y="4877"/>
                  </a:lnTo>
                  <a:cubicBezTo>
                    <a:pt x="1295" y="5004"/>
                    <a:pt x="1412" y="5092"/>
                    <a:pt x="1543" y="5092"/>
                  </a:cubicBezTo>
                  <a:lnTo>
                    <a:pt x="809" y="145"/>
                  </a:lnTo>
                  <a:cubicBezTo>
                    <a:pt x="800" y="84"/>
                    <a:pt x="765" y="31"/>
                    <a:pt x="71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49"/>
            <p:cNvSpPr/>
            <p:nvPr/>
          </p:nvSpPr>
          <p:spPr>
            <a:xfrm>
              <a:off x="5761644" y="3825982"/>
              <a:ext cx="43497" cy="166876"/>
            </a:xfrm>
            <a:custGeom>
              <a:avLst/>
              <a:gdLst/>
              <a:ahLst/>
              <a:cxnLst/>
              <a:rect l="l" t="t" r="r" b="b"/>
              <a:pathLst>
                <a:path w="1523" h="5843" extrusionOk="0">
                  <a:moveTo>
                    <a:pt x="0" y="0"/>
                  </a:moveTo>
                  <a:lnTo>
                    <a:pt x="0" y="5842"/>
                  </a:lnTo>
                  <a:lnTo>
                    <a:pt x="1523" y="4376"/>
                  </a:lnTo>
                  <a:lnTo>
                    <a:pt x="289" y="214"/>
                  </a:lnTo>
                  <a:cubicBezTo>
                    <a:pt x="250" y="86"/>
                    <a:pt x="133"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49"/>
            <p:cNvSpPr/>
            <p:nvPr/>
          </p:nvSpPr>
          <p:spPr>
            <a:xfrm>
              <a:off x="5718576" y="3825982"/>
              <a:ext cx="43097" cy="166876"/>
            </a:xfrm>
            <a:custGeom>
              <a:avLst/>
              <a:gdLst/>
              <a:ahLst/>
              <a:cxnLst/>
              <a:rect l="l" t="t" r="r" b="b"/>
              <a:pathLst>
                <a:path w="1509" h="5843" extrusionOk="0">
                  <a:moveTo>
                    <a:pt x="1508" y="0"/>
                  </a:moveTo>
                  <a:cubicBezTo>
                    <a:pt x="1377" y="0"/>
                    <a:pt x="1258" y="86"/>
                    <a:pt x="1222" y="214"/>
                  </a:cubicBezTo>
                  <a:lnTo>
                    <a:pt x="0" y="4334"/>
                  </a:lnTo>
                  <a:lnTo>
                    <a:pt x="1508" y="5842"/>
                  </a:lnTo>
                  <a:lnTo>
                    <a:pt x="150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49"/>
            <p:cNvSpPr/>
            <p:nvPr/>
          </p:nvSpPr>
          <p:spPr>
            <a:xfrm>
              <a:off x="5718576" y="3825982"/>
              <a:ext cx="43040" cy="143857"/>
            </a:xfrm>
            <a:custGeom>
              <a:avLst/>
              <a:gdLst/>
              <a:ahLst/>
              <a:cxnLst/>
              <a:rect l="l" t="t" r="r" b="b"/>
              <a:pathLst>
                <a:path w="1507" h="5037" extrusionOk="0">
                  <a:moveTo>
                    <a:pt x="1506" y="0"/>
                  </a:moveTo>
                  <a:cubicBezTo>
                    <a:pt x="1377" y="0"/>
                    <a:pt x="1258" y="86"/>
                    <a:pt x="1222" y="214"/>
                  </a:cubicBezTo>
                  <a:lnTo>
                    <a:pt x="0" y="4334"/>
                  </a:lnTo>
                  <a:lnTo>
                    <a:pt x="703" y="5037"/>
                  </a:lnTo>
                  <a:cubicBezTo>
                    <a:pt x="732" y="5006"/>
                    <a:pt x="751" y="4968"/>
                    <a:pt x="758" y="4924"/>
                  </a:cubicBezTo>
                  <a:lnTo>
                    <a:pt x="1506"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49"/>
            <p:cNvSpPr/>
            <p:nvPr/>
          </p:nvSpPr>
          <p:spPr>
            <a:xfrm>
              <a:off x="5788376" y="3836406"/>
              <a:ext cx="130062" cy="129177"/>
            </a:xfrm>
            <a:custGeom>
              <a:avLst/>
              <a:gdLst/>
              <a:ahLst/>
              <a:cxnLst/>
              <a:rect l="l" t="t" r="r" b="b"/>
              <a:pathLst>
                <a:path w="4554" h="4523" extrusionOk="0">
                  <a:moveTo>
                    <a:pt x="194" y="1"/>
                  </a:moveTo>
                  <a:cubicBezTo>
                    <a:pt x="111" y="1"/>
                    <a:pt x="37" y="57"/>
                    <a:pt x="19" y="141"/>
                  </a:cubicBezTo>
                  <a:cubicBezTo>
                    <a:pt x="1" y="238"/>
                    <a:pt x="59" y="331"/>
                    <a:pt x="156" y="351"/>
                  </a:cubicBezTo>
                  <a:cubicBezTo>
                    <a:pt x="2177" y="780"/>
                    <a:pt x="3760" y="2364"/>
                    <a:pt x="4189" y="4383"/>
                  </a:cubicBezTo>
                  <a:cubicBezTo>
                    <a:pt x="4207" y="4466"/>
                    <a:pt x="4280" y="4522"/>
                    <a:pt x="4362" y="4522"/>
                  </a:cubicBezTo>
                  <a:cubicBezTo>
                    <a:pt x="4373" y="4522"/>
                    <a:pt x="4386" y="4522"/>
                    <a:pt x="4395" y="4519"/>
                  </a:cubicBezTo>
                  <a:cubicBezTo>
                    <a:pt x="4492" y="4499"/>
                    <a:pt x="4554" y="4404"/>
                    <a:pt x="4532" y="4309"/>
                  </a:cubicBezTo>
                  <a:cubicBezTo>
                    <a:pt x="4074" y="2153"/>
                    <a:pt x="2385" y="464"/>
                    <a:pt x="229" y="4"/>
                  </a:cubicBezTo>
                  <a:cubicBezTo>
                    <a:pt x="217" y="2"/>
                    <a:pt x="206" y="1"/>
                    <a:pt x="1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49"/>
            <p:cNvSpPr/>
            <p:nvPr/>
          </p:nvSpPr>
          <p:spPr>
            <a:xfrm>
              <a:off x="5604907" y="3836406"/>
              <a:ext cx="130062" cy="129177"/>
            </a:xfrm>
            <a:custGeom>
              <a:avLst/>
              <a:gdLst/>
              <a:ahLst/>
              <a:cxnLst/>
              <a:rect l="l" t="t" r="r" b="b"/>
              <a:pathLst>
                <a:path w="4554" h="4523" extrusionOk="0">
                  <a:moveTo>
                    <a:pt x="4359" y="0"/>
                  </a:moveTo>
                  <a:cubicBezTo>
                    <a:pt x="4348" y="0"/>
                    <a:pt x="4335" y="1"/>
                    <a:pt x="4323" y="4"/>
                  </a:cubicBezTo>
                  <a:cubicBezTo>
                    <a:pt x="2166" y="464"/>
                    <a:pt x="477" y="2153"/>
                    <a:pt x="19" y="4309"/>
                  </a:cubicBezTo>
                  <a:cubicBezTo>
                    <a:pt x="0" y="4404"/>
                    <a:pt x="61" y="4499"/>
                    <a:pt x="156" y="4519"/>
                  </a:cubicBezTo>
                  <a:cubicBezTo>
                    <a:pt x="167" y="4520"/>
                    <a:pt x="181" y="4522"/>
                    <a:pt x="192" y="4522"/>
                  </a:cubicBezTo>
                  <a:cubicBezTo>
                    <a:pt x="274" y="4522"/>
                    <a:pt x="347" y="4467"/>
                    <a:pt x="364" y="4383"/>
                  </a:cubicBezTo>
                  <a:cubicBezTo>
                    <a:pt x="793" y="2363"/>
                    <a:pt x="2376" y="780"/>
                    <a:pt x="4396" y="351"/>
                  </a:cubicBezTo>
                  <a:cubicBezTo>
                    <a:pt x="4491" y="331"/>
                    <a:pt x="4553" y="238"/>
                    <a:pt x="4533" y="141"/>
                  </a:cubicBezTo>
                  <a:cubicBezTo>
                    <a:pt x="4514" y="58"/>
                    <a:pt x="4441" y="0"/>
                    <a:pt x="43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49"/>
            <p:cNvSpPr/>
            <p:nvPr/>
          </p:nvSpPr>
          <p:spPr>
            <a:xfrm>
              <a:off x="5788433" y="4020047"/>
              <a:ext cx="130119" cy="129148"/>
            </a:xfrm>
            <a:custGeom>
              <a:avLst/>
              <a:gdLst/>
              <a:ahLst/>
              <a:cxnLst/>
              <a:rect l="l" t="t" r="r" b="b"/>
              <a:pathLst>
                <a:path w="4556" h="4522" extrusionOk="0">
                  <a:moveTo>
                    <a:pt x="4365" y="0"/>
                  </a:moveTo>
                  <a:cubicBezTo>
                    <a:pt x="4283" y="0"/>
                    <a:pt x="4208" y="56"/>
                    <a:pt x="4190" y="141"/>
                  </a:cubicBezTo>
                  <a:cubicBezTo>
                    <a:pt x="3761" y="2161"/>
                    <a:pt x="2178" y="3742"/>
                    <a:pt x="158" y="4171"/>
                  </a:cubicBezTo>
                  <a:cubicBezTo>
                    <a:pt x="63" y="4192"/>
                    <a:pt x="1" y="4286"/>
                    <a:pt x="21" y="4381"/>
                  </a:cubicBezTo>
                  <a:cubicBezTo>
                    <a:pt x="37" y="4464"/>
                    <a:pt x="110" y="4522"/>
                    <a:pt x="192" y="4522"/>
                  </a:cubicBezTo>
                  <a:cubicBezTo>
                    <a:pt x="203" y="4522"/>
                    <a:pt x="216" y="4518"/>
                    <a:pt x="232" y="4517"/>
                  </a:cubicBezTo>
                  <a:cubicBezTo>
                    <a:pt x="2390" y="4058"/>
                    <a:pt x="4079" y="2370"/>
                    <a:pt x="4537" y="214"/>
                  </a:cubicBezTo>
                  <a:cubicBezTo>
                    <a:pt x="4555" y="117"/>
                    <a:pt x="4497" y="24"/>
                    <a:pt x="4400" y="4"/>
                  </a:cubicBezTo>
                  <a:cubicBezTo>
                    <a:pt x="4389" y="1"/>
                    <a:pt x="4377" y="0"/>
                    <a:pt x="43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49"/>
            <p:cNvSpPr/>
            <p:nvPr/>
          </p:nvSpPr>
          <p:spPr>
            <a:xfrm>
              <a:off x="5604850" y="4020019"/>
              <a:ext cx="130119" cy="129177"/>
            </a:xfrm>
            <a:custGeom>
              <a:avLst/>
              <a:gdLst/>
              <a:ahLst/>
              <a:cxnLst/>
              <a:rect l="l" t="t" r="r" b="b"/>
              <a:pathLst>
                <a:path w="4556" h="4523" extrusionOk="0">
                  <a:moveTo>
                    <a:pt x="196" y="0"/>
                  </a:moveTo>
                  <a:cubicBezTo>
                    <a:pt x="183" y="0"/>
                    <a:pt x="170" y="2"/>
                    <a:pt x="158" y="5"/>
                  </a:cubicBezTo>
                  <a:cubicBezTo>
                    <a:pt x="63" y="25"/>
                    <a:pt x="1" y="118"/>
                    <a:pt x="21" y="215"/>
                  </a:cubicBezTo>
                  <a:cubicBezTo>
                    <a:pt x="479" y="2371"/>
                    <a:pt x="2168" y="4059"/>
                    <a:pt x="4325" y="4518"/>
                  </a:cubicBezTo>
                  <a:cubicBezTo>
                    <a:pt x="4336" y="4519"/>
                    <a:pt x="4349" y="4523"/>
                    <a:pt x="4362" y="4523"/>
                  </a:cubicBezTo>
                  <a:cubicBezTo>
                    <a:pt x="4444" y="4523"/>
                    <a:pt x="4517" y="4465"/>
                    <a:pt x="4537" y="4382"/>
                  </a:cubicBezTo>
                  <a:cubicBezTo>
                    <a:pt x="4555" y="4287"/>
                    <a:pt x="4495" y="4193"/>
                    <a:pt x="4400" y="4172"/>
                  </a:cubicBezTo>
                  <a:cubicBezTo>
                    <a:pt x="2378" y="3743"/>
                    <a:pt x="797" y="2161"/>
                    <a:pt x="368" y="142"/>
                  </a:cubicBezTo>
                  <a:cubicBezTo>
                    <a:pt x="350" y="58"/>
                    <a:pt x="277" y="0"/>
                    <a:pt x="1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49"/>
            <p:cNvSpPr/>
            <p:nvPr/>
          </p:nvSpPr>
          <p:spPr>
            <a:xfrm>
              <a:off x="5761644" y="3949761"/>
              <a:ext cx="166876" cy="43097"/>
            </a:xfrm>
            <a:custGeom>
              <a:avLst/>
              <a:gdLst/>
              <a:ahLst/>
              <a:cxnLst/>
              <a:rect l="l" t="t" r="r" b="b"/>
              <a:pathLst>
                <a:path w="5843" h="1509" extrusionOk="0">
                  <a:moveTo>
                    <a:pt x="1510" y="0"/>
                  </a:moveTo>
                  <a:lnTo>
                    <a:pt x="0" y="1508"/>
                  </a:lnTo>
                  <a:lnTo>
                    <a:pt x="5842" y="1508"/>
                  </a:lnTo>
                  <a:cubicBezTo>
                    <a:pt x="5842" y="1375"/>
                    <a:pt x="5756" y="1256"/>
                    <a:pt x="5629" y="1220"/>
                  </a:cubicBezTo>
                  <a:lnTo>
                    <a:pt x="15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49"/>
            <p:cNvSpPr/>
            <p:nvPr/>
          </p:nvSpPr>
          <p:spPr>
            <a:xfrm>
              <a:off x="5594797" y="3992829"/>
              <a:ext cx="166876" cy="43068"/>
            </a:xfrm>
            <a:custGeom>
              <a:avLst/>
              <a:gdLst/>
              <a:ahLst/>
              <a:cxnLst/>
              <a:rect l="l" t="t" r="r" b="b"/>
              <a:pathLst>
                <a:path w="5843" h="1508" extrusionOk="0">
                  <a:moveTo>
                    <a:pt x="0" y="0"/>
                  </a:moveTo>
                  <a:cubicBezTo>
                    <a:pt x="0" y="131"/>
                    <a:pt x="88" y="250"/>
                    <a:pt x="216" y="287"/>
                  </a:cubicBezTo>
                  <a:lnTo>
                    <a:pt x="4334" y="1508"/>
                  </a:lnTo>
                  <a:lnTo>
                    <a:pt x="58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49"/>
            <p:cNvSpPr/>
            <p:nvPr/>
          </p:nvSpPr>
          <p:spPr>
            <a:xfrm>
              <a:off x="5594797" y="3992858"/>
              <a:ext cx="144456" cy="43097"/>
            </a:xfrm>
            <a:custGeom>
              <a:avLst/>
              <a:gdLst/>
              <a:ahLst/>
              <a:cxnLst/>
              <a:rect l="l" t="t" r="r" b="b"/>
              <a:pathLst>
                <a:path w="5058" h="1509" extrusionOk="0">
                  <a:moveTo>
                    <a:pt x="0" y="1"/>
                  </a:moveTo>
                  <a:cubicBezTo>
                    <a:pt x="0" y="134"/>
                    <a:pt x="88" y="253"/>
                    <a:pt x="216" y="289"/>
                  </a:cubicBezTo>
                  <a:lnTo>
                    <a:pt x="4334" y="1509"/>
                  </a:lnTo>
                  <a:lnTo>
                    <a:pt x="5057" y="786"/>
                  </a:lnTo>
                  <a:cubicBezTo>
                    <a:pt x="5030" y="755"/>
                    <a:pt x="4993" y="731"/>
                    <a:pt x="4951" y="722"/>
                  </a:cubicBezTo>
                  <a:lnTo>
                    <a:pt x="2045" y="63"/>
                  </a:lnTo>
                  <a:cubicBezTo>
                    <a:pt x="2012" y="56"/>
                    <a:pt x="1996" y="28"/>
                    <a:pt x="1996"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3" name="Google Shape;3353;p49"/>
          <p:cNvGrpSpPr/>
          <p:nvPr/>
        </p:nvGrpSpPr>
        <p:grpSpPr>
          <a:xfrm>
            <a:off x="4396666" y="3044732"/>
            <a:ext cx="350717" cy="332181"/>
            <a:chOff x="5578460" y="2646882"/>
            <a:chExt cx="350717" cy="332181"/>
          </a:xfrm>
        </p:grpSpPr>
        <p:sp>
          <p:nvSpPr>
            <p:cNvPr id="3354" name="Google Shape;3354;p49"/>
            <p:cNvSpPr/>
            <p:nvPr/>
          </p:nvSpPr>
          <p:spPr>
            <a:xfrm>
              <a:off x="5578460" y="2646968"/>
              <a:ext cx="293168" cy="276975"/>
            </a:xfrm>
            <a:custGeom>
              <a:avLst/>
              <a:gdLst/>
              <a:ahLst/>
              <a:cxnLst/>
              <a:rect l="l" t="t" r="r" b="b"/>
              <a:pathLst>
                <a:path w="10265" h="9698" extrusionOk="0">
                  <a:moveTo>
                    <a:pt x="6457" y="1"/>
                  </a:moveTo>
                  <a:cubicBezTo>
                    <a:pt x="4950" y="1"/>
                    <a:pt x="3443" y="576"/>
                    <a:pt x="2294" y="1725"/>
                  </a:cubicBezTo>
                  <a:cubicBezTo>
                    <a:pt x="110" y="3910"/>
                    <a:pt x="1" y="7383"/>
                    <a:pt x="1965" y="9697"/>
                  </a:cubicBezTo>
                  <a:lnTo>
                    <a:pt x="3327" y="8334"/>
                  </a:lnTo>
                  <a:cubicBezTo>
                    <a:pt x="2086" y="6776"/>
                    <a:pt x="2186" y="4498"/>
                    <a:pt x="3628" y="3056"/>
                  </a:cubicBezTo>
                  <a:cubicBezTo>
                    <a:pt x="4403" y="2281"/>
                    <a:pt x="5420" y="1893"/>
                    <a:pt x="6436" y="1893"/>
                  </a:cubicBezTo>
                  <a:cubicBezTo>
                    <a:pt x="7311" y="1893"/>
                    <a:pt x="8186" y="2180"/>
                    <a:pt x="8906" y="2755"/>
                  </a:cubicBezTo>
                  <a:lnTo>
                    <a:pt x="10264" y="1396"/>
                  </a:lnTo>
                  <a:cubicBezTo>
                    <a:pt x="9169" y="466"/>
                    <a:pt x="7813" y="1"/>
                    <a:pt x="64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49"/>
            <p:cNvSpPr/>
            <p:nvPr/>
          </p:nvSpPr>
          <p:spPr>
            <a:xfrm>
              <a:off x="5578575" y="2646882"/>
              <a:ext cx="293111" cy="276889"/>
            </a:xfrm>
            <a:custGeom>
              <a:avLst/>
              <a:gdLst/>
              <a:ahLst/>
              <a:cxnLst/>
              <a:rect l="l" t="t" r="r" b="b"/>
              <a:pathLst>
                <a:path w="10263" h="9695" extrusionOk="0">
                  <a:moveTo>
                    <a:pt x="6455" y="1"/>
                  </a:moveTo>
                  <a:cubicBezTo>
                    <a:pt x="4950" y="1"/>
                    <a:pt x="3443" y="575"/>
                    <a:pt x="2293" y="1724"/>
                  </a:cubicBezTo>
                  <a:cubicBezTo>
                    <a:pt x="110" y="3908"/>
                    <a:pt x="0" y="7382"/>
                    <a:pt x="1965" y="9695"/>
                  </a:cubicBezTo>
                  <a:lnTo>
                    <a:pt x="2531" y="9129"/>
                  </a:lnTo>
                  <a:cubicBezTo>
                    <a:pt x="869" y="7130"/>
                    <a:pt x="977" y="4156"/>
                    <a:pt x="2850" y="2283"/>
                  </a:cubicBezTo>
                  <a:cubicBezTo>
                    <a:pt x="3844" y="1290"/>
                    <a:pt x="5147" y="793"/>
                    <a:pt x="6449" y="793"/>
                  </a:cubicBezTo>
                  <a:cubicBezTo>
                    <a:pt x="7603" y="793"/>
                    <a:pt x="8757" y="1183"/>
                    <a:pt x="9696" y="1964"/>
                  </a:cubicBezTo>
                  <a:lnTo>
                    <a:pt x="10262" y="1398"/>
                  </a:lnTo>
                  <a:cubicBezTo>
                    <a:pt x="9166" y="466"/>
                    <a:pt x="7811" y="1"/>
                    <a:pt x="6455"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49"/>
            <p:cNvSpPr/>
            <p:nvPr/>
          </p:nvSpPr>
          <p:spPr>
            <a:xfrm>
              <a:off x="5640578" y="2692635"/>
              <a:ext cx="29931" cy="29474"/>
            </a:xfrm>
            <a:custGeom>
              <a:avLst/>
              <a:gdLst/>
              <a:ahLst/>
              <a:cxnLst/>
              <a:rect l="l" t="t" r="r" b="b"/>
              <a:pathLst>
                <a:path w="1048" h="1032" extrusionOk="0">
                  <a:moveTo>
                    <a:pt x="248" y="0"/>
                  </a:moveTo>
                  <a:cubicBezTo>
                    <a:pt x="205" y="42"/>
                    <a:pt x="164" y="80"/>
                    <a:pt x="121" y="124"/>
                  </a:cubicBezTo>
                  <a:cubicBezTo>
                    <a:pt x="80" y="166"/>
                    <a:pt x="38" y="206"/>
                    <a:pt x="0" y="250"/>
                  </a:cubicBezTo>
                  <a:lnTo>
                    <a:pt x="730" y="980"/>
                  </a:lnTo>
                  <a:cubicBezTo>
                    <a:pt x="764" y="1014"/>
                    <a:pt x="809" y="1031"/>
                    <a:pt x="854" y="1031"/>
                  </a:cubicBezTo>
                  <a:cubicBezTo>
                    <a:pt x="900" y="1031"/>
                    <a:pt x="945" y="1014"/>
                    <a:pt x="979" y="980"/>
                  </a:cubicBezTo>
                  <a:cubicBezTo>
                    <a:pt x="1048" y="911"/>
                    <a:pt x="1048" y="800"/>
                    <a:pt x="979" y="730"/>
                  </a:cubicBezTo>
                  <a:lnTo>
                    <a:pt x="24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49"/>
            <p:cNvSpPr/>
            <p:nvPr/>
          </p:nvSpPr>
          <p:spPr>
            <a:xfrm>
              <a:off x="5594797" y="2812759"/>
              <a:ext cx="32301" cy="11338"/>
            </a:xfrm>
            <a:custGeom>
              <a:avLst/>
              <a:gdLst/>
              <a:ahLst/>
              <a:cxnLst/>
              <a:rect l="l" t="t" r="r" b="b"/>
              <a:pathLst>
                <a:path w="1131" h="397" extrusionOk="0">
                  <a:moveTo>
                    <a:pt x="947" y="0"/>
                  </a:moveTo>
                  <a:cubicBezTo>
                    <a:pt x="945" y="0"/>
                    <a:pt x="943" y="0"/>
                    <a:pt x="940" y="0"/>
                  </a:cubicBezTo>
                  <a:lnTo>
                    <a:pt x="2" y="42"/>
                  </a:lnTo>
                  <a:cubicBezTo>
                    <a:pt x="0" y="161"/>
                    <a:pt x="4" y="280"/>
                    <a:pt x="9" y="396"/>
                  </a:cubicBezTo>
                  <a:lnTo>
                    <a:pt x="957" y="354"/>
                  </a:lnTo>
                  <a:cubicBezTo>
                    <a:pt x="1055" y="351"/>
                    <a:pt x="1130" y="269"/>
                    <a:pt x="1125" y="170"/>
                  </a:cubicBezTo>
                  <a:cubicBezTo>
                    <a:pt x="1121" y="74"/>
                    <a:pt x="1043" y="0"/>
                    <a:pt x="94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49"/>
            <p:cNvSpPr/>
            <p:nvPr/>
          </p:nvSpPr>
          <p:spPr>
            <a:xfrm>
              <a:off x="5760587" y="2646911"/>
              <a:ext cx="11395" cy="32073"/>
            </a:xfrm>
            <a:custGeom>
              <a:avLst/>
              <a:gdLst/>
              <a:ahLst/>
              <a:cxnLst/>
              <a:rect l="l" t="t" r="r" b="b"/>
              <a:pathLst>
                <a:path w="399" h="1123" extrusionOk="0">
                  <a:moveTo>
                    <a:pt x="46" y="0"/>
                  </a:moveTo>
                  <a:lnTo>
                    <a:pt x="6" y="938"/>
                  </a:lnTo>
                  <a:cubicBezTo>
                    <a:pt x="1" y="1039"/>
                    <a:pt x="81" y="1123"/>
                    <a:pt x="181" y="1123"/>
                  </a:cubicBezTo>
                  <a:cubicBezTo>
                    <a:pt x="274" y="1123"/>
                    <a:pt x="353" y="1050"/>
                    <a:pt x="357" y="953"/>
                  </a:cubicBezTo>
                  <a:lnTo>
                    <a:pt x="399" y="9"/>
                  </a:lnTo>
                  <a:cubicBezTo>
                    <a:pt x="282" y="2"/>
                    <a:pt x="165" y="0"/>
                    <a:pt x="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49"/>
            <p:cNvSpPr/>
            <p:nvPr/>
          </p:nvSpPr>
          <p:spPr>
            <a:xfrm>
              <a:off x="5616588" y="2667788"/>
              <a:ext cx="312589" cy="311275"/>
            </a:xfrm>
            <a:custGeom>
              <a:avLst/>
              <a:gdLst/>
              <a:ahLst/>
              <a:cxnLst/>
              <a:rect l="l" t="t" r="r" b="b"/>
              <a:pathLst>
                <a:path w="10945" h="10899" extrusionOk="0">
                  <a:moveTo>
                    <a:pt x="9681" y="1"/>
                  </a:moveTo>
                  <a:cubicBezTo>
                    <a:pt x="9619" y="1"/>
                    <a:pt x="9558" y="24"/>
                    <a:pt x="9512" y="70"/>
                  </a:cubicBezTo>
                  <a:lnTo>
                    <a:pt x="93" y="9489"/>
                  </a:lnTo>
                  <a:cubicBezTo>
                    <a:pt x="0" y="9582"/>
                    <a:pt x="0" y="9735"/>
                    <a:pt x="93" y="9828"/>
                  </a:cubicBezTo>
                  <a:lnTo>
                    <a:pt x="1094" y="10827"/>
                  </a:lnTo>
                  <a:cubicBezTo>
                    <a:pt x="1140" y="10874"/>
                    <a:pt x="1202" y="10898"/>
                    <a:pt x="1264" y="10898"/>
                  </a:cubicBezTo>
                  <a:cubicBezTo>
                    <a:pt x="1325" y="10898"/>
                    <a:pt x="1387" y="10874"/>
                    <a:pt x="1433" y="10827"/>
                  </a:cubicBezTo>
                  <a:lnTo>
                    <a:pt x="10852" y="1410"/>
                  </a:lnTo>
                  <a:cubicBezTo>
                    <a:pt x="10945" y="1316"/>
                    <a:pt x="10945" y="1164"/>
                    <a:pt x="10852" y="1069"/>
                  </a:cubicBezTo>
                  <a:lnTo>
                    <a:pt x="9851" y="70"/>
                  </a:lnTo>
                  <a:cubicBezTo>
                    <a:pt x="9804" y="24"/>
                    <a:pt x="9742" y="1"/>
                    <a:pt x="96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49"/>
            <p:cNvSpPr/>
            <p:nvPr/>
          </p:nvSpPr>
          <p:spPr>
            <a:xfrm>
              <a:off x="5616531" y="2667845"/>
              <a:ext cx="291283" cy="290598"/>
            </a:xfrm>
            <a:custGeom>
              <a:avLst/>
              <a:gdLst/>
              <a:ahLst/>
              <a:cxnLst/>
              <a:rect l="l" t="t" r="r" b="b"/>
              <a:pathLst>
                <a:path w="10199" h="10175" extrusionOk="0">
                  <a:moveTo>
                    <a:pt x="9682" y="0"/>
                  </a:moveTo>
                  <a:cubicBezTo>
                    <a:pt x="9620" y="0"/>
                    <a:pt x="9558" y="24"/>
                    <a:pt x="9512" y="70"/>
                  </a:cubicBezTo>
                  <a:lnTo>
                    <a:pt x="94" y="9489"/>
                  </a:lnTo>
                  <a:cubicBezTo>
                    <a:pt x="0" y="9582"/>
                    <a:pt x="0" y="9735"/>
                    <a:pt x="94" y="9828"/>
                  </a:cubicBezTo>
                  <a:lnTo>
                    <a:pt x="440" y="10175"/>
                  </a:lnTo>
                  <a:cubicBezTo>
                    <a:pt x="444" y="10113"/>
                    <a:pt x="477" y="10045"/>
                    <a:pt x="534" y="9991"/>
                  </a:cubicBezTo>
                  <a:lnTo>
                    <a:pt x="10016" y="508"/>
                  </a:lnTo>
                  <a:cubicBezTo>
                    <a:pt x="10072" y="452"/>
                    <a:pt x="10142" y="419"/>
                    <a:pt x="10198" y="417"/>
                  </a:cubicBezTo>
                  <a:lnTo>
                    <a:pt x="9851" y="70"/>
                  </a:lnTo>
                  <a:cubicBezTo>
                    <a:pt x="9805" y="24"/>
                    <a:pt x="9743" y="0"/>
                    <a:pt x="9682"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49"/>
            <p:cNvSpPr/>
            <p:nvPr/>
          </p:nvSpPr>
          <p:spPr>
            <a:xfrm>
              <a:off x="5876227" y="2728221"/>
              <a:ext cx="18850" cy="18336"/>
            </a:xfrm>
            <a:custGeom>
              <a:avLst/>
              <a:gdLst/>
              <a:ahLst/>
              <a:cxnLst/>
              <a:rect l="l" t="t" r="r" b="b"/>
              <a:pathLst>
                <a:path w="660" h="642" extrusionOk="0">
                  <a:moveTo>
                    <a:pt x="193" y="0"/>
                  </a:moveTo>
                  <a:cubicBezTo>
                    <a:pt x="148" y="0"/>
                    <a:pt x="103" y="17"/>
                    <a:pt x="68" y="52"/>
                  </a:cubicBezTo>
                  <a:cubicBezTo>
                    <a:pt x="1" y="120"/>
                    <a:pt x="1" y="231"/>
                    <a:pt x="68" y="300"/>
                  </a:cubicBezTo>
                  <a:lnTo>
                    <a:pt x="412" y="642"/>
                  </a:lnTo>
                  <a:lnTo>
                    <a:pt x="660" y="393"/>
                  </a:lnTo>
                  <a:lnTo>
                    <a:pt x="319" y="52"/>
                  </a:lnTo>
                  <a:cubicBezTo>
                    <a:pt x="284" y="17"/>
                    <a:pt x="239" y="0"/>
                    <a:pt x="1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49"/>
            <p:cNvSpPr/>
            <p:nvPr/>
          </p:nvSpPr>
          <p:spPr>
            <a:xfrm>
              <a:off x="5776695" y="2827724"/>
              <a:ext cx="18850" cy="18364"/>
            </a:xfrm>
            <a:custGeom>
              <a:avLst/>
              <a:gdLst/>
              <a:ahLst/>
              <a:cxnLst/>
              <a:rect l="l" t="t" r="r" b="b"/>
              <a:pathLst>
                <a:path w="660" h="643" extrusionOk="0">
                  <a:moveTo>
                    <a:pt x="194" y="1"/>
                  </a:moveTo>
                  <a:cubicBezTo>
                    <a:pt x="149" y="1"/>
                    <a:pt x="104" y="18"/>
                    <a:pt x="70" y="51"/>
                  </a:cubicBezTo>
                  <a:cubicBezTo>
                    <a:pt x="1" y="121"/>
                    <a:pt x="1" y="232"/>
                    <a:pt x="70" y="301"/>
                  </a:cubicBezTo>
                  <a:lnTo>
                    <a:pt x="412" y="643"/>
                  </a:lnTo>
                  <a:lnTo>
                    <a:pt x="660" y="395"/>
                  </a:lnTo>
                  <a:lnTo>
                    <a:pt x="318" y="51"/>
                  </a:lnTo>
                  <a:cubicBezTo>
                    <a:pt x="284" y="18"/>
                    <a:pt x="239" y="1"/>
                    <a:pt x="1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49"/>
            <p:cNvSpPr/>
            <p:nvPr/>
          </p:nvSpPr>
          <p:spPr>
            <a:xfrm>
              <a:off x="5796573" y="2807789"/>
              <a:ext cx="18907" cy="18450"/>
            </a:xfrm>
            <a:custGeom>
              <a:avLst/>
              <a:gdLst/>
              <a:ahLst/>
              <a:cxnLst/>
              <a:rect l="l" t="t" r="r" b="b"/>
              <a:pathLst>
                <a:path w="662" h="646" extrusionOk="0">
                  <a:moveTo>
                    <a:pt x="194" y="0"/>
                  </a:moveTo>
                  <a:cubicBezTo>
                    <a:pt x="149" y="0"/>
                    <a:pt x="103" y="18"/>
                    <a:pt x="70" y="54"/>
                  </a:cubicBezTo>
                  <a:cubicBezTo>
                    <a:pt x="0" y="123"/>
                    <a:pt x="0" y="235"/>
                    <a:pt x="70" y="302"/>
                  </a:cubicBezTo>
                  <a:lnTo>
                    <a:pt x="411" y="645"/>
                  </a:lnTo>
                  <a:lnTo>
                    <a:pt x="661" y="397"/>
                  </a:lnTo>
                  <a:lnTo>
                    <a:pt x="318" y="54"/>
                  </a:lnTo>
                  <a:cubicBezTo>
                    <a:pt x="284" y="18"/>
                    <a:pt x="239" y="0"/>
                    <a:pt x="1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49"/>
            <p:cNvSpPr/>
            <p:nvPr/>
          </p:nvSpPr>
          <p:spPr>
            <a:xfrm>
              <a:off x="5810110" y="2781600"/>
              <a:ext cx="25218" cy="24676"/>
            </a:xfrm>
            <a:custGeom>
              <a:avLst/>
              <a:gdLst/>
              <a:ahLst/>
              <a:cxnLst/>
              <a:rect l="l" t="t" r="r" b="b"/>
              <a:pathLst>
                <a:path w="883" h="864" extrusionOk="0">
                  <a:moveTo>
                    <a:pt x="196" y="0"/>
                  </a:moveTo>
                  <a:cubicBezTo>
                    <a:pt x="151" y="0"/>
                    <a:pt x="106" y="17"/>
                    <a:pt x="70" y="51"/>
                  </a:cubicBezTo>
                  <a:cubicBezTo>
                    <a:pt x="1" y="120"/>
                    <a:pt x="1" y="231"/>
                    <a:pt x="70" y="301"/>
                  </a:cubicBezTo>
                  <a:lnTo>
                    <a:pt x="634" y="863"/>
                  </a:lnTo>
                  <a:lnTo>
                    <a:pt x="883" y="615"/>
                  </a:lnTo>
                  <a:lnTo>
                    <a:pt x="319" y="51"/>
                  </a:lnTo>
                  <a:cubicBezTo>
                    <a:pt x="285" y="17"/>
                    <a:pt x="241" y="0"/>
                    <a:pt x="19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49"/>
            <p:cNvSpPr/>
            <p:nvPr/>
          </p:nvSpPr>
          <p:spPr>
            <a:xfrm>
              <a:off x="5889793" y="2702032"/>
              <a:ext cx="25161" cy="24676"/>
            </a:xfrm>
            <a:custGeom>
              <a:avLst/>
              <a:gdLst/>
              <a:ahLst/>
              <a:cxnLst/>
              <a:rect l="l" t="t" r="r" b="b"/>
              <a:pathLst>
                <a:path w="881" h="864" extrusionOk="0">
                  <a:moveTo>
                    <a:pt x="193" y="0"/>
                  </a:moveTo>
                  <a:cubicBezTo>
                    <a:pt x="148" y="0"/>
                    <a:pt x="103" y="17"/>
                    <a:pt x="68" y="51"/>
                  </a:cubicBezTo>
                  <a:cubicBezTo>
                    <a:pt x="1" y="120"/>
                    <a:pt x="1" y="232"/>
                    <a:pt x="68" y="299"/>
                  </a:cubicBezTo>
                  <a:lnTo>
                    <a:pt x="632" y="863"/>
                  </a:lnTo>
                  <a:lnTo>
                    <a:pt x="880" y="615"/>
                  </a:lnTo>
                  <a:lnTo>
                    <a:pt x="318" y="51"/>
                  </a:lnTo>
                  <a:cubicBezTo>
                    <a:pt x="283" y="17"/>
                    <a:pt x="238" y="0"/>
                    <a:pt x="1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49"/>
            <p:cNvSpPr/>
            <p:nvPr/>
          </p:nvSpPr>
          <p:spPr>
            <a:xfrm>
              <a:off x="5650946" y="2940822"/>
              <a:ext cx="25161" cy="24676"/>
            </a:xfrm>
            <a:custGeom>
              <a:avLst/>
              <a:gdLst/>
              <a:ahLst/>
              <a:cxnLst/>
              <a:rect l="l" t="t" r="r" b="b"/>
              <a:pathLst>
                <a:path w="881" h="864" extrusionOk="0">
                  <a:moveTo>
                    <a:pt x="193" y="0"/>
                  </a:moveTo>
                  <a:cubicBezTo>
                    <a:pt x="148" y="0"/>
                    <a:pt x="103" y="17"/>
                    <a:pt x="68" y="51"/>
                  </a:cubicBezTo>
                  <a:cubicBezTo>
                    <a:pt x="0" y="120"/>
                    <a:pt x="0" y="232"/>
                    <a:pt x="68" y="299"/>
                  </a:cubicBezTo>
                  <a:lnTo>
                    <a:pt x="632" y="863"/>
                  </a:lnTo>
                  <a:lnTo>
                    <a:pt x="880" y="615"/>
                  </a:lnTo>
                  <a:lnTo>
                    <a:pt x="316" y="51"/>
                  </a:lnTo>
                  <a:cubicBezTo>
                    <a:pt x="282" y="17"/>
                    <a:pt x="238" y="0"/>
                    <a:pt x="1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49"/>
            <p:cNvSpPr/>
            <p:nvPr/>
          </p:nvSpPr>
          <p:spPr>
            <a:xfrm>
              <a:off x="5856378" y="2748070"/>
              <a:ext cx="18850" cy="18421"/>
            </a:xfrm>
            <a:custGeom>
              <a:avLst/>
              <a:gdLst/>
              <a:ahLst/>
              <a:cxnLst/>
              <a:rect l="l" t="t" r="r" b="b"/>
              <a:pathLst>
                <a:path w="660" h="645" extrusionOk="0">
                  <a:moveTo>
                    <a:pt x="193" y="1"/>
                  </a:moveTo>
                  <a:cubicBezTo>
                    <a:pt x="148" y="1"/>
                    <a:pt x="103" y="18"/>
                    <a:pt x="68" y="53"/>
                  </a:cubicBezTo>
                  <a:cubicBezTo>
                    <a:pt x="0" y="120"/>
                    <a:pt x="0" y="233"/>
                    <a:pt x="68" y="301"/>
                  </a:cubicBezTo>
                  <a:lnTo>
                    <a:pt x="411" y="644"/>
                  </a:lnTo>
                  <a:lnTo>
                    <a:pt x="659" y="394"/>
                  </a:lnTo>
                  <a:lnTo>
                    <a:pt x="316" y="53"/>
                  </a:lnTo>
                  <a:cubicBezTo>
                    <a:pt x="282" y="18"/>
                    <a:pt x="238" y="1"/>
                    <a:pt x="19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49"/>
            <p:cNvSpPr/>
            <p:nvPr/>
          </p:nvSpPr>
          <p:spPr>
            <a:xfrm>
              <a:off x="5756789" y="2847602"/>
              <a:ext cx="18850" cy="18364"/>
            </a:xfrm>
            <a:custGeom>
              <a:avLst/>
              <a:gdLst/>
              <a:ahLst/>
              <a:cxnLst/>
              <a:rect l="l" t="t" r="r" b="b"/>
              <a:pathLst>
                <a:path w="660" h="643" extrusionOk="0">
                  <a:moveTo>
                    <a:pt x="194" y="1"/>
                  </a:moveTo>
                  <a:cubicBezTo>
                    <a:pt x="149" y="1"/>
                    <a:pt x="104" y="18"/>
                    <a:pt x="68" y="53"/>
                  </a:cubicBezTo>
                  <a:cubicBezTo>
                    <a:pt x="0" y="120"/>
                    <a:pt x="0" y="232"/>
                    <a:pt x="68" y="301"/>
                  </a:cubicBezTo>
                  <a:lnTo>
                    <a:pt x="411" y="642"/>
                  </a:lnTo>
                  <a:lnTo>
                    <a:pt x="659" y="394"/>
                  </a:lnTo>
                  <a:lnTo>
                    <a:pt x="316" y="53"/>
                  </a:lnTo>
                  <a:cubicBezTo>
                    <a:pt x="283" y="18"/>
                    <a:pt x="239" y="1"/>
                    <a:pt x="1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49"/>
            <p:cNvSpPr/>
            <p:nvPr/>
          </p:nvSpPr>
          <p:spPr>
            <a:xfrm>
              <a:off x="5697099" y="2907350"/>
              <a:ext cx="18850" cy="18421"/>
            </a:xfrm>
            <a:custGeom>
              <a:avLst/>
              <a:gdLst/>
              <a:ahLst/>
              <a:cxnLst/>
              <a:rect l="l" t="t" r="r" b="b"/>
              <a:pathLst>
                <a:path w="660" h="645" extrusionOk="0">
                  <a:moveTo>
                    <a:pt x="192" y="1"/>
                  </a:moveTo>
                  <a:cubicBezTo>
                    <a:pt x="147" y="1"/>
                    <a:pt x="102" y="18"/>
                    <a:pt x="68" y="53"/>
                  </a:cubicBezTo>
                  <a:cubicBezTo>
                    <a:pt x="0" y="120"/>
                    <a:pt x="0" y="234"/>
                    <a:pt x="68" y="301"/>
                  </a:cubicBezTo>
                  <a:lnTo>
                    <a:pt x="411" y="644"/>
                  </a:lnTo>
                  <a:lnTo>
                    <a:pt x="659" y="394"/>
                  </a:lnTo>
                  <a:lnTo>
                    <a:pt x="316" y="53"/>
                  </a:lnTo>
                  <a:cubicBezTo>
                    <a:pt x="282" y="18"/>
                    <a:pt x="237" y="1"/>
                    <a:pt x="1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49"/>
            <p:cNvSpPr/>
            <p:nvPr/>
          </p:nvSpPr>
          <p:spPr>
            <a:xfrm>
              <a:off x="5836414" y="2768034"/>
              <a:ext cx="18850" cy="18364"/>
            </a:xfrm>
            <a:custGeom>
              <a:avLst/>
              <a:gdLst/>
              <a:ahLst/>
              <a:cxnLst/>
              <a:rect l="l" t="t" r="r" b="b"/>
              <a:pathLst>
                <a:path w="660" h="643" extrusionOk="0">
                  <a:moveTo>
                    <a:pt x="193" y="0"/>
                  </a:moveTo>
                  <a:cubicBezTo>
                    <a:pt x="148" y="0"/>
                    <a:pt x="103" y="17"/>
                    <a:pt x="69" y="51"/>
                  </a:cubicBezTo>
                  <a:cubicBezTo>
                    <a:pt x="0" y="120"/>
                    <a:pt x="0" y="232"/>
                    <a:pt x="69" y="301"/>
                  </a:cubicBezTo>
                  <a:lnTo>
                    <a:pt x="411" y="643"/>
                  </a:lnTo>
                  <a:lnTo>
                    <a:pt x="659" y="394"/>
                  </a:lnTo>
                  <a:lnTo>
                    <a:pt x="318" y="51"/>
                  </a:lnTo>
                  <a:cubicBezTo>
                    <a:pt x="283" y="17"/>
                    <a:pt x="238" y="0"/>
                    <a:pt x="1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49"/>
            <p:cNvSpPr/>
            <p:nvPr/>
          </p:nvSpPr>
          <p:spPr>
            <a:xfrm>
              <a:off x="5677164" y="2927256"/>
              <a:ext cx="18850" cy="18364"/>
            </a:xfrm>
            <a:custGeom>
              <a:avLst/>
              <a:gdLst/>
              <a:ahLst/>
              <a:cxnLst/>
              <a:rect l="l" t="t" r="r" b="b"/>
              <a:pathLst>
                <a:path w="660" h="643" extrusionOk="0">
                  <a:moveTo>
                    <a:pt x="194" y="1"/>
                  </a:moveTo>
                  <a:cubicBezTo>
                    <a:pt x="149" y="1"/>
                    <a:pt x="104" y="18"/>
                    <a:pt x="70" y="51"/>
                  </a:cubicBezTo>
                  <a:cubicBezTo>
                    <a:pt x="1" y="121"/>
                    <a:pt x="1" y="232"/>
                    <a:pt x="70" y="300"/>
                  </a:cubicBezTo>
                  <a:lnTo>
                    <a:pt x="411" y="643"/>
                  </a:lnTo>
                  <a:lnTo>
                    <a:pt x="660" y="395"/>
                  </a:lnTo>
                  <a:lnTo>
                    <a:pt x="318" y="51"/>
                  </a:lnTo>
                  <a:cubicBezTo>
                    <a:pt x="285" y="18"/>
                    <a:pt x="239" y="1"/>
                    <a:pt x="1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49"/>
            <p:cNvSpPr/>
            <p:nvPr/>
          </p:nvSpPr>
          <p:spPr>
            <a:xfrm>
              <a:off x="5717005" y="2887415"/>
              <a:ext cx="18850" cy="18393"/>
            </a:xfrm>
            <a:custGeom>
              <a:avLst/>
              <a:gdLst/>
              <a:ahLst/>
              <a:cxnLst/>
              <a:rect l="l" t="t" r="r" b="b"/>
              <a:pathLst>
                <a:path w="660" h="644" extrusionOk="0">
                  <a:moveTo>
                    <a:pt x="193" y="1"/>
                  </a:moveTo>
                  <a:cubicBezTo>
                    <a:pt x="148" y="1"/>
                    <a:pt x="104" y="18"/>
                    <a:pt x="70" y="52"/>
                  </a:cubicBezTo>
                  <a:cubicBezTo>
                    <a:pt x="0" y="121"/>
                    <a:pt x="0" y="232"/>
                    <a:pt x="70" y="302"/>
                  </a:cubicBezTo>
                  <a:lnTo>
                    <a:pt x="411" y="643"/>
                  </a:lnTo>
                  <a:lnTo>
                    <a:pt x="659" y="395"/>
                  </a:lnTo>
                  <a:lnTo>
                    <a:pt x="318" y="52"/>
                  </a:lnTo>
                  <a:cubicBezTo>
                    <a:pt x="283" y="18"/>
                    <a:pt x="238" y="1"/>
                    <a:pt x="19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49"/>
            <p:cNvSpPr/>
            <p:nvPr/>
          </p:nvSpPr>
          <p:spPr>
            <a:xfrm>
              <a:off x="5730571" y="2861168"/>
              <a:ext cx="25190" cy="24762"/>
            </a:xfrm>
            <a:custGeom>
              <a:avLst/>
              <a:gdLst/>
              <a:ahLst/>
              <a:cxnLst/>
              <a:rect l="l" t="t" r="r" b="b"/>
              <a:pathLst>
                <a:path w="882" h="867" extrusionOk="0">
                  <a:moveTo>
                    <a:pt x="193" y="1"/>
                  </a:moveTo>
                  <a:cubicBezTo>
                    <a:pt x="148" y="1"/>
                    <a:pt x="103" y="19"/>
                    <a:pt x="69" y="54"/>
                  </a:cubicBezTo>
                  <a:cubicBezTo>
                    <a:pt x="0" y="122"/>
                    <a:pt x="0" y="235"/>
                    <a:pt x="69" y="302"/>
                  </a:cubicBezTo>
                  <a:lnTo>
                    <a:pt x="632" y="867"/>
                  </a:lnTo>
                  <a:lnTo>
                    <a:pt x="882" y="618"/>
                  </a:lnTo>
                  <a:lnTo>
                    <a:pt x="318" y="54"/>
                  </a:lnTo>
                  <a:cubicBezTo>
                    <a:pt x="283" y="19"/>
                    <a:pt x="238" y="1"/>
                    <a:pt x="19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74" name="Google Shape;3374;p49"/>
          <p:cNvGrpSpPr/>
          <p:nvPr/>
        </p:nvGrpSpPr>
        <p:grpSpPr>
          <a:xfrm>
            <a:off x="1767137" y="1329454"/>
            <a:ext cx="211230" cy="333724"/>
            <a:chOff x="8034249" y="2056176"/>
            <a:chExt cx="211230" cy="333724"/>
          </a:xfrm>
        </p:grpSpPr>
        <p:sp>
          <p:nvSpPr>
            <p:cNvPr id="3375" name="Google Shape;3375;p49"/>
            <p:cNvSpPr/>
            <p:nvPr/>
          </p:nvSpPr>
          <p:spPr>
            <a:xfrm>
              <a:off x="8091483" y="2247985"/>
              <a:ext cx="81882" cy="28703"/>
            </a:xfrm>
            <a:custGeom>
              <a:avLst/>
              <a:gdLst/>
              <a:ahLst/>
              <a:cxnLst/>
              <a:rect l="l" t="t" r="r" b="b"/>
              <a:pathLst>
                <a:path w="2867" h="1005" extrusionOk="0">
                  <a:moveTo>
                    <a:pt x="229" y="0"/>
                  </a:moveTo>
                  <a:lnTo>
                    <a:pt x="1" y="692"/>
                  </a:lnTo>
                  <a:cubicBezTo>
                    <a:pt x="437" y="893"/>
                    <a:pt x="923" y="1004"/>
                    <a:pt x="1434" y="1004"/>
                  </a:cubicBezTo>
                  <a:cubicBezTo>
                    <a:pt x="1948" y="1004"/>
                    <a:pt x="2434" y="893"/>
                    <a:pt x="2867" y="692"/>
                  </a:cubicBezTo>
                  <a:lnTo>
                    <a:pt x="2644" y="0"/>
                  </a:lnTo>
                  <a:cubicBezTo>
                    <a:pt x="2283" y="183"/>
                    <a:pt x="1872" y="287"/>
                    <a:pt x="1437" y="287"/>
                  </a:cubicBezTo>
                  <a:cubicBezTo>
                    <a:pt x="1001" y="287"/>
                    <a:pt x="590" y="185"/>
                    <a:pt x="2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49"/>
            <p:cNvSpPr/>
            <p:nvPr/>
          </p:nvSpPr>
          <p:spPr>
            <a:xfrm>
              <a:off x="8091597" y="2257724"/>
              <a:ext cx="81882" cy="18964"/>
            </a:xfrm>
            <a:custGeom>
              <a:avLst/>
              <a:gdLst/>
              <a:ahLst/>
              <a:cxnLst/>
              <a:rect l="l" t="t" r="r" b="b"/>
              <a:pathLst>
                <a:path w="2867" h="664" extrusionOk="0">
                  <a:moveTo>
                    <a:pt x="113" y="1"/>
                  </a:moveTo>
                  <a:lnTo>
                    <a:pt x="0" y="351"/>
                  </a:lnTo>
                  <a:cubicBezTo>
                    <a:pt x="435" y="552"/>
                    <a:pt x="922" y="663"/>
                    <a:pt x="1433" y="663"/>
                  </a:cubicBezTo>
                  <a:cubicBezTo>
                    <a:pt x="1946" y="663"/>
                    <a:pt x="2432" y="552"/>
                    <a:pt x="2866" y="351"/>
                  </a:cubicBezTo>
                  <a:lnTo>
                    <a:pt x="2751" y="1"/>
                  </a:lnTo>
                  <a:cubicBezTo>
                    <a:pt x="2346" y="171"/>
                    <a:pt x="1901" y="264"/>
                    <a:pt x="1433" y="264"/>
                  </a:cubicBezTo>
                  <a:cubicBezTo>
                    <a:pt x="964" y="264"/>
                    <a:pt x="517" y="171"/>
                    <a:pt x="113"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49"/>
            <p:cNvSpPr/>
            <p:nvPr/>
          </p:nvSpPr>
          <p:spPr>
            <a:xfrm>
              <a:off x="8127297" y="2247556"/>
              <a:ext cx="10053" cy="37671"/>
            </a:xfrm>
            <a:custGeom>
              <a:avLst/>
              <a:gdLst/>
              <a:ahLst/>
              <a:cxnLst/>
              <a:rect l="l" t="t" r="r" b="b"/>
              <a:pathLst>
                <a:path w="352" h="1319" extrusionOk="0">
                  <a:moveTo>
                    <a:pt x="176" y="1"/>
                  </a:moveTo>
                  <a:cubicBezTo>
                    <a:pt x="79" y="1"/>
                    <a:pt x="1" y="79"/>
                    <a:pt x="1" y="178"/>
                  </a:cubicBezTo>
                  <a:lnTo>
                    <a:pt x="1" y="1142"/>
                  </a:lnTo>
                  <a:cubicBezTo>
                    <a:pt x="1" y="1239"/>
                    <a:pt x="77" y="1319"/>
                    <a:pt x="176" y="1319"/>
                  </a:cubicBezTo>
                  <a:cubicBezTo>
                    <a:pt x="275" y="1319"/>
                    <a:pt x="351" y="1239"/>
                    <a:pt x="351" y="1142"/>
                  </a:cubicBezTo>
                  <a:lnTo>
                    <a:pt x="351" y="178"/>
                  </a:lnTo>
                  <a:cubicBezTo>
                    <a:pt x="351" y="81"/>
                    <a:pt x="275" y="1"/>
                    <a:pt x="1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49"/>
            <p:cNvSpPr/>
            <p:nvPr/>
          </p:nvSpPr>
          <p:spPr>
            <a:xfrm>
              <a:off x="8034249" y="2354542"/>
              <a:ext cx="26389" cy="35357"/>
            </a:xfrm>
            <a:custGeom>
              <a:avLst/>
              <a:gdLst/>
              <a:ahLst/>
              <a:cxnLst/>
              <a:rect l="l" t="t" r="r" b="b"/>
              <a:pathLst>
                <a:path w="924" h="1238" extrusionOk="0">
                  <a:moveTo>
                    <a:pt x="367" y="1"/>
                  </a:moveTo>
                  <a:cubicBezTo>
                    <a:pt x="320" y="41"/>
                    <a:pt x="279" y="96"/>
                    <a:pt x="259" y="162"/>
                  </a:cubicBezTo>
                  <a:lnTo>
                    <a:pt x="58" y="771"/>
                  </a:lnTo>
                  <a:cubicBezTo>
                    <a:pt x="0" y="961"/>
                    <a:pt x="104" y="1162"/>
                    <a:pt x="296" y="1220"/>
                  </a:cubicBezTo>
                  <a:cubicBezTo>
                    <a:pt x="332" y="1232"/>
                    <a:pt x="369" y="1237"/>
                    <a:pt x="404" y="1237"/>
                  </a:cubicBezTo>
                  <a:cubicBezTo>
                    <a:pt x="557" y="1237"/>
                    <a:pt x="698" y="1139"/>
                    <a:pt x="745" y="987"/>
                  </a:cubicBezTo>
                  <a:lnTo>
                    <a:pt x="924" y="445"/>
                  </a:lnTo>
                  <a:lnTo>
                    <a:pt x="924" y="445"/>
                  </a:lnTo>
                  <a:cubicBezTo>
                    <a:pt x="900" y="463"/>
                    <a:pt x="871" y="472"/>
                    <a:pt x="842" y="472"/>
                  </a:cubicBezTo>
                  <a:cubicBezTo>
                    <a:pt x="815" y="472"/>
                    <a:pt x="788" y="464"/>
                    <a:pt x="763" y="448"/>
                  </a:cubicBezTo>
                  <a:lnTo>
                    <a:pt x="593" y="330"/>
                  </a:lnTo>
                  <a:cubicBezTo>
                    <a:pt x="477" y="249"/>
                    <a:pt x="398" y="131"/>
                    <a:pt x="3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49"/>
            <p:cNvSpPr/>
            <p:nvPr/>
          </p:nvSpPr>
          <p:spPr>
            <a:xfrm>
              <a:off x="8034249" y="2354457"/>
              <a:ext cx="17107" cy="35357"/>
            </a:xfrm>
            <a:custGeom>
              <a:avLst/>
              <a:gdLst/>
              <a:ahLst/>
              <a:cxnLst/>
              <a:rect l="l" t="t" r="r" b="b"/>
              <a:pathLst>
                <a:path w="599" h="1238" extrusionOk="0">
                  <a:moveTo>
                    <a:pt x="367" y="0"/>
                  </a:moveTo>
                  <a:cubicBezTo>
                    <a:pt x="320" y="42"/>
                    <a:pt x="279" y="99"/>
                    <a:pt x="259" y="163"/>
                  </a:cubicBezTo>
                  <a:lnTo>
                    <a:pt x="58" y="772"/>
                  </a:lnTo>
                  <a:cubicBezTo>
                    <a:pt x="0" y="961"/>
                    <a:pt x="104" y="1161"/>
                    <a:pt x="294" y="1222"/>
                  </a:cubicBezTo>
                  <a:cubicBezTo>
                    <a:pt x="330" y="1232"/>
                    <a:pt x="365" y="1237"/>
                    <a:pt x="400" y="1237"/>
                  </a:cubicBezTo>
                  <a:cubicBezTo>
                    <a:pt x="437" y="1237"/>
                    <a:pt x="472" y="1232"/>
                    <a:pt x="506" y="1222"/>
                  </a:cubicBezTo>
                  <a:cubicBezTo>
                    <a:pt x="420" y="1132"/>
                    <a:pt x="383" y="999"/>
                    <a:pt x="424" y="867"/>
                  </a:cubicBezTo>
                  <a:lnTo>
                    <a:pt x="599" y="334"/>
                  </a:lnTo>
                  <a:lnTo>
                    <a:pt x="593" y="329"/>
                  </a:lnTo>
                  <a:cubicBezTo>
                    <a:pt x="477" y="249"/>
                    <a:pt x="398" y="130"/>
                    <a:pt x="367" y="0"/>
                  </a:cubicBezTo>
                  <a:close/>
                </a:path>
              </a:pathLst>
            </a:custGeom>
            <a:solidFill>
              <a:srgbClr val="554E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49"/>
            <p:cNvSpPr/>
            <p:nvPr/>
          </p:nvSpPr>
          <p:spPr>
            <a:xfrm>
              <a:off x="8204067" y="2357227"/>
              <a:ext cx="26332" cy="32673"/>
            </a:xfrm>
            <a:custGeom>
              <a:avLst/>
              <a:gdLst/>
              <a:ahLst/>
              <a:cxnLst/>
              <a:rect l="l" t="t" r="r" b="b"/>
              <a:pathLst>
                <a:path w="922" h="1144" extrusionOk="0">
                  <a:moveTo>
                    <a:pt x="513" y="0"/>
                  </a:moveTo>
                  <a:cubicBezTo>
                    <a:pt x="473" y="82"/>
                    <a:pt x="411" y="155"/>
                    <a:pt x="330" y="210"/>
                  </a:cubicBezTo>
                  <a:lnTo>
                    <a:pt x="161" y="329"/>
                  </a:lnTo>
                  <a:cubicBezTo>
                    <a:pt x="136" y="345"/>
                    <a:pt x="109" y="353"/>
                    <a:pt x="82" y="353"/>
                  </a:cubicBezTo>
                  <a:cubicBezTo>
                    <a:pt x="52" y="353"/>
                    <a:pt x="24" y="344"/>
                    <a:pt x="0" y="327"/>
                  </a:cubicBezTo>
                  <a:lnTo>
                    <a:pt x="0" y="327"/>
                  </a:lnTo>
                  <a:lnTo>
                    <a:pt x="179" y="893"/>
                  </a:lnTo>
                  <a:cubicBezTo>
                    <a:pt x="226" y="1045"/>
                    <a:pt x="367" y="1143"/>
                    <a:pt x="519" y="1143"/>
                  </a:cubicBezTo>
                  <a:cubicBezTo>
                    <a:pt x="555" y="1143"/>
                    <a:pt x="592" y="1138"/>
                    <a:pt x="628" y="1126"/>
                  </a:cubicBezTo>
                  <a:cubicBezTo>
                    <a:pt x="818" y="1068"/>
                    <a:pt x="922" y="867"/>
                    <a:pt x="864" y="677"/>
                  </a:cubicBezTo>
                  <a:lnTo>
                    <a:pt x="668" y="62"/>
                  </a:lnTo>
                  <a:cubicBezTo>
                    <a:pt x="613" y="47"/>
                    <a:pt x="561" y="27"/>
                    <a:pt x="5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49"/>
            <p:cNvSpPr/>
            <p:nvPr/>
          </p:nvSpPr>
          <p:spPr>
            <a:xfrm>
              <a:off x="8204067" y="2362882"/>
              <a:ext cx="24562" cy="27018"/>
            </a:xfrm>
            <a:custGeom>
              <a:avLst/>
              <a:gdLst/>
              <a:ahLst/>
              <a:cxnLst/>
              <a:rect l="l" t="t" r="r" b="b"/>
              <a:pathLst>
                <a:path w="860" h="946" extrusionOk="0">
                  <a:moveTo>
                    <a:pt x="347" y="1"/>
                  </a:moveTo>
                  <a:cubicBezTo>
                    <a:pt x="341" y="5"/>
                    <a:pt x="336" y="6"/>
                    <a:pt x="330" y="12"/>
                  </a:cubicBezTo>
                  <a:lnTo>
                    <a:pt x="159" y="131"/>
                  </a:lnTo>
                  <a:cubicBezTo>
                    <a:pt x="135" y="147"/>
                    <a:pt x="108" y="155"/>
                    <a:pt x="81" y="155"/>
                  </a:cubicBezTo>
                  <a:cubicBezTo>
                    <a:pt x="52" y="155"/>
                    <a:pt x="24" y="146"/>
                    <a:pt x="0" y="129"/>
                  </a:cubicBezTo>
                  <a:lnTo>
                    <a:pt x="0" y="129"/>
                  </a:lnTo>
                  <a:lnTo>
                    <a:pt x="177" y="695"/>
                  </a:lnTo>
                  <a:cubicBezTo>
                    <a:pt x="226" y="847"/>
                    <a:pt x="367" y="945"/>
                    <a:pt x="519" y="945"/>
                  </a:cubicBezTo>
                  <a:cubicBezTo>
                    <a:pt x="555" y="945"/>
                    <a:pt x="592" y="940"/>
                    <a:pt x="628" y="928"/>
                  </a:cubicBezTo>
                  <a:cubicBezTo>
                    <a:pt x="741" y="892"/>
                    <a:pt x="823" y="806"/>
                    <a:pt x="860" y="700"/>
                  </a:cubicBezTo>
                  <a:lnTo>
                    <a:pt x="860" y="700"/>
                  </a:lnTo>
                  <a:cubicBezTo>
                    <a:pt x="849" y="701"/>
                    <a:pt x="839" y="702"/>
                    <a:pt x="828" y="702"/>
                  </a:cubicBezTo>
                  <a:cubicBezTo>
                    <a:pt x="676" y="702"/>
                    <a:pt x="535" y="604"/>
                    <a:pt x="489" y="452"/>
                  </a:cubicBezTo>
                  <a:lnTo>
                    <a:pt x="347" y="1"/>
                  </a:lnTo>
                  <a:close/>
                </a:path>
              </a:pathLst>
            </a:custGeom>
            <a:solidFill>
              <a:srgbClr val="554E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49"/>
            <p:cNvSpPr/>
            <p:nvPr/>
          </p:nvSpPr>
          <p:spPr>
            <a:xfrm>
              <a:off x="8119958" y="2056176"/>
              <a:ext cx="24676" cy="48038"/>
            </a:xfrm>
            <a:custGeom>
              <a:avLst/>
              <a:gdLst/>
              <a:ahLst/>
              <a:cxnLst/>
              <a:rect l="l" t="t" r="r" b="b"/>
              <a:pathLst>
                <a:path w="864" h="1682" extrusionOk="0">
                  <a:moveTo>
                    <a:pt x="289" y="0"/>
                  </a:moveTo>
                  <a:cubicBezTo>
                    <a:pt x="132" y="0"/>
                    <a:pt x="0" y="130"/>
                    <a:pt x="0" y="288"/>
                  </a:cubicBezTo>
                  <a:lnTo>
                    <a:pt x="0" y="1681"/>
                  </a:lnTo>
                  <a:cubicBezTo>
                    <a:pt x="139" y="1636"/>
                    <a:pt x="281" y="1612"/>
                    <a:pt x="433" y="1612"/>
                  </a:cubicBezTo>
                  <a:cubicBezTo>
                    <a:pt x="583" y="1612"/>
                    <a:pt x="727" y="1636"/>
                    <a:pt x="864" y="1681"/>
                  </a:cubicBezTo>
                  <a:lnTo>
                    <a:pt x="864" y="288"/>
                  </a:lnTo>
                  <a:cubicBezTo>
                    <a:pt x="864" y="130"/>
                    <a:pt x="734" y="0"/>
                    <a:pt x="5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49"/>
            <p:cNvSpPr/>
            <p:nvPr/>
          </p:nvSpPr>
          <p:spPr>
            <a:xfrm>
              <a:off x="8120072" y="2056204"/>
              <a:ext cx="21334" cy="48124"/>
            </a:xfrm>
            <a:custGeom>
              <a:avLst/>
              <a:gdLst/>
              <a:ahLst/>
              <a:cxnLst/>
              <a:rect l="l" t="t" r="r" b="b"/>
              <a:pathLst>
                <a:path w="747" h="1685" extrusionOk="0">
                  <a:moveTo>
                    <a:pt x="287" y="1"/>
                  </a:moveTo>
                  <a:cubicBezTo>
                    <a:pt x="130" y="1"/>
                    <a:pt x="0" y="132"/>
                    <a:pt x="0" y="289"/>
                  </a:cubicBezTo>
                  <a:lnTo>
                    <a:pt x="0" y="1684"/>
                  </a:lnTo>
                  <a:cubicBezTo>
                    <a:pt x="133" y="1638"/>
                    <a:pt x="279" y="1613"/>
                    <a:pt x="431" y="1613"/>
                  </a:cubicBezTo>
                  <a:cubicBezTo>
                    <a:pt x="458" y="1613"/>
                    <a:pt x="486" y="1613"/>
                    <a:pt x="511" y="1615"/>
                  </a:cubicBezTo>
                  <a:lnTo>
                    <a:pt x="511" y="339"/>
                  </a:lnTo>
                  <a:cubicBezTo>
                    <a:pt x="511" y="200"/>
                    <a:pt x="612" y="81"/>
                    <a:pt x="747" y="59"/>
                  </a:cubicBezTo>
                  <a:cubicBezTo>
                    <a:pt x="697" y="23"/>
                    <a:pt x="639" y="1"/>
                    <a:pt x="575"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49"/>
            <p:cNvSpPr/>
            <p:nvPr/>
          </p:nvSpPr>
          <p:spPr>
            <a:xfrm>
              <a:off x="8142834" y="2163504"/>
              <a:ext cx="76512" cy="205832"/>
            </a:xfrm>
            <a:custGeom>
              <a:avLst/>
              <a:gdLst/>
              <a:ahLst/>
              <a:cxnLst/>
              <a:rect l="l" t="t" r="r" b="b"/>
              <a:pathLst>
                <a:path w="2679" h="7207" extrusionOk="0">
                  <a:moveTo>
                    <a:pt x="673" y="1"/>
                  </a:moveTo>
                  <a:cubicBezTo>
                    <a:pt x="503" y="215"/>
                    <a:pt x="271" y="375"/>
                    <a:pt x="1" y="452"/>
                  </a:cubicBezTo>
                  <a:lnTo>
                    <a:pt x="2115" y="7110"/>
                  </a:lnTo>
                  <a:cubicBezTo>
                    <a:pt x="2134" y="7170"/>
                    <a:pt x="2191" y="7206"/>
                    <a:pt x="2249" y="7206"/>
                  </a:cubicBezTo>
                  <a:cubicBezTo>
                    <a:pt x="2275" y="7206"/>
                    <a:pt x="2301" y="7199"/>
                    <a:pt x="2325" y="7183"/>
                  </a:cubicBezTo>
                  <a:lnTo>
                    <a:pt x="2496" y="7064"/>
                  </a:lnTo>
                  <a:cubicBezTo>
                    <a:pt x="2575" y="7009"/>
                    <a:pt x="2637" y="6936"/>
                    <a:pt x="2679" y="6854"/>
                  </a:cubicBezTo>
                  <a:lnTo>
                    <a:pt x="2542" y="5888"/>
                  </a:lnTo>
                  <a:lnTo>
                    <a:pt x="6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49"/>
            <p:cNvSpPr/>
            <p:nvPr/>
          </p:nvSpPr>
          <p:spPr>
            <a:xfrm>
              <a:off x="8142834" y="2163504"/>
              <a:ext cx="72971" cy="205832"/>
            </a:xfrm>
            <a:custGeom>
              <a:avLst/>
              <a:gdLst/>
              <a:ahLst/>
              <a:cxnLst/>
              <a:rect l="l" t="t" r="r" b="b"/>
              <a:pathLst>
                <a:path w="2555" h="7207" extrusionOk="0">
                  <a:moveTo>
                    <a:pt x="673" y="1"/>
                  </a:moveTo>
                  <a:cubicBezTo>
                    <a:pt x="503" y="215"/>
                    <a:pt x="271" y="375"/>
                    <a:pt x="1" y="452"/>
                  </a:cubicBezTo>
                  <a:lnTo>
                    <a:pt x="2115" y="7110"/>
                  </a:lnTo>
                  <a:cubicBezTo>
                    <a:pt x="2134" y="7170"/>
                    <a:pt x="2190" y="7206"/>
                    <a:pt x="2248" y="7206"/>
                  </a:cubicBezTo>
                  <a:cubicBezTo>
                    <a:pt x="2274" y="7206"/>
                    <a:pt x="2301" y="7199"/>
                    <a:pt x="2325" y="7183"/>
                  </a:cubicBezTo>
                  <a:lnTo>
                    <a:pt x="2496" y="7064"/>
                  </a:lnTo>
                  <a:cubicBezTo>
                    <a:pt x="2516" y="7050"/>
                    <a:pt x="2537" y="7031"/>
                    <a:pt x="2555" y="7015"/>
                  </a:cubicBezTo>
                  <a:lnTo>
                    <a:pt x="612" y="886"/>
                  </a:lnTo>
                  <a:cubicBezTo>
                    <a:pt x="561" y="722"/>
                    <a:pt x="629" y="543"/>
                    <a:pt x="780" y="459"/>
                  </a:cubicBezTo>
                  <a:cubicBezTo>
                    <a:pt x="791" y="452"/>
                    <a:pt x="802" y="448"/>
                    <a:pt x="811" y="441"/>
                  </a:cubicBezTo>
                  <a:lnTo>
                    <a:pt x="673"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49"/>
            <p:cNvSpPr/>
            <p:nvPr/>
          </p:nvSpPr>
          <p:spPr>
            <a:xfrm>
              <a:off x="8042160" y="2163561"/>
              <a:ext cx="79597" cy="205775"/>
            </a:xfrm>
            <a:custGeom>
              <a:avLst/>
              <a:gdLst/>
              <a:ahLst/>
              <a:cxnLst/>
              <a:rect l="l" t="t" r="r" b="b"/>
              <a:pathLst>
                <a:path w="2787" h="7205" extrusionOk="0">
                  <a:moveTo>
                    <a:pt x="2116" y="1"/>
                  </a:moveTo>
                  <a:lnTo>
                    <a:pt x="75" y="6429"/>
                  </a:lnTo>
                  <a:cubicBezTo>
                    <a:pt x="1" y="6664"/>
                    <a:pt x="90" y="6922"/>
                    <a:pt x="293" y="7062"/>
                  </a:cubicBezTo>
                  <a:lnTo>
                    <a:pt x="464" y="7181"/>
                  </a:lnTo>
                  <a:cubicBezTo>
                    <a:pt x="488" y="7197"/>
                    <a:pt x="515" y="7204"/>
                    <a:pt x="541" y="7204"/>
                  </a:cubicBezTo>
                  <a:cubicBezTo>
                    <a:pt x="599" y="7204"/>
                    <a:pt x="655" y="7168"/>
                    <a:pt x="674" y="7108"/>
                  </a:cubicBezTo>
                  <a:lnTo>
                    <a:pt x="2786" y="450"/>
                  </a:lnTo>
                  <a:cubicBezTo>
                    <a:pt x="2518" y="373"/>
                    <a:pt x="2284" y="213"/>
                    <a:pt x="21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49"/>
            <p:cNvSpPr/>
            <p:nvPr/>
          </p:nvSpPr>
          <p:spPr>
            <a:xfrm>
              <a:off x="8042160" y="2163561"/>
              <a:ext cx="79540" cy="203062"/>
            </a:xfrm>
            <a:custGeom>
              <a:avLst/>
              <a:gdLst/>
              <a:ahLst/>
              <a:cxnLst/>
              <a:rect l="l" t="t" r="r" b="b"/>
              <a:pathLst>
                <a:path w="2785" h="7110" extrusionOk="0">
                  <a:moveTo>
                    <a:pt x="2116" y="1"/>
                  </a:moveTo>
                  <a:lnTo>
                    <a:pt x="75" y="6429"/>
                  </a:lnTo>
                  <a:cubicBezTo>
                    <a:pt x="1" y="6664"/>
                    <a:pt x="90" y="6922"/>
                    <a:pt x="293" y="7062"/>
                  </a:cubicBezTo>
                  <a:lnTo>
                    <a:pt x="362" y="7110"/>
                  </a:lnTo>
                  <a:cubicBezTo>
                    <a:pt x="362" y="7057"/>
                    <a:pt x="371" y="7002"/>
                    <a:pt x="386" y="6949"/>
                  </a:cubicBezTo>
                  <a:lnTo>
                    <a:pt x="2312" y="884"/>
                  </a:lnTo>
                  <a:cubicBezTo>
                    <a:pt x="2346" y="780"/>
                    <a:pt x="2440" y="719"/>
                    <a:pt x="2538" y="719"/>
                  </a:cubicBezTo>
                  <a:cubicBezTo>
                    <a:pt x="2587" y="719"/>
                    <a:pt x="2638" y="734"/>
                    <a:pt x="2682" y="767"/>
                  </a:cubicBezTo>
                  <a:lnTo>
                    <a:pt x="2684" y="769"/>
                  </a:lnTo>
                  <a:lnTo>
                    <a:pt x="2785" y="453"/>
                  </a:lnTo>
                  <a:cubicBezTo>
                    <a:pt x="2518" y="373"/>
                    <a:pt x="2284" y="213"/>
                    <a:pt x="2116"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49"/>
            <p:cNvSpPr/>
            <p:nvPr/>
          </p:nvSpPr>
          <p:spPr>
            <a:xfrm>
              <a:off x="8210350" y="2326353"/>
              <a:ext cx="35129" cy="35100"/>
            </a:xfrm>
            <a:custGeom>
              <a:avLst/>
              <a:gdLst/>
              <a:ahLst/>
              <a:cxnLst/>
              <a:rect l="l" t="t" r="r" b="b"/>
              <a:pathLst>
                <a:path w="1230" h="1229" extrusionOk="0">
                  <a:moveTo>
                    <a:pt x="614" y="0"/>
                  </a:moveTo>
                  <a:cubicBezTo>
                    <a:pt x="277" y="0"/>
                    <a:pt x="1" y="276"/>
                    <a:pt x="1" y="615"/>
                  </a:cubicBezTo>
                  <a:cubicBezTo>
                    <a:pt x="1" y="953"/>
                    <a:pt x="277" y="1229"/>
                    <a:pt x="614" y="1229"/>
                  </a:cubicBezTo>
                  <a:cubicBezTo>
                    <a:pt x="954" y="1229"/>
                    <a:pt x="1230" y="953"/>
                    <a:pt x="1230" y="615"/>
                  </a:cubicBezTo>
                  <a:cubicBezTo>
                    <a:pt x="1230" y="276"/>
                    <a:pt x="954" y="0"/>
                    <a:pt x="6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49"/>
            <p:cNvSpPr/>
            <p:nvPr/>
          </p:nvSpPr>
          <p:spPr>
            <a:xfrm>
              <a:off x="8210350" y="2326439"/>
              <a:ext cx="28417" cy="35072"/>
            </a:xfrm>
            <a:custGeom>
              <a:avLst/>
              <a:gdLst/>
              <a:ahLst/>
              <a:cxnLst/>
              <a:rect l="l" t="t" r="r" b="b"/>
              <a:pathLst>
                <a:path w="995" h="1228" extrusionOk="0">
                  <a:moveTo>
                    <a:pt x="616" y="1"/>
                  </a:moveTo>
                  <a:cubicBezTo>
                    <a:pt x="275" y="1"/>
                    <a:pt x="1" y="275"/>
                    <a:pt x="1" y="614"/>
                  </a:cubicBezTo>
                  <a:cubicBezTo>
                    <a:pt x="1" y="954"/>
                    <a:pt x="275" y="1228"/>
                    <a:pt x="616" y="1228"/>
                  </a:cubicBezTo>
                  <a:cubicBezTo>
                    <a:pt x="759" y="1228"/>
                    <a:pt x="892" y="1178"/>
                    <a:pt x="994" y="1096"/>
                  </a:cubicBezTo>
                  <a:cubicBezTo>
                    <a:pt x="720" y="1034"/>
                    <a:pt x="516" y="790"/>
                    <a:pt x="516" y="496"/>
                  </a:cubicBezTo>
                  <a:cubicBezTo>
                    <a:pt x="516" y="300"/>
                    <a:pt x="607" y="127"/>
                    <a:pt x="748" y="14"/>
                  </a:cubicBezTo>
                  <a:cubicBezTo>
                    <a:pt x="704" y="5"/>
                    <a:pt x="662" y="1"/>
                    <a:pt x="616"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49"/>
            <p:cNvSpPr/>
            <p:nvPr/>
          </p:nvSpPr>
          <p:spPr>
            <a:xfrm>
              <a:off x="8094054" y="2101929"/>
              <a:ext cx="76541" cy="76541"/>
            </a:xfrm>
            <a:custGeom>
              <a:avLst/>
              <a:gdLst/>
              <a:ahLst/>
              <a:cxnLst/>
              <a:rect l="l" t="t" r="r" b="b"/>
              <a:pathLst>
                <a:path w="2680" h="2680" extrusionOk="0">
                  <a:moveTo>
                    <a:pt x="1340" y="673"/>
                  </a:moveTo>
                  <a:cubicBezTo>
                    <a:pt x="1709" y="673"/>
                    <a:pt x="2008" y="972"/>
                    <a:pt x="2008" y="1343"/>
                  </a:cubicBezTo>
                  <a:cubicBezTo>
                    <a:pt x="2010" y="1710"/>
                    <a:pt x="1709" y="2011"/>
                    <a:pt x="1340" y="2011"/>
                  </a:cubicBezTo>
                  <a:cubicBezTo>
                    <a:pt x="969" y="2011"/>
                    <a:pt x="672" y="1711"/>
                    <a:pt x="672" y="1343"/>
                  </a:cubicBezTo>
                  <a:cubicBezTo>
                    <a:pt x="672" y="972"/>
                    <a:pt x="969" y="673"/>
                    <a:pt x="1340" y="673"/>
                  </a:cubicBezTo>
                  <a:close/>
                  <a:moveTo>
                    <a:pt x="1340" y="1"/>
                  </a:moveTo>
                  <a:cubicBezTo>
                    <a:pt x="601" y="1"/>
                    <a:pt x="0" y="600"/>
                    <a:pt x="0" y="1339"/>
                  </a:cubicBezTo>
                  <a:cubicBezTo>
                    <a:pt x="0" y="2078"/>
                    <a:pt x="601" y="2679"/>
                    <a:pt x="1340" y="2679"/>
                  </a:cubicBezTo>
                  <a:cubicBezTo>
                    <a:pt x="2079" y="2679"/>
                    <a:pt x="2680" y="2078"/>
                    <a:pt x="2680" y="1339"/>
                  </a:cubicBezTo>
                  <a:cubicBezTo>
                    <a:pt x="2680" y="600"/>
                    <a:pt x="2079" y="1"/>
                    <a:pt x="13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49"/>
            <p:cNvSpPr/>
            <p:nvPr/>
          </p:nvSpPr>
          <p:spPr>
            <a:xfrm>
              <a:off x="8094054" y="2101929"/>
              <a:ext cx="49038" cy="76541"/>
            </a:xfrm>
            <a:custGeom>
              <a:avLst/>
              <a:gdLst/>
              <a:ahLst/>
              <a:cxnLst/>
              <a:rect l="l" t="t" r="r" b="b"/>
              <a:pathLst>
                <a:path w="1717" h="2680" extrusionOk="0">
                  <a:moveTo>
                    <a:pt x="1340" y="1"/>
                  </a:moveTo>
                  <a:cubicBezTo>
                    <a:pt x="601" y="1"/>
                    <a:pt x="0" y="600"/>
                    <a:pt x="0" y="1339"/>
                  </a:cubicBezTo>
                  <a:cubicBezTo>
                    <a:pt x="0" y="2078"/>
                    <a:pt x="601" y="2679"/>
                    <a:pt x="1340" y="2679"/>
                  </a:cubicBezTo>
                  <a:cubicBezTo>
                    <a:pt x="1470" y="2679"/>
                    <a:pt x="1597" y="2661"/>
                    <a:pt x="1716" y="2624"/>
                  </a:cubicBezTo>
                  <a:cubicBezTo>
                    <a:pt x="1296" y="2504"/>
                    <a:pt x="960" y="2179"/>
                    <a:pt x="822" y="1764"/>
                  </a:cubicBezTo>
                  <a:cubicBezTo>
                    <a:pt x="727" y="1648"/>
                    <a:pt x="672" y="1502"/>
                    <a:pt x="672" y="1339"/>
                  </a:cubicBezTo>
                  <a:cubicBezTo>
                    <a:pt x="672" y="1178"/>
                    <a:pt x="728" y="1032"/>
                    <a:pt x="822" y="916"/>
                  </a:cubicBezTo>
                  <a:cubicBezTo>
                    <a:pt x="960" y="503"/>
                    <a:pt x="1294" y="178"/>
                    <a:pt x="1716" y="56"/>
                  </a:cubicBezTo>
                  <a:cubicBezTo>
                    <a:pt x="1597" y="21"/>
                    <a:pt x="1470" y="1"/>
                    <a:pt x="1340"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92" name="Google Shape;3392;p49"/>
          <p:cNvGrpSpPr/>
          <p:nvPr/>
        </p:nvGrpSpPr>
        <p:grpSpPr>
          <a:xfrm>
            <a:off x="7103586" y="1345554"/>
            <a:ext cx="335437" cy="333695"/>
            <a:chOff x="7180562" y="2056176"/>
            <a:chExt cx="335437" cy="333695"/>
          </a:xfrm>
        </p:grpSpPr>
        <p:sp>
          <p:nvSpPr>
            <p:cNvPr id="3393" name="Google Shape;3393;p49"/>
            <p:cNvSpPr/>
            <p:nvPr/>
          </p:nvSpPr>
          <p:spPr>
            <a:xfrm>
              <a:off x="7273582" y="2138086"/>
              <a:ext cx="25304" cy="25932"/>
            </a:xfrm>
            <a:custGeom>
              <a:avLst/>
              <a:gdLst/>
              <a:ahLst/>
              <a:cxnLst/>
              <a:rect l="l" t="t" r="r" b="b"/>
              <a:pathLst>
                <a:path w="886" h="908" extrusionOk="0">
                  <a:moveTo>
                    <a:pt x="579" y="0"/>
                  </a:moveTo>
                  <a:lnTo>
                    <a:pt x="0" y="270"/>
                  </a:lnTo>
                  <a:lnTo>
                    <a:pt x="305" y="907"/>
                  </a:lnTo>
                  <a:lnTo>
                    <a:pt x="886" y="637"/>
                  </a:lnTo>
                  <a:lnTo>
                    <a:pt x="5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49"/>
            <p:cNvSpPr/>
            <p:nvPr/>
          </p:nvSpPr>
          <p:spPr>
            <a:xfrm>
              <a:off x="7273582" y="2141085"/>
              <a:ext cx="18907" cy="22991"/>
            </a:xfrm>
            <a:custGeom>
              <a:avLst/>
              <a:gdLst/>
              <a:ahLst/>
              <a:cxnLst/>
              <a:rect l="l" t="t" r="r" b="b"/>
              <a:pathLst>
                <a:path w="662" h="805" extrusionOk="0">
                  <a:moveTo>
                    <a:pt x="356" y="1"/>
                  </a:moveTo>
                  <a:lnTo>
                    <a:pt x="0" y="167"/>
                  </a:lnTo>
                  <a:lnTo>
                    <a:pt x="305" y="804"/>
                  </a:lnTo>
                  <a:lnTo>
                    <a:pt x="661" y="638"/>
                  </a:lnTo>
                  <a:lnTo>
                    <a:pt x="356"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49"/>
            <p:cNvSpPr/>
            <p:nvPr/>
          </p:nvSpPr>
          <p:spPr>
            <a:xfrm>
              <a:off x="7211464" y="2182240"/>
              <a:ext cx="62032" cy="50123"/>
            </a:xfrm>
            <a:custGeom>
              <a:avLst/>
              <a:gdLst/>
              <a:ahLst/>
              <a:cxnLst/>
              <a:rect l="l" t="t" r="r" b="b"/>
              <a:pathLst>
                <a:path w="2172" h="1755" extrusionOk="0">
                  <a:moveTo>
                    <a:pt x="1730" y="0"/>
                  </a:moveTo>
                  <a:lnTo>
                    <a:pt x="1" y="807"/>
                  </a:lnTo>
                  <a:lnTo>
                    <a:pt x="443" y="1755"/>
                  </a:lnTo>
                  <a:lnTo>
                    <a:pt x="2172" y="946"/>
                  </a:lnTo>
                  <a:lnTo>
                    <a:pt x="173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49"/>
            <p:cNvSpPr/>
            <p:nvPr/>
          </p:nvSpPr>
          <p:spPr>
            <a:xfrm>
              <a:off x="7211464" y="2182240"/>
              <a:ext cx="56349" cy="37871"/>
            </a:xfrm>
            <a:custGeom>
              <a:avLst/>
              <a:gdLst/>
              <a:ahLst/>
              <a:cxnLst/>
              <a:rect l="l" t="t" r="r" b="b"/>
              <a:pathLst>
                <a:path w="1973" h="1326" extrusionOk="0">
                  <a:moveTo>
                    <a:pt x="1730" y="0"/>
                  </a:moveTo>
                  <a:lnTo>
                    <a:pt x="1" y="807"/>
                  </a:lnTo>
                  <a:lnTo>
                    <a:pt x="242" y="1326"/>
                  </a:lnTo>
                  <a:lnTo>
                    <a:pt x="1973" y="517"/>
                  </a:lnTo>
                  <a:lnTo>
                    <a:pt x="1730"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49"/>
            <p:cNvSpPr/>
            <p:nvPr/>
          </p:nvSpPr>
          <p:spPr>
            <a:xfrm>
              <a:off x="7180562" y="2194378"/>
              <a:ext cx="48838" cy="60890"/>
            </a:xfrm>
            <a:custGeom>
              <a:avLst/>
              <a:gdLst/>
              <a:ahLst/>
              <a:cxnLst/>
              <a:rect l="l" t="t" r="r" b="b"/>
              <a:pathLst>
                <a:path w="1710" h="2132" extrusionOk="0">
                  <a:moveTo>
                    <a:pt x="734" y="1"/>
                  </a:moveTo>
                  <a:cubicBezTo>
                    <a:pt x="691" y="1"/>
                    <a:pt x="648" y="9"/>
                    <a:pt x="606" y="28"/>
                  </a:cubicBezTo>
                  <a:lnTo>
                    <a:pt x="221" y="209"/>
                  </a:lnTo>
                  <a:cubicBezTo>
                    <a:pt x="66" y="282"/>
                    <a:pt x="0" y="466"/>
                    <a:pt x="72" y="620"/>
                  </a:cubicBezTo>
                  <a:lnTo>
                    <a:pt x="692" y="1952"/>
                  </a:lnTo>
                  <a:cubicBezTo>
                    <a:pt x="746" y="2066"/>
                    <a:pt x="859" y="2131"/>
                    <a:pt x="975" y="2131"/>
                  </a:cubicBezTo>
                  <a:cubicBezTo>
                    <a:pt x="1018" y="2131"/>
                    <a:pt x="1062" y="2122"/>
                    <a:pt x="1103" y="2104"/>
                  </a:cubicBezTo>
                  <a:lnTo>
                    <a:pt x="1488" y="1923"/>
                  </a:lnTo>
                  <a:cubicBezTo>
                    <a:pt x="1643" y="1852"/>
                    <a:pt x="1709" y="1666"/>
                    <a:pt x="1640" y="1512"/>
                  </a:cubicBezTo>
                  <a:lnTo>
                    <a:pt x="1017" y="180"/>
                  </a:lnTo>
                  <a:cubicBezTo>
                    <a:pt x="964" y="66"/>
                    <a:pt x="851" y="1"/>
                    <a:pt x="7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49"/>
            <p:cNvSpPr/>
            <p:nvPr/>
          </p:nvSpPr>
          <p:spPr>
            <a:xfrm>
              <a:off x="7180562" y="2194378"/>
              <a:ext cx="38556" cy="39299"/>
            </a:xfrm>
            <a:custGeom>
              <a:avLst/>
              <a:gdLst/>
              <a:ahLst/>
              <a:cxnLst/>
              <a:rect l="l" t="t" r="r" b="b"/>
              <a:pathLst>
                <a:path w="1350" h="1376" extrusionOk="0">
                  <a:moveTo>
                    <a:pt x="734" y="1"/>
                  </a:moveTo>
                  <a:cubicBezTo>
                    <a:pt x="691" y="1"/>
                    <a:pt x="648" y="9"/>
                    <a:pt x="606" y="28"/>
                  </a:cubicBezTo>
                  <a:lnTo>
                    <a:pt x="221" y="209"/>
                  </a:lnTo>
                  <a:cubicBezTo>
                    <a:pt x="66" y="282"/>
                    <a:pt x="0" y="466"/>
                    <a:pt x="72" y="620"/>
                  </a:cubicBezTo>
                  <a:lnTo>
                    <a:pt x="422" y="1375"/>
                  </a:lnTo>
                  <a:cubicBezTo>
                    <a:pt x="415" y="1246"/>
                    <a:pt x="486" y="1114"/>
                    <a:pt x="612" y="1056"/>
                  </a:cubicBezTo>
                  <a:lnTo>
                    <a:pt x="1023" y="864"/>
                  </a:lnTo>
                  <a:cubicBezTo>
                    <a:pt x="1068" y="843"/>
                    <a:pt x="1115" y="833"/>
                    <a:pt x="1162" y="833"/>
                  </a:cubicBezTo>
                  <a:cubicBezTo>
                    <a:pt x="1229" y="833"/>
                    <a:pt x="1295" y="854"/>
                    <a:pt x="1349" y="892"/>
                  </a:cubicBezTo>
                  <a:lnTo>
                    <a:pt x="1017" y="180"/>
                  </a:lnTo>
                  <a:cubicBezTo>
                    <a:pt x="964" y="66"/>
                    <a:pt x="851" y="1"/>
                    <a:pt x="734"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49"/>
            <p:cNvSpPr/>
            <p:nvPr/>
          </p:nvSpPr>
          <p:spPr>
            <a:xfrm>
              <a:off x="7253561" y="2117894"/>
              <a:ext cx="49237" cy="33501"/>
            </a:xfrm>
            <a:custGeom>
              <a:avLst/>
              <a:gdLst/>
              <a:ahLst/>
              <a:cxnLst/>
              <a:rect l="l" t="t" r="r" b="b"/>
              <a:pathLst>
                <a:path w="1724" h="1173" extrusionOk="0">
                  <a:moveTo>
                    <a:pt x="1401" y="1"/>
                  </a:moveTo>
                  <a:cubicBezTo>
                    <a:pt x="1377" y="1"/>
                    <a:pt x="1351" y="6"/>
                    <a:pt x="1327" y="17"/>
                  </a:cubicBezTo>
                  <a:lnTo>
                    <a:pt x="124" y="577"/>
                  </a:lnTo>
                  <a:cubicBezTo>
                    <a:pt x="37" y="619"/>
                    <a:pt x="0" y="722"/>
                    <a:pt x="39" y="807"/>
                  </a:cubicBezTo>
                  <a:lnTo>
                    <a:pt x="163" y="1072"/>
                  </a:lnTo>
                  <a:cubicBezTo>
                    <a:pt x="192" y="1136"/>
                    <a:pt x="254" y="1172"/>
                    <a:pt x="319" y="1172"/>
                  </a:cubicBezTo>
                  <a:cubicBezTo>
                    <a:pt x="343" y="1172"/>
                    <a:pt x="369" y="1167"/>
                    <a:pt x="393" y="1156"/>
                  </a:cubicBezTo>
                  <a:lnTo>
                    <a:pt x="1598" y="596"/>
                  </a:lnTo>
                  <a:cubicBezTo>
                    <a:pt x="1687" y="555"/>
                    <a:pt x="1724" y="451"/>
                    <a:pt x="1682" y="366"/>
                  </a:cubicBezTo>
                  <a:lnTo>
                    <a:pt x="1559" y="101"/>
                  </a:lnTo>
                  <a:cubicBezTo>
                    <a:pt x="1529" y="37"/>
                    <a:pt x="1467" y="1"/>
                    <a:pt x="14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49"/>
            <p:cNvSpPr/>
            <p:nvPr/>
          </p:nvSpPr>
          <p:spPr>
            <a:xfrm>
              <a:off x="7253561" y="2125405"/>
              <a:ext cx="30531" cy="25932"/>
            </a:xfrm>
            <a:custGeom>
              <a:avLst/>
              <a:gdLst/>
              <a:ahLst/>
              <a:cxnLst/>
              <a:rect l="l" t="t" r="r" b="b"/>
              <a:pathLst>
                <a:path w="1069" h="908" extrusionOk="0">
                  <a:moveTo>
                    <a:pt x="796" y="0"/>
                  </a:moveTo>
                  <a:lnTo>
                    <a:pt x="124" y="313"/>
                  </a:lnTo>
                  <a:cubicBezTo>
                    <a:pt x="37" y="353"/>
                    <a:pt x="0" y="457"/>
                    <a:pt x="39" y="543"/>
                  </a:cubicBezTo>
                  <a:lnTo>
                    <a:pt x="163" y="807"/>
                  </a:lnTo>
                  <a:cubicBezTo>
                    <a:pt x="192" y="870"/>
                    <a:pt x="254" y="907"/>
                    <a:pt x="320" y="907"/>
                  </a:cubicBezTo>
                  <a:cubicBezTo>
                    <a:pt x="344" y="907"/>
                    <a:pt x="369" y="902"/>
                    <a:pt x="393" y="891"/>
                  </a:cubicBezTo>
                  <a:lnTo>
                    <a:pt x="1068" y="577"/>
                  </a:lnTo>
                  <a:cubicBezTo>
                    <a:pt x="1019" y="561"/>
                    <a:pt x="973" y="524"/>
                    <a:pt x="948" y="470"/>
                  </a:cubicBezTo>
                  <a:lnTo>
                    <a:pt x="802" y="157"/>
                  </a:lnTo>
                  <a:cubicBezTo>
                    <a:pt x="776" y="104"/>
                    <a:pt x="776" y="48"/>
                    <a:pt x="79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49"/>
            <p:cNvSpPr/>
            <p:nvPr/>
          </p:nvSpPr>
          <p:spPr>
            <a:xfrm>
              <a:off x="7257931" y="2141085"/>
              <a:ext cx="84595" cy="73799"/>
            </a:xfrm>
            <a:custGeom>
              <a:avLst/>
              <a:gdLst/>
              <a:ahLst/>
              <a:cxnLst/>
              <a:rect l="l" t="t" r="r" b="b"/>
              <a:pathLst>
                <a:path w="2962" h="2584" extrusionOk="0">
                  <a:moveTo>
                    <a:pt x="2494" y="1"/>
                  </a:moveTo>
                  <a:lnTo>
                    <a:pt x="178" y="1082"/>
                  </a:lnTo>
                  <a:cubicBezTo>
                    <a:pt x="55" y="1140"/>
                    <a:pt x="1" y="1288"/>
                    <a:pt x="59" y="1410"/>
                  </a:cubicBezTo>
                  <a:lnTo>
                    <a:pt x="539" y="2440"/>
                  </a:lnTo>
                  <a:cubicBezTo>
                    <a:pt x="580" y="2530"/>
                    <a:pt x="669" y="2583"/>
                    <a:pt x="761" y="2583"/>
                  </a:cubicBezTo>
                  <a:cubicBezTo>
                    <a:pt x="797" y="2583"/>
                    <a:pt x="833" y="2575"/>
                    <a:pt x="868" y="2559"/>
                  </a:cubicBezTo>
                  <a:lnTo>
                    <a:pt x="2450" y="1819"/>
                  </a:lnTo>
                  <a:cubicBezTo>
                    <a:pt x="2450" y="1808"/>
                    <a:pt x="2449" y="1792"/>
                    <a:pt x="2449" y="1775"/>
                  </a:cubicBezTo>
                  <a:cubicBezTo>
                    <a:pt x="2449" y="1447"/>
                    <a:pt x="2686" y="1142"/>
                    <a:pt x="2962" y="1005"/>
                  </a:cubicBezTo>
                  <a:lnTo>
                    <a:pt x="249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49"/>
            <p:cNvSpPr/>
            <p:nvPr/>
          </p:nvSpPr>
          <p:spPr>
            <a:xfrm>
              <a:off x="7257988" y="2141142"/>
              <a:ext cx="78711" cy="53950"/>
            </a:xfrm>
            <a:custGeom>
              <a:avLst/>
              <a:gdLst/>
              <a:ahLst/>
              <a:cxnLst/>
              <a:rect l="l" t="t" r="r" b="b"/>
              <a:pathLst>
                <a:path w="2756" h="1889" extrusionOk="0">
                  <a:moveTo>
                    <a:pt x="2494" y="1"/>
                  </a:moveTo>
                  <a:lnTo>
                    <a:pt x="179" y="1083"/>
                  </a:lnTo>
                  <a:cubicBezTo>
                    <a:pt x="55" y="1140"/>
                    <a:pt x="0" y="1288"/>
                    <a:pt x="61" y="1412"/>
                  </a:cubicBezTo>
                  <a:lnTo>
                    <a:pt x="283" y="1888"/>
                  </a:lnTo>
                  <a:cubicBezTo>
                    <a:pt x="276" y="1788"/>
                    <a:pt x="331" y="1691"/>
                    <a:pt x="429" y="1646"/>
                  </a:cubicBezTo>
                  <a:lnTo>
                    <a:pt x="2755" y="559"/>
                  </a:lnTo>
                  <a:lnTo>
                    <a:pt x="2494"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49"/>
            <p:cNvSpPr/>
            <p:nvPr/>
          </p:nvSpPr>
          <p:spPr>
            <a:xfrm>
              <a:off x="7324733" y="2067257"/>
              <a:ext cx="163535" cy="118038"/>
            </a:xfrm>
            <a:custGeom>
              <a:avLst/>
              <a:gdLst/>
              <a:ahLst/>
              <a:cxnLst/>
              <a:rect l="l" t="t" r="r" b="b"/>
              <a:pathLst>
                <a:path w="5726" h="4133" extrusionOk="0">
                  <a:moveTo>
                    <a:pt x="4666" y="1"/>
                  </a:moveTo>
                  <a:lnTo>
                    <a:pt x="272" y="2051"/>
                  </a:lnTo>
                  <a:cubicBezTo>
                    <a:pt x="82" y="2140"/>
                    <a:pt x="0" y="2367"/>
                    <a:pt x="88" y="2557"/>
                  </a:cubicBezTo>
                  <a:lnTo>
                    <a:pt x="581" y="3612"/>
                  </a:lnTo>
                  <a:cubicBezTo>
                    <a:pt x="687" y="3561"/>
                    <a:pt x="811" y="3530"/>
                    <a:pt x="942" y="3530"/>
                  </a:cubicBezTo>
                  <a:cubicBezTo>
                    <a:pt x="1324" y="3530"/>
                    <a:pt x="1643" y="3785"/>
                    <a:pt x="1742" y="4132"/>
                  </a:cubicBezTo>
                  <a:lnTo>
                    <a:pt x="5725" y="2274"/>
                  </a:lnTo>
                  <a:cubicBezTo>
                    <a:pt x="5716" y="2261"/>
                    <a:pt x="5711" y="2250"/>
                    <a:pt x="5703" y="2237"/>
                  </a:cubicBezTo>
                  <a:lnTo>
                    <a:pt x="4681" y="41"/>
                  </a:lnTo>
                  <a:cubicBezTo>
                    <a:pt x="4674" y="28"/>
                    <a:pt x="4670" y="14"/>
                    <a:pt x="46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49"/>
            <p:cNvSpPr/>
            <p:nvPr/>
          </p:nvSpPr>
          <p:spPr>
            <a:xfrm>
              <a:off x="7324733" y="2067257"/>
              <a:ext cx="143143" cy="90507"/>
            </a:xfrm>
            <a:custGeom>
              <a:avLst/>
              <a:gdLst/>
              <a:ahLst/>
              <a:cxnLst/>
              <a:rect l="l" t="t" r="r" b="b"/>
              <a:pathLst>
                <a:path w="5012" h="3169" extrusionOk="0">
                  <a:moveTo>
                    <a:pt x="4666" y="1"/>
                  </a:moveTo>
                  <a:lnTo>
                    <a:pt x="272" y="2051"/>
                  </a:lnTo>
                  <a:cubicBezTo>
                    <a:pt x="82" y="2140"/>
                    <a:pt x="0" y="2367"/>
                    <a:pt x="86" y="2557"/>
                  </a:cubicBezTo>
                  <a:lnTo>
                    <a:pt x="373" y="3168"/>
                  </a:lnTo>
                  <a:cubicBezTo>
                    <a:pt x="371" y="3022"/>
                    <a:pt x="455" y="2880"/>
                    <a:pt x="595" y="2814"/>
                  </a:cubicBezTo>
                  <a:lnTo>
                    <a:pt x="5011" y="753"/>
                  </a:lnTo>
                  <a:lnTo>
                    <a:pt x="4681" y="41"/>
                  </a:lnTo>
                  <a:cubicBezTo>
                    <a:pt x="4674" y="28"/>
                    <a:pt x="4670" y="14"/>
                    <a:pt x="4666"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49"/>
            <p:cNvSpPr/>
            <p:nvPr/>
          </p:nvSpPr>
          <p:spPr>
            <a:xfrm>
              <a:off x="7341469" y="2211228"/>
              <a:ext cx="20363" cy="40212"/>
            </a:xfrm>
            <a:custGeom>
              <a:avLst/>
              <a:gdLst/>
              <a:ahLst/>
              <a:cxnLst/>
              <a:rect l="l" t="t" r="r" b="b"/>
              <a:pathLst>
                <a:path w="713" h="1408" extrusionOk="0">
                  <a:moveTo>
                    <a:pt x="0" y="0"/>
                  </a:moveTo>
                  <a:lnTo>
                    <a:pt x="0" y="1408"/>
                  </a:lnTo>
                  <a:cubicBezTo>
                    <a:pt x="97" y="1328"/>
                    <a:pt x="223" y="1280"/>
                    <a:pt x="356" y="1280"/>
                  </a:cubicBezTo>
                  <a:cubicBezTo>
                    <a:pt x="491" y="1280"/>
                    <a:pt x="617" y="1328"/>
                    <a:pt x="712" y="1408"/>
                  </a:cubicBezTo>
                  <a:lnTo>
                    <a:pt x="712" y="0"/>
                  </a:lnTo>
                  <a:cubicBezTo>
                    <a:pt x="603" y="53"/>
                    <a:pt x="482" y="81"/>
                    <a:pt x="356" y="81"/>
                  </a:cubicBezTo>
                  <a:cubicBezTo>
                    <a:pt x="228" y="81"/>
                    <a:pt x="108" y="50"/>
                    <a:pt x="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49"/>
            <p:cNvSpPr/>
            <p:nvPr/>
          </p:nvSpPr>
          <p:spPr>
            <a:xfrm>
              <a:off x="7341469" y="2211228"/>
              <a:ext cx="11852" cy="40212"/>
            </a:xfrm>
            <a:custGeom>
              <a:avLst/>
              <a:gdLst/>
              <a:ahLst/>
              <a:cxnLst/>
              <a:rect l="l" t="t" r="r" b="b"/>
              <a:pathLst>
                <a:path w="415" h="1408" extrusionOk="0">
                  <a:moveTo>
                    <a:pt x="0" y="0"/>
                  </a:moveTo>
                  <a:lnTo>
                    <a:pt x="0" y="1408"/>
                  </a:lnTo>
                  <a:cubicBezTo>
                    <a:pt x="97" y="1328"/>
                    <a:pt x="223" y="1280"/>
                    <a:pt x="356" y="1280"/>
                  </a:cubicBezTo>
                  <a:cubicBezTo>
                    <a:pt x="374" y="1280"/>
                    <a:pt x="396" y="1282"/>
                    <a:pt x="415" y="1282"/>
                  </a:cubicBezTo>
                  <a:lnTo>
                    <a:pt x="415" y="77"/>
                  </a:lnTo>
                  <a:cubicBezTo>
                    <a:pt x="396" y="81"/>
                    <a:pt x="374" y="81"/>
                    <a:pt x="356" y="81"/>
                  </a:cubicBezTo>
                  <a:cubicBezTo>
                    <a:pt x="228" y="81"/>
                    <a:pt x="108" y="50"/>
                    <a:pt x="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49"/>
            <p:cNvSpPr/>
            <p:nvPr/>
          </p:nvSpPr>
          <p:spPr>
            <a:xfrm>
              <a:off x="7363974" y="2253554"/>
              <a:ext cx="68144" cy="121152"/>
            </a:xfrm>
            <a:custGeom>
              <a:avLst/>
              <a:gdLst/>
              <a:ahLst/>
              <a:cxnLst/>
              <a:rect l="l" t="t" r="r" b="b"/>
              <a:pathLst>
                <a:path w="2386" h="4242" extrusionOk="0">
                  <a:moveTo>
                    <a:pt x="1" y="1"/>
                  </a:moveTo>
                  <a:cubicBezTo>
                    <a:pt x="79" y="99"/>
                    <a:pt x="129" y="223"/>
                    <a:pt x="129" y="360"/>
                  </a:cubicBezTo>
                  <a:cubicBezTo>
                    <a:pt x="129" y="494"/>
                    <a:pt x="79" y="618"/>
                    <a:pt x="1" y="716"/>
                  </a:cubicBezTo>
                  <a:lnTo>
                    <a:pt x="337" y="716"/>
                  </a:lnTo>
                  <a:cubicBezTo>
                    <a:pt x="424" y="716"/>
                    <a:pt x="499" y="771"/>
                    <a:pt x="527" y="853"/>
                  </a:cubicBezTo>
                  <a:lnTo>
                    <a:pt x="1637" y="4242"/>
                  </a:lnTo>
                  <a:cubicBezTo>
                    <a:pt x="1660" y="4231"/>
                    <a:pt x="1686" y="4227"/>
                    <a:pt x="1713" y="4227"/>
                  </a:cubicBezTo>
                  <a:lnTo>
                    <a:pt x="2385" y="4227"/>
                  </a:lnTo>
                  <a:lnTo>
                    <a:pt x="1080" y="245"/>
                  </a:lnTo>
                  <a:cubicBezTo>
                    <a:pt x="1030" y="99"/>
                    <a:pt x="894" y="1"/>
                    <a:pt x="7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49"/>
            <p:cNvSpPr/>
            <p:nvPr/>
          </p:nvSpPr>
          <p:spPr>
            <a:xfrm>
              <a:off x="7341469" y="2276145"/>
              <a:ext cx="20363" cy="98132"/>
            </a:xfrm>
            <a:custGeom>
              <a:avLst/>
              <a:gdLst/>
              <a:ahLst/>
              <a:cxnLst/>
              <a:rect l="l" t="t" r="r" b="b"/>
              <a:pathLst>
                <a:path w="713" h="3436" extrusionOk="0">
                  <a:moveTo>
                    <a:pt x="0" y="0"/>
                  </a:moveTo>
                  <a:lnTo>
                    <a:pt x="0" y="3436"/>
                  </a:lnTo>
                  <a:lnTo>
                    <a:pt x="712" y="3436"/>
                  </a:lnTo>
                  <a:lnTo>
                    <a:pt x="712" y="0"/>
                  </a:lnTo>
                  <a:cubicBezTo>
                    <a:pt x="617" y="81"/>
                    <a:pt x="491" y="128"/>
                    <a:pt x="356" y="128"/>
                  </a:cubicBezTo>
                  <a:cubicBezTo>
                    <a:pt x="223" y="128"/>
                    <a:pt x="97" y="81"/>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49"/>
            <p:cNvSpPr/>
            <p:nvPr/>
          </p:nvSpPr>
          <p:spPr>
            <a:xfrm>
              <a:off x="7271183" y="2253554"/>
              <a:ext cx="68116" cy="121094"/>
            </a:xfrm>
            <a:custGeom>
              <a:avLst/>
              <a:gdLst/>
              <a:ahLst/>
              <a:cxnLst/>
              <a:rect l="l" t="t" r="r" b="b"/>
              <a:pathLst>
                <a:path w="2385" h="4240" extrusionOk="0">
                  <a:moveTo>
                    <a:pt x="1643" y="1"/>
                  </a:moveTo>
                  <a:cubicBezTo>
                    <a:pt x="1490" y="1"/>
                    <a:pt x="1353" y="99"/>
                    <a:pt x="1306" y="245"/>
                  </a:cubicBezTo>
                  <a:lnTo>
                    <a:pt x="0" y="4227"/>
                  </a:lnTo>
                  <a:lnTo>
                    <a:pt x="670" y="4227"/>
                  </a:lnTo>
                  <a:cubicBezTo>
                    <a:pt x="696" y="4227"/>
                    <a:pt x="723" y="4232"/>
                    <a:pt x="745" y="4240"/>
                  </a:cubicBezTo>
                  <a:lnTo>
                    <a:pt x="1855" y="850"/>
                  </a:lnTo>
                  <a:cubicBezTo>
                    <a:pt x="1882" y="767"/>
                    <a:pt x="1957" y="713"/>
                    <a:pt x="2043" y="713"/>
                  </a:cubicBezTo>
                  <a:lnTo>
                    <a:pt x="2381" y="713"/>
                  </a:lnTo>
                  <a:cubicBezTo>
                    <a:pt x="2304" y="618"/>
                    <a:pt x="2257" y="494"/>
                    <a:pt x="2257" y="360"/>
                  </a:cubicBezTo>
                  <a:cubicBezTo>
                    <a:pt x="2257" y="225"/>
                    <a:pt x="2304" y="99"/>
                    <a:pt x="23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49"/>
            <p:cNvSpPr/>
            <p:nvPr/>
          </p:nvSpPr>
          <p:spPr>
            <a:xfrm>
              <a:off x="7363974" y="2253497"/>
              <a:ext cx="59005" cy="121152"/>
            </a:xfrm>
            <a:custGeom>
              <a:avLst/>
              <a:gdLst/>
              <a:ahLst/>
              <a:cxnLst/>
              <a:rect l="l" t="t" r="r" b="b"/>
              <a:pathLst>
                <a:path w="2066" h="4242" extrusionOk="0">
                  <a:moveTo>
                    <a:pt x="1" y="1"/>
                  </a:moveTo>
                  <a:cubicBezTo>
                    <a:pt x="79" y="99"/>
                    <a:pt x="129" y="222"/>
                    <a:pt x="129" y="359"/>
                  </a:cubicBezTo>
                  <a:cubicBezTo>
                    <a:pt x="129" y="494"/>
                    <a:pt x="79" y="618"/>
                    <a:pt x="1" y="715"/>
                  </a:cubicBezTo>
                  <a:lnTo>
                    <a:pt x="337" y="715"/>
                  </a:lnTo>
                  <a:cubicBezTo>
                    <a:pt x="424" y="715"/>
                    <a:pt x="499" y="769"/>
                    <a:pt x="527" y="852"/>
                  </a:cubicBezTo>
                  <a:lnTo>
                    <a:pt x="1637" y="4242"/>
                  </a:lnTo>
                  <a:cubicBezTo>
                    <a:pt x="1660" y="4234"/>
                    <a:pt x="1686" y="4229"/>
                    <a:pt x="1711" y="4229"/>
                  </a:cubicBezTo>
                  <a:lnTo>
                    <a:pt x="2066" y="4229"/>
                  </a:lnTo>
                  <a:lnTo>
                    <a:pt x="961" y="852"/>
                  </a:lnTo>
                  <a:cubicBezTo>
                    <a:pt x="934" y="769"/>
                    <a:pt x="859" y="715"/>
                    <a:pt x="771" y="715"/>
                  </a:cubicBezTo>
                  <a:cubicBezTo>
                    <a:pt x="632" y="715"/>
                    <a:pt x="530" y="591"/>
                    <a:pt x="552" y="454"/>
                  </a:cubicBezTo>
                  <a:cubicBezTo>
                    <a:pt x="558" y="423"/>
                    <a:pt x="559" y="392"/>
                    <a:pt x="559" y="359"/>
                  </a:cubicBezTo>
                  <a:cubicBezTo>
                    <a:pt x="559" y="225"/>
                    <a:pt x="512" y="99"/>
                    <a:pt x="43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49"/>
            <p:cNvSpPr/>
            <p:nvPr/>
          </p:nvSpPr>
          <p:spPr>
            <a:xfrm>
              <a:off x="7341469" y="2276145"/>
              <a:ext cx="12366" cy="98132"/>
            </a:xfrm>
            <a:custGeom>
              <a:avLst/>
              <a:gdLst/>
              <a:ahLst/>
              <a:cxnLst/>
              <a:rect l="l" t="t" r="r" b="b"/>
              <a:pathLst>
                <a:path w="433" h="3436" extrusionOk="0">
                  <a:moveTo>
                    <a:pt x="0" y="0"/>
                  </a:moveTo>
                  <a:lnTo>
                    <a:pt x="0" y="3436"/>
                  </a:lnTo>
                  <a:lnTo>
                    <a:pt x="433" y="3436"/>
                  </a:lnTo>
                  <a:lnTo>
                    <a:pt x="433" y="123"/>
                  </a:lnTo>
                  <a:cubicBezTo>
                    <a:pt x="407" y="126"/>
                    <a:pt x="382" y="128"/>
                    <a:pt x="356" y="128"/>
                  </a:cubicBezTo>
                  <a:cubicBezTo>
                    <a:pt x="223" y="128"/>
                    <a:pt x="97" y="81"/>
                    <a:pt x="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49"/>
            <p:cNvSpPr/>
            <p:nvPr/>
          </p:nvSpPr>
          <p:spPr>
            <a:xfrm>
              <a:off x="7271240" y="2253554"/>
              <a:ext cx="59233" cy="120723"/>
            </a:xfrm>
            <a:custGeom>
              <a:avLst/>
              <a:gdLst/>
              <a:ahLst/>
              <a:cxnLst/>
              <a:rect l="l" t="t" r="r" b="b"/>
              <a:pathLst>
                <a:path w="2074" h="4227" extrusionOk="0">
                  <a:moveTo>
                    <a:pt x="1643" y="1"/>
                  </a:moveTo>
                  <a:cubicBezTo>
                    <a:pt x="1490" y="1"/>
                    <a:pt x="1353" y="99"/>
                    <a:pt x="1305" y="245"/>
                  </a:cubicBezTo>
                  <a:lnTo>
                    <a:pt x="0" y="4227"/>
                  </a:lnTo>
                  <a:lnTo>
                    <a:pt x="431" y="4227"/>
                  </a:lnTo>
                  <a:lnTo>
                    <a:pt x="1736" y="245"/>
                  </a:lnTo>
                  <a:cubicBezTo>
                    <a:pt x="1784" y="99"/>
                    <a:pt x="1921" y="1"/>
                    <a:pt x="2074"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49"/>
            <p:cNvSpPr/>
            <p:nvPr/>
          </p:nvSpPr>
          <p:spPr>
            <a:xfrm>
              <a:off x="7475044" y="2059089"/>
              <a:ext cx="40955" cy="65345"/>
            </a:xfrm>
            <a:custGeom>
              <a:avLst/>
              <a:gdLst/>
              <a:ahLst/>
              <a:cxnLst/>
              <a:rect l="l" t="t" r="r" b="b"/>
              <a:pathLst>
                <a:path w="1434" h="2288" extrusionOk="0">
                  <a:moveTo>
                    <a:pt x="0" y="0"/>
                  </a:moveTo>
                  <a:lnTo>
                    <a:pt x="0" y="0"/>
                  </a:lnTo>
                  <a:cubicBezTo>
                    <a:pt x="8" y="15"/>
                    <a:pt x="17" y="28"/>
                    <a:pt x="28" y="44"/>
                  </a:cubicBezTo>
                  <a:lnTo>
                    <a:pt x="1050" y="2240"/>
                  </a:lnTo>
                  <a:cubicBezTo>
                    <a:pt x="1056" y="2255"/>
                    <a:pt x="1063" y="2271"/>
                    <a:pt x="1065" y="2288"/>
                  </a:cubicBezTo>
                  <a:cubicBezTo>
                    <a:pt x="1360" y="1871"/>
                    <a:pt x="1433" y="1320"/>
                    <a:pt x="1205" y="831"/>
                  </a:cubicBezTo>
                  <a:cubicBezTo>
                    <a:pt x="977" y="343"/>
                    <a:pt x="508" y="42"/>
                    <a:pt x="0" y="0"/>
                  </a:cubicBezTo>
                  <a:close/>
                </a:path>
              </a:pathLst>
            </a:custGeom>
            <a:solidFill>
              <a:srgbClr val="23A8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49"/>
            <p:cNvSpPr/>
            <p:nvPr/>
          </p:nvSpPr>
          <p:spPr>
            <a:xfrm>
              <a:off x="7475044" y="2059089"/>
              <a:ext cx="36842" cy="30359"/>
            </a:xfrm>
            <a:custGeom>
              <a:avLst/>
              <a:gdLst/>
              <a:ahLst/>
              <a:cxnLst/>
              <a:rect l="l" t="t" r="r" b="b"/>
              <a:pathLst>
                <a:path w="1290" h="1063" extrusionOk="0">
                  <a:moveTo>
                    <a:pt x="0" y="0"/>
                  </a:moveTo>
                  <a:lnTo>
                    <a:pt x="0" y="0"/>
                  </a:lnTo>
                  <a:cubicBezTo>
                    <a:pt x="8" y="15"/>
                    <a:pt x="17" y="28"/>
                    <a:pt x="28" y="44"/>
                  </a:cubicBezTo>
                  <a:lnTo>
                    <a:pt x="376" y="793"/>
                  </a:lnTo>
                  <a:cubicBezTo>
                    <a:pt x="412" y="790"/>
                    <a:pt x="448" y="789"/>
                    <a:pt x="483" y="789"/>
                  </a:cubicBezTo>
                  <a:cubicBezTo>
                    <a:pt x="815" y="789"/>
                    <a:pt x="1106" y="883"/>
                    <a:pt x="1289" y="1063"/>
                  </a:cubicBezTo>
                  <a:cubicBezTo>
                    <a:pt x="1269" y="984"/>
                    <a:pt x="1238" y="908"/>
                    <a:pt x="1205" y="831"/>
                  </a:cubicBezTo>
                  <a:cubicBezTo>
                    <a:pt x="975" y="343"/>
                    <a:pt x="508" y="42"/>
                    <a:pt x="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49"/>
            <p:cNvSpPr/>
            <p:nvPr/>
          </p:nvSpPr>
          <p:spPr>
            <a:xfrm>
              <a:off x="7455338" y="2056176"/>
              <a:ext cx="51636" cy="79740"/>
            </a:xfrm>
            <a:custGeom>
              <a:avLst/>
              <a:gdLst/>
              <a:ahLst/>
              <a:cxnLst/>
              <a:rect l="l" t="t" r="r" b="b"/>
              <a:pathLst>
                <a:path w="1808" h="2792" extrusionOk="0">
                  <a:moveTo>
                    <a:pt x="503" y="0"/>
                  </a:moveTo>
                  <a:cubicBezTo>
                    <a:pt x="469" y="0"/>
                    <a:pt x="434" y="8"/>
                    <a:pt x="400" y="24"/>
                  </a:cubicBezTo>
                  <a:lnTo>
                    <a:pt x="176" y="128"/>
                  </a:lnTo>
                  <a:cubicBezTo>
                    <a:pt x="53" y="184"/>
                    <a:pt x="0" y="330"/>
                    <a:pt x="57" y="455"/>
                  </a:cubicBezTo>
                  <a:lnTo>
                    <a:pt x="1083" y="2649"/>
                  </a:lnTo>
                  <a:cubicBezTo>
                    <a:pt x="1124" y="2739"/>
                    <a:pt x="1212" y="2791"/>
                    <a:pt x="1304" y="2791"/>
                  </a:cubicBezTo>
                  <a:cubicBezTo>
                    <a:pt x="1339" y="2791"/>
                    <a:pt x="1374" y="2784"/>
                    <a:pt x="1408" y="2768"/>
                  </a:cubicBezTo>
                  <a:lnTo>
                    <a:pt x="1632" y="2664"/>
                  </a:lnTo>
                  <a:cubicBezTo>
                    <a:pt x="1755" y="2607"/>
                    <a:pt x="1808" y="2461"/>
                    <a:pt x="1751" y="2337"/>
                  </a:cubicBezTo>
                  <a:lnTo>
                    <a:pt x="727" y="142"/>
                  </a:lnTo>
                  <a:cubicBezTo>
                    <a:pt x="684" y="53"/>
                    <a:pt x="596" y="0"/>
                    <a:pt x="5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49"/>
            <p:cNvSpPr/>
            <p:nvPr/>
          </p:nvSpPr>
          <p:spPr>
            <a:xfrm>
              <a:off x="7455395" y="2056233"/>
              <a:ext cx="30216" cy="33215"/>
            </a:xfrm>
            <a:custGeom>
              <a:avLst/>
              <a:gdLst/>
              <a:ahLst/>
              <a:cxnLst/>
              <a:rect l="l" t="t" r="r" b="b"/>
              <a:pathLst>
                <a:path w="1058" h="1163" extrusionOk="0">
                  <a:moveTo>
                    <a:pt x="505" y="1"/>
                  </a:moveTo>
                  <a:cubicBezTo>
                    <a:pt x="470" y="1"/>
                    <a:pt x="434" y="8"/>
                    <a:pt x="400" y="24"/>
                  </a:cubicBezTo>
                  <a:lnTo>
                    <a:pt x="177" y="128"/>
                  </a:lnTo>
                  <a:cubicBezTo>
                    <a:pt x="53" y="186"/>
                    <a:pt x="0" y="332"/>
                    <a:pt x="59" y="454"/>
                  </a:cubicBezTo>
                  <a:lnTo>
                    <a:pt x="389" y="1163"/>
                  </a:lnTo>
                  <a:cubicBezTo>
                    <a:pt x="393" y="1066"/>
                    <a:pt x="451" y="977"/>
                    <a:pt x="542" y="936"/>
                  </a:cubicBezTo>
                  <a:lnTo>
                    <a:pt x="785" y="821"/>
                  </a:lnTo>
                  <a:cubicBezTo>
                    <a:pt x="822" y="805"/>
                    <a:pt x="860" y="797"/>
                    <a:pt x="898" y="797"/>
                  </a:cubicBezTo>
                  <a:cubicBezTo>
                    <a:pt x="955" y="797"/>
                    <a:pt x="1011" y="815"/>
                    <a:pt x="1057" y="849"/>
                  </a:cubicBezTo>
                  <a:lnTo>
                    <a:pt x="727" y="142"/>
                  </a:lnTo>
                  <a:cubicBezTo>
                    <a:pt x="686" y="52"/>
                    <a:pt x="598" y="1"/>
                    <a:pt x="505"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49"/>
            <p:cNvSpPr/>
            <p:nvPr/>
          </p:nvSpPr>
          <p:spPr>
            <a:xfrm>
              <a:off x="7325618" y="2167845"/>
              <a:ext cx="51751" cy="48152"/>
            </a:xfrm>
            <a:custGeom>
              <a:avLst/>
              <a:gdLst/>
              <a:ahLst/>
              <a:cxnLst/>
              <a:rect l="l" t="t" r="r" b="b"/>
              <a:pathLst>
                <a:path w="1812" h="1686" extrusionOk="0">
                  <a:moveTo>
                    <a:pt x="907" y="0"/>
                  </a:moveTo>
                  <a:cubicBezTo>
                    <a:pt x="862" y="0"/>
                    <a:pt x="816" y="4"/>
                    <a:pt x="771" y="11"/>
                  </a:cubicBezTo>
                  <a:cubicBezTo>
                    <a:pt x="311" y="86"/>
                    <a:pt x="0" y="519"/>
                    <a:pt x="73" y="977"/>
                  </a:cubicBezTo>
                  <a:cubicBezTo>
                    <a:pt x="141" y="1392"/>
                    <a:pt x="499" y="1685"/>
                    <a:pt x="906" y="1685"/>
                  </a:cubicBezTo>
                  <a:cubicBezTo>
                    <a:pt x="951" y="1685"/>
                    <a:pt x="996" y="1682"/>
                    <a:pt x="1041" y="1675"/>
                  </a:cubicBezTo>
                  <a:cubicBezTo>
                    <a:pt x="1499" y="1600"/>
                    <a:pt x="1811" y="1167"/>
                    <a:pt x="1736" y="707"/>
                  </a:cubicBezTo>
                  <a:cubicBezTo>
                    <a:pt x="1669" y="294"/>
                    <a:pt x="1312" y="0"/>
                    <a:pt x="9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49"/>
            <p:cNvSpPr/>
            <p:nvPr/>
          </p:nvSpPr>
          <p:spPr>
            <a:xfrm>
              <a:off x="7327589" y="2167731"/>
              <a:ext cx="32244" cy="48152"/>
            </a:xfrm>
            <a:custGeom>
              <a:avLst/>
              <a:gdLst/>
              <a:ahLst/>
              <a:cxnLst/>
              <a:rect l="l" t="t" r="r" b="b"/>
              <a:pathLst>
                <a:path w="1129" h="1686" extrusionOk="0">
                  <a:moveTo>
                    <a:pt x="842" y="1"/>
                  </a:moveTo>
                  <a:cubicBezTo>
                    <a:pt x="377" y="1"/>
                    <a:pt x="1" y="381"/>
                    <a:pt x="1" y="842"/>
                  </a:cubicBezTo>
                  <a:cubicBezTo>
                    <a:pt x="1" y="1308"/>
                    <a:pt x="380" y="1686"/>
                    <a:pt x="842" y="1686"/>
                  </a:cubicBezTo>
                  <a:cubicBezTo>
                    <a:pt x="943" y="1686"/>
                    <a:pt x="1039" y="1668"/>
                    <a:pt x="1129" y="1635"/>
                  </a:cubicBezTo>
                  <a:cubicBezTo>
                    <a:pt x="804" y="1518"/>
                    <a:pt x="572" y="1208"/>
                    <a:pt x="572" y="842"/>
                  </a:cubicBezTo>
                  <a:cubicBezTo>
                    <a:pt x="572" y="477"/>
                    <a:pt x="804" y="167"/>
                    <a:pt x="1129" y="52"/>
                  </a:cubicBezTo>
                  <a:cubicBezTo>
                    <a:pt x="1039" y="19"/>
                    <a:pt x="943" y="1"/>
                    <a:pt x="84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49"/>
            <p:cNvSpPr/>
            <p:nvPr/>
          </p:nvSpPr>
          <p:spPr>
            <a:xfrm>
              <a:off x="7346581" y="2186724"/>
              <a:ext cx="10082" cy="10139"/>
            </a:xfrm>
            <a:custGeom>
              <a:avLst/>
              <a:gdLst/>
              <a:ahLst/>
              <a:cxnLst/>
              <a:rect l="l" t="t" r="r" b="b"/>
              <a:pathLst>
                <a:path w="353" h="355" extrusionOk="0">
                  <a:moveTo>
                    <a:pt x="176" y="1"/>
                  </a:moveTo>
                  <a:cubicBezTo>
                    <a:pt x="82" y="1"/>
                    <a:pt x="0" y="79"/>
                    <a:pt x="0" y="177"/>
                  </a:cubicBezTo>
                  <a:cubicBezTo>
                    <a:pt x="0" y="272"/>
                    <a:pt x="75" y="354"/>
                    <a:pt x="175" y="354"/>
                  </a:cubicBezTo>
                  <a:cubicBezTo>
                    <a:pt x="274" y="354"/>
                    <a:pt x="352" y="276"/>
                    <a:pt x="351" y="177"/>
                  </a:cubicBezTo>
                  <a:cubicBezTo>
                    <a:pt x="351" y="92"/>
                    <a:pt x="290" y="20"/>
                    <a:pt x="210" y="4"/>
                  </a:cubicBezTo>
                  <a:cubicBezTo>
                    <a:pt x="199" y="2"/>
                    <a:pt x="187" y="1"/>
                    <a:pt x="1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49"/>
            <p:cNvSpPr/>
            <p:nvPr/>
          </p:nvSpPr>
          <p:spPr>
            <a:xfrm>
              <a:off x="7404758" y="2372906"/>
              <a:ext cx="36014" cy="16965"/>
            </a:xfrm>
            <a:custGeom>
              <a:avLst/>
              <a:gdLst/>
              <a:ahLst/>
              <a:cxnLst/>
              <a:rect l="l" t="t" r="r" b="b"/>
              <a:pathLst>
                <a:path w="1261" h="594" extrusionOk="0">
                  <a:moveTo>
                    <a:pt x="285" y="1"/>
                  </a:moveTo>
                  <a:cubicBezTo>
                    <a:pt x="128" y="1"/>
                    <a:pt x="0" y="128"/>
                    <a:pt x="0" y="285"/>
                  </a:cubicBezTo>
                  <a:lnTo>
                    <a:pt x="0" y="309"/>
                  </a:lnTo>
                  <a:cubicBezTo>
                    <a:pt x="0" y="466"/>
                    <a:pt x="128" y="594"/>
                    <a:pt x="285" y="594"/>
                  </a:cubicBezTo>
                  <a:lnTo>
                    <a:pt x="975" y="594"/>
                  </a:lnTo>
                  <a:cubicBezTo>
                    <a:pt x="1132" y="594"/>
                    <a:pt x="1260" y="466"/>
                    <a:pt x="1260" y="309"/>
                  </a:cubicBezTo>
                  <a:lnTo>
                    <a:pt x="1260" y="285"/>
                  </a:lnTo>
                  <a:cubicBezTo>
                    <a:pt x="1258" y="128"/>
                    <a:pt x="1131" y="1"/>
                    <a:pt x="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49"/>
            <p:cNvSpPr/>
            <p:nvPr/>
          </p:nvSpPr>
          <p:spPr>
            <a:xfrm>
              <a:off x="7333587" y="2372906"/>
              <a:ext cx="36014" cy="16965"/>
            </a:xfrm>
            <a:custGeom>
              <a:avLst/>
              <a:gdLst/>
              <a:ahLst/>
              <a:cxnLst/>
              <a:rect l="l" t="t" r="r" b="b"/>
              <a:pathLst>
                <a:path w="1261" h="594" extrusionOk="0">
                  <a:moveTo>
                    <a:pt x="285" y="1"/>
                  </a:moveTo>
                  <a:cubicBezTo>
                    <a:pt x="128" y="1"/>
                    <a:pt x="0" y="128"/>
                    <a:pt x="0" y="285"/>
                  </a:cubicBezTo>
                  <a:lnTo>
                    <a:pt x="0" y="309"/>
                  </a:lnTo>
                  <a:cubicBezTo>
                    <a:pt x="0" y="466"/>
                    <a:pt x="128" y="594"/>
                    <a:pt x="285" y="594"/>
                  </a:cubicBezTo>
                  <a:lnTo>
                    <a:pt x="975" y="594"/>
                  </a:lnTo>
                  <a:cubicBezTo>
                    <a:pt x="1132" y="594"/>
                    <a:pt x="1260" y="466"/>
                    <a:pt x="1260" y="309"/>
                  </a:cubicBezTo>
                  <a:lnTo>
                    <a:pt x="1260" y="285"/>
                  </a:lnTo>
                  <a:cubicBezTo>
                    <a:pt x="1260" y="128"/>
                    <a:pt x="1132" y="1"/>
                    <a:pt x="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49"/>
            <p:cNvSpPr/>
            <p:nvPr/>
          </p:nvSpPr>
          <p:spPr>
            <a:xfrm>
              <a:off x="7262472" y="2372906"/>
              <a:ext cx="36014" cy="16965"/>
            </a:xfrm>
            <a:custGeom>
              <a:avLst/>
              <a:gdLst/>
              <a:ahLst/>
              <a:cxnLst/>
              <a:rect l="l" t="t" r="r" b="b"/>
              <a:pathLst>
                <a:path w="1261" h="594" extrusionOk="0">
                  <a:moveTo>
                    <a:pt x="285" y="1"/>
                  </a:moveTo>
                  <a:cubicBezTo>
                    <a:pt x="128" y="1"/>
                    <a:pt x="0" y="128"/>
                    <a:pt x="0" y="285"/>
                  </a:cubicBezTo>
                  <a:lnTo>
                    <a:pt x="0" y="309"/>
                  </a:lnTo>
                  <a:cubicBezTo>
                    <a:pt x="0" y="466"/>
                    <a:pt x="128" y="594"/>
                    <a:pt x="285" y="594"/>
                  </a:cubicBezTo>
                  <a:lnTo>
                    <a:pt x="975" y="594"/>
                  </a:lnTo>
                  <a:cubicBezTo>
                    <a:pt x="1132" y="594"/>
                    <a:pt x="1260" y="466"/>
                    <a:pt x="1260" y="309"/>
                  </a:cubicBezTo>
                  <a:lnTo>
                    <a:pt x="1260" y="285"/>
                  </a:lnTo>
                  <a:cubicBezTo>
                    <a:pt x="1260" y="128"/>
                    <a:pt x="1132" y="1"/>
                    <a:pt x="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49"/>
            <p:cNvSpPr/>
            <p:nvPr/>
          </p:nvSpPr>
          <p:spPr>
            <a:xfrm>
              <a:off x="7404758" y="2372906"/>
              <a:ext cx="27932" cy="16965"/>
            </a:xfrm>
            <a:custGeom>
              <a:avLst/>
              <a:gdLst/>
              <a:ahLst/>
              <a:cxnLst/>
              <a:rect l="l" t="t" r="r" b="b"/>
              <a:pathLst>
                <a:path w="978" h="594" extrusionOk="0">
                  <a:moveTo>
                    <a:pt x="285" y="1"/>
                  </a:moveTo>
                  <a:cubicBezTo>
                    <a:pt x="128" y="1"/>
                    <a:pt x="0" y="128"/>
                    <a:pt x="0" y="285"/>
                  </a:cubicBezTo>
                  <a:lnTo>
                    <a:pt x="0" y="309"/>
                  </a:lnTo>
                  <a:cubicBezTo>
                    <a:pt x="0" y="466"/>
                    <a:pt x="128" y="594"/>
                    <a:pt x="285" y="594"/>
                  </a:cubicBezTo>
                  <a:lnTo>
                    <a:pt x="977" y="594"/>
                  </a:lnTo>
                  <a:cubicBezTo>
                    <a:pt x="820" y="594"/>
                    <a:pt x="694" y="466"/>
                    <a:pt x="694" y="309"/>
                  </a:cubicBezTo>
                  <a:lnTo>
                    <a:pt x="694" y="285"/>
                  </a:lnTo>
                  <a:cubicBezTo>
                    <a:pt x="694" y="130"/>
                    <a:pt x="822" y="2"/>
                    <a:pt x="977"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49"/>
            <p:cNvSpPr/>
            <p:nvPr/>
          </p:nvSpPr>
          <p:spPr>
            <a:xfrm>
              <a:off x="7333644" y="2372906"/>
              <a:ext cx="27932" cy="16965"/>
            </a:xfrm>
            <a:custGeom>
              <a:avLst/>
              <a:gdLst/>
              <a:ahLst/>
              <a:cxnLst/>
              <a:rect l="l" t="t" r="r" b="b"/>
              <a:pathLst>
                <a:path w="978" h="594" extrusionOk="0">
                  <a:moveTo>
                    <a:pt x="285" y="1"/>
                  </a:moveTo>
                  <a:cubicBezTo>
                    <a:pt x="128" y="1"/>
                    <a:pt x="0" y="128"/>
                    <a:pt x="0" y="285"/>
                  </a:cubicBezTo>
                  <a:lnTo>
                    <a:pt x="0" y="309"/>
                  </a:lnTo>
                  <a:cubicBezTo>
                    <a:pt x="0" y="466"/>
                    <a:pt x="128" y="594"/>
                    <a:pt x="285" y="594"/>
                  </a:cubicBezTo>
                  <a:lnTo>
                    <a:pt x="977" y="594"/>
                  </a:lnTo>
                  <a:cubicBezTo>
                    <a:pt x="820" y="594"/>
                    <a:pt x="694" y="466"/>
                    <a:pt x="694" y="309"/>
                  </a:cubicBezTo>
                  <a:lnTo>
                    <a:pt x="694" y="285"/>
                  </a:lnTo>
                  <a:cubicBezTo>
                    <a:pt x="694" y="130"/>
                    <a:pt x="822" y="2"/>
                    <a:pt x="977"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49"/>
            <p:cNvSpPr/>
            <p:nvPr/>
          </p:nvSpPr>
          <p:spPr>
            <a:xfrm>
              <a:off x="7262529" y="2372906"/>
              <a:ext cx="27903" cy="16965"/>
            </a:xfrm>
            <a:custGeom>
              <a:avLst/>
              <a:gdLst/>
              <a:ahLst/>
              <a:cxnLst/>
              <a:rect l="l" t="t" r="r" b="b"/>
              <a:pathLst>
                <a:path w="977" h="594" extrusionOk="0">
                  <a:moveTo>
                    <a:pt x="287" y="1"/>
                  </a:moveTo>
                  <a:cubicBezTo>
                    <a:pt x="128" y="1"/>
                    <a:pt x="0" y="128"/>
                    <a:pt x="0" y="285"/>
                  </a:cubicBezTo>
                  <a:lnTo>
                    <a:pt x="0" y="309"/>
                  </a:lnTo>
                  <a:cubicBezTo>
                    <a:pt x="0" y="466"/>
                    <a:pt x="128" y="594"/>
                    <a:pt x="287" y="594"/>
                  </a:cubicBezTo>
                  <a:lnTo>
                    <a:pt x="977" y="594"/>
                  </a:lnTo>
                  <a:cubicBezTo>
                    <a:pt x="820" y="594"/>
                    <a:pt x="694" y="466"/>
                    <a:pt x="694" y="309"/>
                  </a:cubicBezTo>
                  <a:lnTo>
                    <a:pt x="694" y="285"/>
                  </a:lnTo>
                  <a:cubicBezTo>
                    <a:pt x="694" y="130"/>
                    <a:pt x="824" y="2"/>
                    <a:pt x="977"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49"/>
            <p:cNvSpPr/>
            <p:nvPr/>
          </p:nvSpPr>
          <p:spPr>
            <a:xfrm>
              <a:off x="7335300" y="2247471"/>
              <a:ext cx="32730" cy="32701"/>
            </a:xfrm>
            <a:custGeom>
              <a:avLst/>
              <a:gdLst/>
              <a:ahLst/>
              <a:cxnLst/>
              <a:rect l="l" t="t" r="r" b="b"/>
              <a:pathLst>
                <a:path w="1146" h="1145" extrusionOk="0">
                  <a:moveTo>
                    <a:pt x="572" y="0"/>
                  </a:moveTo>
                  <a:cubicBezTo>
                    <a:pt x="258" y="0"/>
                    <a:pt x="1" y="258"/>
                    <a:pt x="1" y="572"/>
                  </a:cubicBezTo>
                  <a:cubicBezTo>
                    <a:pt x="1" y="887"/>
                    <a:pt x="258" y="1145"/>
                    <a:pt x="572" y="1145"/>
                  </a:cubicBezTo>
                  <a:cubicBezTo>
                    <a:pt x="888" y="1145"/>
                    <a:pt x="1145" y="887"/>
                    <a:pt x="1145" y="572"/>
                  </a:cubicBezTo>
                  <a:cubicBezTo>
                    <a:pt x="1144" y="256"/>
                    <a:pt x="888" y="0"/>
                    <a:pt x="5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49"/>
            <p:cNvSpPr/>
            <p:nvPr/>
          </p:nvSpPr>
          <p:spPr>
            <a:xfrm>
              <a:off x="7335214" y="2247471"/>
              <a:ext cx="24048" cy="32701"/>
            </a:xfrm>
            <a:custGeom>
              <a:avLst/>
              <a:gdLst/>
              <a:ahLst/>
              <a:cxnLst/>
              <a:rect l="l" t="t" r="r" b="b"/>
              <a:pathLst>
                <a:path w="842" h="1145" extrusionOk="0">
                  <a:moveTo>
                    <a:pt x="573" y="0"/>
                  </a:moveTo>
                  <a:cubicBezTo>
                    <a:pt x="259" y="0"/>
                    <a:pt x="0" y="258"/>
                    <a:pt x="0" y="572"/>
                  </a:cubicBezTo>
                  <a:cubicBezTo>
                    <a:pt x="0" y="887"/>
                    <a:pt x="257" y="1145"/>
                    <a:pt x="573" y="1145"/>
                  </a:cubicBezTo>
                  <a:cubicBezTo>
                    <a:pt x="670" y="1145"/>
                    <a:pt x="763" y="1119"/>
                    <a:pt x="842" y="1079"/>
                  </a:cubicBezTo>
                  <a:cubicBezTo>
                    <a:pt x="663" y="980"/>
                    <a:pt x="539" y="789"/>
                    <a:pt x="539" y="573"/>
                  </a:cubicBezTo>
                  <a:cubicBezTo>
                    <a:pt x="539" y="354"/>
                    <a:pt x="663" y="164"/>
                    <a:pt x="842" y="66"/>
                  </a:cubicBezTo>
                  <a:cubicBezTo>
                    <a:pt x="763" y="22"/>
                    <a:pt x="672" y="0"/>
                    <a:pt x="573"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28" name="Google Shape;3428;p49"/>
          <p:cNvGrpSpPr/>
          <p:nvPr/>
        </p:nvGrpSpPr>
        <p:grpSpPr>
          <a:xfrm>
            <a:off x="1705373" y="3047450"/>
            <a:ext cx="334238" cy="326755"/>
            <a:chOff x="7973073" y="1469725"/>
            <a:chExt cx="334238" cy="326755"/>
          </a:xfrm>
        </p:grpSpPr>
        <p:sp>
          <p:nvSpPr>
            <p:cNvPr id="3429" name="Google Shape;3429;p49"/>
            <p:cNvSpPr/>
            <p:nvPr/>
          </p:nvSpPr>
          <p:spPr>
            <a:xfrm>
              <a:off x="7973073" y="1500684"/>
              <a:ext cx="31473" cy="30731"/>
            </a:xfrm>
            <a:custGeom>
              <a:avLst/>
              <a:gdLst/>
              <a:ahLst/>
              <a:cxnLst/>
              <a:rect l="l" t="t" r="r" b="b"/>
              <a:pathLst>
                <a:path w="1102" h="1076" extrusionOk="0">
                  <a:moveTo>
                    <a:pt x="449" y="1"/>
                  </a:moveTo>
                  <a:cubicBezTo>
                    <a:pt x="403" y="1"/>
                    <a:pt x="358" y="19"/>
                    <a:pt x="326" y="53"/>
                  </a:cubicBezTo>
                  <a:lnTo>
                    <a:pt x="65" y="329"/>
                  </a:lnTo>
                  <a:cubicBezTo>
                    <a:pt x="1" y="396"/>
                    <a:pt x="2" y="502"/>
                    <a:pt x="72" y="566"/>
                  </a:cubicBezTo>
                  <a:lnTo>
                    <a:pt x="610" y="1075"/>
                  </a:lnTo>
                  <a:lnTo>
                    <a:pt x="1101" y="555"/>
                  </a:lnTo>
                  <a:lnTo>
                    <a:pt x="563" y="46"/>
                  </a:lnTo>
                  <a:cubicBezTo>
                    <a:pt x="531" y="15"/>
                    <a:pt x="490" y="1"/>
                    <a:pt x="44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49"/>
            <p:cNvSpPr/>
            <p:nvPr/>
          </p:nvSpPr>
          <p:spPr>
            <a:xfrm>
              <a:off x="7973131" y="1501284"/>
              <a:ext cx="24961" cy="30074"/>
            </a:xfrm>
            <a:custGeom>
              <a:avLst/>
              <a:gdLst/>
              <a:ahLst/>
              <a:cxnLst/>
              <a:rect l="l" t="t" r="r" b="b"/>
              <a:pathLst>
                <a:path w="874" h="1053" extrusionOk="0">
                  <a:moveTo>
                    <a:pt x="362" y="1"/>
                  </a:moveTo>
                  <a:cubicBezTo>
                    <a:pt x="347" y="6"/>
                    <a:pt x="336" y="17"/>
                    <a:pt x="325" y="30"/>
                  </a:cubicBezTo>
                  <a:lnTo>
                    <a:pt x="64" y="306"/>
                  </a:lnTo>
                  <a:cubicBezTo>
                    <a:pt x="0" y="372"/>
                    <a:pt x="4" y="479"/>
                    <a:pt x="72" y="543"/>
                  </a:cubicBezTo>
                  <a:lnTo>
                    <a:pt x="610" y="1053"/>
                  </a:lnTo>
                  <a:lnTo>
                    <a:pt x="873" y="775"/>
                  </a:lnTo>
                  <a:lnTo>
                    <a:pt x="371" y="302"/>
                  </a:lnTo>
                  <a:cubicBezTo>
                    <a:pt x="287" y="222"/>
                    <a:pt x="282" y="87"/>
                    <a:pt x="36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49"/>
            <p:cNvSpPr/>
            <p:nvPr/>
          </p:nvSpPr>
          <p:spPr>
            <a:xfrm>
              <a:off x="7982527" y="1508909"/>
              <a:ext cx="46010" cy="46381"/>
            </a:xfrm>
            <a:custGeom>
              <a:avLst/>
              <a:gdLst/>
              <a:ahLst/>
              <a:cxnLst/>
              <a:rect l="l" t="t" r="r" b="b"/>
              <a:pathLst>
                <a:path w="1611" h="1624" extrusionOk="0">
                  <a:moveTo>
                    <a:pt x="1090" y="1"/>
                  </a:moveTo>
                  <a:cubicBezTo>
                    <a:pt x="1027" y="1"/>
                    <a:pt x="965" y="25"/>
                    <a:pt x="918" y="74"/>
                  </a:cubicBezTo>
                  <a:lnTo>
                    <a:pt x="89" y="950"/>
                  </a:lnTo>
                  <a:cubicBezTo>
                    <a:pt x="0" y="1043"/>
                    <a:pt x="7" y="1194"/>
                    <a:pt x="104" y="1286"/>
                  </a:cubicBezTo>
                  <a:lnTo>
                    <a:pt x="460" y="1623"/>
                  </a:lnTo>
                  <a:lnTo>
                    <a:pt x="1610" y="404"/>
                  </a:lnTo>
                  <a:lnTo>
                    <a:pt x="1254" y="66"/>
                  </a:lnTo>
                  <a:cubicBezTo>
                    <a:pt x="1208" y="22"/>
                    <a:pt x="1148" y="1"/>
                    <a:pt x="10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49"/>
            <p:cNvSpPr/>
            <p:nvPr/>
          </p:nvSpPr>
          <p:spPr>
            <a:xfrm>
              <a:off x="7982527" y="1526474"/>
              <a:ext cx="24733" cy="28817"/>
            </a:xfrm>
            <a:custGeom>
              <a:avLst/>
              <a:gdLst/>
              <a:ahLst/>
              <a:cxnLst/>
              <a:rect l="l" t="t" r="r" b="b"/>
              <a:pathLst>
                <a:path w="866" h="1009" extrusionOk="0">
                  <a:moveTo>
                    <a:pt x="405" y="1"/>
                  </a:moveTo>
                  <a:lnTo>
                    <a:pt x="89" y="335"/>
                  </a:lnTo>
                  <a:cubicBezTo>
                    <a:pt x="0" y="428"/>
                    <a:pt x="7" y="579"/>
                    <a:pt x="104" y="671"/>
                  </a:cubicBezTo>
                  <a:lnTo>
                    <a:pt x="460" y="1008"/>
                  </a:lnTo>
                  <a:lnTo>
                    <a:pt x="865" y="579"/>
                  </a:lnTo>
                  <a:lnTo>
                    <a:pt x="506" y="236"/>
                  </a:lnTo>
                  <a:cubicBezTo>
                    <a:pt x="427" y="163"/>
                    <a:pt x="391" y="70"/>
                    <a:pt x="405"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49"/>
            <p:cNvSpPr/>
            <p:nvPr/>
          </p:nvSpPr>
          <p:spPr>
            <a:xfrm>
              <a:off x="7988353" y="1513479"/>
              <a:ext cx="64945" cy="66116"/>
            </a:xfrm>
            <a:custGeom>
              <a:avLst/>
              <a:gdLst/>
              <a:ahLst/>
              <a:cxnLst/>
              <a:rect l="l" t="t" r="r" b="b"/>
              <a:pathLst>
                <a:path w="2274" h="2315" extrusionOk="0">
                  <a:moveTo>
                    <a:pt x="1713" y="0"/>
                  </a:moveTo>
                  <a:cubicBezTo>
                    <a:pt x="1651" y="0"/>
                    <a:pt x="1591" y="23"/>
                    <a:pt x="1547" y="69"/>
                  </a:cubicBezTo>
                  <a:lnTo>
                    <a:pt x="88" y="1611"/>
                  </a:lnTo>
                  <a:cubicBezTo>
                    <a:pt x="1" y="1704"/>
                    <a:pt x="11" y="1860"/>
                    <a:pt x="114" y="1955"/>
                  </a:cubicBezTo>
                  <a:lnTo>
                    <a:pt x="493" y="2314"/>
                  </a:lnTo>
                  <a:lnTo>
                    <a:pt x="2273" y="432"/>
                  </a:lnTo>
                  <a:lnTo>
                    <a:pt x="1894" y="72"/>
                  </a:lnTo>
                  <a:cubicBezTo>
                    <a:pt x="1842" y="24"/>
                    <a:pt x="1776" y="0"/>
                    <a:pt x="17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49"/>
            <p:cNvSpPr/>
            <p:nvPr/>
          </p:nvSpPr>
          <p:spPr>
            <a:xfrm>
              <a:off x="7988410" y="1547322"/>
              <a:ext cx="27932" cy="32273"/>
            </a:xfrm>
            <a:custGeom>
              <a:avLst/>
              <a:gdLst/>
              <a:ahLst/>
              <a:cxnLst/>
              <a:rect l="l" t="t" r="r" b="b"/>
              <a:pathLst>
                <a:path w="978" h="1130" extrusionOk="0">
                  <a:moveTo>
                    <a:pt x="491" y="1"/>
                  </a:moveTo>
                  <a:lnTo>
                    <a:pt x="90" y="426"/>
                  </a:lnTo>
                  <a:cubicBezTo>
                    <a:pt x="0" y="519"/>
                    <a:pt x="11" y="675"/>
                    <a:pt x="114" y="771"/>
                  </a:cubicBezTo>
                  <a:lnTo>
                    <a:pt x="493" y="1129"/>
                  </a:lnTo>
                  <a:lnTo>
                    <a:pt x="977" y="618"/>
                  </a:lnTo>
                  <a:lnTo>
                    <a:pt x="592" y="257"/>
                  </a:lnTo>
                  <a:cubicBezTo>
                    <a:pt x="510" y="180"/>
                    <a:pt x="470" y="78"/>
                    <a:pt x="491"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49"/>
            <p:cNvSpPr/>
            <p:nvPr/>
          </p:nvSpPr>
          <p:spPr>
            <a:xfrm>
              <a:off x="7991895" y="1475494"/>
              <a:ext cx="111241" cy="133290"/>
            </a:xfrm>
            <a:custGeom>
              <a:avLst/>
              <a:gdLst/>
              <a:ahLst/>
              <a:cxnLst/>
              <a:rect l="l" t="t" r="r" b="b"/>
              <a:pathLst>
                <a:path w="3895" h="4667" extrusionOk="0">
                  <a:moveTo>
                    <a:pt x="3019" y="0"/>
                  </a:moveTo>
                  <a:cubicBezTo>
                    <a:pt x="2995" y="0"/>
                    <a:pt x="2971" y="10"/>
                    <a:pt x="2953" y="30"/>
                  </a:cubicBezTo>
                  <a:lnTo>
                    <a:pt x="2354" y="663"/>
                  </a:lnTo>
                  <a:cubicBezTo>
                    <a:pt x="2297" y="723"/>
                    <a:pt x="2277" y="809"/>
                    <a:pt x="2297" y="889"/>
                  </a:cubicBezTo>
                  <a:lnTo>
                    <a:pt x="2396" y="1245"/>
                  </a:lnTo>
                  <a:cubicBezTo>
                    <a:pt x="2418" y="1326"/>
                    <a:pt x="2396" y="1412"/>
                    <a:pt x="2337" y="1472"/>
                  </a:cubicBezTo>
                  <a:lnTo>
                    <a:pt x="61" y="3882"/>
                  </a:lnTo>
                  <a:cubicBezTo>
                    <a:pt x="1" y="3944"/>
                    <a:pt x="24" y="4046"/>
                    <a:pt x="105" y="4077"/>
                  </a:cubicBezTo>
                  <a:lnTo>
                    <a:pt x="1578" y="4667"/>
                  </a:lnTo>
                  <a:cubicBezTo>
                    <a:pt x="1799" y="4123"/>
                    <a:pt x="2126" y="3615"/>
                    <a:pt x="2557" y="3168"/>
                  </a:cubicBezTo>
                  <a:cubicBezTo>
                    <a:pt x="2954" y="2753"/>
                    <a:pt x="3409" y="2428"/>
                    <a:pt x="3895" y="2187"/>
                  </a:cubicBezTo>
                  <a:lnTo>
                    <a:pt x="3108" y="64"/>
                  </a:lnTo>
                  <a:cubicBezTo>
                    <a:pt x="3093" y="23"/>
                    <a:pt x="3057" y="0"/>
                    <a:pt x="30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49"/>
            <p:cNvSpPr/>
            <p:nvPr/>
          </p:nvSpPr>
          <p:spPr>
            <a:xfrm>
              <a:off x="7991895" y="1475408"/>
              <a:ext cx="94762" cy="122437"/>
            </a:xfrm>
            <a:custGeom>
              <a:avLst/>
              <a:gdLst/>
              <a:ahLst/>
              <a:cxnLst/>
              <a:rect l="l" t="t" r="r" b="b"/>
              <a:pathLst>
                <a:path w="3318" h="4287" extrusionOk="0">
                  <a:moveTo>
                    <a:pt x="3018" y="1"/>
                  </a:moveTo>
                  <a:cubicBezTo>
                    <a:pt x="2995" y="1"/>
                    <a:pt x="2971" y="10"/>
                    <a:pt x="2953" y="29"/>
                  </a:cubicBezTo>
                  <a:lnTo>
                    <a:pt x="2354" y="664"/>
                  </a:lnTo>
                  <a:cubicBezTo>
                    <a:pt x="2297" y="724"/>
                    <a:pt x="2277" y="810"/>
                    <a:pt x="2297" y="891"/>
                  </a:cubicBezTo>
                  <a:lnTo>
                    <a:pt x="2394" y="1247"/>
                  </a:lnTo>
                  <a:cubicBezTo>
                    <a:pt x="2418" y="1325"/>
                    <a:pt x="2394" y="1413"/>
                    <a:pt x="2337" y="1471"/>
                  </a:cubicBezTo>
                  <a:lnTo>
                    <a:pt x="61" y="3881"/>
                  </a:lnTo>
                  <a:cubicBezTo>
                    <a:pt x="1" y="3943"/>
                    <a:pt x="24" y="4047"/>
                    <a:pt x="103" y="4078"/>
                  </a:cubicBezTo>
                  <a:lnTo>
                    <a:pt x="621" y="4286"/>
                  </a:lnTo>
                  <a:cubicBezTo>
                    <a:pt x="629" y="4270"/>
                    <a:pt x="636" y="4257"/>
                    <a:pt x="647" y="4244"/>
                  </a:cubicBezTo>
                  <a:lnTo>
                    <a:pt x="2923" y="1834"/>
                  </a:lnTo>
                  <a:cubicBezTo>
                    <a:pt x="2982" y="1776"/>
                    <a:pt x="3002" y="1688"/>
                    <a:pt x="2982" y="1610"/>
                  </a:cubicBezTo>
                  <a:lnTo>
                    <a:pt x="2883" y="1254"/>
                  </a:lnTo>
                  <a:cubicBezTo>
                    <a:pt x="2861" y="1174"/>
                    <a:pt x="2883" y="1086"/>
                    <a:pt x="2940" y="1027"/>
                  </a:cubicBezTo>
                  <a:lnTo>
                    <a:pt x="3318" y="628"/>
                  </a:lnTo>
                  <a:lnTo>
                    <a:pt x="3106" y="64"/>
                  </a:lnTo>
                  <a:cubicBezTo>
                    <a:pt x="3093" y="23"/>
                    <a:pt x="3056" y="1"/>
                    <a:pt x="3018"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49"/>
            <p:cNvSpPr/>
            <p:nvPr/>
          </p:nvSpPr>
          <p:spPr>
            <a:xfrm>
              <a:off x="8251762" y="1528016"/>
              <a:ext cx="37728" cy="38499"/>
            </a:xfrm>
            <a:custGeom>
              <a:avLst/>
              <a:gdLst/>
              <a:ahLst/>
              <a:cxnLst/>
              <a:rect l="l" t="t" r="r" b="b"/>
              <a:pathLst>
                <a:path w="1321" h="1348" extrusionOk="0">
                  <a:moveTo>
                    <a:pt x="1126" y="1"/>
                  </a:moveTo>
                  <a:cubicBezTo>
                    <a:pt x="1078" y="1"/>
                    <a:pt x="1030" y="20"/>
                    <a:pt x="995" y="56"/>
                  </a:cubicBezTo>
                  <a:lnTo>
                    <a:pt x="66" y="1051"/>
                  </a:lnTo>
                  <a:cubicBezTo>
                    <a:pt x="0" y="1122"/>
                    <a:pt x="6" y="1234"/>
                    <a:pt x="75" y="1301"/>
                  </a:cubicBezTo>
                  <a:cubicBezTo>
                    <a:pt x="109" y="1332"/>
                    <a:pt x="152" y="1348"/>
                    <a:pt x="194" y="1348"/>
                  </a:cubicBezTo>
                  <a:cubicBezTo>
                    <a:pt x="242" y="1348"/>
                    <a:pt x="290" y="1329"/>
                    <a:pt x="325" y="1292"/>
                  </a:cubicBezTo>
                  <a:lnTo>
                    <a:pt x="1253" y="297"/>
                  </a:lnTo>
                  <a:cubicBezTo>
                    <a:pt x="1320" y="226"/>
                    <a:pt x="1315" y="115"/>
                    <a:pt x="1244" y="47"/>
                  </a:cubicBezTo>
                  <a:cubicBezTo>
                    <a:pt x="1211" y="16"/>
                    <a:pt x="1168" y="1"/>
                    <a:pt x="1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49"/>
            <p:cNvSpPr/>
            <p:nvPr/>
          </p:nvSpPr>
          <p:spPr>
            <a:xfrm>
              <a:off x="8027623" y="1523218"/>
              <a:ext cx="233706" cy="273034"/>
            </a:xfrm>
            <a:custGeom>
              <a:avLst/>
              <a:gdLst/>
              <a:ahLst/>
              <a:cxnLst/>
              <a:rect l="l" t="t" r="r" b="b"/>
              <a:pathLst>
                <a:path w="8183" h="9560" extrusionOk="0">
                  <a:moveTo>
                    <a:pt x="4739" y="0"/>
                  </a:moveTo>
                  <a:cubicBezTo>
                    <a:pt x="4704" y="0"/>
                    <a:pt x="4669" y="1"/>
                    <a:pt x="4634" y="2"/>
                  </a:cubicBezTo>
                  <a:cubicBezTo>
                    <a:pt x="3410" y="23"/>
                    <a:pt x="2196" y="515"/>
                    <a:pt x="1278" y="1466"/>
                  </a:cubicBezTo>
                  <a:cubicBezTo>
                    <a:pt x="572" y="2203"/>
                    <a:pt x="144" y="3107"/>
                    <a:pt x="0" y="4045"/>
                  </a:cubicBezTo>
                  <a:lnTo>
                    <a:pt x="24" y="4045"/>
                  </a:lnTo>
                  <a:lnTo>
                    <a:pt x="104" y="4122"/>
                  </a:lnTo>
                  <a:cubicBezTo>
                    <a:pt x="163" y="4180"/>
                    <a:pt x="238" y="4208"/>
                    <a:pt x="320" y="4208"/>
                  </a:cubicBezTo>
                  <a:lnTo>
                    <a:pt x="1085" y="4191"/>
                  </a:lnTo>
                  <a:cubicBezTo>
                    <a:pt x="1087" y="4191"/>
                    <a:pt x="1089" y="4191"/>
                    <a:pt x="1091" y="4191"/>
                  </a:cubicBezTo>
                  <a:cubicBezTo>
                    <a:pt x="1158" y="4191"/>
                    <a:pt x="1219" y="4218"/>
                    <a:pt x="1267" y="4263"/>
                  </a:cubicBezTo>
                  <a:cubicBezTo>
                    <a:pt x="1318" y="4310"/>
                    <a:pt x="1346" y="4374"/>
                    <a:pt x="1346" y="4441"/>
                  </a:cubicBezTo>
                  <a:lnTo>
                    <a:pt x="1349" y="4668"/>
                  </a:lnTo>
                  <a:cubicBezTo>
                    <a:pt x="1351" y="4832"/>
                    <a:pt x="1490" y="4965"/>
                    <a:pt x="1653" y="4965"/>
                  </a:cubicBezTo>
                  <a:cubicBezTo>
                    <a:pt x="1655" y="4965"/>
                    <a:pt x="1657" y="4965"/>
                    <a:pt x="1660" y="4965"/>
                  </a:cubicBezTo>
                  <a:lnTo>
                    <a:pt x="2195" y="4953"/>
                  </a:lnTo>
                  <a:lnTo>
                    <a:pt x="2198" y="4953"/>
                  </a:lnTo>
                  <a:cubicBezTo>
                    <a:pt x="2337" y="4953"/>
                    <a:pt x="2452" y="5066"/>
                    <a:pt x="2454" y="5205"/>
                  </a:cubicBezTo>
                  <a:cubicBezTo>
                    <a:pt x="2456" y="5369"/>
                    <a:pt x="2593" y="5500"/>
                    <a:pt x="2757" y="5500"/>
                  </a:cubicBezTo>
                  <a:lnTo>
                    <a:pt x="2764" y="5500"/>
                  </a:lnTo>
                  <a:lnTo>
                    <a:pt x="3458" y="5487"/>
                  </a:lnTo>
                  <a:lnTo>
                    <a:pt x="3463" y="5487"/>
                  </a:lnTo>
                  <a:cubicBezTo>
                    <a:pt x="3602" y="5487"/>
                    <a:pt x="3715" y="5599"/>
                    <a:pt x="3719" y="5738"/>
                  </a:cubicBezTo>
                  <a:lnTo>
                    <a:pt x="3732" y="6471"/>
                  </a:lnTo>
                  <a:cubicBezTo>
                    <a:pt x="3734" y="6548"/>
                    <a:pt x="3701" y="6621"/>
                    <a:pt x="3640" y="6672"/>
                  </a:cubicBezTo>
                  <a:lnTo>
                    <a:pt x="2611" y="7536"/>
                  </a:lnTo>
                  <a:cubicBezTo>
                    <a:pt x="2541" y="7596"/>
                    <a:pt x="2501" y="7682"/>
                    <a:pt x="2505" y="7773"/>
                  </a:cubicBezTo>
                  <a:lnTo>
                    <a:pt x="2510" y="8133"/>
                  </a:lnTo>
                  <a:cubicBezTo>
                    <a:pt x="2514" y="8202"/>
                    <a:pt x="2483" y="8272"/>
                    <a:pt x="2434" y="8321"/>
                  </a:cubicBezTo>
                  <a:lnTo>
                    <a:pt x="2187" y="8562"/>
                  </a:lnTo>
                  <a:cubicBezTo>
                    <a:pt x="2087" y="8659"/>
                    <a:pt x="2052" y="8691"/>
                    <a:pt x="2039" y="8704"/>
                  </a:cubicBezTo>
                  <a:lnTo>
                    <a:pt x="1997" y="8704"/>
                  </a:lnTo>
                  <a:cubicBezTo>
                    <a:pt x="2817" y="9275"/>
                    <a:pt x="3773" y="9559"/>
                    <a:pt x="4728" y="9559"/>
                  </a:cubicBezTo>
                  <a:cubicBezTo>
                    <a:pt x="5863" y="9559"/>
                    <a:pt x="6996" y="9157"/>
                    <a:pt x="7896" y="8357"/>
                  </a:cubicBezTo>
                  <a:lnTo>
                    <a:pt x="7863" y="8357"/>
                  </a:lnTo>
                  <a:lnTo>
                    <a:pt x="7863" y="8366"/>
                  </a:lnTo>
                  <a:cubicBezTo>
                    <a:pt x="7808" y="8319"/>
                    <a:pt x="7759" y="8273"/>
                    <a:pt x="7713" y="8228"/>
                  </a:cubicBezTo>
                  <a:cubicBezTo>
                    <a:pt x="7403" y="7910"/>
                    <a:pt x="7193" y="7496"/>
                    <a:pt x="7120" y="7058"/>
                  </a:cubicBezTo>
                  <a:cubicBezTo>
                    <a:pt x="7107" y="6979"/>
                    <a:pt x="7100" y="6902"/>
                    <a:pt x="7091" y="6824"/>
                  </a:cubicBezTo>
                  <a:cubicBezTo>
                    <a:pt x="7078" y="6692"/>
                    <a:pt x="7062" y="6555"/>
                    <a:pt x="7025" y="6422"/>
                  </a:cubicBezTo>
                  <a:cubicBezTo>
                    <a:pt x="6974" y="6243"/>
                    <a:pt x="6888" y="6074"/>
                    <a:pt x="6801" y="5909"/>
                  </a:cubicBezTo>
                  <a:cubicBezTo>
                    <a:pt x="6691" y="5699"/>
                    <a:pt x="6578" y="5482"/>
                    <a:pt x="6552" y="5248"/>
                  </a:cubicBezTo>
                  <a:cubicBezTo>
                    <a:pt x="6514" y="4912"/>
                    <a:pt x="6669" y="4566"/>
                    <a:pt x="6943" y="4368"/>
                  </a:cubicBezTo>
                  <a:cubicBezTo>
                    <a:pt x="7105" y="4253"/>
                    <a:pt x="7299" y="4189"/>
                    <a:pt x="7489" y="4129"/>
                  </a:cubicBezTo>
                  <a:cubicBezTo>
                    <a:pt x="7666" y="4073"/>
                    <a:pt x="7848" y="4012"/>
                    <a:pt x="8009" y="3908"/>
                  </a:cubicBezTo>
                  <a:cubicBezTo>
                    <a:pt x="8049" y="3883"/>
                    <a:pt x="8093" y="3848"/>
                    <a:pt x="8111" y="3799"/>
                  </a:cubicBezTo>
                  <a:cubicBezTo>
                    <a:pt x="8139" y="3729"/>
                    <a:pt x="8111" y="3662"/>
                    <a:pt x="8082" y="3596"/>
                  </a:cubicBezTo>
                  <a:cubicBezTo>
                    <a:pt x="8069" y="3569"/>
                    <a:pt x="8058" y="3541"/>
                    <a:pt x="8051" y="3514"/>
                  </a:cubicBezTo>
                  <a:cubicBezTo>
                    <a:pt x="8027" y="3415"/>
                    <a:pt x="8058" y="3315"/>
                    <a:pt x="8095" y="3209"/>
                  </a:cubicBezTo>
                  <a:cubicBezTo>
                    <a:pt x="8113" y="3154"/>
                    <a:pt x="8131" y="3100"/>
                    <a:pt x="8142" y="3043"/>
                  </a:cubicBezTo>
                  <a:cubicBezTo>
                    <a:pt x="8183" y="2835"/>
                    <a:pt x="8095" y="2607"/>
                    <a:pt x="7927" y="2479"/>
                  </a:cubicBezTo>
                  <a:cubicBezTo>
                    <a:pt x="7827" y="2402"/>
                    <a:pt x="7699" y="2360"/>
                    <a:pt x="7571" y="2360"/>
                  </a:cubicBezTo>
                  <a:cubicBezTo>
                    <a:pt x="7485" y="2360"/>
                    <a:pt x="7401" y="2378"/>
                    <a:pt x="7326" y="2413"/>
                  </a:cubicBezTo>
                  <a:cubicBezTo>
                    <a:pt x="7301" y="2424"/>
                    <a:pt x="7275" y="2439"/>
                    <a:pt x="7252" y="2452"/>
                  </a:cubicBezTo>
                  <a:cubicBezTo>
                    <a:pt x="7211" y="2473"/>
                    <a:pt x="7178" y="2494"/>
                    <a:pt x="7138" y="2506"/>
                  </a:cubicBezTo>
                  <a:cubicBezTo>
                    <a:pt x="7098" y="2520"/>
                    <a:pt x="7058" y="2527"/>
                    <a:pt x="7018" y="2527"/>
                  </a:cubicBezTo>
                  <a:cubicBezTo>
                    <a:pt x="6883" y="2527"/>
                    <a:pt x="6748" y="2455"/>
                    <a:pt x="6607" y="2378"/>
                  </a:cubicBezTo>
                  <a:cubicBezTo>
                    <a:pt x="6525" y="2337"/>
                    <a:pt x="6441" y="2293"/>
                    <a:pt x="6357" y="2260"/>
                  </a:cubicBezTo>
                  <a:cubicBezTo>
                    <a:pt x="6204" y="2205"/>
                    <a:pt x="6037" y="2200"/>
                    <a:pt x="5877" y="2192"/>
                  </a:cubicBezTo>
                  <a:cubicBezTo>
                    <a:pt x="5758" y="2187"/>
                    <a:pt x="5638" y="2183"/>
                    <a:pt x="5521" y="2158"/>
                  </a:cubicBezTo>
                  <a:cubicBezTo>
                    <a:pt x="5349" y="2121"/>
                    <a:pt x="5183" y="2004"/>
                    <a:pt x="5106" y="1871"/>
                  </a:cubicBezTo>
                  <a:cubicBezTo>
                    <a:pt x="5057" y="1783"/>
                    <a:pt x="5046" y="1694"/>
                    <a:pt x="5075" y="1610"/>
                  </a:cubicBezTo>
                  <a:cubicBezTo>
                    <a:pt x="5097" y="1553"/>
                    <a:pt x="5130" y="1506"/>
                    <a:pt x="5170" y="1453"/>
                  </a:cubicBezTo>
                  <a:cubicBezTo>
                    <a:pt x="5203" y="1407"/>
                    <a:pt x="5238" y="1362"/>
                    <a:pt x="5262" y="1309"/>
                  </a:cubicBezTo>
                  <a:cubicBezTo>
                    <a:pt x="5311" y="1192"/>
                    <a:pt x="5302" y="1064"/>
                    <a:pt x="5293" y="942"/>
                  </a:cubicBezTo>
                  <a:cubicBezTo>
                    <a:pt x="5285" y="860"/>
                    <a:pt x="5280" y="777"/>
                    <a:pt x="5291" y="697"/>
                  </a:cubicBezTo>
                  <a:cubicBezTo>
                    <a:pt x="5309" y="569"/>
                    <a:pt x="5373" y="451"/>
                    <a:pt x="5435" y="337"/>
                  </a:cubicBezTo>
                  <a:cubicBezTo>
                    <a:pt x="5477" y="259"/>
                    <a:pt x="5521" y="177"/>
                    <a:pt x="5550" y="95"/>
                  </a:cubicBezTo>
                  <a:lnTo>
                    <a:pt x="5576" y="76"/>
                  </a:lnTo>
                  <a:cubicBezTo>
                    <a:pt x="5298" y="26"/>
                    <a:pt x="5018" y="0"/>
                    <a:pt x="47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49"/>
            <p:cNvSpPr/>
            <p:nvPr/>
          </p:nvSpPr>
          <p:spPr>
            <a:xfrm>
              <a:off x="8027823" y="1523332"/>
              <a:ext cx="156709" cy="139944"/>
            </a:xfrm>
            <a:custGeom>
              <a:avLst/>
              <a:gdLst/>
              <a:ahLst/>
              <a:cxnLst/>
              <a:rect l="l" t="t" r="r" b="b"/>
              <a:pathLst>
                <a:path w="5487" h="4900" extrusionOk="0">
                  <a:moveTo>
                    <a:pt x="4725" y="0"/>
                  </a:moveTo>
                  <a:cubicBezTo>
                    <a:pt x="4695" y="0"/>
                    <a:pt x="4664" y="1"/>
                    <a:pt x="4634" y="1"/>
                  </a:cubicBezTo>
                  <a:cubicBezTo>
                    <a:pt x="3411" y="25"/>
                    <a:pt x="2197" y="514"/>
                    <a:pt x="1278" y="1467"/>
                  </a:cubicBezTo>
                  <a:cubicBezTo>
                    <a:pt x="572" y="2203"/>
                    <a:pt x="145" y="3108"/>
                    <a:pt x="1" y="4045"/>
                  </a:cubicBezTo>
                  <a:lnTo>
                    <a:pt x="21" y="4045"/>
                  </a:lnTo>
                  <a:lnTo>
                    <a:pt x="101" y="4123"/>
                  </a:lnTo>
                  <a:cubicBezTo>
                    <a:pt x="161" y="4180"/>
                    <a:pt x="236" y="4207"/>
                    <a:pt x="318" y="4207"/>
                  </a:cubicBezTo>
                  <a:lnTo>
                    <a:pt x="1083" y="4191"/>
                  </a:lnTo>
                  <a:cubicBezTo>
                    <a:pt x="1085" y="4191"/>
                    <a:pt x="1087" y="4191"/>
                    <a:pt x="1089" y="4191"/>
                  </a:cubicBezTo>
                  <a:cubicBezTo>
                    <a:pt x="1155" y="4191"/>
                    <a:pt x="1216" y="4218"/>
                    <a:pt x="1266" y="4262"/>
                  </a:cubicBezTo>
                  <a:cubicBezTo>
                    <a:pt x="1315" y="4310"/>
                    <a:pt x="1342" y="4374"/>
                    <a:pt x="1342" y="4443"/>
                  </a:cubicBezTo>
                  <a:lnTo>
                    <a:pt x="1348" y="4667"/>
                  </a:lnTo>
                  <a:cubicBezTo>
                    <a:pt x="1350" y="4762"/>
                    <a:pt x="1393" y="4845"/>
                    <a:pt x="1461" y="4899"/>
                  </a:cubicBezTo>
                  <a:cubicBezTo>
                    <a:pt x="1432" y="3667"/>
                    <a:pt x="1874" y="2426"/>
                    <a:pt x="2796" y="1467"/>
                  </a:cubicBezTo>
                  <a:cubicBezTo>
                    <a:pt x="3544" y="689"/>
                    <a:pt x="4497" y="218"/>
                    <a:pt x="5486" y="61"/>
                  </a:cubicBezTo>
                  <a:cubicBezTo>
                    <a:pt x="5234" y="21"/>
                    <a:pt x="4980" y="0"/>
                    <a:pt x="4725"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49"/>
            <p:cNvSpPr/>
            <p:nvPr/>
          </p:nvSpPr>
          <p:spPr>
            <a:xfrm>
              <a:off x="8084715" y="1745043"/>
              <a:ext cx="99617" cy="51437"/>
            </a:xfrm>
            <a:custGeom>
              <a:avLst/>
              <a:gdLst/>
              <a:ahLst/>
              <a:cxnLst/>
              <a:rect l="l" t="t" r="r" b="b"/>
              <a:pathLst>
                <a:path w="3488" h="1801" extrusionOk="0">
                  <a:moveTo>
                    <a:pt x="508" y="1"/>
                  </a:moveTo>
                  <a:lnTo>
                    <a:pt x="508" y="15"/>
                  </a:lnTo>
                  <a:lnTo>
                    <a:pt x="515" y="375"/>
                  </a:lnTo>
                  <a:cubicBezTo>
                    <a:pt x="517" y="444"/>
                    <a:pt x="488" y="514"/>
                    <a:pt x="437" y="563"/>
                  </a:cubicBezTo>
                  <a:lnTo>
                    <a:pt x="190" y="804"/>
                  </a:lnTo>
                  <a:cubicBezTo>
                    <a:pt x="90" y="901"/>
                    <a:pt x="55" y="934"/>
                    <a:pt x="42" y="946"/>
                  </a:cubicBezTo>
                  <a:lnTo>
                    <a:pt x="0" y="946"/>
                  </a:lnTo>
                  <a:cubicBezTo>
                    <a:pt x="819" y="1516"/>
                    <a:pt x="1774" y="1801"/>
                    <a:pt x="2729" y="1801"/>
                  </a:cubicBezTo>
                  <a:cubicBezTo>
                    <a:pt x="2982" y="1801"/>
                    <a:pt x="3236" y="1781"/>
                    <a:pt x="3487" y="1740"/>
                  </a:cubicBezTo>
                  <a:cubicBezTo>
                    <a:pt x="2556" y="1593"/>
                    <a:pt x="1662" y="1169"/>
                    <a:pt x="931" y="464"/>
                  </a:cubicBezTo>
                  <a:cubicBezTo>
                    <a:pt x="780" y="320"/>
                    <a:pt x="637" y="165"/>
                    <a:pt x="508"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49"/>
            <p:cNvSpPr/>
            <p:nvPr/>
          </p:nvSpPr>
          <p:spPr>
            <a:xfrm>
              <a:off x="8277580" y="1508795"/>
              <a:ext cx="29731" cy="29760"/>
            </a:xfrm>
            <a:custGeom>
              <a:avLst/>
              <a:gdLst/>
              <a:ahLst/>
              <a:cxnLst/>
              <a:rect l="l" t="t" r="r" b="b"/>
              <a:pathLst>
                <a:path w="1041" h="1042" extrusionOk="0">
                  <a:moveTo>
                    <a:pt x="520" y="1"/>
                  </a:moveTo>
                  <a:cubicBezTo>
                    <a:pt x="234" y="1"/>
                    <a:pt x="0" y="235"/>
                    <a:pt x="0" y="521"/>
                  </a:cubicBezTo>
                  <a:cubicBezTo>
                    <a:pt x="0" y="810"/>
                    <a:pt x="234" y="1041"/>
                    <a:pt x="520" y="1041"/>
                  </a:cubicBezTo>
                  <a:cubicBezTo>
                    <a:pt x="807" y="1041"/>
                    <a:pt x="1041" y="810"/>
                    <a:pt x="1041" y="521"/>
                  </a:cubicBezTo>
                  <a:cubicBezTo>
                    <a:pt x="1041" y="235"/>
                    <a:pt x="807" y="1"/>
                    <a:pt x="5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49"/>
            <p:cNvSpPr/>
            <p:nvPr/>
          </p:nvSpPr>
          <p:spPr>
            <a:xfrm>
              <a:off x="8277580" y="1508852"/>
              <a:ext cx="22334" cy="29702"/>
            </a:xfrm>
            <a:custGeom>
              <a:avLst/>
              <a:gdLst/>
              <a:ahLst/>
              <a:cxnLst/>
              <a:rect l="l" t="t" r="r" b="b"/>
              <a:pathLst>
                <a:path w="782" h="1040" extrusionOk="0">
                  <a:moveTo>
                    <a:pt x="520" y="1"/>
                  </a:moveTo>
                  <a:cubicBezTo>
                    <a:pt x="234" y="1"/>
                    <a:pt x="0" y="233"/>
                    <a:pt x="0" y="519"/>
                  </a:cubicBezTo>
                  <a:cubicBezTo>
                    <a:pt x="0" y="808"/>
                    <a:pt x="234" y="1039"/>
                    <a:pt x="520" y="1039"/>
                  </a:cubicBezTo>
                  <a:cubicBezTo>
                    <a:pt x="617" y="1039"/>
                    <a:pt x="703" y="1016"/>
                    <a:pt x="782" y="970"/>
                  </a:cubicBezTo>
                  <a:cubicBezTo>
                    <a:pt x="626" y="881"/>
                    <a:pt x="520" y="715"/>
                    <a:pt x="520" y="521"/>
                  </a:cubicBezTo>
                  <a:cubicBezTo>
                    <a:pt x="520" y="329"/>
                    <a:pt x="626" y="160"/>
                    <a:pt x="782" y="70"/>
                  </a:cubicBezTo>
                  <a:cubicBezTo>
                    <a:pt x="703" y="28"/>
                    <a:pt x="617" y="1"/>
                    <a:pt x="520"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49"/>
            <p:cNvSpPr/>
            <p:nvPr/>
          </p:nvSpPr>
          <p:spPr>
            <a:xfrm>
              <a:off x="8133666" y="1480806"/>
              <a:ext cx="125950" cy="10082"/>
            </a:xfrm>
            <a:custGeom>
              <a:avLst/>
              <a:gdLst/>
              <a:ahLst/>
              <a:cxnLst/>
              <a:rect l="l" t="t" r="r" b="b"/>
              <a:pathLst>
                <a:path w="4410" h="353" extrusionOk="0">
                  <a:moveTo>
                    <a:pt x="176" y="1"/>
                  </a:moveTo>
                  <a:cubicBezTo>
                    <a:pt x="81" y="1"/>
                    <a:pt x="0" y="79"/>
                    <a:pt x="0" y="176"/>
                  </a:cubicBezTo>
                  <a:cubicBezTo>
                    <a:pt x="0" y="273"/>
                    <a:pt x="79" y="353"/>
                    <a:pt x="176" y="353"/>
                  </a:cubicBezTo>
                  <a:lnTo>
                    <a:pt x="4234" y="353"/>
                  </a:lnTo>
                  <a:cubicBezTo>
                    <a:pt x="4329" y="353"/>
                    <a:pt x="4409" y="274"/>
                    <a:pt x="4409" y="176"/>
                  </a:cubicBezTo>
                  <a:cubicBezTo>
                    <a:pt x="4409" y="81"/>
                    <a:pt x="4333" y="1"/>
                    <a:pt x="42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49"/>
            <p:cNvSpPr/>
            <p:nvPr/>
          </p:nvSpPr>
          <p:spPr>
            <a:xfrm>
              <a:off x="8023139" y="1637686"/>
              <a:ext cx="111870" cy="135289"/>
            </a:xfrm>
            <a:custGeom>
              <a:avLst/>
              <a:gdLst/>
              <a:ahLst/>
              <a:cxnLst/>
              <a:rect l="l" t="t" r="r" b="b"/>
              <a:pathLst>
                <a:path w="3917" h="4737" extrusionOk="0">
                  <a:moveTo>
                    <a:pt x="170" y="1"/>
                  </a:moveTo>
                  <a:lnTo>
                    <a:pt x="170" y="1"/>
                  </a:lnTo>
                  <a:cubicBezTo>
                    <a:pt x="0" y="1018"/>
                    <a:pt x="163" y="2080"/>
                    <a:pt x="654" y="3011"/>
                  </a:cubicBezTo>
                  <a:lnTo>
                    <a:pt x="665" y="3017"/>
                  </a:lnTo>
                  <a:cubicBezTo>
                    <a:pt x="738" y="3068"/>
                    <a:pt x="783" y="3152"/>
                    <a:pt x="785" y="3243"/>
                  </a:cubicBezTo>
                  <a:lnTo>
                    <a:pt x="785" y="3245"/>
                  </a:lnTo>
                  <a:cubicBezTo>
                    <a:pt x="995" y="3592"/>
                    <a:pt x="1258" y="3926"/>
                    <a:pt x="1570" y="4223"/>
                  </a:cubicBezTo>
                  <a:cubicBezTo>
                    <a:pt x="1769" y="4417"/>
                    <a:pt x="1981" y="4587"/>
                    <a:pt x="2202" y="4736"/>
                  </a:cubicBezTo>
                  <a:cubicBezTo>
                    <a:pt x="2209" y="4725"/>
                    <a:pt x="2216" y="4720"/>
                    <a:pt x="2224" y="4713"/>
                  </a:cubicBezTo>
                  <a:lnTo>
                    <a:pt x="2609" y="4338"/>
                  </a:lnTo>
                  <a:cubicBezTo>
                    <a:pt x="2664" y="4284"/>
                    <a:pt x="2695" y="4211"/>
                    <a:pt x="2693" y="4132"/>
                  </a:cubicBezTo>
                  <a:lnTo>
                    <a:pt x="2686" y="3774"/>
                  </a:lnTo>
                  <a:cubicBezTo>
                    <a:pt x="2684" y="3690"/>
                    <a:pt x="2720" y="3610"/>
                    <a:pt x="2786" y="3555"/>
                  </a:cubicBezTo>
                  <a:lnTo>
                    <a:pt x="3816" y="2692"/>
                  </a:lnTo>
                  <a:cubicBezTo>
                    <a:pt x="3880" y="2637"/>
                    <a:pt x="3916" y="2557"/>
                    <a:pt x="3916" y="2473"/>
                  </a:cubicBezTo>
                  <a:lnTo>
                    <a:pt x="3903" y="1739"/>
                  </a:lnTo>
                  <a:cubicBezTo>
                    <a:pt x="3900" y="1586"/>
                    <a:pt x="3776" y="1465"/>
                    <a:pt x="3623" y="1465"/>
                  </a:cubicBezTo>
                  <a:cubicBezTo>
                    <a:pt x="3621" y="1465"/>
                    <a:pt x="3619" y="1465"/>
                    <a:pt x="3617" y="1465"/>
                  </a:cubicBezTo>
                  <a:lnTo>
                    <a:pt x="2923" y="1479"/>
                  </a:lnTo>
                  <a:cubicBezTo>
                    <a:pt x="2922" y="1479"/>
                    <a:pt x="2921" y="1480"/>
                    <a:pt x="2920" y="1480"/>
                  </a:cubicBezTo>
                  <a:cubicBezTo>
                    <a:pt x="2766" y="1480"/>
                    <a:pt x="2640" y="1358"/>
                    <a:pt x="2638" y="1206"/>
                  </a:cubicBezTo>
                  <a:cubicBezTo>
                    <a:pt x="2636" y="1054"/>
                    <a:pt x="2514" y="932"/>
                    <a:pt x="2363" y="932"/>
                  </a:cubicBezTo>
                  <a:cubicBezTo>
                    <a:pt x="2360" y="932"/>
                    <a:pt x="2357" y="932"/>
                    <a:pt x="2353" y="932"/>
                  </a:cubicBezTo>
                  <a:lnTo>
                    <a:pt x="1819" y="943"/>
                  </a:lnTo>
                  <a:cubicBezTo>
                    <a:pt x="1817" y="943"/>
                    <a:pt x="1816" y="943"/>
                    <a:pt x="1815" y="943"/>
                  </a:cubicBezTo>
                  <a:cubicBezTo>
                    <a:pt x="1661" y="943"/>
                    <a:pt x="1536" y="821"/>
                    <a:pt x="1534" y="669"/>
                  </a:cubicBezTo>
                  <a:lnTo>
                    <a:pt x="1530" y="443"/>
                  </a:lnTo>
                  <a:cubicBezTo>
                    <a:pt x="1526" y="290"/>
                    <a:pt x="1402" y="169"/>
                    <a:pt x="1250" y="169"/>
                  </a:cubicBezTo>
                  <a:cubicBezTo>
                    <a:pt x="1248" y="169"/>
                    <a:pt x="1246" y="169"/>
                    <a:pt x="1243" y="169"/>
                  </a:cubicBezTo>
                  <a:lnTo>
                    <a:pt x="480" y="185"/>
                  </a:lnTo>
                  <a:cubicBezTo>
                    <a:pt x="478" y="185"/>
                    <a:pt x="476" y="185"/>
                    <a:pt x="474" y="185"/>
                  </a:cubicBezTo>
                  <a:cubicBezTo>
                    <a:pt x="400" y="185"/>
                    <a:pt x="333" y="156"/>
                    <a:pt x="281" y="108"/>
                  </a:cubicBezTo>
                  <a:lnTo>
                    <a:pt x="170" y="1"/>
                  </a:lnTo>
                  <a:close/>
                </a:path>
              </a:pathLst>
            </a:custGeom>
            <a:solidFill>
              <a:srgbClr val="43CB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49"/>
            <p:cNvSpPr/>
            <p:nvPr/>
          </p:nvSpPr>
          <p:spPr>
            <a:xfrm>
              <a:off x="8020826" y="1637743"/>
              <a:ext cx="114183" cy="135489"/>
            </a:xfrm>
            <a:custGeom>
              <a:avLst/>
              <a:gdLst/>
              <a:ahLst/>
              <a:cxnLst/>
              <a:rect l="l" t="t" r="r" b="b"/>
              <a:pathLst>
                <a:path w="3998" h="4744" extrusionOk="0">
                  <a:moveTo>
                    <a:pt x="251" y="1"/>
                  </a:moveTo>
                  <a:cubicBezTo>
                    <a:pt x="1" y="1503"/>
                    <a:pt x="474" y="3097"/>
                    <a:pt x="1653" y="4232"/>
                  </a:cubicBezTo>
                  <a:cubicBezTo>
                    <a:pt x="1666" y="4254"/>
                    <a:pt x="1969" y="4528"/>
                    <a:pt x="2287" y="4743"/>
                  </a:cubicBezTo>
                  <a:cubicBezTo>
                    <a:pt x="2299" y="4716"/>
                    <a:pt x="2279" y="4736"/>
                    <a:pt x="2690" y="4338"/>
                  </a:cubicBezTo>
                  <a:cubicBezTo>
                    <a:pt x="2745" y="4283"/>
                    <a:pt x="2776" y="4210"/>
                    <a:pt x="2774" y="4134"/>
                  </a:cubicBezTo>
                  <a:lnTo>
                    <a:pt x="2767" y="3776"/>
                  </a:lnTo>
                  <a:cubicBezTo>
                    <a:pt x="2765" y="3690"/>
                    <a:pt x="2801" y="3612"/>
                    <a:pt x="2867" y="3557"/>
                  </a:cubicBezTo>
                  <a:lnTo>
                    <a:pt x="3897" y="2692"/>
                  </a:lnTo>
                  <a:cubicBezTo>
                    <a:pt x="3961" y="2637"/>
                    <a:pt x="3997" y="2556"/>
                    <a:pt x="3997" y="2472"/>
                  </a:cubicBezTo>
                  <a:lnTo>
                    <a:pt x="3984" y="1740"/>
                  </a:lnTo>
                  <a:cubicBezTo>
                    <a:pt x="3981" y="1589"/>
                    <a:pt x="3858" y="1466"/>
                    <a:pt x="3708" y="1466"/>
                  </a:cubicBezTo>
                  <a:cubicBezTo>
                    <a:pt x="3704" y="1466"/>
                    <a:pt x="3701" y="1466"/>
                    <a:pt x="3698" y="1467"/>
                  </a:cubicBezTo>
                  <a:lnTo>
                    <a:pt x="3004" y="1479"/>
                  </a:lnTo>
                  <a:cubicBezTo>
                    <a:pt x="3003" y="1479"/>
                    <a:pt x="3002" y="1479"/>
                    <a:pt x="3001" y="1479"/>
                  </a:cubicBezTo>
                  <a:cubicBezTo>
                    <a:pt x="2847" y="1479"/>
                    <a:pt x="2721" y="1358"/>
                    <a:pt x="2719" y="1205"/>
                  </a:cubicBezTo>
                  <a:cubicBezTo>
                    <a:pt x="2717" y="1053"/>
                    <a:pt x="2593" y="932"/>
                    <a:pt x="2441" y="932"/>
                  </a:cubicBezTo>
                  <a:cubicBezTo>
                    <a:pt x="2439" y="932"/>
                    <a:pt x="2437" y="932"/>
                    <a:pt x="2434" y="932"/>
                  </a:cubicBezTo>
                  <a:lnTo>
                    <a:pt x="1900" y="943"/>
                  </a:lnTo>
                  <a:cubicBezTo>
                    <a:pt x="1897" y="943"/>
                    <a:pt x="1895" y="943"/>
                    <a:pt x="1893" y="943"/>
                  </a:cubicBezTo>
                  <a:cubicBezTo>
                    <a:pt x="1741" y="943"/>
                    <a:pt x="1617" y="820"/>
                    <a:pt x="1615" y="669"/>
                  </a:cubicBezTo>
                  <a:lnTo>
                    <a:pt x="1611" y="444"/>
                  </a:lnTo>
                  <a:cubicBezTo>
                    <a:pt x="1607" y="292"/>
                    <a:pt x="1485" y="170"/>
                    <a:pt x="1334" y="170"/>
                  </a:cubicBezTo>
                  <a:cubicBezTo>
                    <a:pt x="1331" y="170"/>
                    <a:pt x="1328" y="170"/>
                    <a:pt x="1324" y="170"/>
                  </a:cubicBezTo>
                  <a:lnTo>
                    <a:pt x="561" y="185"/>
                  </a:lnTo>
                  <a:cubicBezTo>
                    <a:pt x="557" y="185"/>
                    <a:pt x="553" y="185"/>
                    <a:pt x="549" y="185"/>
                  </a:cubicBezTo>
                  <a:cubicBezTo>
                    <a:pt x="477" y="185"/>
                    <a:pt x="412" y="155"/>
                    <a:pt x="362" y="108"/>
                  </a:cubicBezTo>
                  <a:lnTo>
                    <a:pt x="25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49"/>
            <p:cNvSpPr/>
            <p:nvPr/>
          </p:nvSpPr>
          <p:spPr>
            <a:xfrm>
              <a:off x="8020797" y="1637686"/>
              <a:ext cx="79311" cy="135432"/>
            </a:xfrm>
            <a:custGeom>
              <a:avLst/>
              <a:gdLst/>
              <a:ahLst/>
              <a:cxnLst/>
              <a:rect l="l" t="t" r="r" b="b"/>
              <a:pathLst>
                <a:path w="2777" h="4742" extrusionOk="0">
                  <a:moveTo>
                    <a:pt x="248" y="1"/>
                  </a:moveTo>
                  <a:lnTo>
                    <a:pt x="248" y="1"/>
                  </a:lnTo>
                  <a:cubicBezTo>
                    <a:pt x="0" y="1509"/>
                    <a:pt x="477" y="3104"/>
                    <a:pt x="1652" y="4231"/>
                  </a:cubicBezTo>
                  <a:cubicBezTo>
                    <a:pt x="1780" y="4358"/>
                    <a:pt x="2032" y="4572"/>
                    <a:pt x="2284" y="4742"/>
                  </a:cubicBezTo>
                  <a:cubicBezTo>
                    <a:pt x="2300" y="4718"/>
                    <a:pt x="2282" y="4738"/>
                    <a:pt x="2691" y="4340"/>
                  </a:cubicBezTo>
                  <a:cubicBezTo>
                    <a:pt x="2746" y="4285"/>
                    <a:pt x="2777" y="4212"/>
                    <a:pt x="2775" y="4136"/>
                  </a:cubicBezTo>
                  <a:lnTo>
                    <a:pt x="2768" y="3791"/>
                  </a:lnTo>
                  <a:cubicBezTo>
                    <a:pt x="2079" y="2942"/>
                    <a:pt x="1723" y="1909"/>
                    <a:pt x="1703" y="868"/>
                  </a:cubicBezTo>
                  <a:cubicBezTo>
                    <a:pt x="1650" y="817"/>
                    <a:pt x="1616" y="747"/>
                    <a:pt x="1614" y="669"/>
                  </a:cubicBezTo>
                  <a:lnTo>
                    <a:pt x="1608" y="443"/>
                  </a:lnTo>
                  <a:cubicBezTo>
                    <a:pt x="1607" y="290"/>
                    <a:pt x="1482" y="169"/>
                    <a:pt x="1330" y="169"/>
                  </a:cubicBezTo>
                  <a:cubicBezTo>
                    <a:pt x="1328" y="169"/>
                    <a:pt x="1326" y="169"/>
                    <a:pt x="1324" y="169"/>
                  </a:cubicBezTo>
                  <a:lnTo>
                    <a:pt x="559" y="185"/>
                  </a:lnTo>
                  <a:cubicBezTo>
                    <a:pt x="556" y="185"/>
                    <a:pt x="554" y="185"/>
                    <a:pt x="552" y="185"/>
                  </a:cubicBezTo>
                  <a:cubicBezTo>
                    <a:pt x="480" y="185"/>
                    <a:pt x="411" y="156"/>
                    <a:pt x="362" y="108"/>
                  </a:cubicBezTo>
                  <a:lnTo>
                    <a:pt x="248"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49"/>
            <p:cNvSpPr/>
            <p:nvPr/>
          </p:nvSpPr>
          <p:spPr>
            <a:xfrm>
              <a:off x="8169395" y="1525331"/>
              <a:ext cx="130005" cy="237876"/>
            </a:xfrm>
            <a:custGeom>
              <a:avLst/>
              <a:gdLst/>
              <a:ahLst/>
              <a:cxnLst/>
              <a:rect l="l" t="t" r="r" b="b"/>
              <a:pathLst>
                <a:path w="4552" h="8329" extrusionOk="0">
                  <a:moveTo>
                    <a:pt x="575" y="1"/>
                  </a:moveTo>
                  <a:cubicBezTo>
                    <a:pt x="508" y="212"/>
                    <a:pt x="340" y="402"/>
                    <a:pt x="309" y="629"/>
                  </a:cubicBezTo>
                  <a:cubicBezTo>
                    <a:pt x="279" y="829"/>
                    <a:pt x="360" y="1045"/>
                    <a:pt x="279" y="1233"/>
                  </a:cubicBezTo>
                  <a:cubicBezTo>
                    <a:pt x="230" y="1342"/>
                    <a:pt x="133" y="1425"/>
                    <a:pt x="93" y="1536"/>
                  </a:cubicBezTo>
                  <a:cubicBezTo>
                    <a:pt x="0" y="1801"/>
                    <a:pt x="281" y="2056"/>
                    <a:pt x="555" y="2116"/>
                  </a:cubicBezTo>
                  <a:cubicBezTo>
                    <a:pt x="829" y="2173"/>
                    <a:pt x="1121" y="2122"/>
                    <a:pt x="1386" y="2217"/>
                  </a:cubicBezTo>
                  <a:cubicBezTo>
                    <a:pt x="1612" y="2297"/>
                    <a:pt x="1832" y="2481"/>
                    <a:pt x="2057" y="2481"/>
                  </a:cubicBezTo>
                  <a:cubicBezTo>
                    <a:pt x="2099" y="2481"/>
                    <a:pt x="2141" y="2474"/>
                    <a:pt x="2183" y="2460"/>
                  </a:cubicBezTo>
                  <a:cubicBezTo>
                    <a:pt x="2251" y="2438"/>
                    <a:pt x="2309" y="2394"/>
                    <a:pt x="2373" y="2365"/>
                  </a:cubicBezTo>
                  <a:cubicBezTo>
                    <a:pt x="2447" y="2330"/>
                    <a:pt x="2527" y="2313"/>
                    <a:pt x="2608" y="2313"/>
                  </a:cubicBezTo>
                  <a:cubicBezTo>
                    <a:pt x="2731" y="2313"/>
                    <a:pt x="2853" y="2352"/>
                    <a:pt x="2950" y="2427"/>
                  </a:cubicBezTo>
                  <a:cubicBezTo>
                    <a:pt x="3113" y="2549"/>
                    <a:pt x="3195" y="2768"/>
                    <a:pt x="3158" y="2967"/>
                  </a:cubicBezTo>
                  <a:cubicBezTo>
                    <a:pt x="3129" y="3130"/>
                    <a:pt x="3027" y="3288"/>
                    <a:pt x="3069" y="3449"/>
                  </a:cubicBezTo>
                  <a:cubicBezTo>
                    <a:pt x="3093" y="3540"/>
                    <a:pt x="3164" y="3632"/>
                    <a:pt x="3129" y="3718"/>
                  </a:cubicBezTo>
                  <a:cubicBezTo>
                    <a:pt x="3113" y="3761"/>
                    <a:pt x="3074" y="3791"/>
                    <a:pt x="3036" y="3816"/>
                  </a:cubicBezTo>
                  <a:cubicBezTo>
                    <a:pt x="2709" y="4028"/>
                    <a:pt x="2284" y="4050"/>
                    <a:pt x="1970" y="4278"/>
                  </a:cubicBezTo>
                  <a:cubicBezTo>
                    <a:pt x="1691" y="4479"/>
                    <a:pt x="1532" y="4838"/>
                    <a:pt x="1570" y="5180"/>
                  </a:cubicBezTo>
                  <a:cubicBezTo>
                    <a:pt x="1618" y="5602"/>
                    <a:pt x="1930" y="5950"/>
                    <a:pt x="2043" y="6361"/>
                  </a:cubicBezTo>
                  <a:cubicBezTo>
                    <a:pt x="2099" y="6565"/>
                    <a:pt x="2105" y="6781"/>
                    <a:pt x="2138" y="6989"/>
                  </a:cubicBezTo>
                  <a:cubicBezTo>
                    <a:pt x="2211" y="7433"/>
                    <a:pt x="2424" y="7852"/>
                    <a:pt x="2737" y="8174"/>
                  </a:cubicBezTo>
                  <a:cubicBezTo>
                    <a:pt x="2790" y="8229"/>
                    <a:pt x="2846" y="8280"/>
                    <a:pt x="2903" y="8329"/>
                  </a:cubicBezTo>
                  <a:cubicBezTo>
                    <a:pt x="3010" y="8236"/>
                    <a:pt x="3115" y="8137"/>
                    <a:pt x="3215" y="8033"/>
                  </a:cubicBezTo>
                  <a:cubicBezTo>
                    <a:pt x="4104" y="7111"/>
                    <a:pt x="4546" y="5925"/>
                    <a:pt x="4551" y="4740"/>
                  </a:cubicBezTo>
                  <a:lnTo>
                    <a:pt x="4551" y="4623"/>
                  </a:lnTo>
                  <a:cubicBezTo>
                    <a:pt x="4546" y="4581"/>
                    <a:pt x="4544" y="4545"/>
                    <a:pt x="4544" y="4504"/>
                  </a:cubicBezTo>
                  <a:cubicBezTo>
                    <a:pt x="4493" y="3321"/>
                    <a:pt x="4004" y="2153"/>
                    <a:pt x="3082" y="1268"/>
                  </a:cubicBezTo>
                  <a:cubicBezTo>
                    <a:pt x="2364" y="577"/>
                    <a:pt x="1488" y="156"/>
                    <a:pt x="5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49"/>
            <p:cNvSpPr/>
            <p:nvPr/>
          </p:nvSpPr>
          <p:spPr>
            <a:xfrm>
              <a:off x="8212977" y="1638229"/>
              <a:ext cx="55806" cy="124950"/>
            </a:xfrm>
            <a:custGeom>
              <a:avLst/>
              <a:gdLst/>
              <a:ahLst/>
              <a:cxnLst/>
              <a:rect l="l" t="t" r="r" b="b"/>
              <a:pathLst>
                <a:path w="1954" h="4375" extrusionOk="0">
                  <a:moveTo>
                    <a:pt x="1222" y="0"/>
                  </a:moveTo>
                  <a:lnTo>
                    <a:pt x="1222" y="0"/>
                  </a:lnTo>
                  <a:cubicBezTo>
                    <a:pt x="957" y="100"/>
                    <a:pt x="668" y="157"/>
                    <a:pt x="438" y="323"/>
                  </a:cubicBezTo>
                  <a:cubicBezTo>
                    <a:pt x="161" y="524"/>
                    <a:pt x="0" y="884"/>
                    <a:pt x="40" y="1225"/>
                  </a:cubicBezTo>
                  <a:cubicBezTo>
                    <a:pt x="88" y="1647"/>
                    <a:pt x="400" y="1994"/>
                    <a:pt x="511" y="2404"/>
                  </a:cubicBezTo>
                  <a:cubicBezTo>
                    <a:pt x="570" y="2611"/>
                    <a:pt x="573" y="2824"/>
                    <a:pt x="608" y="3034"/>
                  </a:cubicBezTo>
                  <a:cubicBezTo>
                    <a:pt x="681" y="3478"/>
                    <a:pt x="893" y="3898"/>
                    <a:pt x="1205" y="4219"/>
                  </a:cubicBezTo>
                  <a:cubicBezTo>
                    <a:pt x="1258" y="4274"/>
                    <a:pt x="1315" y="4325"/>
                    <a:pt x="1373" y="4374"/>
                  </a:cubicBezTo>
                  <a:cubicBezTo>
                    <a:pt x="1479" y="4281"/>
                    <a:pt x="1585" y="4182"/>
                    <a:pt x="1685" y="4078"/>
                  </a:cubicBezTo>
                  <a:cubicBezTo>
                    <a:pt x="1778" y="3980"/>
                    <a:pt x="1870" y="3878"/>
                    <a:pt x="1954" y="3774"/>
                  </a:cubicBezTo>
                  <a:cubicBezTo>
                    <a:pt x="1685" y="3463"/>
                    <a:pt x="1503" y="3078"/>
                    <a:pt x="1437" y="2675"/>
                  </a:cubicBezTo>
                  <a:cubicBezTo>
                    <a:pt x="1402" y="2465"/>
                    <a:pt x="1397" y="2249"/>
                    <a:pt x="1340" y="2045"/>
                  </a:cubicBezTo>
                  <a:cubicBezTo>
                    <a:pt x="1229" y="1634"/>
                    <a:pt x="913" y="1289"/>
                    <a:pt x="867" y="865"/>
                  </a:cubicBezTo>
                  <a:cubicBezTo>
                    <a:pt x="831" y="540"/>
                    <a:pt x="971" y="204"/>
                    <a:pt x="1222"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49"/>
            <p:cNvSpPr/>
            <p:nvPr/>
          </p:nvSpPr>
          <p:spPr>
            <a:xfrm>
              <a:off x="8169338" y="1525274"/>
              <a:ext cx="114040" cy="107443"/>
            </a:xfrm>
            <a:custGeom>
              <a:avLst/>
              <a:gdLst/>
              <a:ahLst/>
              <a:cxnLst/>
              <a:rect l="l" t="t" r="r" b="b"/>
              <a:pathLst>
                <a:path w="3993" h="3762" extrusionOk="0">
                  <a:moveTo>
                    <a:pt x="575" y="1"/>
                  </a:moveTo>
                  <a:cubicBezTo>
                    <a:pt x="506" y="213"/>
                    <a:pt x="340" y="402"/>
                    <a:pt x="307" y="627"/>
                  </a:cubicBezTo>
                  <a:cubicBezTo>
                    <a:pt x="278" y="828"/>
                    <a:pt x="360" y="1045"/>
                    <a:pt x="278" y="1233"/>
                  </a:cubicBezTo>
                  <a:cubicBezTo>
                    <a:pt x="230" y="1343"/>
                    <a:pt x="132" y="1425"/>
                    <a:pt x="93" y="1536"/>
                  </a:cubicBezTo>
                  <a:cubicBezTo>
                    <a:pt x="0" y="1801"/>
                    <a:pt x="280" y="2056"/>
                    <a:pt x="553" y="2115"/>
                  </a:cubicBezTo>
                  <a:cubicBezTo>
                    <a:pt x="827" y="2173"/>
                    <a:pt x="1119" y="2122"/>
                    <a:pt x="1384" y="2215"/>
                  </a:cubicBezTo>
                  <a:cubicBezTo>
                    <a:pt x="1613" y="2297"/>
                    <a:pt x="1834" y="2481"/>
                    <a:pt x="2058" y="2481"/>
                  </a:cubicBezTo>
                  <a:cubicBezTo>
                    <a:pt x="2100" y="2481"/>
                    <a:pt x="2142" y="2474"/>
                    <a:pt x="2184" y="2460"/>
                  </a:cubicBezTo>
                  <a:cubicBezTo>
                    <a:pt x="2249" y="2438"/>
                    <a:pt x="2310" y="2394"/>
                    <a:pt x="2373" y="2363"/>
                  </a:cubicBezTo>
                  <a:cubicBezTo>
                    <a:pt x="2446" y="2329"/>
                    <a:pt x="2526" y="2313"/>
                    <a:pt x="2607" y="2313"/>
                  </a:cubicBezTo>
                  <a:cubicBezTo>
                    <a:pt x="2729" y="2313"/>
                    <a:pt x="2852" y="2351"/>
                    <a:pt x="2950" y="2425"/>
                  </a:cubicBezTo>
                  <a:cubicBezTo>
                    <a:pt x="3113" y="2549"/>
                    <a:pt x="3195" y="2768"/>
                    <a:pt x="3159" y="2967"/>
                  </a:cubicBezTo>
                  <a:cubicBezTo>
                    <a:pt x="3129" y="3128"/>
                    <a:pt x="3025" y="3289"/>
                    <a:pt x="3069" y="3447"/>
                  </a:cubicBezTo>
                  <a:cubicBezTo>
                    <a:pt x="3093" y="3539"/>
                    <a:pt x="3162" y="3630"/>
                    <a:pt x="3129" y="3718"/>
                  </a:cubicBezTo>
                  <a:cubicBezTo>
                    <a:pt x="3122" y="3734"/>
                    <a:pt x="3113" y="3747"/>
                    <a:pt x="3100" y="3761"/>
                  </a:cubicBezTo>
                  <a:cubicBezTo>
                    <a:pt x="3354" y="3663"/>
                    <a:pt x="3633" y="3606"/>
                    <a:pt x="3861" y="3457"/>
                  </a:cubicBezTo>
                  <a:cubicBezTo>
                    <a:pt x="3900" y="3433"/>
                    <a:pt x="3938" y="3402"/>
                    <a:pt x="3954" y="3360"/>
                  </a:cubicBezTo>
                  <a:cubicBezTo>
                    <a:pt x="3989" y="3272"/>
                    <a:pt x="3918" y="3181"/>
                    <a:pt x="3894" y="3090"/>
                  </a:cubicBezTo>
                  <a:cubicBezTo>
                    <a:pt x="3854" y="2931"/>
                    <a:pt x="3954" y="2772"/>
                    <a:pt x="3984" y="2608"/>
                  </a:cubicBezTo>
                  <a:cubicBezTo>
                    <a:pt x="3993" y="2562"/>
                    <a:pt x="3993" y="2516"/>
                    <a:pt x="3991" y="2471"/>
                  </a:cubicBezTo>
                  <a:cubicBezTo>
                    <a:pt x="3911" y="2323"/>
                    <a:pt x="3825" y="2177"/>
                    <a:pt x="3728" y="2036"/>
                  </a:cubicBezTo>
                  <a:cubicBezTo>
                    <a:pt x="3640" y="1983"/>
                    <a:pt x="3537" y="1955"/>
                    <a:pt x="3433" y="1955"/>
                  </a:cubicBezTo>
                  <a:cubicBezTo>
                    <a:pt x="3354" y="1955"/>
                    <a:pt x="3274" y="1972"/>
                    <a:pt x="3201" y="2005"/>
                  </a:cubicBezTo>
                  <a:cubicBezTo>
                    <a:pt x="3137" y="2036"/>
                    <a:pt x="3080" y="2078"/>
                    <a:pt x="3012" y="2102"/>
                  </a:cubicBezTo>
                  <a:cubicBezTo>
                    <a:pt x="2970" y="2117"/>
                    <a:pt x="2928" y="2123"/>
                    <a:pt x="2886" y="2123"/>
                  </a:cubicBezTo>
                  <a:cubicBezTo>
                    <a:pt x="2661" y="2123"/>
                    <a:pt x="2441" y="1939"/>
                    <a:pt x="2213" y="1857"/>
                  </a:cubicBezTo>
                  <a:cubicBezTo>
                    <a:pt x="1948" y="1764"/>
                    <a:pt x="1656" y="1814"/>
                    <a:pt x="1382" y="1757"/>
                  </a:cubicBezTo>
                  <a:cubicBezTo>
                    <a:pt x="1108" y="1700"/>
                    <a:pt x="827" y="1443"/>
                    <a:pt x="922" y="1178"/>
                  </a:cubicBezTo>
                  <a:cubicBezTo>
                    <a:pt x="960" y="1065"/>
                    <a:pt x="1059" y="983"/>
                    <a:pt x="1107" y="873"/>
                  </a:cubicBezTo>
                  <a:cubicBezTo>
                    <a:pt x="1189" y="687"/>
                    <a:pt x="1107" y="470"/>
                    <a:pt x="1136" y="269"/>
                  </a:cubicBezTo>
                  <a:cubicBezTo>
                    <a:pt x="1143" y="225"/>
                    <a:pt x="1154" y="183"/>
                    <a:pt x="1169" y="141"/>
                  </a:cubicBezTo>
                  <a:cubicBezTo>
                    <a:pt x="973" y="83"/>
                    <a:pt x="776" y="34"/>
                    <a:pt x="575"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49"/>
            <p:cNvSpPr/>
            <p:nvPr/>
          </p:nvSpPr>
          <p:spPr>
            <a:xfrm>
              <a:off x="8075690" y="1589191"/>
              <a:ext cx="70572" cy="26846"/>
            </a:xfrm>
            <a:custGeom>
              <a:avLst/>
              <a:gdLst/>
              <a:ahLst/>
              <a:cxnLst/>
              <a:rect l="l" t="t" r="r" b="b"/>
              <a:pathLst>
                <a:path w="2471" h="940" extrusionOk="0">
                  <a:moveTo>
                    <a:pt x="2023" y="0"/>
                  </a:moveTo>
                  <a:cubicBezTo>
                    <a:pt x="1735" y="0"/>
                    <a:pt x="1519" y="183"/>
                    <a:pt x="1430" y="311"/>
                  </a:cubicBezTo>
                  <a:cubicBezTo>
                    <a:pt x="1428" y="315"/>
                    <a:pt x="1426" y="315"/>
                    <a:pt x="1424" y="322"/>
                  </a:cubicBezTo>
                  <a:cubicBezTo>
                    <a:pt x="1399" y="361"/>
                    <a:pt x="1322" y="464"/>
                    <a:pt x="1176" y="464"/>
                  </a:cubicBezTo>
                  <a:cubicBezTo>
                    <a:pt x="1124" y="464"/>
                    <a:pt x="1065" y="451"/>
                    <a:pt x="995" y="419"/>
                  </a:cubicBezTo>
                  <a:cubicBezTo>
                    <a:pt x="879" y="364"/>
                    <a:pt x="768" y="342"/>
                    <a:pt x="666" y="342"/>
                  </a:cubicBezTo>
                  <a:cubicBezTo>
                    <a:pt x="373" y="342"/>
                    <a:pt x="151" y="528"/>
                    <a:pt x="57" y="658"/>
                  </a:cubicBezTo>
                  <a:cubicBezTo>
                    <a:pt x="0" y="738"/>
                    <a:pt x="19" y="848"/>
                    <a:pt x="97" y="905"/>
                  </a:cubicBezTo>
                  <a:cubicBezTo>
                    <a:pt x="130" y="927"/>
                    <a:pt x="165" y="939"/>
                    <a:pt x="201" y="939"/>
                  </a:cubicBezTo>
                  <a:cubicBezTo>
                    <a:pt x="256" y="939"/>
                    <a:pt x="311" y="914"/>
                    <a:pt x="342" y="863"/>
                  </a:cubicBezTo>
                  <a:cubicBezTo>
                    <a:pt x="349" y="854"/>
                    <a:pt x="467" y="695"/>
                    <a:pt x="663" y="695"/>
                  </a:cubicBezTo>
                  <a:cubicBezTo>
                    <a:pt x="717" y="695"/>
                    <a:pt x="778" y="707"/>
                    <a:pt x="844" y="738"/>
                  </a:cubicBezTo>
                  <a:cubicBezTo>
                    <a:pt x="964" y="795"/>
                    <a:pt x="1075" y="818"/>
                    <a:pt x="1174" y="818"/>
                  </a:cubicBezTo>
                  <a:cubicBezTo>
                    <a:pt x="1450" y="818"/>
                    <a:pt x="1641" y="640"/>
                    <a:pt x="1720" y="510"/>
                  </a:cubicBezTo>
                  <a:cubicBezTo>
                    <a:pt x="1749" y="472"/>
                    <a:pt x="1854" y="353"/>
                    <a:pt x="2019" y="353"/>
                  </a:cubicBezTo>
                  <a:cubicBezTo>
                    <a:pt x="2072" y="353"/>
                    <a:pt x="2130" y="365"/>
                    <a:pt x="2195" y="395"/>
                  </a:cubicBezTo>
                  <a:cubicBezTo>
                    <a:pt x="2220" y="407"/>
                    <a:pt x="2246" y="413"/>
                    <a:pt x="2272" y="413"/>
                  </a:cubicBezTo>
                  <a:cubicBezTo>
                    <a:pt x="2338" y="413"/>
                    <a:pt x="2400" y="376"/>
                    <a:pt x="2430" y="311"/>
                  </a:cubicBezTo>
                  <a:cubicBezTo>
                    <a:pt x="2470" y="222"/>
                    <a:pt x="2434" y="118"/>
                    <a:pt x="2346" y="76"/>
                  </a:cubicBezTo>
                  <a:cubicBezTo>
                    <a:pt x="2231" y="22"/>
                    <a:pt x="2123" y="0"/>
                    <a:pt x="2023"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49"/>
            <p:cNvSpPr/>
            <p:nvPr/>
          </p:nvSpPr>
          <p:spPr>
            <a:xfrm>
              <a:off x="8105249" y="1614438"/>
              <a:ext cx="70629" cy="26875"/>
            </a:xfrm>
            <a:custGeom>
              <a:avLst/>
              <a:gdLst/>
              <a:ahLst/>
              <a:cxnLst/>
              <a:rect l="l" t="t" r="r" b="b"/>
              <a:pathLst>
                <a:path w="2473" h="941" extrusionOk="0">
                  <a:moveTo>
                    <a:pt x="2024" y="0"/>
                  </a:moveTo>
                  <a:cubicBezTo>
                    <a:pt x="1736" y="0"/>
                    <a:pt x="1521" y="183"/>
                    <a:pt x="1432" y="311"/>
                  </a:cubicBezTo>
                  <a:cubicBezTo>
                    <a:pt x="1426" y="315"/>
                    <a:pt x="1425" y="320"/>
                    <a:pt x="1423" y="324"/>
                  </a:cubicBezTo>
                  <a:cubicBezTo>
                    <a:pt x="1412" y="343"/>
                    <a:pt x="1336" y="465"/>
                    <a:pt x="1175" y="465"/>
                  </a:cubicBezTo>
                  <a:cubicBezTo>
                    <a:pt x="1124" y="465"/>
                    <a:pt x="1064" y="453"/>
                    <a:pt x="995" y="420"/>
                  </a:cubicBezTo>
                  <a:cubicBezTo>
                    <a:pt x="879" y="365"/>
                    <a:pt x="769" y="343"/>
                    <a:pt x="667" y="343"/>
                  </a:cubicBezTo>
                  <a:cubicBezTo>
                    <a:pt x="374" y="343"/>
                    <a:pt x="151" y="529"/>
                    <a:pt x="57" y="660"/>
                  </a:cubicBezTo>
                  <a:cubicBezTo>
                    <a:pt x="1" y="740"/>
                    <a:pt x="19" y="849"/>
                    <a:pt x="99" y="906"/>
                  </a:cubicBezTo>
                  <a:cubicBezTo>
                    <a:pt x="130" y="928"/>
                    <a:pt x="165" y="941"/>
                    <a:pt x="201" y="941"/>
                  </a:cubicBezTo>
                  <a:cubicBezTo>
                    <a:pt x="256" y="941"/>
                    <a:pt x="311" y="915"/>
                    <a:pt x="344" y="862"/>
                  </a:cubicBezTo>
                  <a:cubicBezTo>
                    <a:pt x="351" y="854"/>
                    <a:pt x="468" y="693"/>
                    <a:pt x="665" y="693"/>
                  </a:cubicBezTo>
                  <a:cubicBezTo>
                    <a:pt x="720" y="693"/>
                    <a:pt x="780" y="706"/>
                    <a:pt x="846" y="736"/>
                  </a:cubicBezTo>
                  <a:cubicBezTo>
                    <a:pt x="966" y="794"/>
                    <a:pt x="1077" y="817"/>
                    <a:pt x="1177" y="817"/>
                  </a:cubicBezTo>
                  <a:cubicBezTo>
                    <a:pt x="1452" y="817"/>
                    <a:pt x="1643" y="639"/>
                    <a:pt x="1722" y="508"/>
                  </a:cubicBezTo>
                  <a:cubicBezTo>
                    <a:pt x="1751" y="471"/>
                    <a:pt x="1855" y="352"/>
                    <a:pt x="2020" y="352"/>
                  </a:cubicBezTo>
                  <a:cubicBezTo>
                    <a:pt x="2073" y="352"/>
                    <a:pt x="2132" y="364"/>
                    <a:pt x="2197" y="395"/>
                  </a:cubicBezTo>
                  <a:cubicBezTo>
                    <a:pt x="2221" y="406"/>
                    <a:pt x="2246" y="411"/>
                    <a:pt x="2271" y="411"/>
                  </a:cubicBezTo>
                  <a:cubicBezTo>
                    <a:pt x="2338" y="411"/>
                    <a:pt x="2401" y="374"/>
                    <a:pt x="2430" y="311"/>
                  </a:cubicBezTo>
                  <a:cubicBezTo>
                    <a:pt x="2472" y="221"/>
                    <a:pt x="2436" y="116"/>
                    <a:pt x="2346" y="75"/>
                  </a:cubicBezTo>
                  <a:cubicBezTo>
                    <a:pt x="2232" y="22"/>
                    <a:pt x="2124" y="0"/>
                    <a:pt x="2024"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49"/>
            <p:cNvSpPr/>
            <p:nvPr/>
          </p:nvSpPr>
          <p:spPr>
            <a:xfrm>
              <a:off x="8113217" y="1469725"/>
              <a:ext cx="29017" cy="32244"/>
            </a:xfrm>
            <a:custGeom>
              <a:avLst/>
              <a:gdLst/>
              <a:ahLst/>
              <a:cxnLst/>
              <a:rect l="l" t="t" r="r" b="b"/>
              <a:pathLst>
                <a:path w="1016" h="1129" extrusionOk="0">
                  <a:moveTo>
                    <a:pt x="884" y="1"/>
                  </a:moveTo>
                  <a:cubicBezTo>
                    <a:pt x="862" y="1"/>
                    <a:pt x="839" y="7"/>
                    <a:pt x="817" y="20"/>
                  </a:cubicBezTo>
                  <a:lnTo>
                    <a:pt x="87" y="451"/>
                  </a:lnTo>
                  <a:cubicBezTo>
                    <a:pt x="1" y="500"/>
                    <a:pt x="1" y="626"/>
                    <a:pt x="87" y="679"/>
                  </a:cubicBezTo>
                  <a:lnTo>
                    <a:pt x="817" y="1110"/>
                  </a:lnTo>
                  <a:cubicBezTo>
                    <a:pt x="839" y="1123"/>
                    <a:pt x="862" y="1129"/>
                    <a:pt x="885" y="1129"/>
                  </a:cubicBezTo>
                  <a:cubicBezTo>
                    <a:pt x="954" y="1129"/>
                    <a:pt x="1016" y="1073"/>
                    <a:pt x="1016" y="996"/>
                  </a:cubicBezTo>
                  <a:lnTo>
                    <a:pt x="1016" y="133"/>
                  </a:lnTo>
                  <a:cubicBezTo>
                    <a:pt x="1016" y="56"/>
                    <a:pt x="953"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49"/>
            <p:cNvSpPr/>
            <p:nvPr/>
          </p:nvSpPr>
          <p:spPr>
            <a:xfrm>
              <a:off x="8113217" y="1469725"/>
              <a:ext cx="29017" cy="32244"/>
            </a:xfrm>
            <a:custGeom>
              <a:avLst/>
              <a:gdLst/>
              <a:ahLst/>
              <a:cxnLst/>
              <a:rect l="l" t="t" r="r" b="b"/>
              <a:pathLst>
                <a:path w="1016" h="1129" extrusionOk="0">
                  <a:moveTo>
                    <a:pt x="884" y="1"/>
                  </a:moveTo>
                  <a:cubicBezTo>
                    <a:pt x="862" y="1"/>
                    <a:pt x="839" y="7"/>
                    <a:pt x="817" y="20"/>
                  </a:cubicBezTo>
                  <a:lnTo>
                    <a:pt x="87" y="451"/>
                  </a:lnTo>
                  <a:cubicBezTo>
                    <a:pt x="1" y="500"/>
                    <a:pt x="1" y="626"/>
                    <a:pt x="87" y="679"/>
                  </a:cubicBezTo>
                  <a:lnTo>
                    <a:pt x="817" y="1110"/>
                  </a:lnTo>
                  <a:cubicBezTo>
                    <a:pt x="839" y="1123"/>
                    <a:pt x="862" y="1129"/>
                    <a:pt x="885" y="1129"/>
                  </a:cubicBezTo>
                  <a:cubicBezTo>
                    <a:pt x="954" y="1129"/>
                    <a:pt x="1016" y="1073"/>
                    <a:pt x="1016" y="996"/>
                  </a:cubicBezTo>
                  <a:lnTo>
                    <a:pt x="1016" y="896"/>
                  </a:lnTo>
                  <a:lnTo>
                    <a:pt x="649" y="679"/>
                  </a:lnTo>
                  <a:cubicBezTo>
                    <a:pt x="561" y="628"/>
                    <a:pt x="561" y="504"/>
                    <a:pt x="649" y="451"/>
                  </a:cubicBezTo>
                  <a:lnTo>
                    <a:pt x="1016" y="233"/>
                  </a:lnTo>
                  <a:lnTo>
                    <a:pt x="1016" y="133"/>
                  </a:lnTo>
                  <a:cubicBezTo>
                    <a:pt x="1016" y="56"/>
                    <a:pt x="953" y="1"/>
                    <a:pt x="884"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54" name="Google Shape;3454;p49"/>
          <p:cNvGrpSpPr/>
          <p:nvPr/>
        </p:nvGrpSpPr>
        <p:grpSpPr>
          <a:xfrm>
            <a:off x="4407528" y="1329457"/>
            <a:ext cx="328983" cy="333724"/>
            <a:chOff x="7183104" y="1466269"/>
            <a:chExt cx="328983" cy="333724"/>
          </a:xfrm>
        </p:grpSpPr>
        <p:sp>
          <p:nvSpPr>
            <p:cNvPr id="3455" name="Google Shape;3455;p49"/>
            <p:cNvSpPr/>
            <p:nvPr/>
          </p:nvSpPr>
          <p:spPr>
            <a:xfrm>
              <a:off x="7374713" y="1680098"/>
              <a:ext cx="137231" cy="63717"/>
            </a:xfrm>
            <a:custGeom>
              <a:avLst/>
              <a:gdLst/>
              <a:ahLst/>
              <a:cxnLst/>
              <a:rect l="l" t="t" r="r" b="b"/>
              <a:pathLst>
                <a:path w="4805" h="2231" extrusionOk="0">
                  <a:moveTo>
                    <a:pt x="951" y="0"/>
                  </a:moveTo>
                  <a:cubicBezTo>
                    <a:pt x="892" y="0"/>
                    <a:pt x="833" y="23"/>
                    <a:pt x="788" y="68"/>
                  </a:cubicBezTo>
                  <a:cubicBezTo>
                    <a:pt x="640" y="214"/>
                    <a:pt x="437" y="303"/>
                    <a:pt x="213" y="303"/>
                  </a:cubicBezTo>
                  <a:cubicBezTo>
                    <a:pt x="156" y="303"/>
                    <a:pt x="56" y="296"/>
                    <a:pt x="1" y="287"/>
                  </a:cubicBezTo>
                  <a:lnTo>
                    <a:pt x="1" y="287"/>
                  </a:lnTo>
                  <a:cubicBezTo>
                    <a:pt x="189" y="482"/>
                    <a:pt x="351" y="725"/>
                    <a:pt x="468" y="1035"/>
                  </a:cubicBezTo>
                  <a:cubicBezTo>
                    <a:pt x="852" y="2050"/>
                    <a:pt x="1738" y="2219"/>
                    <a:pt x="2685" y="2219"/>
                  </a:cubicBezTo>
                  <a:cubicBezTo>
                    <a:pt x="3157" y="2219"/>
                    <a:pt x="3645" y="2177"/>
                    <a:pt x="4094" y="2177"/>
                  </a:cubicBezTo>
                  <a:cubicBezTo>
                    <a:pt x="4346" y="2177"/>
                    <a:pt x="4585" y="2190"/>
                    <a:pt x="4802" y="2231"/>
                  </a:cubicBezTo>
                  <a:lnTo>
                    <a:pt x="4802" y="462"/>
                  </a:lnTo>
                  <a:cubicBezTo>
                    <a:pt x="4804" y="372"/>
                    <a:pt x="4731" y="303"/>
                    <a:pt x="4645" y="303"/>
                  </a:cubicBezTo>
                  <a:cubicBezTo>
                    <a:pt x="4419" y="303"/>
                    <a:pt x="4216" y="214"/>
                    <a:pt x="4067" y="68"/>
                  </a:cubicBezTo>
                  <a:cubicBezTo>
                    <a:pt x="4021" y="23"/>
                    <a:pt x="3962" y="0"/>
                    <a:pt x="3904" y="0"/>
                  </a:cubicBezTo>
                  <a:cubicBezTo>
                    <a:pt x="3846" y="0"/>
                    <a:pt x="3787" y="23"/>
                    <a:pt x="3742" y="68"/>
                  </a:cubicBezTo>
                  <a:cubicBezTo>
                    <a:pt x="3592" y="214"/>
                    <a:pt x="3389" y="303"/>
                    <a:pt x="3167" y="303"/>
                  </a:cubicBezTo>
                  <a:cubicBezTo>
                    <a:pt x="2942" y="303"/>
                    <a:pt x="2739" y="214"/>
                    <a:pt x="2591" y="68"/>
                  </a:cubicBezTo>
                  <a:cubicBezTo>
                    <a:pt x="2546" y="23"/>
                    <a:pt x="2487" y="0"/>
                    <a:pt x="2428" y="0"/>
                  </a:cubicBezTo>
                  <a:cubicBezTo>
                    <a:pt x="2369" y="0"/>
                    <a:pt x="2310" y="23"/>
                    <a:pt x="2265" y="68"/>
                  </a:cubicBezTo>
                  <a:cubicBezTo>
                    <a:pt x="2117" y="214"/>
                    <a:pt x="1912" y="303"/>
                    <a:pt x="1690" y="303"/>
                  </a:cubicBezTo>
                  <a:cubicBezTo>
                    <a:pt x="1465" y="303"/>
                    <a:pt x="1262" y="214"/>
                    <a:pt x="1115" y="68"/>
                  </a:cubicBezTo>
                  <a:cubicBezTo>
                    <a:pt x="1069" y="23"/>
                    <a:pt x="1010" y="0"/>
                    <a:pt x="9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49"/>
            <p:cNvSpPr/>
            <p:nvPr/>
          </p:nvSpPr>
          <p:spPr>
            <a:xfrm>
              <a:off x="7374684" y="1680098"/>
              <a:ext cx="83338" cy="63346"/>
            </a:xfrm>
            <a:custGeom>
              <a:avLst/>
              <a:gdLst/>
              <a:ahLst/>
              <a:cxnLst/>
              <a:rect l="l" t="t" r="r" b="b"/>
              <a:pathLst>
                <a:path w="2918" h="2218" extrusionOk="0">
                  <a:moveTo>
                    <a:pt x="949" y="0"/>
                  </a:moveTo>
                  <a:cubicBezTo>
                    <a:pt x="891" y="0"/>
                    <a:pt x="833" y="23"/>
                    <a:pt x="787" y="68"/>
                  </a:cubicBezTo>
                  <a:cubicBezTo>
                    <a:pt x="639" y="214"/>
                    <a:pt x="435" y="301"/>
                    <a:pt x="212" y="301"/>
                  </a:cubicBezTo>
                  <a:cubicBezTo>
                    <a:pt x="153" y="301"/>
                    <a:pt x="53" y="296"/>
                    <a:pt x="0" y="287"/>
                  </a:cubicBezTo>
                  <a:lnTo>
                    <a:pt x="0" y="287"/>
                  </a:lnTo>
                  <a:cubicBezTo>
                    <a:pt x="188" y="482"/>
                    <a:pt x="351" y="725"/>
                    <a:pt x="467" y="1035"/>
                  </a:cubicBezTo>
                  <a:cubicBezTo>
                    <a:pt x="853" y="2048"/>
                    <a:pt x="1736" y="2218"/>
                    <a:pt x="2680" y="2218"/>
                  </a:cubicBezTo>
                  <a:cubicBezTo>
                    <a:pt x="2759" y="2218"/>
                    <a:pt x="2838" y="2216"/>
                    <a:pt x="2917" y="2214"/>
                  </a:cubicBezTo>
                  <a:cubicBezTo>
                    <a:pt x="1848" y="1722"/>
                    <a:pt x="1400" y="681"/>
                    <a:pt x="1238" y="168"/>
                  </a:cubicBezTo>
                  <a:cubicBezTo>
                    <a:pt x="1192" y="137"/>
                    <a:pt x="1152" y="104"/>
                    <a:pt x="1112" y="68"/>
                  </a:cubicBezTo>
                  <a:cubicBezTo>
                    <a:pt x="1066" y="23"/>
                    <a:pt x="1008" y="0"/>
                    <a:pt x="949"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49"/>
            <p:cNvSpPr/>
            <p:nvPr/>
          </p:nvSpPr>
          <p:spPr>
            <a:xfrm>
              <a:off x="7391106" y="1710686"/>
              <a:ext cx="120837" cy="33130"/>
            </a:xfrm>
            <a:custGeom>
              <a:avLst/>
              <a:gdLst/>
              <a:ahLst/>
              <a:cxnLst/>
              <a:rect l="l" t="t" r="r" b="b"/>
              <a:pathLst>
                <a:path w="4231" h="1160" extrusionOk="0">
                  <a:moveTo>
                    <a:pt x="379" y="1"/>
                  </a:moveTo>
                  <a:cubicBezTo>
                    <a:pt x="320" y="1"/>
                    <a:pt x="260" y="24"/>
                    <a:pt x="214" y="68"/>
                  </a:cubicBezTo>
                  <a:cubicBezTo>
                    <a:pt x="163" y="119"/>
                    <a:pt x="60" y="159"/>
                    <a:pt x="0" y="196"/>
                  </a:cubicBezTo>
                  <a:cubicBezTo>
                    <a:pt x="433" y="1000"/>
                    <a:pt x="1181" y="1155"/>
                    <a:pt x="1987" y="1155"/>
                  </a:cubicBezTo>
                  <a:cubicBezTo>
                    <a:pt x="2493" y="1155"/>
                    <a:pt x="3023" y="1094"/>
                    <a:pt x="3511" y="1094"/>
                  </a:cubicBezTo>
                  <a:cubicBezTo>
                    <a:pt x="3765" y="1094"/>
                    <a:pt x="4007" y="1110"/>
                    <a:pt x="4230" y="1160"/>
                  </a:cubicBezTo>
                  <a:lnTo>
                    <a:pt x="4230" y="464"/>
                  </a:lnTo>
                  <a:cubicBezTo>
                    <a:pt x="4230" y="373"/>
                    <a:pt x="4157" y="304"/>
                    <a:pt x="4071" y="304"/>
                  </a:cubicBezTo>
                  <a:cubicBezTo>
                    <a:pt x="3845" y="304"/>
                    <a:pt x="3642" y="214"/>
                    <a:pt x="3493" y="68"/>
                  </a:cubicBezTo>
                  <a:cubicBezTo>
                    <a:pt x="3447" y="24"/>
                    <a:pt x="3388" y="2"/>
                    <a:pt x="3330" y="2"/>
                  </a:cubicBezTo>
                  <a:cubicBezTo>
                    <a:pt x="3272" y="2"/>
                    <a:pt x="3213" y="24"/>
                    <a:pt x="3168" y="68"/>
                  </a:cubicBezTo>
                  <a:cubicBezTo>
                    <a:pt x="3018" y="214"/>
                    <a:pt x="2815" y="304"/>
                    <a:pt x="2593" y="304"/>
                  </a:cubicBezTo>
                  <a:cubicBezTo>
                    <a:pt x="2368" y="304"/>
                    <a:pt x="2165" y="214"/>
                    <a:pt x="2017" y="68"/>
                  </a:cubicBezTo>
                  <a:cubicBezTo>
                    <a:pt x="1972" y="24"/>
                    <a:pt x="1913" y="2"/>
                    <a:pt x="1854" y="2"/>
                  </a:cubicBezTo>
                  <a:cubicBezTo>
                    <a:pt x="1795" y="2"/>
                    <a:pt x="1736" y="24"/>
                    <a:pt x="1691" y="68"/>
                  </a:cubicBezTo>
                  <a:cubicBezTo>
                    <a:pt x="1543" y="214"/>
                    <a:pt x="1338" y="304"/>
                    <a:pt x="1116" y="304"/>
                  </a:cubicBezTo>
                  <a:cubicBezTo>
                    <a:pt x="889" y="304"/>
                    <a:pt x="687" y="212"/>
                    <a:pt x="539" y="66"/>
                  </a:cubicBezTo>
                  <a:cubicBezTo>
                    <a:pt x="494" y="22"/>
                    <a:pt x="436" y="1"/>
                    <a:pt x="3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49"/>
            <p:cNvSpPr/>
            <p:nvPr/>
          </p:nvSpPr>
          <p:spPr>
            <a:xfrm>
              <a:off x="7391106" y="1710686"/>
              <a:ext cx="67059" cy="32958"/>
            </a:xfrm>
            <a:custGeom>
              <a:avLst/>
              <a:gdLst/>
              <a:ahLst/>
              <a:cxnLst/>
              <a:rect l="l" t="t" r="r" b="b"/>
              <a:pathLst>
                <a:path w="2348" h="1154" extrusionOk="0">
                  <a:moveTo>
                    <a:pt x="379" y="1"/>
                  </a:moveTo>
                  <a:cubicBezTo>
                    <a:pt x="320" y="1"/>
                    <a:pt x="260" y="24"/>
                    <a:pt x="214" y="68"/>
                  </a:cubicBezTo>
                  <a:cubicBezTo>
                    <a:pt x="163" y="119"/>
                    <a:pt x="60" y="159"/>
                    <a:pt x="0" y="196"/>
                  </a:cubicBezTo>
                  <a:cubicBezTo>
                    <a:pt x="433" y="999"/>
                    <a:pt x="1180" y="1154"/>
                    <a:pt x="1987" y="1154"/>
                  </a:cubicBezTo>
                  <a:cubicBezTo>
                    <a:pt x="2106" y="1154"/>
                    <a:pt x="2227" y="1150"/>
                    <a:pt x="2348" y="1145"/>
                  </a:cubicBezTo>
                  <a:cubicBezTo>
                    <a:pt x="1884" y="933"/>
                    <a:pt x="1539" y="619"/>
                    <a:pt x="1282" y="287"/>
                  </a:cubicBezTo>
                  <a:cubicBezTo>
                    <a:pt x="1229" y="300"/>
                    <a:pt x="1172" y="304"/>
                    <a:pt x="1116" y="304"/>
                  </a:cubicBezTo>
                  <a:cubicBezTo>
                    <a:pt x="889" y="304"/>
                    <a:pt x="687" y="212"/>
                    <a:pt x="539" y="66"/>
                  </a:cubicBezTo>
                  <a:cubicBezTo>
                    <a:pt x="494" y="22"/>
                    <a:pt x="436" y="1"/>
                    <a:pt x="379"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49"/>
            <p:cNvSpPr/>
            <p:nvPr/>
          </p:nvSpPr>
          <p:spPr>
            <a:xfrm>
              <a:off x="7342554" y="1628090"/>
              <a:ext cx="9996" cy="50294"/>
            </a:xfrm>
            <a:custGeom>
              <a:avLst/>
              <a:gdLst/>
              <a:ahLst/>
              <a:cxnLst/>
              <a:rect l="l" t="t" r="r" b="b"/>
              <a:pathLst>
                <a:path w="350" h="1761" extrusionOk="0">
                  <a:moveTo>
                    <a:pt x="174" y="1"/>
                  </a:moveTo>
                  <a:cubicBezTo>
                    <a:pt x="79" y="1"/>
                    <a:pt x="0" y="79"/>
                    <a:pt x="0" y="174"/>
                  </a:cubicBezTo>
                  <a:lnTo>
                    <a:pt x="0" y="1587"/>
                  </a:lnTo>
                  <a:cubicBezTo>
                    <a:pt x="0" y="1682"/>
                    <a:pt x="79" y="1761"/>
                    <a:pt x="174" y="1761"/>
                  </a:cubicBezTo>
                  <a:cubicBezTo>
                    <a:pt x="271" y="1761"/>
                    <a:pt x="349" y="1682"/>
                    <a:pt x="349" y="1587"/>
                  </a:cubicBezTo>
                  <a:lnTo>
                    <a:pt x="349" y="174"/>
                  </a:lnTo>
                  <a:cubicBezTo>
                    <a:pt x="349" y="79"/>
                    <a:pt x="271" y="1"/>
                    <a:pt x="1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49"/>
            <p:cNvSpPr/>
            <p:nvPr/>
          </p:nvSpPr>
          <p:spPr>
            <a:xfrm>
              <a:off x="7314023" y="1628090"/>
              <a:ext cx="9939" cy="39042"/>
            </a:xfrm>
            <a:custGeom>
              <a:avLst/>
              <a:gdLst/>
              <a:ahLst/>
              <a:cxnLst/>
              <a:rect l="l" t="t" r="r" b="b"/>
              <a:pathLst>
                <a:path w="348" h="1367" extrusionOk="0">
                  <a:moveTo>
                    <a:pt x="174" y="1"/>
                  </a:moveTo>
                  <a:cubicBezTo>
                    <a:pt x="78" y="1"/>
                    <a:pt x="1" y="79"/>
                    <a:pt x="1" y="174"/>
                  </a:cubicBezTo>
                  <a:lnTo>
                    <a:pt x="1" y="1193"/>
                  </a:lnTo>
                  <a:cubicBezTo>
                    <a:pt x="1" y="1288"/>
                    <a:pt x="78" y="1366"/>
                    <a:pt x="174" y="1366"/>
                  </a:cubicBezTo>
                  <a:cubicBezTo>
                    <a:pt x="271" y="1366"/>
                    <a:pt x="348" y="1288"/>
                    <a:pt x="348" y="1193"/>
                  </a:cubicBezTo>
                  <a:lnTo>
                    <a:pt x="348" y="174"/>
                  </a:lnTo>
                  <a:cubicBezTo>
                    <a:pt x="348" y="79"/>
                    <a:pt x="271" y="1"/>
                    <a:pt x="1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49"/>
            <p:cNvSpPr/>
            <p:nvPr/>
          </p:nvSpPr>
          <p:spPr>
            <a:xfrm>
              <a:off x="7395733" y="1466269"/>
              <a:ext cx="9996" cy="21877"/>
            </a:xfrm>
            <a:custGeom>
              <a:avLst/>
              <a:gdLst/>
              <a:ahLst/>
              <a:cxnLst/>
              <a:rect l="l" t="t" r="r" b="b"/>
              <a:pathLst>
                <a:path w="350" h="766" extrusionOk="0">
                  <a:moveTo>
                    <a:pt x="176" y="0"/>
                  </a:moveTo>
                  <a:cubicBezTo>
                    <a:pt x="79" y="0"/>
                    <a:pt x="1" y="79"/>
                    <a:pt x="1" y="174"/>
                  </a:cubicBezTo>
                  <a:lnTo>
                    <a:pt x="1" y="592"/>
                  </a:lnTo>
                  <a:cubicBezTo>
                    <a:pt x="1" y="688"/>
                    <a:pt x="79" y="765"/>
                    <a:pt x="176" y="765"/>
                  </a:cubicBezTo>
                  <a:cubicBezTo>
                    <a:pt x="271" y="765"/>
                    <a:pt x="349" y="688"/>
                    <a:pt x="349" y="592"/>
                  </a:cubicBezTo>
                  <a:lnTo>
                    <a:pt x="349" y="174"/>
                  </a:lnTo>
                  <a:cubicBezTo>
                    <a:pt x="349" y="79"/>
                    <a:pt x="271" y="0"/>
                    <a:pt x="17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49"/>
            <p:cNvSpPr/>
            <p:nvPr/>
          </p:nvSpPr>
          <p:spPr>
            <a:xfrm>
              <a:off x="7353664" y="1483377"/>
              <a:ext cx="19478" cy="18507"/>
            </a:xfrm>
            <a:custGeom>
              <a:avLst/>
              <a:gdLst/>
              <a:ahLst/>
              <a:cxnLst/>
              <a:rect l="l" t="t" r="r" b="b"/>
              <a:pathLst>
                <a:path w="682" h="648" extrusionOk="0">
                  <a:moveTo>
                    <a:pt x="192" y="1"/>
                  </a:moveTo>
                  <a:cubicBezTo>
                    <a:pt x="148" y="1"/>
                    <a:pt x="103" y="18"/>
                    <a:pt x="70" y="53"/>
                  </a:cubicBezTo>
                  <a:cubicBezTo>
                    <a:pt x="0" y="120"/>
                    <a:pt x="0" y="230"/>
                    <a:pt x="70" y="299"/>
                  </a:cubicBezTo>
                  <a:lnTo>
                    <a:pt x="365" y="595"/>
                  </a:lnTo>
                  <a:cubicBezTo>
                    <a:pt x="400" y="630"/>
                    <a:pt x="445" y="647"/>
                    <a:pt x="489" y="647"/>
                  </a:cubicBezTo>
                  <a:cubicBezTo>
                    <a:pt x="534" y="647"/>
                    <a:pt x="578" y="630"/>
                    <a:pt x="612" y="595"/>
                  </a:cubicBezTo>
                  <a:cubicBezTo>
                    <a:pt x="681" y="528"/>
                    <a:pt x="681" y="418"/>
                    <a:pt x="612" y="349"/>
                  </a:cubicBezTo>
                  <a:lnTo>
                    <a:pt x="316" y="53"/>
                  </a:lnTo>
                  <a:cubicBezTo>
                    <a:pt x="281" y="18"/>
                    <a:pt x="237" y="1"/>
                    <a:pt x="19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49"/>
            <p:cNvSpPr/>
            <p:nvPr/>
          </p:nvSpPr>
          <p:spPr>
            <a:xfrm>
              <a:off x="7337014" y="1524960"/>
              <a:ext cx="21877" cy="9996"/>
            </a:xfrm>
            <a:custGeom>
              <a:avLst/>
              <a:gdLst/>
              <a:ahLst/>
              <a:cxnLst/>
              <a:rect l="l" t="t" r="r" b="b"/>
              <a:pathLst>
                <a:path w="766" h="350" extrusionOk="0">
                  <a:moveTo>
                    <a:pt x="174" y="1"/>
                  </a:moveTo>
                  <a:cubicBezTo>
                    <a:pt x="79" y="1"/>
                    <a:pt x="1" y="79"/>
                    <a:pt x="1" y="176"/>
                  </a:cubicBezTo>
                  <a:cubicBezTo>
                    <a:pt x="1" y="271"/>
                    <a:pt x="79" y="349"/>
                    <a:pt x="174" y="349"/>
                  </a:cubicBezTo>
                  <a:lnTo>
                    <a:pt x="592" y="349"/>
                  </a:lnTo>
                  <a:cubicBezTo>
                    <a:pt x="687" y="349"/>
                    <a:pt x="766" y="271"/>
                    <a:pt x="766" y="176"/>
                  </a:cubicBezTo>
                  <a:cubicBezTo>
                    <a:pt x="766" y="79"/>
                    <a:pt x="689" y="1"/>
                    <a:pt x="59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49"/>
            <p:cNvSpPr/>
            <p:nvPr/>
          </p:nvSpPr>
          <p:spPr>
            <a:xfrm>
              <a:off x="7428320" y="1483377"/>
              <a:ext cx="19478" cy="18507"/>
            </a:xfrm>
            <a:custGeom>
              <a:avLst/>
              <a:gdLst/>
              <a:ahLst/>
              <a:cxnLst/>
              <a:rect l="l" t="t" r="r" b="b"/>
              <a:pathLst>
                <a:path w="682" h="648" extrusionOk="0">
                  <a:moveTo>
                    <a:pt x="490" y="1"/>
                  </a:moveTo>
                  <a:cubicBezTo>
                    <a:pt x="445" y="1"/>
                    <a:pt x="400" y="18"/>
                    <a:pt x="366" y="53"/>
                  </a:cubicBezTo>
                  <a:lnTo>
                    <a:pt x="70" y="349"/>
                  </a:lnTo>
                  <a:cubicBezTo>
                    <a:pt x="1" y="418"/>
                    <a:pt x="1" y="528"/>
                    <a:pt x="70" y="595"/>
                  </a:cubicBezTo>
                  <a:cubicBezTo>
                    <a:pt x="104" y="630"/>
                    <a:pt x="148" y="647"/>
                    <a:pt x="193" y="647"/>
                  </a:cubicBezTo>
                  <a:cubicBezTo>
                    <a:pt x="238" y="647"/>
                    <a:pt x="283" y="630"/>
                    <a:pt x="316" y="595"/>
                  </a:cubicBezTo>
                  <a:lnTo>
                    <a:pt x="612" y="299"/>
                  </a:lnTo>
                  <a:cubicBezTo>
                    <a:pt x="682" y="230"/>
                    <a:pt x="682" y="120"/>
                    <a:pt x="612" y="53"/>
                  </a:cubicBezTo>
                  <a:cubicBezTo>
                    <a:pt x="578" y="18"/>
                    <a:pt x="534" y="1"/>
                    <a:pt x="49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49"/>
            <p:cNvSpPr/>
            <p:nvPr/>
          </p:nvSpPr>
          <p:spPr>
            <a:xfrm>
              <a:off x="7375513" y="1504625"/>
              <a:ext cx="50437" cy="48723"/>
            </a:xfrm>
            <a:custGeom>
              <a:avLst/>
              <a:gdLst/>
              <a:ahLst/>
              <a:cxnLst/>
              <a:rect l="l" t="t" r="r" b="b"/>
              <a:pathLst>
                <a:path w="1766" h="1706" extrusionOk="0">
                  <a:moveTo>
                    <a:pt x="882" y="1"/>
                  </a:moveTo>
                  <a:cubicBezTo>
                    <a:pt x="395" y="1"/>
                    <a:pt x="0" y="397"/>
                    <a:pt x="0" y="884"/>
                  </a:cubicBezTo>
                  <a:cubicBezTo>
                    <a:pt x="0" y="1036"/>
                    <a:pt x="37" y="1200"/>
                    <a:pt x="103" y="1323"/>
                  </a:cubicBezTo>
                  <a:cubicBezTo>
                    <a:pt x="174" y="1304"/>
                    <a:pt x="247" y="1293"/>
                    <a:pt x="323" y="1293"/>
                  </a:cubicBezTo>
                  <a:cubicBezTo>
                    <a:pt x="621" y="1293"/>
                    <a:pt x="855" y="1438"/>
                    <a:pt x="982" y="1684"/>
                  </a:cubicBezTo>
                  <a:lnTo>
                    <a:pt x="982" y="1706"/>
                  </a:lnTo>
                  <a:cubicBezTo>
                    <a:pt x="982" y="1691"/>
                    <a:pt x="1006" y="1649"/>
                    <a:pt x="1006" y="1633"/>
                  </a:cubicBezTo>
                  <a:cubicBezTo>
                    <a:pt x="1013" y="1235"/>
                    <a:pt x="1342" y="910"/>
                    <a:pt x="1744" y="910"/>
                  </a:cubicBezTo>
                  <a:lnTo>
                    <a:pt x="1747" y="910"/>
                  </a:lnTo>
                  <a:cubicBezTo>
                    <a:pt x="1755" y="910"/>
                    <a:pt x="1758" y="910"/>
                    <a:pt x="1766" y="908"/>
                  </a:cubicBezTo>
                  <a:lnTo>
                    <a:pt x="1766" y="884"/>
                  </a:lnTo>
                  <a:cubicBezTo>
                    <a:pt x="1766" y="397"/>
                    <a:pt x="1371" y="1"/>
                    <a:pt x="8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49"/>
            <p:cNvSpPr/>
            <p:nvPr/>
          </p:nvSpPr>
          <p:spPr>
            <a:xfrm>
              <a:off x="7375513" y="1504739"/>
              <a:ext cx="41583" cy="39698"/>
            </a:xfrm>
            <a:custGeom>
              <a:avLst/>
              <a:gdLst/>
              <a:ahLst/>
              <a:cxnLst/>
              <a:rect l="l" t="t" r="r" b="b"/>
              <a:pathLst>
                <a:path w="1456" h="1390" extrusionOk="0">
                  <a:moveTo>
                    <a:pt x="884" y="0"/>
                  </a:moveTo>
                  <a:cubicBezTo>
                    <a:pt x="395" y="0"/>
                    <a:pt x="0" y="395"/>
                    <a:pt x="0" y="884"/>
                  </a:cubicBezTo>
                  <a:cubicBezTo>
                    <a:pt x="0" y="1034"/>
                    <a:pt x="37" y="1198"/>
                    <a:pt x="103" y="1322"/>
                  </a:cubicBezTo>
                  <a:cubicBezTo>
                    <a:pt x="174" y="1300"/>
                    <a:pt x="247" y="1289"/>
                    <a:pt x="323" y="1289"/>
                  </a:cubicBezTo>
                  <a:cubicBezTo>
                    <a:pt x="469" y="1289"/>
                    <a:pt x="601" y="1324"/>
                    <a:pt x="712" y="1390"/>
                  </a:cubicBezTo>
                  <a:cubicBezTo>
                    <a:pt x="679" y="1295"/>
                    <a:pt x="663" y="1189"/>
                    <a:pt x="663" y="1089"/>
                  </a:cubicBezTo>
                  <a:cubicBezTo>
                    <a:pt x="663" y="632"/>
                    <a:pt x="1012" y="256"/>
                    <a:pt x="1455" y="210"/>
                  </a:cubicBezTo>
                  <a:cubicBezTo>
                    <a:pt x="1300" y="77"/>
                    <a:pt x="1103" y="0"/>
                    <a:pt x="884"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49"/>
            <p:cNvSpPr/>
            <p:nvPr/>
          </p:nvSpPr>
          <p:spPr>
            <a:xfrm>
              <a:off x="7403301" y="1508766"/>
              <a:ext cx="108785" cy="64317"/>
            </a:xfrm>
            <a:custGeom>
              <a:avLst/>
              <a:gdLst/>
              <a:ahLst/>
              <a:cxnLst/>
              <a:rect l="l" t="t" r="r" b="b"/>
              <a:pathLst>
                <a:path w="3809" h="2252" extrusionOk="0">
                  <a:moveTo>
                    <a:pt x="1903" y="0"/>
                  </a:moveTo>
                  <a:cubicBezTo>
                    <a:pt x="1437" y="0"/>
                    <a:pt x="1037" y="283"/>
                    <a:pt x="866" y="688"/>
                  </a:cubicBezTo>
                  <a:cubicBezTo>
                    <a:pt x="846" y="736"/>
                    <a:pt x="800" y="765"/>
                    <a:pt x="749" y="765"/>
                  </a:cubicBezTo>
                  <a:lnTo>
                    <a:pt x="745" y="765"/>
                  </a:lnTo>
                  <a:cubicBezTo>
                    <a:pt x="338" y="765"/>
                    <a:pt x="9" y="1090"/>
                    <a:pt x="0" y="1493"/>
                  </a:cubicBezTo>
                  <a:lnTo>
                    <a:pt x="0" y="1543"/>
                  </a:lnTo>
                  <a:cubicBezTo>
                    <a:pt x="9" y="1561"/>
                    <a:pt x="19" y="1583"/>
                    <a:pt x="28" y="1601"/>
                  </a:cubicBezTo>
                  <a:cubicBezTo>
                    <a:pt x="42" y="1632"/>
                    <a:pt x="73" y="1652"/>
                    <a:pt x="108" y="1652"/>
                  </a:cubicBezTo>
                  <a:lnTo>
                    <a:pt x="114" y="1652"/>
                  </a:lnTo>
                  <a:cubicBezTo>
                    <a:pt x="393" y="1652"/>
                    <a:pt x="621" y="1879"/>
                    <a:pt x="627" y="2158"/>
                  </a:cubicBezTo>
                  <a:cubicBezTo>
                    <a:pt x="627" y="2185"/>
                    <a:pt x="625" y="2209"/>
                    <a:pt x="621" y="2236"/>
                  </a:cubicBezTo>
                  <a:cubicBezTo>
                    <a:pt x="667" y="2246"/>
                    <a:pt x="712" y="2251"/>
                    <a:pt x="758" y="2251"/>
                  </a:cubicBezTo>
                  <a:lnTo>
                    <a:pt x="3040" y="2251"/>
                  </a:lnTo>
                  <a:cubicBezTo>
                    <a:pt x="3458" y="2251"/>
                    <a:pt x="3809" y="1911"/>
                    <a:pt x="3801" y="1493"/>
                  </a:cubicBezTo>
                  <a:cubicBezTo>
                    <a:pt x="3794" y="1090"/>
                    <a:pt x="3465" y="765"/>
                    <a:pt x="3060" y="765"/>
                  </a:cubicBezTo>
                  <a:lnTo>
                    <a:pt x="3055" y="765"/>
                  </a:lnTo>
                  <a:cubicBezTo>
                    <a:pt x="3003" y="765"/>
                    <a:pt x="2958" y="736"/>
                    <a:pt x="2938" y="688"/>
                  </a:cubicBezTo>
                  <a:cubicBezTo>
                    <a:pt x="2766" y="283"/>
                    <a:pt x="2368" y="0"/>
                    <a:pt x="19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49"/>
            <p:cNvSpPr/>
            <p:nvPr/>
          </p:nvSpPr>
          <p:spPr>
            <a:xfrm>
              <a:off x="7403359" y="1508852"/>
              <a:ext cx="70029" cy="64260"/>
            </a:xfrm>
            <a:custGeom>
              <a:avLst/>
              <a:gdLst/>
              <a:ahLst/>
              <a:cxnLst/>
              <a:rect l="l" t="t" r="r" b="b"/>
              <a:pathLst>
                <a:path w="2452" h="2250" extrusionOk="0">
                  <a:moveTo>
                    <a:pt x="1901" y="1"/>
                  </a:moveTo>
                  <a:cubicBezTo>
                    <a:pt x="1435" y="1"/>
                    <a:pt x="1035" y="284"/>
                    <a:pt x="864" y="687"/>
                  </a:cubicBezTo>
                  <a:cubicBezTo>
                    <a:pt x="844" y="735"/>
                    <a:pt x="798" y="764"/>
                    <a:pt x="749" y="764"/>
                  </a:cubicBezTo>
                  <a:lnTo>
                    <a:pt x="743" y="764"/>
                  </a:lnTo>
                  <a:cubicBezTo>
                    <a:pt x="338" y="764"/>
                    <a:pt x="7" y="1089"/>
                    <a:pt x="0" y="1492"/>
                  </a:cubicBezTo>
                  <a:lnTo>
                    <a:pt x="0" y="1543"/>
                  </a:lnTo>
                  <a:cubicBezTo>
                    <a:pt x="7" y="1562"/>
                    <a:pt x="17" y="1582"/>
                    <a:pt x="28" y="1600"/>
                  </a:cubicBezTo>
                  <a:cubicBezTo>
                    <a:pt x="40" y="1631"/>
                    <a:pt x="73" y="1653"/>
                    <a:pt x="106" y="1653"/>
                  </a:cubicBezTo>
                  <a:lnTo>
                    <a:pt x="112" y="1653"/>
                  </a:lnTo>
                  <a:cubicBezTo>
                    <a:pt x="393" y="1653"/>
                    <a:pt x="621" y="1877"/>
                    <a:pt x="625" y="2157"/>
                  </a:cubicBezTo>
                  <a:cubicBezTo>
                    <a:pt x="625" y="2184"/>
                    <a:pt x="623" y="2210"/>
                    <a:pt x="621" y="2237"/>
                  </a:cubicBezTo>
                  <a:cubicBezTo>
                    <a:pt x="667" y="2246"/>
                    <a:pt x="712" y="2250"/>
                    <a:pt x="758" y="2250"/>
                  </a:cubicBezTo>
                  <a:lnTo>
                    <a:pt x="1862" y="2250"/>
                  </a:lnTo>
                  <a:cubicBezTo>
                    <a:pt x="1446" y="2248"/>
                    <a:pt x="1096" y="1908"/>
                    <a:pt x="1103" y="1490"/>
                  </a:cubicBezTo>
                  <a:cubicBezTo>
                    <a:pt x="1110" y="1087"/>
                    <a:pt x="1441" y="762"/>
                    <a:pt x="1848" y="762"/>
                  </a:cubicBezTo>
                  <a:lnTo>
                    <a:pt x="1853" y="762"/>
                  </a:lnTo>
                  <a:cubicBezTo>
                    <a:pt x="1902" y="762"/>
                    <a:pt x="1948" y="733"/>
                    <a:pt x="1968" y="685"/>
                  </a:cubicBezTo>
                  <a:cubicBezTo>
                    <a:pt x="2067" y="453"/>
                    <a:pt x="2238" y="265"/>
                    <a:pt x="2452" y="143"/>
                  </a:cubicBezTo>
                  <a:cubicBezTo>
                    <a:pt x="2291" y="52"/>
                    <a:pt x="2101" y="1"/>
                    <a:pt x="1901"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49"/>
            <p:cNvSpPr/>
            <p:nvPr/>
          </p:nvSpPr>
          <p:spPr>
            <a:xfrm>
              <a:off x="7349009" y="1540982"/>
              <a:ext cx="73199" cy="44068"/>
            </a:xfrm>
            <a:custGeom>
              <a:avLst/>
              <a:gdLst/>
              <a:ahLst/>
              <a:cxnLst/>
              <a:rect l="l" t="t" r="r" b="b"/>
              <a:pathLst>
                <a:path w="2563" h="1543" extrusionOk="0">
                  <a:moveTo>
                    <a:pt x="1251" y="0"/>
                  </a:moveTo>
                  <a:cubicBezTo>
                    <a:pt x="932" y="0"/>
                    <a:pt x="658" y="194"/>
                    <a:pt x="541" y="469"/>
                  </a:cubicBezTo>
                  <a:cubicBezTo>
                    <a:pt x="528" y="502"/>
                    <a:pt x="496" y="522"/>
                    <a:pt x="463" y="522"/>
                  </a:cubicBezTo>
                  <a:lnTo>
                    <a:pt x="457" y="522"/>
                  </a:lnTo>
                  <a:cubicBezTo>
                    <a:pt x="275" y="522"/>
                    <a:pt x="90" y="643"/>
                    <a:pt x="1" y="789"/>
                  </a:cubicBezTo>
                  <a:cubicBezTo>
                    <a:pt x="249" y="822"/>
                    <a:pt x="421" y="1017"/>
                    <a:pt x="419" y="1273"/>
                  </a:cubicBezTo>
                  <a:cubicBezTo>
                    <a:pt x="419" y="1355"/>
                    <a:pt x="399" y="1432"/>
                    <a:pt x="364" y="1499"/>
                  </a:cubicBezTo>
                  <a:cubicBezTo>
                    <a:pt x="357" y="1514"/>
                    <a:pt x="355" y="1525"/>
                    <a:pt x="355" y="1537"/>
                  </a:cubicBezTo>
                  <a:cubicBezTo>
                    <a:pt x="377" y="1541"/>
                    <a:pt x="446" y="1543"/>
                    <a:pt x="468" y="1543"/>
                  </a:cubicBezTo>
                  <a:lnTo>
                    <a:pt x="2035" y="1543"/>
                  </a:lnTo>
                  <a:cubicBezTo>
                    <a:pt x="2319" y="1543"/>
                    <a:pt x="2562" y="1307"/>
                    <a:pt x="2555" y="1023"/>
                  </a:cubicBezTo>
                  <a:cubicBezTo>
                    <a:pt x="2549" y="743"/>
                    <a:pt x="2325" y="522"/>
                    <a:pt x="2046" y="522"/>
                  </a:cubicBezTo>
                  <a:lnTo>
                    <a:pt x="2042" y="522"/>
                  </a:lnTo>
                  <a:cubicBezTo>
                    <a:pt x="2007" y="522"/>
                    <a:pt x="1976" y="502"/>
                    <a:pt x="1962" y="469"/>
                  </a:cubicBezTo>
                  <a:cubicBezTo>
                    <a:pt x="1845" y="194"/>
                    <a:pt x="1571" y="0"/>
                    <a:pt x="12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49"/>
            <p:cNvSpPr/>
            <p:nvPr/>
          </p:nvSpPr>
          <p:spPr>
            <a:xfrm>
              <a:off x="7349009" y="1540925"/>
              <a:ext cx="46610" cy="44097"/>
            </a:xfrm>
            <a:custGeom>
              <a:avLst/>
              <a:gdLst/>
              <a:ahLst/>
              <a:cxnLst/>
              <a:rect l="l" t="t" r="r" b="b"/>
              <a:pathLst>
                <a:path w="1632" h="1544" extrusionOk="0">
                  <a:moveTo>
                    <a:pt x="1251" y="0"/>
                  </a:moveTo>
                  <a:cubicBezTo>
                    <a:pt x="932" y="0"/>
                    <a:pt x="658" y="194"/>
                    <a:pt x="541" y="470"/>
                  </a:cubicBezTo>
                  <a:cubicBezTo>
                    <a:pt x="528" y="502"/>
                    <a:pt x="496" y="523"/>
                    <a:pt x="463" y="523"/>
                  </a:cubicBezTo>
                  <a:lnTo>
                    <a:pt x="457" y="523"/>
                  </a:lnTo>
                  <a:cubicBezTo>
                    <a:pt x="275" y="523"/>
                    <a:pt x="90" y="643"/>
                    <a:pt x="1" y="789"/>
                  </a:cubicBezTo>
                  <a:cubicBezTo>
                    <a:pt x="249" y="822"/>
                    <a:pt x="421" y="1017"/>
                    <a:pt x="419" y="1273"/>
                  </a:cubicBezTo>
                  <a:cubicBezTo>
                    <a:pt x="419" y="1355"/>
                    <a:pt x="399" y="1430"/>
                    <a:pt x="364" y="1499"/>
                  </a:cubicBezTo>
                  <a:cubicBezTo>
                    <a:pt x="357" y="1512"/>
                    <a:pt x="355" y="1525"/>
                    <a:pt x="355" y="1538"/>
                  </a:cubicBezTo>
                  <a:cubicBezTo>
                    <a:pt x="377" y="1539"/>
                    <a:pt x="446" y="1543"/>
                    <a:pt x="468" y="1543"/>
                  </a:cubicBezTo>
                  <a:lnTo>
                    <a:pt x="1226" y="1543"/>
                  </a:lnTo>
                  <a:cubicBezTo>
                    <a:pt x="941" y="1543"/>
                    <a:pt x="702" y="1309"/>
                    <a:pt x="707" y="1025"/>
                  </a:cubicBezTo>
                  <a:cubicBezTo>
                    <a:pt x="711" y="749"/>
                    <a:pt x="937" y="524"/>
                    <a:pt x="1215" y="524"/>
                  </a:cubicBezTo>
                  <a:lnTo>
                    <a:pt x="1220" y="524"/>
                  </a:lnTo>
                  <a:cubicBezTo>
                    <a:pt x="1255" y="524"/>
                    <a:pt x="1286" y="504"/>
                    <a:pt x="1301" y="471"/>
                  </a:cubicBezTo>
                  <a:cubicBezTo>
                    <a:pt x="1366" y="314"/>
                    <a:pt x="1485" y="185"/>
                    <a:pt x="1631" y="101"/>
                  </a:cubicBezTo>
                  <a:cubicBezTo>
                    <a:pt x="1520" y="37"/>
                    <a:pt x="1388" y="0"/>
                    <a:pt x="1251"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49"/>
            <p:cNvSpPr/>
            <p:nvPr/>
          </p:nvSpPr>
          <p:spPr>
            <a:xfrm>
              <a:off x="7236083" y="1514678"/>
              <a:ext cx="44611" cy="86023"/>
            </a:xfrm>
            <a:custGeom>
              <a:avLst/>
              <a:gdLst/>
              <a:ahLst/>
              <a:cxnLst/>
              <a:rect l="l" t="t" r="r" b="b"/>
              <a:pathLst>
                <a:path w="1562" h="3012" extrusionOk="0">
                  <a:moveTo>
                    <a:pt x="721" y="0"/>
                  </a:moveTo>
                  <a:cubicBezTo>
                    <a:pt x="383" y="0"/>
                    <a:pt x="106" y="277"/>
                    <a:pt x="106" y="615"/>
                  </a:cubicBezTo>
                  <a:cubicBezTo>
                    <a:pt x="106" y="715"/>
                    <a:pt x="128" y="810"/>
                    <a:pt x="172" y="892"/>
                  </a:cubicBezTo>
                  <a:cubicBezTo>
                    <a:pt x="190" y="929"/>
                    <a:pt x="185" y="971"/>
                    <a:pt x="159" y="1003"/>
                  </a:cubicBezTo>
                  <a:cubicBezTo>
                    <a:pt x="61" y="1126"/>
                    <a:pt x="1" y="1330"/>
                    <a:pt x="1" y="1498"/>
                  </a:cubicBezTo>
                  <a:lnTo>
                    <a:pt x="1" y="1524"/>
                  </a:lnTo>
                  <a:cubicBezTo>
                    <a:pt x="214" y="1690"/>
                    <a:pt x="400" y="1896"/>
                    <a:pt x="521" y="2148"/>
                  </a:cubicBezTo>
                  <a:cubicBezTo>
                    <a:pt x="707" y="2546"/>
                    <a:pt x="959" y="2793"/>
                    <a:pt x="1216" y="3012"/>
                  </a:cubicBezTo>
                  <a:cubicBezTo>
                    <a:pt x="1425" y="2858"/>
                    <a:pt x="1561" y="2566"/>
                    <a:pt x="1561" y="2287"/>
                  </a:cubicBezTo>
                  <a:cubicBezTo>
                    <a:pt x="1561" y="2104"/>
                    <a:pt x="1505" y="1938"/>
                    <a:pt x="1406" y="1801"/>
                  </a:cubicBezTo>
                  <a:cubicBezTo>
                    <a:pt x="1386" y="1774"/>
                    <a:pt x="1381" y="1735"/>
                    <a:pt x="1395" y="1704"/>
                  </a:cubicBezTo>
                  <a:cubicBezTo>
                    <a:pt x="1425" y="1626"/>
                    <a:pt x="1441" y="1540"/>
                    <a:pt x="1441" y="1453"/>
                  </a:cubicBezTo>
                  <a:cubicBezTo>
                    <a:pt x="1441" y="1285"/>
                    <a:pt x="1381" y="1129"/>
                    <a:pt x="1286" y="1005"/>
                  </a:cubicBezTo>
                  <a:cubicBezTo>
                    <a:pt x="1260" y="974"/>
                    <a:pt x="1253" y="930"/>
                    <a:pt x="1271" y="894"/>
                  </a:cubicBezTo>
                  <a:cubicBezTo>
                    <a:pt x="1313" y="812"/>
                    <a:pt x="1339" y="719"/>
                    <a:pt x="1339" y="620"/>
                  </a:cubicBezTo>
                  <a:cubicBezTo>
                    <a:pt x="1341" y="293"/>
                    <a:pt x="1080" y="18"/>
                    <a:pt x="753" y="1"/>
                  </a:cubicBezTo>
                  <a:cubicBezTo>
                    <a:pt x="742" y="1"/>
                    <a:pt x="731" y="0"/>
                    <a:pt x="7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49"/>
            <p:cNvSpPr/>
            <p:nvPr/>
          </p:nvSpPr>
          <p:spPr>
            <a:xfrm>
              <a:off x="7236083" y="1514678"/>
              <a:ext cx="30331" cy="63974"/>
            </a:xfrm>
            <a:custGeom>
              <a:avLst/>
              <a:gdLst/>
              <a:ahLst/>
              <a:cxnLst/>
              <a:rect l="l" t="t" r="r" b="b"/>
              <a:pathLst>
                <a:path w="1062" h="2240" extrusionOk="0">
                  <a:moveTo>
                    <a:pt x="719" y="0"/>
                  </a:moveTo>
                  <a:cubicBezTo>
                    <a:pt x="379" y="0"/>
                    <a:pt x="103" y="277"/>
                    <a:pt x="103" y="615"/>
                  </a:cubicBezTo>
                  <a:cubicBezTo>
                    <a:pt x="103" y="715"/>
                    <a:pt x="127" y="810"/>
                    <a:pt x="169" y="892"/>
                  </a:cubicBezTo>
                  <a:cubicBezTo>
                    <a:pt x="187" y="929"/>
                    <a:pt x="183" y="971"/>
                    <a:pt x="158" y="1003"/>
                  </a:cubicBezTo>
                  <a:cubicBezTo>
                    <a:pt x="61" y="1126"/>
                    <a:pt x="1" y="1327"/>
                    <a:pt x="1" y="1498"/>
                  </a:cubicBezTo>
                  <a:lnTo>
                    <a:pt x="1" y="1524"/>
                  </a:lnTo>
                  <a:cubicBezTo>
                    <a:pt x="214" y="1690"/>
                    <a:pt x="400" y="1896"/>
                    <a:pt x="521" y="2148"/>
                  </a:cubicBezTo>
                  <a:cubicBezTo>
                    <a:pt x="534" y="2181"/>
                    <a:pt x="550" y="2210"/>
                    <a:pt x="567" y="2239"/>
                  </a:cubicBezTo>
                  <a:cubicBezTo>
                    <a:pt x="576" y="2075"/>
                    <a:pt x="630" y="1927"/>
                    <a:pt x="720" y="1801"/>
                  </a:cubicBezTo>
                  <a:cubicBezTo>
                    <a:pt x="740" y="1772"/>
                    <a:pt x="745" y="1735"/>
                    <a:pt x="731" y="1704"/>
                  </a:cubicBezTo>
                  <a:cubicBezTo>
                    <a:pt x="702" y="1626"/>
                    <a:pt x="685" y="1540"/>
                    <a:pt x="685" y="1453"/>
                  </a:cubicBezTo>
                  <a:cubicBezTo>
                    <a:pt x="685" y="1285"/>
                    <a:pt x="745" y="1129"/>
                    <a:pt x="840" y="1005"/>
                  </a:cubicBezTo>
                  <a:cubicBezTo>
                    <a:pt x="866" y="974"/>
                    <a:pt x="871" y="930"/>
                    <a:pt x="853" y="894"/>
                  </a:cubicBezTo>
                  <a:cubicBezTo>
                    <a:pt x="813" y="812"/>
                    <a:pt x="787" y="719"/>
                    <a:pt x="787" y="620"/>
                  </a:cubicBezTo>
                  <a:cubicBezTo>
                    <a:pt x="786" y="410"/>
                    <a:pt x="895" y="218"/>
                    <a:pt x="1061" y="107"/>
                  </a:cubicBezTo>
                  <a:cubicBezTo>
                    <a:pt x="974" y="45"/>
                    <a:pt x="866" y="7"/>
                    <a:pt x="751" y="1"/>
                  </a:cubicBezTo>
                  <a:cubicBezTo>
                    <a:pt x="740" y="1"/>
                    <a:pt x="729" y="0"/>
                    <a:pt x="719"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49"/>
            <p:cNvSpPr/>
            <p:nvPr/>
          </p:nvSpPr>
          <p:spPr>
            <a:xfrm>
              <a:off x="7333529" y="1562688"/>
              <a:ext cx="34129" cy="73656"/>
            </a:xfrm>
            <a:custGeom>
              <a:avLst/>
              <a:gdLst/>
              <a:ahLst/>
              <a:cxnLst/>
              <a:rect l="l" t="t" r="r" b="b"/>
              <a:pathLst>
                <a:path w="1195" h="2579" extrusionOk="0">
                  <a:moveTo>
                    <a:pt x="502" y="1"/>
                  </a:moveTo>
                  <a:cubicBezTo>
                    <a:pt x="332" y="1"/>
                    <a:pt x="182" y="85"/>
                    <a:pt x="92" y="210"/>
                  </a:cubicBezTo>
                  <a:cubicBezTo>
                    <a:pt x="79" y="257"/>
                    <a:pt x="41" y="303"/>
                    <a:pt x="19" y="347"/>
                  </a:cubicBezTo>
                  <a:cubicBezTo>
                    <a:pt x="1" y="383"/>
                    <a:pt x="6" y="427"/>
                    <a:pt x="32" y="458"/>
                  </a:cubicBezTo>
                  <a:cubicBezTo>
                    <a:pt x="130" y="582"/>
                    <a:pt x="187" y="737"/>
                    <a:pt x="187" y="905"/>
                  </a:cubicBezTo>
                  <a:cubicBezTo>
                    <a:pt x="187" y="995"/>
                    <a:pt x="170" y="1079"/>
                    <a:pt x="141" y="1157"/>
                  </a:cubicBezTo>
                  <a:cubicBezTo>
                    <a:pt x="130" y="1188"/>
                    <a:pt x="132" y="1225"/>
                    <a:pt x="152" y="1256"/>
                  </a:cubicBezTo>
                  <a:cubicBezTo>
                    <a:pt x="251" y="1393"/>
                    <a:pt x="307" y="1561"/>
                    <a:pt x="307" y="1741"/>
                  </a:cubicBezTo>
                  <a:cubicBezTo>
                    <a:pt x="307" y="2004"/>
                    <a:pt x="189" y="2236"/>
                    <a:pt x="1" y="2389"/>
                  </a:cubicBezTo>
                  <a:cubicBezTo>
                    <a:pt x="114" y="2497"/>
                    <a:pt x="287" y="2567"/>
                    <a:pt x="453" y="2577"/>
                  </a:cubicBezTo>
                  <a:cubicBezTo>
                    <a:pt x="469" y="2578"/>
                    <a:pt x="484" y="2579"/>
                    <a:pt x="499" y="2579"/>
                  </a:cubicBezTo>
                  <a:cubicBezTo>
                    <a:pt x="883" y="2579"/>
                    <a:pt x="1193" y="2269"/>
                    <a:pt x="1193" y="1887"/>
                  </a:cubicBezTo>
                  <a:cubicBezTo>
                    <a:pt x="1195" y="1740"/>
                    <a:pt x="1145" y="1599"/>
                    <a:pt x="1067" y="1488"/>
                  </a:cubicBezTo>
                  <a:cubicBezTo>
                    <a:pt x="1050" y="1466"/>
                    <a:pt x="1045" y="1433"/>
                    <a:pt x="1058" y="1407"/>
                  </a:cubicBezTo>
                  <a:cubicBezTo>
                    <a:pt x="1081" y="1343"/>
                    <a:pt x="1094" y="1274"/>
                    <a:pt x="1094" y="1201"/>
                  </a:cubicBezTo>
                  <a:cubicBezTo>
                    <a:pt x="1094" y="1060"/>
                    <a:pt x="1045" y="933"/>
                    <a:pt x="966" y="832"/>
                  </a:cubicBezTo>
                  <a:cubicBezTo>
                    <a:pt x="945" y="805"/>
                    <a:pt x="939" y="772"/>
                    <a:pt x="954" y="739"/>
                  </a:cubicBezTo>
                  <a:cubicBezTo>
                    <a:pt x="988" y="672"/>
                    <a:pt x="1008" y="595"/>
                    <a:pt x="1008" y="513"/>
                  </a:cubicBezTo>
                  <a:cubicBezTo>
                    <a:pt x="1012" y="244"/>
                    <a:pt x="795" y="16"/>
                    <a:pt x="528" y="2"/>
                  </a:cubicBezTo>
                  <a:cubicBezTo>
                    <a:pt x="519" y="1"/>
                    <a:pt x="511" y="1"/>
                    <a:pt x="5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49"/>
            <p:cNvSpPr/>
            <p:nvPr/>
          </p:nvSpPr>
          <p:spPr>
            <a:xfrm>
              <a:off x="7333529" y="1562688"/>
              <a:ext cx="22705" cy="73742"/>
            </a:xfrm>
            <a:custGeom>
              <a:avLst/>
              <a:gdLst/>
              <a:ahLst/>
              <a:cxnLst/>
              <a:rect l="l" t="t" r="r" b="b"/>
              <a:pathLst>
                <a:path w="795" h="2582" extrusionOk="0">
                  <a:moveTo>
                    <a:pt x="502" y="1"/>
                  </a:moveTo>
                  <a:cubicBezTo>
                    <a:pt x="332" y="1"/>
                    <a:pt x="182" y="85"/>
                    <a:pt x="92" y="210"/>
                  </a:cubicBezTo>
                  <a:cubicBezTo>
                    <a:pt x="81" y="257"/>
                    <a:pt x="41" y="303"/>
                    <a:pt x="19" y="347"/>
                  </a:cubicBezTo>
                  <a:cubicBezTo>
                    <a:pt x="1" y="383"/>
                    <a:pt x="8" y="427"/>
                    <a:pt x="32" y="458"/>
                  </a:cubicBezTo>
                  <a:cubicBezTo>
                    <a:pt x="130" y="582"/>
                    <a:pt x="187" y="737"/>
                    <a:pt x="187" y="905"/>
                  </a:cubicBezTo>
                  <a:cubicBezTo>
                    <a:pt x="187" y="995"/>
                    <a:pt x="170" y="1079"/>
                    <a:pt x="141" y="1157"/>
                  </a:cubicBezTo>
                  <a:cubicBezTo>
                    <a:pt x="130" y="1188"/>
                    <a:pt x="132" y="1225"/>
                    <a:pt x="154" y="1256"/>
                  </a:cubicBezTo>
                  <a:cubicBezTo>
                    <a:pt x="251" y="1393"/>
                    <a:pt x="307" y="1561"/>
                    <a:pt x="307" y="1741"/>
                  </a:cubicBezTo>
                  <a:cubicBezTo>
                    <a:pt x="307" y="2004"/>
                    <a:pt x="189" y="2236"/>
                    <a:pt x="1" y="2389"/>
                  </a:cubicBezTo>
                  <a:cubicBezTo>
                    <a:pt x="114" y="2497"/>
                    <a:pt x="287" y="2567"/>
                    <a:pt x="453" y="2577"/>
                  </a:cubicBezTo>
                  <a:cubicBezTo>
                    <a:pt x="466" y="2577"/>
                    <a:pt x="477" y="2577"/>
                    <a:pt x="486" y="2581"/>
                  </a:cubicBezTo>
                  <a:cubicBezTo>
                    <a:pt x="682" y="2347"/>
                    <a:pt x="795" y="2050"/>
                    <a:pt x="795" y="1741"/>
                  </a:cubicBezTo>
                  <a:cubicBezTo>
                    <a:pt x="795" y="1557"/>
                    <a:pt x="756" y="1376"/>
                    <a:pt x="683" y="1212"/>
                  </a:cubicBezTo>
                  <a:cubicBezTo>
                    <a:pt x="662" y="1166"/>
                    <a:pt x="656" y="1115"/>
                    <a:pt x="662" y="1066"/>
                  </a:cubicBezTo>
                  <a:cubicBezTo>
                    <a:pt x="669" y="1013"/>
                    <a:pt x="674" y="958"/>
                    <a:pt x="674" y="905"/>
                  </a:cubicBezTo>
                  <a:cubicBezTo>
                    <a:pt x="674" y="739"/>
                    <a:pt x="638" y="575"/>
                    <a:pt x="570" y="425"/>
                  </a:cubicBezTo>
                  <a:cubicBezTo>
                    <a:pt x="548" y="376"/>
                    <a:pt x="543" y="321"/>
                    <a:pt x="552" y="270"/>
                  </a:cubicBezTo>
                  <a:cubicBezTo>
                    <a:pt x="565" y="206"/>
                    <a:pt x="570" y="142"/>
                    <a:pt x="570" y="75"/>
                  </a:cubicBezTo>
                  <a:cubicBezTo>
                    <a:pt x="570" y="53"/>
                    <a:pt x="570" y="29"/>
                    <a:pt x="568" y="7"/>
                  </a:cubicBezTo>
                  <a:cubicBezTo>
                    <a:pt x="556" y="5"/>
                    <a:pt x="541" y="2"/>
                    <a:pt x="528" y="2"/>
                  </a:cubicBezTo>
                  <a:cubicBezTo>
                    <a:pt x="519" y="1"/>
                    <a:pt x="511" y="1"/>
                    <a:pt x="50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49"/>
            <p:cNvSpPr/>
            <p:nvPr/>
          </p:nvSpPr>
          <p:spPr>
            <a:xfrm>
              <a:off x="7294631" y="1547065"/>
              <a:ext cx="48409" cy="89307"/>
            </a:xfrm>
            <a:custGeom>
              <a:avLst/>
              <a:gdLst/>
              <a:ahLst/>
              <a:cxnLst/>
              <a:rect l="l" t="t" r="r" b="b"/>
              <a:pathLst>
                <a:path w="1695" h="3127" extrusionOk="0">
                  <a:moveTo>
                    <a:pt x="854" y="0"/>
                  </a:moveTo>
                  <a:cubicBezTo>
                    <a:pt x="514" y="0"/>
                    <a:pt x="238" y="276"/>
                    <a:pt x="238" y="616"/>
                  </a:cubicBezTo>
                  <a:cubicBezTo>
                    <a:pt x="238" y="716"/>
                    <a:pt x="260" y="810"/>
                    <a:pt x="304" y="892"/>
                  </a:cubicBezTo>
                  <a:cubicBezTo>
                    <a:pt x="322" y="928"/>
                    <a:pt x="317" y="972"/>
                    <a:pt x="293" y="1003"/>
                  </a:cubicBezTo>
                  <a:cubicBezTo>
                    <a:pt x="194" y="1127"/>
                    <a:pt x="134" y="1282"/>
                    <a:pt x="134" y="1450"/>
                  </a:cubicBezTo>
                  <a:cubicBezTo>
                    <a:pt x="134" y="1540"/>
                    <a:pt x="150" y="1624"/>
                    <a:pt x="180" y="1702"/>
                  </a:cubicBezTo>
                  <a:cubicBezTo>
                    <a:pt x="192" y="1733"/>
                    <a:pt x="189" y="1770"/>
                    <a:pt x="169" y="1799"/>
                  </a:cubicBezTo>
                  <a:cubicBezTo>
                    <a:pt x="59" y="1954"/>
                    <a:pt x="1" y="2146"/>
                    <a:pt x="15" y="2354"/>
                  </a:cubicBezTo>
                  <a:cubicBezTo>
                    <a:pt x="48" y="2767"/>
                    <a:pt x="386" y="3099"/>
                    <a:pt x="799" y="3124"/>
                  </a:cubicBezTo>
                  <a:cubicBezTo>
                    <a:pt x="818" y="3126"/>
                    <a:pt x="837" y="3126"/>
                    <a:pt x="856" y="3126"/>
                  </a:cubicBezTo>
                  <a:cubicBezTo>
                    <a:pt x="1318" y="3126"/>
                    <a:pt x="1695" y="2749"/>
                    <a:pt x="1695" y="2288"/>
                  </a:cubicBezTo>
                  <a:cubicBezTo>
                    <a:pt x="1693" y="2108"/>
                    <a:pt x="1637" y="1940"/>
                    <a:pt x="1538" y="1803"/>
                  </a:cubicBezTo>
                  <a:cubicBezTo>
                    <a:pt x="1518" y="1772"/>
                    <a:pt x="1512" y="1735"/>
                    <a:pt x="1527" y="1704"/>
                  </a:cubicBezTo>
                  <a:cubicBezTo>
                    <a:pt x="1556" y="1626"/>
                    <a:pt x="1573" y="1540"/>
                    <a:pt x="1573" y="1452"/>
                  </a:cubicBezTo>
                  <a:cubicBezTo>
                    <a:pt x="1573" y="1284"/>
                    <a:pt x="1512" y="1129"/>
                    <a:pt x="1417" y="1005"/>
                  </a:cubicBezTo>
                  <a:cubicBezTo>
                    <a:pt x="1392" y="974"/>
                    <a:pt x="1385" y="930"/>
                    <a:pt x="1403" y="894"/>
                  </a:cubicBezTo>
                  <a:cubicBezTo>
                    <a:pt x="1445" y="811"/>
                    <a:pt x="1470" y="718"/>
                    <a:pt x="1470" y="620"/>
                  </a:cubicBezTo>
                  <a:cubicBezTo>
                    <a:pt x="1472" y="293"/>
                    <a:pt x="1211" y="17"/>
                    <a:pt x="886" y="1"/>
                  </a:cubicBezTo>
                  <a:cubicBezTo>
                    <a:pt x="875" y="0"/>
                    <a:pt x="865" y="0"/>
                    <a:pt x="8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49"/>
            <p:cNvSpPr/>
            <p:nvPr/>
          </p:nvSpPr>
          <p:spPr>
            <a:xfrm>
              <a:off x="7294545" y="1547151"/>
              <a:ext cx="33444" cy="89336"/>
            </a:xfrm>
            <a:custGeom>
              <a:avLst/>
              <a:gdLst/>
              <a:ahLst/>
              <a:cxnLst/>
              <a:rect l="l" t="t" r="r" b="b"/>
              <a:pathLst>
                <a:path w="1171" h="3128" extrusionOk="0">
                  <a:moveTo>
                    <a:pt x="853" y="1"/>
                  </a:moveTo>
                  <a:cubicBezTo>
                    <a:pt x="515" y="1"/>
                    <a:pt x="237" y="277"/>
                    <a:pt x="237" y="615"/>
                  </a:cubicBezTo>
                  <a:cubicBezTo>
                    <a:pt x="237" y="715"/>
                    <a:pt x="261" y="808"/>
                    <a:pt x="305" y="891"/>
                  </a:cubicBezTo>
                  <a:cubicBezTo>
                    <a:pt x="323" y="927"/>
                    <a:pt x="318" y="971"/>
                    <a:pt x="292" y="1002"/>
                  </a:cubicBezTo>
                  <a:cubicBezTo>
                    <a:pt x="195" y="1126"/>
                    <a:pt x="135" y="1281"/>
                    <a:pt x="135" y="1449"/>
                  </a:cubicBezTo>
                  <a:cubicBezTo>
                    <a:pt x="135" y="1539"/>
                    <a:pt x="152" y="1623"/>
                    <a:pt x="181" y="1701"/>
                  </a:cubicBezTo>
                  <a:cubicBezTo>
                    <a:pt x="192" y="1732"/>
                    <a:pt x="190" y="1769"/>
                    <a:pt x="170" y="1800"/>
                  </a:cubicBezTo>
                  <a:cubicBezTo>
                    <a:pt x="60" y="1955"/>
                    <a:pt x="0" y="2147"/>
                    <a:pt x="17" y="2353"/>
                  </a:cubicBezTo>
                  <a:cubicBezTo>
                    <a:pt x="49" y="2767"/>
                    <a:pt x="387" y="3098"/>
                    <a:pt x="800" y="3125"/>
                  </a:cubicBezTo>
                  <a:cubicBezTo>
                    <a:pt x="818" y="3126"/>
                    <a:pt x="837" y="3127"/>
                    <a:pt x="855" y="3127"/>
                  </a:cubicBezTo>
                  <a:cubicBezTo>
                    <a:pt x="967" y="3127"/>
                    <a:pt x="1073" y="3104"/>
                    <a:pt x="1170" y="3065"/>
                  </a:cubicBezTo>
                  <a:cubicBezTo>
                    <a:pt x="884" y="2946"/>
                    <a:pt x="674" y="2676"/>
                    <a:pt x="648" y="2353"/>
                  </a:cubicBezTo>
                  <a:cubicBezTo>
                    <a:pt x="632" y="2147"/>
                    <a:pt x="692" y="1955"/>
                    <a:pt x="802" y="1800"/>
                  </a:cubicBezTo>
                  <a:cubicBezTo>
                    <a:pt x="822" y="1769"/>
                    <a:pt x="827" y="1732"/>
                    <a:pt x="813" y="1701"/>
                  </a:cubicBezTo>
                  <a:cubicBezTo>
                    <a:pt x="783" y="1623"/>
                    <a:pt x="767" y="1537"/>
                    <a:pt x="767" y="1449"/>
                  </a:cubicBezTo>
                  <a:cubicBezTo>
                    <a:pt x="767" y="1281"/>
                    <a:pt x="827" y="1124"/>
                    <a:pt x="926" y="1002"/>
                  </a:cubicBezTo>
                  <a:cubicBezTo>
                    <a:pt x="949" y="971"/>
                    <a:pt x="955" y="927"/>
                    <a:pt x="937" y="891"/>
                  </a:cubicBezTo>
                  <a:cubicBezTo>
                    <a:pt x="895" y="808"/>
                    <a:pt x="871" y="713"/>
                    <a:pt x="871" y="615"/>
                  </a:cubicBezTo>
                  <a:cubicBezTo>
                    <a:pt x="871" y="390"/>
                    <a:pt x="991" y="195"/>
                    <a:pt x="1168" y="87"/>
                  </a:cubicBezTo>
                  <a:cubicBezTo>
                    <a:pt x="1085" y="38"/>
                    <a:pt x="990" y="5"/>
                    <a:pt x="886" y="2"/>
                  </a:cubicBezTo>
                  <a:cubicBezTo>
                    <a:pt x="875" y="1"/>
                    <a:pt x="864" y="1"/>
                    <a:pt x="853"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49"/>
            <p:cNvSpPr/>
            <p:nvPr/>
          </p:nvSpPr>
          <p:spPr>
            <a:xfrm>
              <a:off x="7183161" y="1538097"/>
              <a:ext cx="328726" cy="261895"/>
            </a:xfrm>
            <a:custGeom>
              <a:avLst/>
              <a:gdLst/>
              <a:ahLst/>
              <a:cxnLst/>
              <a:rect l="l" t="t" r="r" b="b"/>
              <a:pathLst>
                <a:path w="11510" h="9170" extrusionOk="0">
                  <a:moveTo>
                    <a:pt x="231" y="1"/>
                  </a:moveTo>
                  <a:cubicBezTo>
                    <a:pt x="103" y="1"/>
                    <a:pt x="1" y="98"/>
                    <a:pt x="1" y="218"/>
                  </a:cubicBezTo>
                  <a:lnTo>
                    <a:pt x="1" y="8839"/>
                  </a:lnTo>
                  <a:cubicBezTo>
                    <a:pt x="1" y="9021"/>
                    <a:pt x="148" y="9169"/>
                    <a:pt x="331" y="9169"/>
                  </a:cubicBezTo>
                  <a:lnTo>
                    <a:pt x="11179" y="9169"/>
                  </a:lnTo>
                  <a:cubicBezTo>
                    <a:pt x="11361" y="9169"/>
                    <a:pt x="11509" y="9021"/>
                    <a:pt x="11509" y="8839"/>
                  </a:cubicBezTo>
                  <a:lnTo>
                    <a:pt x="11509" y="7157"/>
                  </a:lnTo>
                  <a:cubicBezTo>
                    <a:pt x="11276" y="7105"/>
                    <a:pt x="11020" y="7088"/>
                    <a:pt x="10753" y="7088"/>
                  </a:cubicBezTo>
                  <a:cubicBezTo>
                    <a:pt x="10271" y="7088"/>
                    <a:pt x="9751" y="7143"/>
                    <a:pt x="9257" y="7143"/>
                  </a:cubicBezTo>
                  <a:cubicBezTo>
                    <a:pt x="8381" y="7143"/>
                    <a:pt x="7586" y="6969"/>
                    <a:pt x="7223" y="6007"/>
                  </a:cubicBezTo>
                  <a:cubicBezTo>
                    <a:pt x="6542" y="4202"/>
                    <a:pt x="4324" y="4669"/>
                    <a:pt x="4070" y="3506"/>
                  </a:cubicBezTo>
                  <a:cubicBezTo>
                    <a:pt x="3816" y="2341"/>
                    <a:pt x="2865" y="2328"/>
                    <a:pt x="2374" y="1282"/>
                  </a:cubicBezTo>
                  <a:cubicBezTo>
                    <a:pt x="1916" y="309"/>
                    <a:pt x="462" y="36"/>
                    <a:pt x="273" y="3"/>
                  </a:cubicBezTo>
                  <a:cubicBezTo>
                    <a:pt x="258" y="1"/>
                    <a:pt x="245" y="1"/>
                    <a:pt x="23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49"/>
            <p:cNvSpPr/>
            <p:nvPr/>
          </p:nvSpPr>
          <p:spPr>
            <a:xfrm>
              <a:off x="7183104" y="1538097"/>
              <a:ext cx="36785" cy="261895"/>
            </a:xfrm>
            <a:custGeom>
              <a:avLst/>
              <a:gdLst/>
              <a:ahLst/>
              <a:cxnLst/>
              <a:rect l="l" t="t" r="r" b="b"/>
              <a:pathLst>
                <a:path w="1288" h="9170" extrusionOk="0">
                  <a:moveTo>
                    <a:pt x="231" y="1"/>
                  </a:moveTo>
                  <a:cubicBezTo>
                    <a:pt x="103" y="1"/>
                    <a:pt x="1" y="99"/>
                    <a:pt x="1" y="218"/>
                  </a:cubicBezTo>
                  <a:lnTo>
                    <a:pt x="1" y="8839"/>
                  </a:lnTo>
                  <a:cubicBezTo>
                    <a:pt x="1" y="9021"/>
                    <a:pt x="149" y="9169"/>
                    <a:pt x="331" y="9169"/>
                  </a:cubicBezTo>
                  <a:lnTo>
                    <a:pt x="1288" y="9169"/>
                  </a:lnTo>
                  <a:cubicBezTo>
                    <a:pt x="1105" y="9169"/>
                    <a:pt x="957" y="9021"/>
                    <a:pt x="957" y="8837"/>
                  </a:cubicBezTo>
                  <a:lnTo>
                    <a:pt x="957" y="218"/>
                  </a:lnTo>
                  <a:cubicBezTo>
                    <a:pt x="957" y="205"/>
                    <a:pt x="957" y="196"/>
                    <a:pt x="959" y="185"/>
                  </a:cubicBezTo>
                  <a:cubicBezTo>
                    <a:pt x="625" y="67"/>
                    <a:pt x="348" y="17"/>
                    <a:pt x="273" y="3"/>
                  </a:cubicBezTo>
                  <a:cubicBezTo>
                    <a:pt x="258" y="1"/>
                    <a:pt x="244" y="1"/>
                    <a:pt x="231"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07"/>
        <p:cNvGrpSpPr/>
        <p:nvPr/>
      </p:nvGrpSpPr>
      <p:grpSpPr>
        <a:xfrm>
          <a:off x="0" y="0"/>
          <a:ext cx="0" cy="0"/>
          <a:chOff x="0" y="0"/>
          <a:chExt cx="0" cy="0"/>
        </a:xfrm>
      </p:grpSpPr>
      <p:sp>
        <p:nvSpPr>
          <p:cNvPr id="4608" name="Google Shape;4608;p52"/>
          <p:cNvSpPr txBox="1">
            <a:spLocks noGrp="1"/>
          </p:cNvSpPr>
          <p:nvPr>
            <p:ph type="subTitle" idx="1"/>
          </p:nvPr>
        </p:nvSpPr>
        <p:spPr>
          <a:xfrm>
            <a:off x="4006625" y="1395175"/>
            <a:ext cx="3852000" cy="167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“This is a quote, words full of wisdom that someone important said and can make the reader get inspired.”</a:t>
            </a:r>
            <a:endParaRPr/>
          </a:p>
        </p:txBody>
      </p:sp>
      <p:sp>
        <p:nvSpPr>
          <p:cNvPr id="4609" name="Google Shape;4609;p52"/>
          <p:cNvSpPr txBox="1">
            <a:spLocks noGrp="1"/>
          </p:cNvSpPr>
          <p:nvPr>
            <p:ph type="title"/>
          </p:nvPr>
        </p:nvSpPr>
        <p:spPr>
          <a:xfrm rot="-1103">
            <a:off x="4006525" y="3143374"/>
            <a:ext cx="2804400" cy="60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—Someone Famous</a:t>
            </a:r>
            <a:endParaRPr/>
          </a:p>
        </p:txBody>
      </p:sp>
      <p:sp>
        <p:nvSpPr>
          <p:cNvPr id="4610" name="Google Shape;4610;p52"/>
          <p:cNvSpPr/>
          <p:nvPr/>
        </p:nvSpPr>
        <p:spPr>
          <a:xfrm rot="5400000">
            <a:off x="6463842" y="52742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11" name="Google Shape;4611;p52"/>
          <p:cNvGrpSpPr/>
          <p:nvPr/>
        </p:nvGrpSpPr>
        <p:grpSpPr>
          <a:xfrm>
            <a:off x="1285366" y="617004"/>
            <a:ext cx="1326761" cy="2967535"/>
            <a:chOff x="3654361" y="177051"/>
            <a:chExt cx="937905" cy="2097791"/>
          </a:xfrm>
        </p:grpSpPr>
        <p:sp>
          <p:nvSpPr>
            <p:cNvPr id="4612" name="Google Shape;4612;p52"/>
            <p:cNvSpPr/>
            <p:nvPr/>
          </p:nvSpPr>
          <p:spPr>
            <a:xfrm>
              <a:off x="4462811" y="496031"/>
              <a:ext cx="129455" cy="131846"/>
            </a:xfrm>
            <a:custGeom>
              <a:avLst/>
              <a:gdLst/>
              <a:ahLst/>
              <a:cxnLst/>
              <a:rect l="l" t="t" r="r" b="b"/>
              <a:pathLst>
                <a:path w="4224" h="4302" extrusionOk="0">
                  <a:moveTo>
                    <a:pt x="2226" y="0"/>
                  </a:moveTo>
                  <a:cubicBezTo>
                    <a:pt x="2112" y="0"/>
                    <a:pt x="1992" y="72"/>
                    <a:pt x="1955" y="252"/>
                  </a:cubicBezTo>
                  <a:cubicBezTo>
                    <a:pt x="1882" y="600"/>
                    <a:pt x="1568" y="953"/>
                    <a:pt x="1368" y="1119"/>
                  </a:cubicBezTo>
                  <a:cubicBezTo>
                    <a:pt x="779" y="1617"/>
                    <a:pt x="667" y="1933"/>
                    <a:pt x="614" y="2172"/>
                  </a:cubicBezTo>
                  <a:cubicBezTo>
                    <a:pt x="459" y="2844"/>
                    <a:pt x="108" y="3196"/>
                    <a:pt x="108" y="3196"/>
                  </a:cubicBezTo>
                  <a:cubicBezTo>
                    <a:pt x="79" y="3231"/>
                    <a:pt x="42" y="3270"/>
                    <a:pt x="1" y="3311"/>
                  </a:cubicBezTo>
                  <a:lnTo>
                    <a:pt x="1224" y="4301"/>
                  </a:lnTo>
                  <a:cubicBezTo>
                    <a:pt x="1570" y="3953"/>
                    <a:pt x="1893" y="3675"/>
                    <a:pt x="2501" y="3320"/>
                  </a:cubicBezTo>
                  <a:cubicBezTo>
                    <a:pt x="3646" y="2658"/>
                    <a:pt x="4056" y="1573"/>
                    <a:pt x="4084" y="1370"/>
                  </a:cubicBezTo>
                  <a:cubicBezTo>
                    <a:pt x="4223" y="420"/>
                    <a:pt x="4088" y="2"/>
                    <a:pt x="3947" y="2"/>
                  </a:cubicBezTo>
                  <a:cubicBezTo>
                    <a:pt x="3912" y="2"/>
                    <a:pt x="3877" y="28"/>
                    <a:pt x="3845" y="77"/>
                  </a:cubicBezTo>
                  <a:cubicBezTo>
                    <a:pt x="2970" y="1450"/>
                    <a:pt x="1985" y="1453"/>
                    <a:pt x="1977" y="1453"/>
                  </a:cubicBezTo>
                  <a:cubicBezTo>
                    <a:pt x="1977" y="1453"/>
                    <a:pt x="1977" y="1453"/>
                    <a:pt x="1977" y="1453"/>
                  </a:cubicBezTo>
                  <a:cubicBezTo>
                    <a:pt x="2472" y="947"/>
                    <a:pt x="2510" y="381"/>
                    <a:pt x="2451" y="152"/>
                  </a:cubicBezTo>
                  <a:cubicBezTo>
                    <a:pt x="2428" y="60"/>
                    <a:pt x="2329" y="0"/>
                    <a:pt x="2226" y="0"/>
                  </a:cubicBezTo>
                  <a:close/>
                </a:path>
              </a:pathLst>
            </a:custGeom>
            <a:solidFill>
              <a:srgbClr val="825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3" name="Google Shape;4613;p52"/>
            <p:cNvSpPr/>
            <p:nvPr/>
          </p:nvSpPr>
          <p:spPr>
            <a:xfrm>
              <a:off x="4117261" y="463667"/>
              <a:ext cx="217321" cy="373746"/>
            </a:xfrm>
            <a:custGeom>
              <a:avLst/>
              <a:gdLst/>
              <a:ahLst/>
              <a:cxnLst/>
              <a:rect l="l" t="t" r="r" b="b"/>
              <a:pathLst>
                <a:path w="7091" h="12195" extrusionOk="0">
                  <a:moveTo>
                    <a:pt x="2000" y="0"/>
                  </a:moveTo>
                  <a:cubicBezTo>
                    <a:pt x="975" y="0"/>
                    <a:pt x="0" y="883"/>
                    <a:pt x="325" y="2360"/>
                  </a:cubicBezTo>
                  <a:cubicBezTo>
                    <a:pt x="325" y="2361"/>
                    <a:pt x="3135" y="10821"/>
                    <a:pt x="4280" y="11765"/>
                  </a:cubicBezTo>
                  <a:cubicBezTo>
                    <a:pt x="4690" y="12104"/>
                    <a:pt x="5132" y="12194"/>
                    <a:pt x="5488" y="12194"/>
                  </a:cubicBezTo>
                  <a:cubicBezTo>
                    <a:pt x="5895" y="12194"/>
                    <a:pt x="6187" y="12076"/>
                    <a:pt x="6187" y="12076"/>
                  </a:cubicBezTo>
                  <a:cubicBezTo>
                    <a:pt x="7090" y="11913"/>
                    <a:pt x="6826" y="10705"/>
                    <a:pt x="6795" y="10369"/>
                  </a:cubicBezTo>
                  <a:lnTo>
                    <a:pt x="4706" y="3462"/>
                  </a:lnTo>
                  <a:cubicBezTo>
                    <a:pt x="4409" y="1989"/>
                    <a:pt x="3764" y="696"/>
                    <a:pt x="2814" y="197"/>
                  </a:cubicBezTo>
                  <a:cubicBezTo>
                    <a:pt x="2556" y="64"/>
                    <a:pt x="2276" y="0"/>
                    <a:pt x="200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4" name="Google Shape;4614;p52"/>
            <p:cNvSpPr/>
            <p:nvPr/>
          </p:nvSpPr>
          <p:spPr>
            <a:xfrm>
              <a:off x="4237522" y="576848"/>
              <a:ext cx="291335" cy="262864"/>
            </a:xfrm>
            <a:custGeom>
              <a:avLst/>
              <a:gdLst/>
              <a:ahLst/>
              <a:cxnLst/>
              <a:rect l="l" t="t" r="r" b="b"/>
              <a:pathLst>
                <a:path w="9506" h="8577" extrusionOk="0">
                  <a:moveTo>
                    <a:pt x="7293" y="1"/>
                  </a:moveTo>
                  <a:lnTo>
                    <a:pt x="1299" y="5675"/>
                  </a:lnTo>
                  <a:cubicBezTo>
                    <a:pt x="545" y="6814"/>
                    <a:pt x="1" y="7909"/>
                    <a:pt x="1255" y="8453"/>
                  </a:cubicBezTo>
                  <a:cubicBezTo>
                    <a:pt x="1447" y="8537"/>
                    <a:pt x="1651" y="8576"/>
                    <a:pt x="1865" y="8576"/>
                  </a:cubicBezTo>
                  <a:cubicBezTo>
                    <a:pt x="4796" y="8576"/>
                    <a:pt x="9505" y="1212"/>
                    <a:pt x="9505" y="1211"/>
                  </a:cubicBezTo>
                  <a:lnTo>
                    <a:pt x="9505" y="1211"/>
                  </a:lnTo>
                  <a:cubicBezTo>
                    <a:pt x="9505" y="1211"/>
                    <a:pt x="9410" y="1238"/>
                    <a:pt x="9243" y="1238"/>
                  </a:cubicBezTo>
                  <a:cubicBezTo>
                    <a:pt x="8949" y="1238"/>
                    <a:pt x="8433" y="1156"/>
                    <a:pt x="7836" y="701"/>
                  </a:cubicBezTo>
                  <a:cubicBezTo>
                    <a:pt x="7439" y="399"/>
                    <a:pt x="7293" y="1"/>
                    <a:pt x="72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5" name="Google Shape;4615;p52"/>
            <p:cNvSpPr/>
            <p:nvPr/>
          </p:nvSpPr>
          <p:spPr>
            <a:xfrm>
              <a:off x="3654361" y="1903486"/>
              <a:ext cx="704188" cy="371356"/>
            </a:xfrm>
            <a:custGeom>
              <a:avLst/>
              <a:gdLst/>
              <a:ahLst/>
              <a:cxnLst/>
              <a:rect l="l" t="t" r="r" b="b"/>
              <a:pathLst>
                <a:path w="22977" h="12117" extrusionOk="0">
                  <a:moveTo>
                    <a:pt x="11455" y="0"/>
                  </a:moveTo>
                  <a:cubicBezTo>
                    <a:pt x="8779" y="0"/>
                    <a:pt x="6106" y="592"/>
                    <a:pt x="4071" y="1777"/>
                  </a:cubicBezTo>
                  <a:cubicBezTo>
                    <a:pt x="0" y="4142"/>
                    <a:pt x="23" y="7975"/>
                    <a:pt x="4120" y="10341"/>
                  </a:cubicBezTo>
                  <a:cubicBezTo>
                    <a:pt x="6168" y="11524"/>
                    <a:pt x="8847" y="12116"/>
                    <a:pt x="11523" y="12116"/>
                  </a:cubicBezTo>
                  <a:cubicBezTo>
                    <a:pt x="14199" y="12116"/>
                    <a:pt x="16872" y="11524"/>
                    <a:pt x="18907" y="10341"/>
                  </a:cubicBezTo>
                  <a:cubicBezTo>
                    <a:pt x="22976" y="7974"/>
                    <a:pt x="22956" y="4141"/>
                    <a:pt x="18858" y="1777"/>
                  </a:cubicBezTo>
                  <a:cubicBezTo>
                    <a:pt x="16811" y="592"/>
                    <a:pt x="14131" y="0"/>
                    <a:pt x="11455"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6" name="Google Shape;4616;p52"/>
            <p:cNvSpPr/>
            <p:nvPr/>
          </p:nvSpPr>
          <p:spPr>
            <a:xfrm>
              <a:off x="3789087" y="1091082"/>
              <a:ext cx="417787" cy="967695"/>
            </a:xfrm>
            <a:custGeom>
              <a:avLst/>
              <a:gdLst/>
              <a:ahLst/>
              <a:cxnLst/>
              <a:rect l="l" t="t" r="r" b="b"/>
              <a:pathLst>
                <a:path w="13632" h="31575" extrusionOk="0">
                  <a:moveTo>
                    <a:pt x="13373" y="1"/>
                  </a:moveTo>
                  <a:lnTo>
                    <a:pt x="13373" y="1"/>
                  </a:lnTo>
                  <a:cubicBezTo>
                    <a:pt x="11160" y="2312"/>
                    <a:pt x="8083" y="2775"/>
                    <a:pt x="8085" y="2778"/>
                  </a:cubicBezTo>
                  <a:cubicBezTo>
                    <a:pt x="7130" y="5516"/>
                    <a:pt x="6428" y="12815"/>
                    <a:pt x="6428" y="12815"/>
                  </a:cubicBezTo>
                  <a:cubicBezTo>
                    <a:pt x="4156" y="15032"/>
                    <a:pt x="4060" y="19435"/>
                    <a:pt x="3047" y="21567"/>
                  </a:cubicBezTo>
                  <a:cubicBezTo>
                    <a:pt x="1734" y="24324"/>
                    <a:pt x="1115" y="24651"/>
                    <a:pt x="1115" y="24651"/>
                  </a:cubicBezTo>
                  <a:cubicBezTo>
                    <a:pt x="0" y="28989"/>
                    <a:pt x="2274" y="31464"/>
                    <a:pt x="2817" y="31572"/>
                  </a:cubicBezTo>
                  <a:cubicBezTo>
                    <a:pt x="2829" y="31574"/>
                    <a:pt x="2840" y="31575"/>
                    <a:pt x="2850" y="31575"/>
                  </a:cubicBezTo>
                  <a:cubicBezTo>
                    <a:pt x="3338" y="31575"/>
                    <a:pt x="2792" y="29160"/>
                    <a:pt x="3148" y="27111"/>
                  </a:cubicBezTo>
                  <a:cubicBezTo>
                    <a:pt x="3512" y="25018"/>
                    <a:pt x="7626" y="18052"/>
                    <a:pt x="9641" y="15707"/>
                  </a:cubicBezTo>
                  <a:cubicBezTo>
                    <a:pt x="13631" y="11060"/>
                    <a:pt x="13373" y="1"/>
                    <a:pt x="13373" y="1"/>
                  </a:cubicBezTo>
                  <a:close/>
                </a:path>
              </a:pathLst>
            </a:custGeom>
            <a:solidFill>
              <a:srgbClr val="825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4617;p52"/>
            <p:cNvSpPr/>
            <p:nvPr/>
          </p:nvSpPr>
          <p:spPr>
            <a:xfrm>
              <a:off x="3805852" y="1131629"/>
              <a:ext cx="518586" cy="1005667"/>
            </a:xfrm>
            <a:custGeom>
              <a:avLst/>
              <a:gdLst/>
              <a:ahLst/>
              <a:cxnLst/>
              <a:rect l="l" t="t" r="r" b="b"/>
              <a:pathLst>
                <a:path w="16921" h="32814" extrusionOk="0">
                  <a:moveTo>
                    <a:pt x="2700" y="0"/>
                  </a:moveTo>
                  <a:lnTo>
                    <a:pt x="2700" y="0"/>
                  </a:lnTo>
                  <a:cubicBezTo>
                    <a:pt x="2700" y="0"/>
                    <a:pt x="2700" y="0"/>
                    <a:pt x="2700" y="0"/>
                  </a:cubicBezTo>
                  <a:lnTo>
                    <a:pt x="2700" y="0"/>
                  </a:lnTo>
                  <a:cubicBezTo>
                    <a:pt x="2700" y="0"/>
                    <a:pt x="2700" y="0"/>
                    <a:pt x="2700" y="0"/>
                  </a:cubicBezTo>
                  <a:close/>
                  <a:moveTo>
                    <a:pt x="2700" y="0"/>
                  </a:moveTo>
                  <a:lnTo>
                    <a:pt x="2700" y="0"/>
                  </a:lnTo>
                  <a:cubicBezTo>
                    <a:pt x="1" y="6957"/>
                    <a:pt x="8639" y="15392"/>
                    <a:pt x="8639" y="15392"/>
                  </a:cubicBezTo>
                  <a:cubicBezTo>
                    <a:pt x="8258" y="18638"/>
                    <a:pt x="9528" y="21214"/>
                    <a:pt x="10646" y="23695"/>
                  </a:cubicBezTo>
                  <a:cubicBezTo>
                    <a:pt x="11714" y="26069"/>
                    <a:pt x="12252" y="28609"/>
                    <a:pt x="12252" y="28609"/>
                  </a:cubicBezTo>
                  <a:cubicBezTo>
                    <a:pt x="12233" y="31720"/>
                    <a:pt x="15220" y="32814"/>
                    <a:pt x="16320" y="32814"/>
                  </a:cubicBezTo>
                  <a:cubicBezTo>
                    <a:pt x="16498" y="32814"/>
                    <a:pt x="16627" y="32785"/>
                    <a:pt x="16685" y="32732"/>
                  </a:cubicBezTo>
                  <a:cubicBezTo>
                    <a:pt x="16920" y="32520"/>
                    <a:pt x="16755" y="32121"/>
                    <a:pt x="16182" y="31485"/>
                  </a:cubicBezTo>
                  <a:cubicBezTo>
                    <a:pt x="15559" y="30793"/>
                    <a:pt x="14729" y="28539"/>
                    <a:pt x="14400" y="27194"/>
                  </a:cubicBezTo>
                  <a:cubicBezTo>
                    <a:pt x="13859" y="24990"/>
                    <a:pt x="12812" y="18401"/>
                    <a:pt x="12600" y="15241"/>
                  </a:cubicBezTo>
                  <a:cubicBezTo>
                    <a:pt x="12386" y="12080"/>
                    <a:pt x="7241" y="1458"/>
                    <a:pt x="7241" y="1458"/>
                  </a:cubicBezTo>
                  <a:cubicBezTo>
                    <a:pt x="6952" y="1523"/>
                    <a:pt x="6666" y="1552"/>
                    <a:pt x="6388" y="1552"/>
                  </a:cubicBezTo>
                  <a:cubicBezTo>
                    <a:pt x="4349" y="1552"/>
                    <a:pt x="2701" y="2"/>
                    <a:pt x="2700" y="0"/>
                  </a:cubicBezTo>
                  <a:close/>
                </a:path>
              </a:pathLst>
            </a:custGeom>
            <a:solidFill>
              <a:srgbClr val="9E7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8" name="Google Shape;4618;p52"/>
            <p:cNvSpPr/>
            <p:nvPr/>
          </p:nvSpPr>
          <p:spPr>
            <a:xfrm>
              <a:off x="4159708" y="1996195"/>
              <a:ext cx="185663" cy="185877"/>
            </a:xfrm>
            <a:custGeom>
              <a:avLst/>
              <a:gdLst/>
              <a:ahLst/>
              <a:cxnLst/>
              <a:rect l="l" t="t" r="r" b="b"/>
              <a:pathLst>
                <a:path w="6058" h="6065" extrusionOk="0">
                  <a:moveTo>
                    <a:pt x="613" y="1"/>
                  </a:moveTo>
                  <a:cubicBezTo>
                    <a:pt x="613" y="1"/>
                    <a:pt x="1" y="1321"/>
                    <a:pt x="547" y="2215"/>
                  </a:cubicBezTo>
                  <a:cubicBezTo>
                    <a:pt x="1093" y="3107"/>
                    <a:pt x="1545" y="3301"/>
                    <a:pt x="1932" y="4125"/>
                  </a:cubicBezTo>
                  <a:cubicBezTo>
                    <a:pt x="2319" y="4949"/>
                    <a:pt x="2336" y="5493"/>
                    <a:pt x="3637" y="5816"/>
                  </a:cubicBezTo>
                  <a:cubicBezTo>
                    <a:pt x="4209" y="5957"/>
                    <a:pt x="4770" y="6065"/>
                    <a:pt x="5195" y="6065"/>
                  </a:cubicBezTo>
                  <a:cubicBezTo>
                    <a:pt x="5737" y="6065"/>
                    <a:pt x="6057" y="5889"/>
                    <a:pt x="5894" y="5384"/>
                  </a:cubicBezTo>
                  <a:cubicBezTo>
                    <a:pt x="5605" y="4483"/>
                    <a:pt x="4722" y="3308"/>
                    <a:pt x="4722" y="3308"/>
                  </a:cubicBezTo>
                  <a:cubicBezTo>
                    <a:pt x="4722" y="3308"/>
                    <a:pt x="4708" y="4235"/>
                    <a:pt x="3874" y="4235"/>
                  </a:cubicBezTo>
                  <a:cubicBezTo>
                    <a:pt x="3671" y="4235"/>
                    <a:pt x="3419" y="4180"/>
                    <a:pt x="3107" y="4043"/>
                  </a:cubicBezTo>
                  <a:cubicBezTo>
                    <a:pt x="2017" y="3567"/>
                    <a:pt x="975" y="1293"/>
                    <a:pt x="6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9" name="Google Shape;4619;p52"/>
            <p:cNvSpPr/>
            <p:nvPr/>
          </p:nvSpPr>
          <p:spPr>
            <a:xfrm>
              <a:off x="4174480" y="2060310"/>
              <a:ext cx="28441" cy="84587"/>
            </a:xfrm>
            <a:custGeom>
              <a:avLst/>
              <a:gdLst/>
              <a:ahLst/>
              <a:cxnLst/>
              <a:rect l="l" t="t" r="r" b="b"/>
              <a:pathLst>
                <a:path w="928" h="2760" extrusionOk="0">
                  <a:moveTo>
                    <a:pt x="1" y="1"/>
                  </a:moveTo>
                  <a:cubicBezTo>
                    <a:pt x="1" y="1"/>
                    <a:pt x="0" y="1"/>
                    <a:pt x="0" y="1"/>
                  </a:cubicBezTo>
                  <a:cubicBezTo>
                    <a:pt x="0" y="1"/>
                    <a:pt x="417" y="1673"/>
                    <a:pt x="437" y="2407"/>
                  </a:cubicBezTo>
                  <a:lnTo>
                    <a:pt x="927" y="2759"/>
                  </a:lnTo>
                  <a:cubicBezTo>
                    <a:pt x="927" y="2759"/>
                    <a:pt x="724" y="1139"/>
                    <a:pt x="787" y="958"/>
                  </a:cubicBezTo>
                  <a:cubicBezTo>
                    <a:pt x="787" y="957"/>
                    <a:pt x="77" y="1"/>
                    <a:pt x="1" y="1"/>
                  </a:cubicBezTo>
                  <a:close/>
                </a:path>
              </a:pathLst>
            </a:custGeom>
            <a:solidFill>
              <a:srgbClr val="152B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0" name="Google Shape;4620;p52"/>
            <p:cNvSpPr/>
            <p:nvPr/>
          </p:nvSpPr>
          <p:spPr>
            <a:xfrm>
              <a:off x="4195504" y="2085502"/>
              <a:ext cx="17040" cy="59487"/>
            </a:xfrm>
            <a:custGeom>
              <a:avLst/>
              <a:gdLst/>
              <a:ahLst/>
              <a:cxnLst/>
              <a:rect l="l" t="t" r="r" b="b"/>
              <a:pathLst>
                <a:path w="556" h="1941" extrusionOk="0">
                  <a:moveTo>
                    <a:pt x="1" y="0"/>
                  </a:moveTo>
                  <a:lnTo>
                    <a:pt x="210" y="1940"/>
                  </a:lnTo>
                  <a:lnTo>
                    <a:pt x="555" y="1651"/>
                  </a:lnTo>
                  <a:lnTo>
                    <a:pt x="469" y="68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1" name="Google Shape;4621;p52"/>
            <p:cNvSpPr/>
            <p:nvPr/>
          </p:nvSpPr>
          <p:spPr>
            <a:xfrm>
              <a:off x="3789608" y="1846543"/>
              <a:ext cx="114193" cy="237089"/>
            </a:xfrm>
            <a:custGeom>
              <a:avLst/>
              <a:gdLst/>
              <a:ahLst/>
              <a:cxnLst/>
              <a:rect l="l" t="t" r="r" b="b"/>
              <a:pathLst>
                <a:path w="3726" h="7736" extrusionOk="0">
                  <a:moveTo>
                    <a:pt x="1097" y="1"/>
                  </a:moveTo>
                  <a:cubicBezTo>
                    <a:pt x="1096" y="1"/>
                    <a:pt x="0" y="904"/>
                    <a:pt x="121" y="1958"/>
                  </a:cubicBezTo>
                  <a:cubicBezTo>
                    <a:pt x="244" y="3014"/>
                    <a:pt x="571" y="3398"/>
                    <a:pt x="578" y="4317"/>
                  </a:cubicBezTo>
                  <a:cubicBezTo>
                    <a:pt x="585" y="5238"/>
                    <a:pt x="373" y="5735"/>
                    <a:pt x="1406" y="6628"/>
                  </a:cubicBezTo>
                  <a:cubicBezTo>
                    <a:pt x="2095" y="7221"/>
                    <a:pt x="2794" y="7736"/>
                    <a:pt x="3219" y="7736"/>
                  </a:cubicBezTo>
                  <a:cubicBezTo>
                    <a:pt x="3433" y="7736"/>
                    <a:pt x="3577" y="7605"/>
                    <a:pt x="3616" y="7288"/>
                  </a:cubicBezTo>
                  <a:cubicBezTo>
                    <a:pt x="3726" y="6344"/>
                    <a:pt x="3051" y="4648"/>
                    <a:pt x="3051" y="4648"/>
                  </a:cubicBezTo>
                  <a:cubicBezTo>
                    <a:pt x="3051" y="4648"/>
                    <a:pt x="2936" y="5363"/>
                    <a:pt x="2491" y="5363"/>
                  </a:cubicBezTo>
                  <a:cubicBezTo>
                    <a:pt x="2289" y="5363"/>
                    <a:pt x="2020" y="5216"/>
                    <a:pt x="1663" y="4791"/>
                  </a:cubicBezTo>
                  <a:cubicBezTo>
                    <a:pt x="883" y="3857"/>
                    <a:pt x="886" y="1330"/>
                    <a:pt x="1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2" name="Google Shape;4622;p52"/>
            <p:cNvSpPr/>
            <p:nvPr/>
          </p:nvSpPr>
          <p:spPr>
            <a:xfrm>
              <a:off x="3774591" y="1902322"/>
              <a:ext cx="28012" cy="89184"/>
            </a:xfrm>
            <a:custGeom>
              <a:avLst/>
              <a:gdLst/>
              <a:ahLst/>
              <a:cxnLst/>
              <a:rect l="l" t="t" r="r" b="b"/>
              <a:pathLst>
                <a:path w="914" h="2910" extrusionOk="0">
                  <a:moveTo>
                    <a:pt x="604" y="0"/>
                  </a:moveTo>
                  <a:cubicBezTo>
                    <a:pt x="604" y="0"/>
                    <a:pt x="287" y="1696"/>
                    <a:pt x="0" y="2365"/>
                  </a:cubicBezTo>
                  <a:lnTo>
                    <a:pt x="294" y="2909"/>
                  </a:lnTo>
                  <a:cubicBezTo>
                    <a:pt x="294" y="2909"/>
                    <a:pt x="781" y="1357"/>
                    <a:pt x="913" y="1223"/>
                  </a:cubicBezTo>
                  <a:cubicBezTo>
                    <a:pt x="913" y="1223"/>
                    <a:pt x="671" y="29"/>
                    <a:pt x="6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3" name="Google Shape;4623;p52"/>
            <p:cNvSpPr/>
            <p:nvPr/>
          </p:nvSpPr>
          <p:spPr>
            <a:xfrm>
              <a:off x="3782713" y="1934686"/>
              <a:ext cx="23139" cy="56422"/>
            </a:xfrm>
            <a:custGeom>
              <a:avLst/>
              <a:gdLst/>
              <a:ahLst/>
              <a:cxnLst/>
              <a:rect l="l" t="t" r="r" b="b"/>
              <a:pathLst>
                <a:path w="755" h="1841" extrusionOk="0">
                  <a:moveTo>
                    <a:pt x="614" y="1"/>
                  </a:moveTo>
                  <a:lnTo>
                    <a:pt x="0" y="1840"/>
                  </a:lnTo>
                  <a:lnTo>
                    <a:pt x="430" y="1740"/>
                  </a:lnTo>
                  <a:lnTo>
                    <a:pt x="754" y="829"/>
                  </a:lnTo>
                  <a:lnTo>
                    <a:pt x="614" y="1"/>
                  </a:lnTo>
                  <a:close/>
                </a:path>
              </a:pathLst>
            </a:custGeom>
            <a:solidFill>
              <a:srgbClr val="152B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4" name="Google Shape;4624;p52"/>
            <p:cNvSpPr/>
            <p:nvPr/>
          </p:nvSpPr>
          <p:spPr>
            <a:xfrm>
              <a:off x="3832760" y="463207"/>
              <a:ext cx="460755" cy="668269"/>
            </a:xfrm>
            <a:custGeom>
              <a:avLst/>
              <a:gdLst/>
              <a:ahLst/>
              <a:cxnLst/>
              <a:rect l="l" t="t" r="r" b="b"/>
              <a:pathLst>
                <a:path w="15034" h="21805" extrusionOk="0">
                  <a:moveTo>
                    <a:pt x="11513" y="1"/>
                  </a:moveTo>
                  <a:cubicBezTo>
                    <a:pt x="11432" y="1"/>
                    <a:pt x="11381" y="20"/>
                    <a:pt x="11381" y="20"/>
                  </a:cubicBezTo>
                  <a:cubicBezTo>
                    <a:pt x="2920" y="978"/>
                    <a:pt x="690" y="4588"/>
                    <a:pt x="690" y="4588"/>
                  </a:cubicBezTo>
                  <a:cubicBezTo>
                    <a:pt x="1" y="6464"/>
                    <a:pt x="1975" y="6083"/>
                    <a:pt x="2818" y="9843"/>
                  </a:cubicBezTo>
                  <a:cubicBezTo>
                    <a:pt x="3656" y="13603"/>
                    <a:pt x="2345" y="17108"/>
                    <a:pt x="1782" y="19121"/>
                  </a:cubicBezTo>
                  <a:cubicBezTo>
                    <a:pt x="1217" y="21127"/>
                    <a:pt x="2493" y="21550"/>
                    <a:pt x="3076" y="21620"/>
                  </a:cubicBezTo>
                  <a:cubicBezTo>
                    <a:pt x="4031" y="21741"/>
                    <a:pt x="4984" y="21805"/>
                    <a:pt x="5892" y="21805"/>
                  </a:cubicBezTo>
                  <a:cubicBezTo>
                    <a:pt x="9454" y="21805"/>
                    <a:pt x="12324" y="20828"/>
                    <a:pt x="11917" y="18542"/>
                  </a:cubicBezTo>
                  <a:cubicBezTo>
                    <a:pt x="11425" y="15804"/>
                    <a:pt x="12391" y="11502"/>
                    <a:pt x="12391" y="11502"/>
                  </a:cubicBezTo>
                  <a:cubicBezTo>
                    <a:pt x="15033" y="8965"/>
                    <a:pt x="13926" y="6748"/>
                    <a:pt x="13499" y="6160"/>
                  </a:cubicBezTo>
                  <a:cubicBezTo>
                    <a:pt x="13077" y="5581"/>
                    <a:pt x="12454" y="4482"/>
                    <a:pt x="12490" y="3855"/>
                  </a:cubicBezTo>
                  <a:cubicBezTo>
                    <a:pt x="12694" y="341"/>
                    <a:pt x="11849" y="1"/>
                    <a:pt x="115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5" name="Google Shape;4625;p52"/>
            <p:cNvSpPr/>
            <p:nvPr/>
          </p:nvSpPr>
          <p:spPr>
            <a:xfrm>
              <a:off x="3832760" y="538416"/>
              <a:ext cx="203469" cy="590700"/>
            </a:xfrm>
            <a:custGeom>
              <a:avLst/>
              <a:gdLst/>
              <a:ahLst/>
              <a:cxnLst/>
              <a:rect l="l" t="t" r="r" b="b"/>
              <a:pathLst>
                <a:path w="6639" h="19274" extrusionOk="0">
                  <a:moveTo>
                    <a:pt x="3201" y="1"/>
                  </a:moveTo>
                  <a:cubicBezTo>
                    <a:pt x="1326" y="1103"/>
                    <a:pt x="690" y="2134"/>
                    <a:pt x="690" y="2134"/>
                  </a:cubicBezTo>
                  <a:cubicBezTo>
                    <a:pt x="1" y="4012"/>
                    <a:pt x="1975" y="3629"/>
                    <a:pt x="2817" y="7392"/>
                  </a:cubicBezTo>
                  <a:cubicBezTo>
                    <a:pt x="3655" y="11150"/>
                    <a:pt x="2345" y="14654"/>
                    <a:pt x="1781" y="16670"/>
                  </a:cubicBezTo>
                  <a:cubicBezTo>
                    <a:pt x="1216" y="18677"/>
                    <a:pt x="2494" y="19097"/>
                    <a:pt x="3074" y="19167"/>
                  </a:cubicBezTo>
                  <a:cubicBezTo>
                    <a:pt x="3639" y="19241"/>
                    <a:pt x="4216" y="19273"/>
                    <a:pt x="4792" y="19273"/>
                  </a:cubicBezTo>
                  <a:cubicBezTo>
                    <a:pt x="5009" y="19273"/>
                    <a:pt x="5225" y="19269"/>
                    <a:pt x="5440" y="19260"/>
                  </a:cubicBezTo>
                  <a:cubicBezTo>
                    <a:pt x="3893" y="15591"/>
                    <a:pt x="6207" y="9073"/>
                    <a:pt x="6417" y="5449"/>
                  </a:cubicBezTo>
                  <a:cubicBezTo>
                    <a:pt x="6638" y="1607"/>
                    <a:pt x="3201" y="1"/>
                    <a:pt x="3201"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6" name="Google Shape;4626;p52"/>
            <p:cNvSpPr/>
            <p:nvPr/>
          </p:nvSpPr>
          <p:spPr>
            <a:xfrm>
              <a:off x="4029762" y="990344"/>
              <a:ext cx="165374" cy="176346"/>
            </a:xfrm>
            <a:custGeom>
              <a:avLst/>
              <a:gdLst/>
              <a:ahLst/>
              <a:cxnLst/>
              <a:rect l="l" t="t" r="r" b="b"/>
              <a:pathLst>
                <a:path w="5396" h="5754" extrusionOk="0">
                  <a:moveTo>
                    <a:pt x="5396" y="1"/>
                  </a:moveTo>
                  <a:lnTo>
                    <a:pt x="5396" y="1"/>
                  </a:lnTo>
                  <a:cubicBezTo>
                    <a:pt x="3632" y="1656"/>
                    <a:pt x="1" y="1762"/>
                    <a:pt x="1" y="1762"/>
                  </a:cubicBezTo>
                  <a:cubicBezTo>
                    <a:pt x="1" y="1762"/>
                    <a:pt x="3" y="5753"/>
                    <a:pt x="324" y="5753"/>
                  </a:cubicBezTo>
                  <a:cubicBezTo>
                    <a:pt x="346" y="5753"/>
                    <a:pt x="369" y="5735"/>
                    <a:pt x="393" y="5696"/>
                  </a:cubicBezTo>
                  <a:cubicBezTo>
                    <a:pt x="1683" y="3661"/>
                    <a:pt x="5395" y="2"/>
                    <a:pt x="5396" y="1"/>
                  </a:cubicBezTo>
                  <a:close/>
                </a:path>
              </a:pathLst>
            </a:custGeom>
            <a:solidFill>
              <a:srgbClr val="152B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7" name="Google Shape;4627;p52"/>
            <p:cNvSpPr/>
            <p:nvPr/>
          </p:nvSpPr>
          <p:spPr>
            <a:xfrm>
              <a:off x="3804258" y="902202"/>
              <a:ext cx="437830" cy="579452"/>
            </a:xfrm>
            <a:custGeom>
              <a:avLst/>
              <a:gdLst/>
              <a:ahLst/>
              <a:cxnLst/>
              <a:rect l="l" t="t" r="r" b="b"/>
              <a:pathLst>
                <a:path w="14286" h="18907" extrusionOk="0">
                  <a:moveTo>
                    <a:pt x="3883" y="1"/>
                  </a:moveTo>
                  <a:cubicBezTo>
                    <a:pt x="3883" y="1"/>
                    <a:pt x="3911" y="931"/>
                    <a:pt x="2999" y="3042"/>
                  </a:cubicBezTo>
                  <a:cubicBezTo>
                    <a:pt x="2557" y="4069"/>
                    <a:pt x="1" y="7888"/>
                    <a:pt x="3231" y="16499"/>
                  </a:cubicBezTo>
                  <a:lnTo>
                    <a:pt x="4037" y="18401"/>
                  </a:lnTo>
                  <a:cubicBezTo>
                    <a:pt x="4037" y="18401"/>
                    <a:pt x="4875" y="18906"/>
                    <a:pt x="6389" y="18906"/>
                  </a:cubicBezTo>
                  <a:cubicBezTo>
                    <a:pt x="7982" y="18906"/>
                    <a:pt x="10324" y="18348"/>
                    <a:pt x="13229" y="16056"/>
                  </a:cubicBezTo>
                  <a:cubicBezTo>
                    <a:pt x="13229" y="16056"/>
                    <a:pt x="14285" y="12347"/>
                    <a:pt x="13748" y="5675"/>
                  </a:cubicBezTo>
                  <a:cubicBezTo>
                    <a:pt x="13664" y="4623"/>
                    <a:pt x="12818" y="408"/>
                    <a:pt x="12818" y="408"/>
                  </a:cubicBezTo>
                  <a:cubicBezTo>
                    <a:pt x="12818" y="408"/>
                    <a:pt x="9453" y="1944"/>
                    <a:pt x="6838" y="1944"/>
                  </a:cubicBezTo>
                  <a:cubicBezTo>
                    <a:pt x="5387" y="1944"/>
                    <a:pt x="4168" y="1471"/>
                    <a:pt x="38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8" name="Google Shape;4628;p52"/>
            <p:cNvSpPr/>
            <p:nvPr/>
          </p:nvSpPr>
          <p:spPr>
            <a:xfrm>
              <a:off x="3804258" y="896777"/>
              <a:ext cx="394801" cy="584816"/>
            </a:xfrm>
            <a:custGeom>
              <a:avLst/>
              <a:gdLst/>
              <a:ahLst/>
              <a:cxnLst/>
              <a:rect l="l" t="t" r="r" b="b"/>
              <a:pathLst>
                <a:path w="12882" h="19082" extrusionOk="0">
                  <a:moveTo>
                    <a:pt x="12881" y="0"/>
                  </a:moveTo>
                  <a:lnTo>
                    <a:pt x="12881" y="0"/>
                  </a:lnTo>
                  <a:cubicBezTo>
                    <a:pt x="12881" y="0"/>
                    <a:pt x="9509" y="1993"/>
                    <a:pt x="6824" y="1993"/>
                  </a:cubicBezTo>
                  <a:cubicBezTo>
                    <a:pt x="5536" y="1993"/>
                    <a:pt x="4407" y="1535"/>
                    <a:pt x="3883" y="178"/>
                  </a:cubicBezTo>
                  <a:lnTo>
                    <a:pt x="3883" y="178"/>
                  </a:lnTo>
                  <a:cubicBezTo>
                    <a:pt x="3883" y="178"/>
                    <a:pt x="3911" y="1108"/>
                    <a:pt x="2999" y="3219"/>
                  </a:cubicBezTo>
                  <a:cubicBezTo>
                    <a:pt x="2557" y="4246"/>
                    <a:pt x="1" y="8065"/>
                    <a:pt x="3231" y="16676"/>
                  </a:cubicBezTo>
                  <a:lnTo>
                    <a:pt x="4037" y="18578"/>
                  </a:lnTo>
                  <a:cubicBezTo>
                    <a:pt x="4037" y="18578"/>
                    <a:pt x="4877" y="19081"/>
                    <a:pt x="6392" y="19081"/>
                  </a:cubicBezTo>
                  <a:cubicBezTo>
                    <a:pt x="6675" y="19081"/>
                    <a:pt x="6982" y="19064"/>
                    <a:pt x="7312" y="19022"/>
                  </a:cubicBezTo>
                  <a:cubicBezTo>
                    <a:pt x="6612" y="15912"/>
                    <a:pt x="3805" y="11071"/>
                    <a:pt x="3686" y="10238"/>
                  </a:cubicBezTo>
                  <a:cubicBezTo>
                    <a:pt x="3557" y="9340"/>
                    <a:pt x="1054" y="5937"/>
                    <a:pt x="6598" y="4328"/>
                  </a:cubicBezTo>
                  <a:cubicBezTo>
                    <a:pt x="10382" y="3229"/>
                    <a:pt x="12105" y="1568"/>
                    <a:pt x="12817" y="624"/>
                  </a:cubicBezTo>
                  <a:cubicBezTo>
                    <a:pt x="12817" y="599"/>
                    <a:pt x="12881" y="0"/>
                    <a:pt x="12881"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9" name="Google Shape;4629;p52"/>
            <p:cNvSpPr/>
            <p:nvPr/>
          </p:nvSpPr>
          <p:spPr>
            <a:xfrm>
              <a:off x="3961234" y="370652"/>
              <a:ext cx="68650" cy="70949"/>
            </a:xfrm>
            <a:custGeom>
              <a:avLst/>
              <a:gdLst/>
              <a:ahLst/>
              <a:cxnLst/>
              <a:rect l="l" t="t" r="r" b="b"/>
              <a:pathLst>
                <a:path w="2240" h="2315" extrusionOk="0">
                  <a:moveTo>
                    <a:pt x="790" y="1"/>
                  </a:moveTo>
                  <a:cubicBezTo>
                    <a:pt x="690" y="1"/>
                    <a:pt x="584" y="31"/>
                    <a:pt x="473" y="102"/>
                  </a:cubicBezTo>
                  <a:cubicBezTo>
                    <a:pt x="238" y="251"/>
                    <a:pt x="0" y="546"/>
                    <a:pt x="419" y="1202"/>
                  </a:cubicBezTo>
                  <a:cubicBezTo>
                    <a:pt x="801" y="1796"/>
                    <a:pt x="1499" y="2315"/>
                    <a:pt x="2070" y="2315"/>
                  </a:cubicBezTo>
                  <a:cubicBezTo>
                    <a:pt x="2128" y="2315"/>
                    <a:pt x="2185" y="2309"/>
                    <a:pt x="2240" y="2298"/>
                  </a:cubicBezTo>
                  <a:lnTo>
                    <a:pt x="1731" y="933"/>
                  </a:lnTo>
                  <a:cubicBezTo>
                    <a:pt x="1731" y="933"/>
                    <a:pt x="1350" y="1"/>
                    <a:pt x="790" y="1"/>
                  </a:cubicBezTo>
                  <a:close/>
                </a:path>
              </a:pathLst>
            </a:custGeom>
            <a:solidFill>
              <a:srgbClr val="F1B2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0" name="Google Shape;4630;p52"/>
            <p:cNvSpPr/>
            <p:nvPr/>
          </p:nvSpPr>
          <p:spPr>
            <a:xfrm>
              <a:off x="3743055" y="570044"/>
              <a:ext cx="220294" cy="361426"/>
            </a:xfrm>
            <a:custGeom>
              <a:avLst/>
              <a:gdLst/>
              <a:ahLst/>
              <a:cxnLst/>
              <a:rect l="l" t="t" r="r" b="b"/>
              <a:pathLst>
                <a:path w="7188" h="11793" extrusionOk="0">
                  <a:moveTo>
                    <a:pt x="5201" y="0"/>
                  </a:moveTo>
                  <a:cubicBezTo>
                    <a:pt x="4591" y="0"/>
                    <a:pt x="3956" y="341"/>
                    <a:pt x="3550" y="1145"/>
                  </a:cubicBezTo>
                  <a:cubicBezTo>
                    <a:pt x="3553" y="1145"/>
                    <a:pt x="1" y="9485"/>
                    <a:pt x="751" y="10726"/>
                  </a:cubicBezTo>
                  <a:cubicBezTo>
                    <a:pt x="1018" y="11167"/>
                    <a:pt x="2091" y="11636"/>
                    <a:pt x="2091" y="11636"/>
                  </a:cubicBezTo>
                  <a:cubicBezTo>
                    <a:pt x="2294" y="11748"/>
                    <a:pt x="2475" y="11792"/>
                    <a:pt x="2635" y="11792"/>
                  </a:cubicBezTo>
                  <a:cubicBezTo>
                    <a:pt x="3097" y="11792"/>
                    <a:pt x="3386" y="11422"/>
                    <a:pt x="3523" y="11219"/>
                  </a:cubicBezTo>
                  <a:lnTo>
                    <a:pt x="6198" y="4685"/>
                  </a:lnTo>
                  <a:cubicBezTo>
                    <a:pt x="6881" y="3382"/>
                    <a:pt x="7188" y="2001"/>
                    <a:pt x="6774" y="1039"/>
                  </a:cubicBezTo>
                  <a:cubicBezTo>
                    <a:pt x="6494" y="399"/>
                    <a:pt x="5862" y="0"/>
                    <a:pt x="52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1" name="Google Shape;4631;p52"/>
            <p:cNvSpPr/>
            <p:nvPr/>
          </p:nvSpPr>
          <p:spPr>
            <a:xfrm>
              <a:off x="3972758" y="949062"/>
              <a:ext cx="149223" cy="114009"/>
            </a:xfrm>
            <a:custGeom>
              <a:avLst/>
              <a:gdLst/>
              <a:ahLst/>
              <a:cxnLst/>
              <a:rect l="l" t="t" r="r" b="b"/>
              <a:pathLst>
                <a:path w="4869" h="3720" extrusionOk="0">
                  <a:moveTo>
                    <a:pt x="782" y="1"/>
                  </a:moveTo>
                  <a:lnTo>
                    <a:pt x="1" y="1368"/>
                  </a:lnTo>
                  <a:cubicBezTo>
                    <a:pt x="402" y="1654"/>
                    <a:pt x="729" y="1928"/>
                    <a:pt x="1175" y="2470"/>
                  </a:cubicBezTo>
                  <a:cubicBezTo>
                    <a:pt x="2010" y="3481"/>
                    <a:pt x="3133" y="3719"/>
                    <a:pt x="3353" y="3719"/>
                  </a:cubicBezTo>
                  <a:cubicBezTo>
                    <a:pt x="3355" y="3719"/>
                    <a:pt x="3356" y="3719"/>
                    <a:pt x="3358" y="3719"/>
                  </a:cubicBezTo>
                  <a:cubicBezTo>
                    <a:pt x="4556" y="3702"/>
                    <a:pt x="4869" y="3392"/>
                    <a:pt x="4593" y="3275"/>
                  </a:cubicBezTo>
                  <a:cubicBezTo>
                    <a:pt x="3093" y="2630"/>
                    <a:pt x="2936" y="1653"/>
                    <a:pt x="2936" y="1653"/>
                  </a:cubicBezTo>
                  <a:lnTo>
                    <a:pt x="2936" y="1653"/>
                  </a:lnTo>
                  <a:cubicBezTo>
                    <a:pt x="3290" y="1903"/>
                    <a:pt x="3638" y="1979"/>
                    <a:pt x="3905" y="1979"/>
                  </a:cubicBezTo>
                  <a:cubicBezTo>
                    <a:pt x="4075" y="1979"/>
                    <a:pt x="4212" y="1948"/>
                    <a:pt x="4297" y="1911"/>
                  </a:cubicBezTo>
                  <a:cubicBezTo>
                    <a:pt x="4476" y="1832"/>
                    <a:pt x="4470" y="1452"/>
                    <a:pt x="4118" y="1437"/>
                  </a:cubicBezTo>
                  <a:cubicBezTo>
                    <a:pt x="3762" y="1419"/>
                    <a:pt x="3365" y="1167"/>
                    <a:pt x="3168" y="997"/>
                  </a:cubicBezTo>
                  <a:cubicBezTo>
                    <a:pt x="2583" y="495"/>
                    <a:pt x="2252" y="438"/>
                    <a:pt x="2007" y="422"/>
                  </a:cubicBezTo>
                  <a:cubicBezTo>
                    <a:pt x="1319" y="378"/>
                    <a:pt x="912" y="90"/>
                    <a:pt x="912" y="90"/>
                  </a:cubicBezTo>
                  <a:cubicBezTo>
                    <a:pt x="875" y="65"/>
                    <a:pt x="831" y="35"/>
                    <a:pt x="782" y="1"/>
                  </a:cubicBezTo>
                  <a:close/>
                </a:path>
              </a:pathLst>
            </a:custGeom>
            <a:solidFill>
              <a:srgbClr val="825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2" name="Google Shape;4632;p52"/>
            <p:cNvSpPr/>
            <p:nvPr/>
          </p:nvSpPr>
          <p:spPr>
            <a:xfrm>
              <a:off x="3765458" y="846515"/>
              <a:ext cx="254068" cy="170952"/>
            </a:xfrm>
            <a:custGeom>
              <a:avLst/>
              <a:gdLst/>
              <a:ahLst/>
              <a:cxnLst/>
              <a:rect l="l" t="t" r="r" b="b"/>
              <a:pathLst>
                <a:path w="8290" h="5578" extrusionOk="0">
                  <a:moveTo>
                    <a:pt x="1993" y="1"/>
                  </a:moveTo>
                  <a:cubicBezTo>
                    <a:pt x="1087" y="1"/>
                    <a:pt x="192" y="582"/>
                    <a:pt x="141" y="1490"/>
                  </a:cubicBezTo>
                  <a:cubicBezTo>
                    <a:pt x="0" y="3898"/>
                    <a:pt x="7681" y="5578"/>
                    <a:pt x="7681" y="5578"/>
                  </a:cubicBezTo>
                  <a:cubicBezTo>
                    <a:pt x="7681" y="5578"/>
                    <a:pt x="7335" y="5094"/>
                    <a:pt x="7603" y="4217"/>
                  </a:cubicBezTo>
                  <a:cubicBezTo>
                    <a:pt x="7716" y="3845"/>
                    <a:pt x="8290" y="3274"/>
                    <a:pt x="8290" y="3274"/>
                  </a:cubicBezTo>
                  <a:lnTo>
                    <a:pt x="2465" y="55"/>
                  </a:lnTo>
                  <a:cubicBezTo>
                    <a:pt x="2310" y="19"/>
                    <a:pt x="2152" y="1"/>
                    <a:pt x="19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3" name="Google Shape;4633;p52"/>
            <p:cNvSpPr/>
            <p:nvPr/>
          </p:nvSpPr>
          <p:spPr>
            <a:xfrm>
              <a:off x="4031172" y="177051"/>
              <a:ext cx="236507" cy="365625"/>
            </a:xfrm>
            <a:custGeom>
              <a:avLst/>
              <a:gdLst/>
              <a:ahLst/>
              <a:cxnLst/>
              <a:rect l="l" t="t" r="r" b="b"/>
              <a:pathLst>
                <a:path w="7717" h="11930" extrusionOk="0">
                  <a:moveTo>
                    <a:pt x="1175" y="0"/>
                  </a:moveTo>
                  <a:cubicBezTo>
                    <a:pt x="808" y="0"/>
                    <a:pt x="415" y="90"/>
                    <a:pt x="1" y="307"/>
                  </a:cubicBezTo>
                  <a:lnTo>
                    <a:pt x="1286" y="2196"/>
                  </a:lnTo>
                  <a:cubicBezTo>
                    <a:pt x="1286" y="2196"/>
                    <a:pt x="3034" y="2902"/>
                    <a:pt x="3086" y="4182"/>
                  </a:cubicBezTo>
                  <a:cubicBezTo>
                    <a:pt x="3139" y="5460"/>
                    <a:pt x="3474" y="10034"/>
                    <a:pt x="2558" y="11929"/>
                  </a:cubicBezTo>
                  <a:cubicBezTo>
                    <a:pt x="2558" y="11929"/>
                    <a:pt x="7717" y="7770"/>
                    <a:pt x="4094" y="2078"/>
                  </a:cubicBezTo>
                  <a:cubicBezTo>
                    <a:pt x="4094" y="2078"/>
                    <a:pt x="2939" y="0"/>
                    <a:pt x="1175" y="0"/>
                  </a:cubicBezTo>
                  <a:close/>
                </a:path>
              </a:pathLst>
            </a:custGeom>
            <a:solidFill>
              <a:srgbClr val="4929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4" name="Google Shape;4634;p52"/>
            <p:cNvSpPr/>
            <p:nvPr/>
          </p:nvSpPr>
          <p:spPr>
            <a:xfrm>
              <a:off x="4110365" y="445125"/>
              <a:ext cx="75148" cy="124061"/>
            </a:xfrm>
            <a:custGeom>
              <a:avLst/>
              <a:gdLst/>
              <a:ahLst/>
              <a:cxnLst/>
              <a:rect l="l" t="t" r="r" b="b"/>
              <a:pathLst>
                <a:path w="2452" h="4048" extrusionOk="0">
                  <a:moveTo>
                    <a:pt x="0" y="0"/>
                  </a:moveTo>
                  <a:cubicBezTo>
                    <a:pt x="0" y="0"/>
                    <a:pt x="0" y="0"/>
                    <a:pt x="0" y="0"/>
                  </a:cubicBezTo>
                  <a:cubicBezTo>
                    <a:pt x="545" y="1933"/>
                    <a:pt x="178" y="3662"/>
                    <a:pt x="151" y="3677"/>
                  </a:cubicBezTo>
                  <a:lnTo>
                    <a:pt x="1698" y="4048"/>
                  </a:lnTo>
                  <a:cubicBezTo>
                    <a:pt x="1698" y="4048"/>
                    <a:pt x="2452" y="2351"/>
                    <a:pt x="1184" y="702"/>
                  </a:cubicBezTo>
                  <a:cubicBezTo>
                    <a:pt x="1012" y="478"/>
                    <a:pt x="3"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5" name="Google Shape;4635;p52"/>
            <p:cNvSpPr/>
            <p:nvPr/>
          </p:nvSpPr>
          <p:spPr>
            <a:xfrm>
              <a:off x="3971379" y="499095"/>
              <a:ext cx="143614" cy="101934"/>
            </a:xfrm>
            <a:custGeom>
              <a:avLst/>
              <a:gdLst/>
              <a:ahLst/>
              <a:cxnLst/>
              <a:rect l="l" t="t" r="r" b="b"/>
              <a:pathLst>
                <a:path w="4686" h="3326" extrusionOk="0">
                  <a:moveTo>
                    <a:pt x="0" y="0"/>
                  </a:moveTo>
                  <a:lnTo>
                    <a:pt x="0" y="0"/>
                  </a:lnTo>
                  <a:cubicBezTo>
                    <a:pt x="451" y="3029"/>
                    <a:pt x="4329" y="3326"/>
                    <a:pt x="4329" y="3326"/>
                  </a:cubicBezTo>
                  <a:lnTo>
                    <a:pt x="4686" y="1914"/>
                  </a:lnTo>
                  <a:lnTo>
                    <a:pt x="4686" y="1914"/>
                  </a:lnTo>
                  <a:cubicBezTo>
                    <a:pt x="4541" y="1947"/>
                    <a:pt x="4389" y="1963"/>
                    <a:pt x="4232" y="1963"/>
                  </a:cubicBezTo>
                  <a:cubicBezTo>
                    <a:pt x="2445" y="1963"/>
                    <a:pt x="0"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6" name="Google Shape;4636;p52"/>
            <p:cNvSpPr/>
            <p:nvPr/>
          </p:nvSpPr>
          <p:spPr>
            <a:xfrm>
              <a:off x="3956729" y="347360"/>
              <a:ext cx="191915" cy="218271"/>
            </a:xfrm>
            <a:custGeom>
              <a:avLst/>
              <a:gdLst/>
              <a:ahLst/>
              <a:cxnLst/>
              <a:rect l="l" t="t" r="r" b="b"/>
              <a:pathLst>
                <a:path w="6262" h="7122" extrusionOk="0">
                  <a:moveTo>
                    <a:pt x="573" y="0"/>
                  </a:moveTo>
                  <a:lnTo>
                    <a:pt x="573" y="0"/>
                  </a:lnTo>
                  <a:cubicBezTo>
                    <a:pt x="1869" y="3113"/>
                    <a:pt x="1375" y="4091"/>
                    <a:pt x="823" y="4791"/>
                  </a:cubicBezTo>
                  <a:cubicBezTo>
                    <a:pt x="1" y="5844"/>
                    <a:pt x="3304" y="7053"/>
                    <a:pt x="3304" y="7053"/>
                  </a:cubicBezTo>
                  <a:cubicBezTo>
                    <a:pt x="3626" y="7100"/>
                    <a:pt x="3907" y="7122"/>
                    <a:pt x="4152" y="7122"/>
                  </a:cubicBezTo>
                  <a:cubicBezTo>
                    <a:pt x="6262" y="7122"/>
                    <a:pt x="5698" y="5531"/>
                    <a:pt x="5486" y="5117"/>
                  </a:cubicBezTo>
                  <a:cubicBezTo>
                    <a:pt x="4628" y="3442"/>
                    <a:pt x="5826" y="1642"/>
                    <a:pt x="5826" y="1642"/>
                  </a:cubicBezTo>
                  <a:lnTo>
                    <a:pt x="573" y="0"/>
                  </a:lnTo>
                  <a:close/>
                </a:path>
              </a:pathLst>
            </a:custGeom>
            <a:solidFill>
              <a:srgbClr val="825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4637;p52"/>
            <p:cNvSpPr/>
            <p:nvPr/>
          </p:nvSpPr>
          <p:spPr>
            <a:xfrm>
              <a:off x="3978121" y="355297"/>
              <a:ext cx="143032" cy="149652"/>
            </a:xfrm>
            <a:custGeom>
              <a:avLst/>
              <a:gdLst/>
              <a:ahLst/>
              <a:cxnLst/>
              <a:rect l="l" t="t" r="r" b="b"/>
              <a:pathLst>
                <a:path w="4667" h="4883" extrusionOk="0">
                  <a:moveTo>
                    <a:pt x="562" y="1"/>
                  </a:moveTo>
                  <a:cubicBezTo>
                    <a:pt x="562" y="1"/>
                    <a:pt x="389" y="148"/>
                    <a:pt x="133" y="396"/>
                  </a:cubicBezTo>
                  <a:cubicBezTo>
                    <a:pt x="1094" y="2994"/>
                    <a:pt x="633" y="3884"/>
                    <a:pt x="124" y="4533"/>
                  </a:cubicBezTo>
                  <a:cubicBezTo>
                    <a:pt x="38" y="4648"/>
                    <a:pt x="1" y="4757"/>
                    <a:pt x="5" y="4865"/>
                  </a:cubicBezTo>
                  <a:cubicBezTo>
                    <a:pt x="150" y="4877"/>
                    <a:pt x="292" y="4882"/>
                    <a:pt x="430" y="4882"/>
                  </a:cubicBezTo>
                  <a:cubicBezTo>
                    <a:pt x="3103" y="4882"/>
                    <a:pt x="4666" y="2849"/>
                    <a:pt x="4666" y="2849"/>
                  </a:cubicBezTo>
                  <a:lnTo>
                    <a:pt x="562"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8" name="Google Shape;4638;p52"/>
            <p:cNvSpPr/>
            <p:nvPr/>
          </p:nvSpPr>
          <p:spPr>
            <a:xfrm>
              <a:off x="3937973" y="215361"/>
              <a:ext cx="237702" cy="243494"/>
            </a:xfrm>
            <a:custGeom>
              <a:avLst/>
              <a:gdLst/>
              <a:ahLst/>
              <a:cxnLst/>
              <a:rect l="l" t="t" r="r" b="b"/>
              <a:pathLst>
                <a:path w="7756" h="7945" extrusionOk="0">
                  <a:moveTo>
                    <a:pt x="3793" y="0"/>
                  </a:moveTo>
                  <a:cubicBezTo>
                    <a:pt x="1208" y="0"/>
                    <a:pt x="0" y="3029"/>
                    <a:pt x="1057" y="5224"/>
                  </a:cubicBezTo>
                  <a:cubicBezTo>
                    <a:pt x="2059" y="7295"/>
                    <a:pt x="4097" y="7944"/>
                    <a:pt x="5427" y="7944"/>
                  </a:cubicBezTo>
                  <a:cubicBezTo>
                    <a:pt x="5751" y="7944"/>
                    <a:pt x="6033" y="7905"/>
                    <a:pt x="6247" y="7839"/>
                  </a:cubicBezTo>
                  <a:cubicBezTo>
                    <a:pt x="7756" y="7374"/>
                    <a:pt x="7290" y="4726"/>
                    <a:pt x="7101" y="4074"/>
                  </a:cubicBezTo>
                  <a:cubicBezTo>
                    <a:pt x="6913" y="3432"/>
                    <a:pt x="6451" y="3132"/>
                    <a:pt x="6416" y="2869"/>
                  </a:cubicBezTo>
                  <a:cubicBezTo>
                    <a:pt x="6104" y="477"/>
                    <a:pt x="5266" y="297"/>
                    <a:pt x="5266" y="297"/>
                  </a:cubicBezTo>
                  <a:cubicBezTo>
                    <a:pt x="4736" y="92"/>
                    <a:pt x="4244" y="0"/>
                    <a:pt x="3793" y="0"/>
                  </a:cubicBezTo>
                  <a:close/>
                </a:path>
              </a:pathLst>
            </a:custGeom>
            <a:solidFill>
              <a:srgbClr val="9E7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9" name="Google Shape;4639;p52"/>
            <p:cNvSpPr/>
            <p:nvPr/>
          </p:nvSpPr>
          <p:spPr>
            <a:xfrm>
              <a:off x="4050511" y="189709"/>
              <a:ext cx="91084" cy="112292"/>
            </a:xfrm>
            <a:custGeom>
              <a:avLst/>
              <a:gdLst/>
              <a:ahLst/>
              <a:cxnLst/>
              <a:rect l="l" t="t" r="r" b="b"/>
              <a:pathLst>
                <a:path w="2972" h="3664" extrusionOk="0">
                  <a:moveTo>
                    <a:pt x="50" y="0"/>
                  </a:moveTo>
                  <a:lnTo>
                    <a:pt x="0" y="2300"/>
                  </a:lnTo>
                  <a:cubicBezTo>
                    <a:pt x="0" y="2300"/>
                    <a:pt x="298" y="2209"/>
                    <a:pt x="706" y="2209"/>
                  </a:cubicBezTo>
                  <a:cubicBezTo>
                    <a:pt x="1317" y="2209"/>
                    <a:pt x="2177" y="2413"/>
                    <a:pt x="2657" y="3432"/>
                  </a:cubicBezTo>
                  <a:cubicBezTo>
                    <a:pt x="2733" y="3594"/>
                    <a:pt x="2781" y="3663"/>
                    <a:pt x="2808" y="3663"/>
                  </a:cubicBezTo>
                  <a:cubicBezTo>
                    <a:pt x="2972" y="3663"/>
                    <a:pt x="2346" y="1088"/>
                    <a:pt x="2346" y="1088"/>
                  </a:cubicBezTo>
                  <a:lnTo>
                    <a:pt x="50" y="0"/>
                  </a:lnTo>
                  <a:close/>
                </a:path>
              </a:pathLst>
            </a:custGeom>
            <a:solidFill>
              <a:srgbClr val="4929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0" name="Google Shape;4640;p52"/>
            <p:cNvSpPr/>
            <p:nvPr/>
          </p:nvSpPr>
          <p:spPr>
            <a:xfrm>
              <a:off x="3838736" y="179411"/>
              <a:ext cx="254098" cy="402892"/>
            </a:xfrm>
            <a:custGeom>
              <a:avLst/>
              <a:gdLst/>
              <a:ahLst/>
              <a:cxnLst/>
              <a:rect l="l" t="t" r="r" b="b"/>
              <a:pathLst>
                <a:path w="8291" h="13146" extrusionOk="0">
                  <a:moveTo>
                    <a:pt x="5624" y="0"/>
                  </a:moveTo>
                  <a:cubicBezTo>
                    <a:pt x="4356" y="0"/>
                    <a:pt x="2651" y="849"/>
                    <a:pt x="1621" y="4469"/>
                  </a:cubicBezTo>
                  <a:cubicBezTo>
                    <a:pt x="1" y="10160"/>
                    <a:pt x="5566" y="13145"/>
                    <a:pt x="6326" y="13145"/>
                  </a:cubicBezTo>
                  <a:cubicBezTo>
                    <a:pt x="6400" y="13145"/>
                    <a:pt x="6428" y="13117"/>
                    <a:pt x="6400" y="13060"/>
                  </a:cubicBezTo>
                  <a:cubicBezTo>
                    <a:pt x="6083" y="12418"/>
                    <a:pt x="4751" y="10004"/>
                    <a:pt x="6520" y="7101"/>
                  </a:cubicBezTo>
                  <a:cubicBezTo>
                    <a:pt x="8290" y="4197"/>
                    <a:pt x="7273" y="607"/>
                    <a:pt x="7273" y="607"/>
                  </a:cubicBezTo>
                  <a:cubicBezTo>
                    <a:pt x="7236" y="447"/>
                    <a:pt x="6545" y="0"/>
                    <a:pt x="5624" y="0"/>
                  </a:cubicBezTo>
                  <a:close/>
                </a:path>
              </a:pathLst>
            </a:custGeom>
            <a:solidFill>
              <a:srgbClr val="4929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1" name="Google Shape;4641;p52"/>
            <p:cNvSpPr/>
            <p:nvPr/>
          </p:nvSpPr>
          <p:spPr>
            <a:xfrm>
              <a:off x="3985139" y="790308"/>
              <a:ext cx="250176" cy="120567"/>
            </a:xfrm>
            <a:custGeom>
              <a:avLst/>
              <a:gdLst/>
              <a:ahLst/>
              <a:cxnLst/>
              <a:rect l="l" t="t" r="r" b="b"/>
              <a:pathLst>
                <a:path w="8163" h="3934" extrusionOk="0">
                  <a:moveTo>
                    <a:pt x="8163" y="1"/>
                  </a:moveTo>
                  <a:cubicBezTo>
                    <a:pt x="6304" y="818"/>
                    <a:pt x="4411" y="1039"/>
                    <a:pt x="2930" y="1039"/>
                  </a:cubicBezTo>
                  <a:cubicBezTo>
                    <a:pt x="1353" y="1039"/>
                    <a:pt x="244" y="788"/>
                    <a:pt x="141" y="739"/>
                  </a:cubicBezTo>
                  <a:lnTo>
                    <a:pt x="141" y="739"/>
                  </a:lnTo>
                  <a:cubicBezTo>
                    <a:pt x="141" y="739"/>
                    <a:pt x="0" y="3934"/>
                    <a:pt x="227" y="3934"/>
                  </a:cubicBezTo>
                  <a:cubicBezTo>
                    <a:pt x="268" y="3934"/>
                    <a:pt x="322" y="3827"/>
                    <a:pt x="391" y="3576"/>
                  </a:cubicBezTo>
                  <a:cubicBezTo>
                    <a:pt x="836" y="1947"/>
                    <a:pt x="7419" y="831"/>
                    <a:pt x="7419" y="831"/>
                  </a:cubicBezTo>
                  <a:lnTo>
                    <a:pt x="8163"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2" name="Google Shape;4642;p52"/>
          <p:cNvGrpSpPr/>
          <p:nvPr/>
        </p:nvGrpSpPr>
        <p:grpSpPr>
          <a:xfrm>
            <a:off x="2545812" y="1511692"/>
            <a:ext cx="1212783" cy="3014661"/>
            <a:chOff x="5591068" y="2529308"/>
            <a:chExt cx="857333" cy="2131105"/>
          </a:xfrm>
        </p:grpSpPr>
        <p:sp>
          <p:nvSpPr>
            <p:cNvPr id="4643" name="Google Shape;4643;p52"/>
            <p:cNvSpPr/>
            <p:nvPr/>
          </p:nvSpPr>
          <p:spPr>
            <a:xfrm>
              <a:off x="5591068" y="4256448"/>
              <a:ext cx="766249" cy="403965"/>
            </a:xfrm>
            <a:custGeom>
              <a:avLst/>
              <a:gdLst/>
              <a:ahLst/>
              <a:cxnLst/>
              <a:rect l="l" t="t" r="r" b="b"/>
              <a:pathLst>
                <a:path w="25002" h="13181" extrusionOk="0">
                  <a:moveTo>
                    <a:pt x="12464" y="0"/>
                  </a:moveTo>
                  <a:cubicBezTo>
                    <a:pt x="9552" y="0"/>
                    <a:pt x="6644" y="644"/>
                    <a:pt x="4431" y="1930"/>
                  </a:cubicBezTo>
                  <a:cubicBezTo>
                    <a:pt x="0" y="4504"/>
                    <a:pt x="26" y="8675"/>
                    <a:pt x="4483" y="11250"/>
                  </a:cubicBezTo>
                  <a:cubicBezTo>
                    <a:pt x="6711" y="12537"/>
                    <a:pt x="9627" y="13181"/>
                    <a:pt x="12539" y="13181"/>
                  </a:cubicBezTo>
                  <a:cubicBezTo>
                    <a:pt x="15451" y="13181"/>
                    <a:pt x="18359" y="12537"/>
                    <a:pt x="20574" y="11250"/>
                  </a:cubicBezTo>
                  <a:cubicBezTo>
                    <a:pt x="25002" y="8676"/>
                    <a:pt x="24979" y="4505"/>
                    <a:pt x="20522" y="1932"/>
                  </a:cubicBezTo>
                  <a:cubicBezTo>
                    <a:pt x="18293" y="644"/>
                    <a:pt x="15377" y="0"/>
                    <a:pt x="12464"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4" name="Google Shape;4644;p52"/>
            <p:cNvSpPr/>
            <p:nvPr/>
          </p:nvSpPr>
          <p:spPr>
            <a:xfrm>
              <a:off x="6008181" y="2795942"/>
              <a:ext cx="440221" cy="256979"/>
            </a:xfrm>
            <a:custGeom>
              <a:avLst/>
              <a:gdLst/>
              <a:ahLst/>
              <a:cxnLst/>
              <a:rect l="l" t="t" r="r" b="b"/>
              <a:pathLst>
                <a:path w="14364" h="8385" extrusionOk="0">
                  <a:moveTo>
                    <a:pt x="2068" y="0"/>
                  </a:moveTo>
                  <a:cubicBezTo>
                    <a:pt x="1975" y="0"/>
                    <a:pt x="1892" y="8"/>
                    <a:pt x="1821" y="25"/>
                  </a:cubicBezTo>
                  <a:cubicBezTo>
                    <a:pt x="1821" y="25"/>
                    <a:pt x="0" y="1273"/>
                    <a:pt x="1469" y="2675"/>
                  </a:cubicBezTo>
                  <a:cubicBezTo>
                    <a:pt x="2937" y="4078"/>
                    <a:pt x="7614" y="7484"/>
                    <a:pt x="8950" y="8020"/>
                  </a:cubicBezTo>
                  <a:cubicBezTo>
                    <a:pt x="9457" y="8222"/>
                    <a:pt x="10433" y="8384"/>
                    <a:pt x="11374" y="8384"/>
                  </a:cubicBezTo>
                  <a:cubicBezTo>
                    <a:pt x="12916" y="8384"/>
                    <a:pt x="14363" y="7949"/>
                    <a:pt x="13492" y="6541"/>
                  </a:cubicBezTo>
                  <a:cubicBezTo>
                    <a:pt x="12148" y="4371"/>
                    <a:pt x="4245" y="0"/>
                    <a:pt x="20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5" name="Google Shape;4645;p52"/>
            <p:cNvSpPr/>
            <p:nvPr/>
          </p:nvSpPr>
          <p:spPr>
            <a:xfrm>
              <a:off x="5930030" y="4282958"/>
              <a:ext cx="261515" cy="202090"/>
            </a:xfrm>
            <a:custGeom>
              <a:avLst/>
              <a:gdLst/>
              <a:ahLst/>
              <a:cxnLst/>
              <a:rect l="l" t="t" r="r" b="b"/>
              <a:pathLst>
                <a:path w="8533" h="6594" extrusionOk="0">
                  <a:moveTo>
                    <a:pt x="3495" y="0"/>
                  </a:moveTo>
                  <a:cubicBezTo>
                    <a:pt x="2680" y="0"/>
                    <a:pt x="1452" y="508"/>
                    <a:pt x="1452" y="508"/>
                  </a:cubicBezTo>
                  <a:cubicBezTo>
                    <a:pt x="1452" y="508"/>
                    <a:pt x="1" y="2027"/>
                    <a:pt x="1076" y="3027"/>
                  </a:cubicBezTo>
                  <a:cubicBezTo>
                    <a:pt x="2149" y="4029"/>
                    <a:pt x="3185" y="4481"/>
                    <a:pt x="3736" y="5322"/>
                  </a:cubicBezTo>
                  <a:cubicBezTo>
                    <a:pt x="4110" y="5890"/>
                    <a:pt x="5423" y="6594"/>
                    <a:pt x="6587" y="6594"/>
                  </a:cubicBezTo>
                  <a:cubicBezTo>
                    <a:pt x="7142" y="6594"/>
                    <a:pt x="7663" y="6434"/>
                    <a:pt x="8032" y="6022"/>
                  </a:cubicBezTo>
                  <a:cubicBezTo>
                    <a:pt x="8032" y="6022"/>
                    <a:pt x="8532" y="4696"/>
                    <a:pt x="6645" y="3245"/>
                  </a:cubicBezTo>
                  <a:cubicBezTo>
                    <a:pt x="4754" y="1793"/>
                    <a:pt x="4576" y="845"/>
                    <a:pt x="4120" y="218"/>
                  </a:cubicBezTo>
                  <a:cubicBezTo>
                    <a:pt x="4004" y="59"/>
                    <a:pt x="3773" y="0"/>
                    <a:pt x="34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6" name="Google Shape;4646;p52"/>
            <p:cNvSpPr/>
            <p:nvPr/>
          </p:nvSpPr>
          <p:spPr>
            <a:xfrm>
              <a:off x="5920192" y="3371042"/>
              <a:ext cx="276165" cy="978636"/>
            </a:xfrm>
            <a:custGeom>
              <a:avLst/>
              <a:gdLst/>
              <a:ahLst/>
              <a:cxnLst/>
              <a:rect l="l" t="t" r="r" b="b"/>
              <a:pathLst>
                <a:path w="9011" h="31932" extrusionOk="0">
                  <a:moveTo>
                    <a:pt x="7611" y="0"/>
                  </a:moveTo>
                  <a:cubicBezTo>
                    <a:pt x="7163" y="3396"/>
                    <a:pt x="1709" y="7281"/>
                    <a:pt x="1709" y="7281"/>
                  </a:cubicBezTo>
                  <a:cubicBezTo>
                    <a:pt x="1709" y="7281"/>
                    <a:pt x="1" y="30101"/>
                    <a:pt x="1470" y="31244"/>
                  </a:cubicBezTo>
                  <a:cubicBezTo>
                    <a:pt x="2126" y="31755"/>
                    <a:pt x="2767" y="31931"/>
                    <a:pt x="3339" y="31931"/>
                  </a:cubicBezTo>
                  <a:cubicBezTo>
                    <a:pt x="4594" y="31931"/>
                    <a:pt x="5513" y="31084"/>
                    <a:pt x="5513" y="31084"/>
                  </a:cubicBezTo>
                  <a:cubicBezTo>
                    <a:pt x="5412" y="30208"/>
                    <a:pt x="5939" y="24296"/>
                    <a:pt x="7357" y="14488"/>
                  </a:cubicBezTo>
                  <a:cubicBezTo>
                    <a:pt x="9011" y="3076"/>
                    <a:pt x="7611" y="1"/>
                    <a:pt x="76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7" name="Google Shape;4647;p52"/>
            <p:cNvSpPr/>
            <p:nvPr/>
          </p:nvSpPr>
          <p:spPr>
            <a:xfrm>
              <a:off x="5774279" y="4449344"/>
              <a:ext cx="182322" cy="178736"/>
            </a:xfrm>
            <a:custGeom>
              <a:avLst/>
              <a:gdLst/>
              <a:ahLst/>
              <a:cxnLst/>
              <a:rect l="l" t="t" r="r" b="b"/>
              <a:pathLst>
                <a:path w="5949" h="5832" extrusionOk="0">
                  <a:moveTo>
                    <a:pt x="3387" y="0"/>
                  </a:moveTo>
                  <a:cubicBezTo>
                    <a:pt x="2474" y="0"/>
                    <a:pt x="374" y="406"/>
                    <a:pt x="374" y="406"/>
                  </a:cubicBezTo>
                  <a:cubicBezTo>
                    <a:pt x="374" y="406"/>
                    <a:pt x="0" y="2477"/>
                    <a:pt x="1203" y="3831"/>
                  </a:cubicBezTo>
                  <a:cubicBezTo>
                    <a:pt x="2092" y="4831"/>
                    <a:pt x="2850" y="5831"/>
                    <a:pt x="3705" y="5831"/>
                  </a:cubicBezTo>
                  <a:cubicBezTo>
                    <a:pt x="4008" y="5831"/>
                    <a:pt x="4322" y="5706"/>
                    <a:pt x="4659" y="5411"/>
                  </a:cubicBezTo>
                  <a:cubicBezTo>
                    <a:pt x="5948" y="4282"/>
                    <a:pt x="3922" y="414"/>
                    <a:pt x="3798" y="91"/>
                  </a:cubicBezTo>
                  <a:cubicBezTo>
                    <a:pt x="3772" y="26"/>
                    <a:pt x="3617" y="0"/>
                    <a:pt x="33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8" name="Google Shape;4648;p52"/>
            <p:cNvSpPr/>
            <p:nvPr/>
          </p:nvSpPr>
          <p:spPr>
            <a:xfrm>
              <a:off x="5755615" y="3478277"/>
              <a:ext cx="323423" cy="1007230"/>
            </a:xfrm>
            <a:custGeom>
              <a:avLst/>
              <a:gdLst/>
              <a:ahLst/>
              <a:cxnLst/>
              <a:rect l="l" t="t" r="r" b="b"/>
              <a:pathLst>
                <a:path w="10553" h="32865" extrusionOk="0">
                  <a:moveTo>
                    <a:pt x="1789" y="0"/>
                  </a:moveTo>
                  <a:cubicBezTo>
                    <a:pt x="1789" y="0"/>
                    <a:pt x="1287" y="4048"/>
                    <a:pt x="1226" y="9743"/>
                  </a:cubicBezTo>
                  <a:cubicBezTo>
                    <a:pt x="1151" y="15434"/>
                    <a:pt x="750" y="17575"/>
                    <a:pt x="609" y="18453"/>
                  </a:cubicBezTo>
                  <a:cubicBezTo>
                    <a:pt x="475" y="19324"/>
                    <a:pt x="0" y="28846"/>
                    <a:pt x="274" y="31630"/>
                  </a:cubicBezTo>
                  <a:cubicBezTo>
                    <a:pt x="274" y="31630"/>
                    <a:pt x="1056" y="32865"/>
                    <a:pt x="2402" y="32865"/>
                  </a:cubicBezTo>
                  <a:cubicBezTo>
                    <a:pt x="3075" y="32865"/>
                    <a:pt x="3889" y="32556"/>
                    <a:pt x="4816" y="31630"/>
                  </a:cubicBezTo>
                  <a:cubicBezTo>
                    <a:pt x="4816" y="31630"/>
                    <a:pt x="5288" y="21865"/>
                    <a:pt x="5764" y="19642"/>
                  </a:cubicBezTo>
                  <a:cubicBezTo>
                    <a:pt x="6241" y="17422"/>
                    <a:pt x="8892" y="6622"/>
                    <a:pt x="9968" y="2746"/>
                  </a:cubicBezTo>
                  <a:cubicBezTo>
                    <a:pt x="10435" y="1038"/>
                    <a:pt x="10552" y="387"/>
                    <a:pt x="10552" y="387"/>
                  </a:cubicBezTo>
                  <a:lnTo>
                    <a:pt x="10552" y="387"/>
                  </a:lnTo>
                  <a:cubicBezTo>
                    <a:pt x="10552" y="388"/>
                    <a:pt x="8716" y="1632"/>
                    <a:pt x="6275" y="1632"/>
                  </a:cubicBezTo>
                  <a:cubicBezTo>
                    <a:pt x="4899" y="1632"/>
                    <a:pt x="3330" y="1237"/>
                    <a:pt x="17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9" name="Google Shape;4649;p52"/>
            <p:cNvSpPr/>
            <p:nvPr/>
          </p:nvSpPr>
          <p:spPr>
            <a:xfrm>
              <a:off x="5808145" y="3492958"/>
              <a:ext cx="343926" cy="992611"/>
            </a:xfrm>
            <a:custGeom>
              <a:avLst/>
              <a:gdLst/>
              <a:ahLst/>
              <a:cxnLst/>
              <a:rect l="l" t="t" r="r" b="b"/>
              <a:pathLst>
                <a:path w="11222" h="32388" extrusionOk="0">
                  <a:moveTo>
                    <a:pt x="11221" y="0"/>
                  </a:moveTo>
                  <a:cubicBezTo>
                    <a:pt x="11221" y="0"/>
                    <a:pt x="6752" y="1436"/>
                    <a:pt x="4099" y="1436"/>
                  </a:cubicBezTo>
                  <a:cubicBezTo>
                    <a:pt x="4096" y="1436"/>
                    <a:pt x="4094" y="1436"/>
                    <a:pt x="4091" y="1436"/>
                  </a:cubicBezTo>
                  <a:cubicBezTo>
                    <a:pt x="3969" y="2267"/>
                    <a:pt x="2845" y="10239"/>
                    <a:pt x="2578" y="13726"/>
                  </a:cubicBezTo>
                  <a:cubicBezTo>
                    <a:pt x="2323" y="17182"/>
                    <a:pt x="0" y="29338"/>
                    <a:pt x="624" y="32386"/>
                  </a:cubicBezTo>
                  <a:cubicBezTo>
                    <a:pt x="645" y="32387"/>
                    <a:pt x="666" y="32387"/>
                    <a:pt x="688" y="32387"/>
                  </a:cubicBezTo>
                  <a:cubicBezTo>
                    <a:pt x="1358" y="32387"/>
                    <a:pt x="2171" y="32080"/>
                    <a:pt x="3102" y="31151"/>
                  </a:cubicBezTo>
                  <a:cubicBezTo>
                    <a:pt x="3102" y="31151"/>
                    <a:pt x="3574" y="21386"/>
                    <a:pt x="4050" y="19163"/>
                  </a:cubicBezTo>
                  <a:cubicBezTo>
                    <a:pt x="4527" y="16943"/>
                    <a:pt x="8530" y="6663"/>
                    <a:pt x="9606" y="2787"/>
                  </a:cubicBezTo>
                  <a:cubicBezTo>
                    <a:pt x="10073" y="1078"/>
                    <a:pt x="11221" y="0"/>
                    <a:pt x="11221"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0" name="Google Shape;4650;p52"/>
            <p:cNvSpPr/>
            <p:nvPr/>
          </p:nvSpPr>
          <p:spPr>
            <a:xfrm>
              <a:off x="6043793" y="3437915"/>
              <a:ext cx="129700" cy="909097"/>
            </a:xfrm>
            <a:custGeom>
              <a:avLst/>
              <a:gdLst/>
              <a:ahLst/>
              <a:cxnLst/>
              <a:rect l="l" t="t" r="r" b="b"/>
              <a:pathLst>
                <a:path w="4232" h="29663" extrusionOk="0">
                  <a:moveTo>
                    <a:pt x="2715" y="1"/>
                  </a:moveTo>
                  <a:cubicBezTo>
                    <a:pt x="2508" y="337"/>
                    <a:pt x="2276" y="670"/>
                    <a:pt x="2025" y="994"/>
                  </a:cubicBezTo>
                  <a:cubicBezTo>
                    <a:pt x="1688" y="4404"/>
                    <a:pt x="662" y="15083"/>
                    <a:pt x="484" y="19658"/>
                  </a:cubicBezTo>
                  <a:cubicBezTo>
                    <a:pt x="320" y="23941"/>
                    <a:pt x="92" y="28068"/>
                    <a:pt x="0" y="29663"/>
                  </a:cubicBezTo>
                  <a:cubicBezTo>
                    <a:pt x="886" y="29448"/>
                    <a:pt x="1479" y="28903"/>
                    <a:pt x="1479" y="28903"/>
                  </a:cubicBezTo>
                  <a:cubicBezTo>
                    <a:pt x="1379" y="28028"/>
                    <a:pt x="1906" y="22116"/>
                    <a:pt x="3324" y="12308"/>
                  </a:cubicBezTo>
                  <a:cubicBezTo>
                    <a:pt x="4231" y="6039"/>
                    <a:pt x="4219" y="2290"/>
                    <a:pt x="4022" y="180"/>
                  </a:cubicBezTo>
                  <a:lnTo>
                    <a:pt x="2715"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1" name="Google Shape;4651;p52"/>
            <p:cNvSpPr/>
            <p:nvPr/>
          </p:nvSpPr>
          <p:spPr>
            <a:xfrm>
              <a:off x="5705997" y="2817732"/>
              <a:ext cx="477365" cy="749730"/>
            </a:xfrm>
            <a:custGeom>
              <a:avLst/>
              <a:gdLst/>
              <a:ahLst/>
              <a:cxnLst/>
              <a:rect l="l" t="t" r="r" b="b"/>
              <a:pathLst>
                <a:path w="15576" h="24463" extrusionOk="0">
                  <a:moveTo>
                    <a:pt x="11132" y="0"/>
                  </a:moveTo>
                  <a:cubicBezTo>
                    <a:pt x="10192" y="0"/>
                    <a:pt x="8583" y="253"/>
                    <a:pt x="6082" y="1377"/>
                  </a:cubicBezTo>
                  <a:cubicBezTo>
                    <a:pt x="5516" y="1631"/>
                    <a:pt x="4928" y="2052"/>
                    <a:pt x="3961" y="2665"/>
                  </a:cubicBezTo>
                  <a:cubicBezTo>
                    <a:pt x="2674" y="3479"/>
                    <a:pt x="1340" y="4665"/>
                    <a:pt x="1152" y="4893"/>
                  </a:cubicBezTo>
                  <a:cubicBezTo>
                    <a:pt x="899" y="5199"/>
                    <a:pt x="0" y="5964"/>
                    <a:pt x="2108" y="10116"/>
                  </a:cubicBezTo>
                  <a:cubicBezTo>
                    <a:pt x="2108" y="10116"/>
                    <a:pt x="5431" y="14734"/>
                    <a:pt x="3968" y="19318"/>
                  </a:cubicBezTo>
                  <a:lnTo>
                    <a:pt x="3153" y="21870"/>
                  </a:lnTo>
                  <a:cubicBezTo>
                    <a:pt x="3153" y="21870"/>
                    <a:pt x="4799" y="24462"/>
                    <a:pt x="8239" y="24462"/>
                  </a:cubicBezTo>
                  <a:cubicBezTo>
                    <a:pt x="9280" y="24462"/>
                    <a:pt x="10485" y="24225"/>
                    <a:pt x="11859" y="23607"/>
                  </a:cubicBezTo>
                  <a:cubicBezTo>
                    <a:pt x="13057" y="23065"/>
                    <a:pt x="15238" y="22088"/>
                    <a:pt x="15223" y="20763"/>
                  </a:cubicBezTo>
                  <a:cubicBezTo>
                    <a:pt x="15223" y="20763"/>
                    <a:pt x="14372" y="16093"/>
                    <a:pt x="15017" y="11417"/>
                  </a:cubicBezTo>
                  <a:cubicBezTo>
                    <a:pt x="15576" y="7375"/>
                    <a:pt x="14911" y="785"/>
                    <a:pt x="12223" y="168"/>
                  </a:cubicBezTo>
                  <a:cubicBezTo>
                    <a:pt x="12223" y="168"/>
                    <a:pt x="12223" y="168"/>
                    <a:pt x="12223" y="168"/>
                  </a:cubicBezTo>
                  <a:cubicBezTo>
                    <a:pt x="12222" y="168"/>
                    <a:pt x="11899" y="0"/>
                    <a:pt x="111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2" name="Google Shape;4652;p52"/>
            <p:cNvSpPr/>
            <p:nvPr/>
          </p:nvSpPr>
          <p:spPr>
            <a:xfrm>
              <a:off x="5705997" y="2914241"/>
              <a:ext cx="254865" cy="646111"/>
            </a:xfrm>
            <a:custGeom>
              <a:avLst/>
              <a:gdLst/>
              <a:ahLst/>
              <a:cxnLst/>
              <a:rect l="l" t="t" r="r" b="b"/>
              <a:pathLst>
                <a:path w="8316" h="21082" extrusionOk="0">
                  <a:moveTo>
                    <a:pt x="3252" y="0"/>
                  </a:moveTo>
                  <a:cubicBezTo>
                    <a:pt x="2221" y="738"/>
                    <a:pt x="1304" y="1559"/>
                    <a:pt x="1151" y="1746"/>
                  </a:cubicBezTo>
                  <a:cubicBezTo>
                    <a:pt x="899" y="2052"/>
                    <a:pt x="0" y="2816"/>
                    <a:pt x="2108" y="6969"/>
                  </a:cubicBezTo>
                  <a:cubicBezTo>
                    <a:pt x="2108" y="6969"/>
                    <a:pt x="5431" y="11588"/>
                    <a:pt x="3967" y="16171"/>
                  </a:cubicBezTo>
                  <a:lnTo>
                    <a:pt x="3153" y="18724"/>
                  </a:lnTo>
                  <a:cubicBezTo>
                    <a:pt x="3153" y="18724"/>
                    <a:pt x="4246" y="20445"/>
                    <a:pt x="6514" y="21081"/>
                  </a:cubicBezTo>
                  <a:cubicBezTo>
                    <a:pt x="8315" y="15438"/>
                    <a:pt x="6299" y="6749"/>
                    <a:pt x="5864" y="3544"/>
                  </a:cubicBezTo>
                  <a:cubicBezTo>
                    <a:pt x="5556" y="1271"/>
                    <a:pt x="4127" y="354"/>
                    <a:pt x="3252" y="0"/>
                  </a:cubicBezTo>
                  <a:close/>
                </a:path>
              </a:pathLst>
            </a:custGeom>
            <a:solidFill>
              <a:srgbClr val="D8D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3" name="Google Shape;4653;p52"/>
            <p:cNvSpPr/>
            <p:nvPr/>
          </p:nvSpPr>
          <p:spPr>
            <a:xfrm>
              <a:off x="5705506" y="2848717"/>
              <a:ext cx="409665" cy="798980"/>
            </a:xfrm>
            <a:custGeom>
              <a:avLst/>
              <a:gdLst/>
              <a:ahLst/>
              <a:cxnLst/>
              <a:rect l="l" t="t" r="r" b="b"/>
              <a:pathLst>
                <a:path w="13367" h="26070" extrusionOk="0">
                  <a:moveTo>
                    <a:pt x="6618" y="1"/>
                  </a:moveTo>
                  <a:cubicBezTo>
                    <a:pt x="6618" y="1"/>
                    <a:pt x="4845" y="1171"/>
                    <a:pt x="4218" y="1499"/>
                  </a:cubicBezTo>
                  <a:cubicBezTo>
                    <a:pt x="3011" y="2130"/>
                    <a:pt x="1" y="3749"/>
                    <a:pt x="760" y="5712"/>
                  </a:cubicBezTo>
                  <a:cubicBezTo>
                    <a:pt x="1667" y="8059"/>
                    <a:pt x="4454" y="14132"/>
                    <a:pt x="3867" y="16411"/>
                  </a:cubicBezTo>
                  <a:cubicBezTo>
                    <a:pt x="3278" y="18693"/>
                    <a:pt x="2431" y="24139"/>
                    <a:pt x="2431" y="24139"/>
                  </a:cubicBezTo>
                  <a:cubicBezTo>
                    <a:pt x="2431" y="24139"/>
                    <a:pt x="3840" y="26069"/>
                    <a:pt x="6796" y="26069"/>
                  </a:cubicBezTo>
                  <a:cubicBezTo>
                    <a:pt x="7863" y="26069"/>
                    <a:pt x="9131" y="25818"/>
                    <a:pt x="10607" y="25133"/>
                  </a:cubicBezTo>
                  <a:cubicBezTo>
                    <a:pt x="10607" y="25133"/>
                    <a:pt x="13367" y="15115"/>
                    <a:pt x="9241" y="3265"/>
                  </a:cubicBezTo>
                  <a:lnTo>
                    <a:pt x="6618" y="1"/>
                  </a:lnTo>
                  <a:close/>
                </a:path>
              </a:pathLst>
            </a:custGeom>
            <a:solidFill>
              <a:srgbClr val="0C29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4" name="Google Shape;4654;p52"/>
            <p:cNvSpPr/>
            <p:nvPr/>
          </p:nvSpPr>
          <p:spPr>
            <a:xfrm>
              <a:off x="5705506" y="2848717"/>
              <a:ext cx="409665" cy="798980"/>
            </a:xfrm>
            <a:custGeom>
              <a:avLst/>
              <a:gdLst/>
              <a:ahLst/>
              <a:cxnLst/>
              <a:rect l="l" t="t" r="r" b="b"/>
              <a:pathLst>
                <a:path w="13367" h="26070" extrusionOk="0">
                  <a:moveTo>
                    <a:pt x="6618" y="1"/>
                  </a:moveTo>
                  <a:cubicBezTo>
                    <a:pt x="6618" y="1"/>
                    <a:pt x="4845" y="1171"/>
                    <a:pt x="4218" y="1499"/>
                  </a:cubicBezTo>
                  <a:cubicBezTo>
                    <a:pt x="3011" y="2130"/>
                    <a:pt x="1" y="3749"/>
                    <a:pt x="760" y="5712"/>
                  </a:cubicBezTo>
                  <a:cubicBezTo>
                    <a:pt x="1667" y="8059"/>
                    <a:pt x="4454" y="14132"/>
                    <a:pt x="3867" y="16411"/>
                  </a:cubicBezTo>
                  <a:cubicBezTo>
                    <a:pt x="3278" y="18693"/>
                    <a:pt x="2431" y="24139"/>
                    <a:pt x="2431" y="24139"/>
                  </a:cubicBezTo>
                  <a:cubicBezTo>
                    <a:pt x="2431" y="24139"/>
                    <a:pt x="3840" y="26069"/>
                    <a:pt x="6796" y="26069"/>
                  </a:cubicBezTo>
                  <a:cubicBezTo>
                    <a:pt x="7863" y="26069"/>
                    <a:pt x="9131" y="25818"/>
                    <a:pt x="10607" y="25133"/>
                  </a:cubicBezTo>
                  <a:cubicBezTo>
                    <a:pt x="10607" y="25133"/>
                    <a:pt x="13367" y="15115"/>
                    <a:pt x="9241" y="3265"/>
                  </a:cubicBezTo>
                  <a:lnTo>
                    <a:pt x="66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5" name="Google Shape;4655;p52"/>
            <p:cNvSpPr/>
            <p:nvPr/>
          </p:nvSpPr>
          <p:spPr>
            <a:xfrm>
              <a:off x="5914154" y="2795083"/>
              <a:ext cx="294339" cy="765268"/>
            </a:xfrm>
            <a:custGeom>
              <a:avLst/>
              <a:gdLst/>
              <a:ahLst/>
              <a:cxnLst/>
              <a:rect l="l" t="t" r="r" b="b"/>
              <a:pathLst>
                <a:path w="9604" h="24970" extrusionOk="0">
                  <a:moveTo>
                    <a:pt x="4674" y="1"/>
                  </a:moveTo>
                  <a:cubicBezTo>
                    <a:pt x="4627" y="1"/>
                    <a:pt x="4579" y="2"/>
                    <a:pt x="4531" y="4"/>
                  </a:cubicBezTo>
                  <a:cubicBezTo>
                    <a:pt x="0" y="205"/>
                    <a:pt x="5259" y="4152"/>
                    <a:pt x="5259" y="4152"/>
                  </a:cubicBezTo>
                  <a:cubicBezTo>
                    <a:pt x="5259" y="4152"/>
                    <a:pt x="7600" y="21526"/>
                    <a:pt x="6622" y="24969"/>
                  </a:cubicBezTo>
                  <a:cubicBezTo>
                    <a:pt x="6622" y="24969"/>
                    <a:pt x="8354" y="24611"/>
                    <a:pt x="9603" y="23030"/>
                  </a:cubicBezTo>
                  <a:cubicBezTo>
                    <a:pt x="9603" y="23030"/>
                    <a:pt x="8814" y="14347"/>
                    <a:pt x="9013" y="11782"/>
                  </a:cubicBezTo>
                  <a:cubicBezTo>
                    <a:pt x="9207" y="9245"/>
                    <a:pt x="9065" y="1"/>
                    <a:pt x="46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6" name="Google Shape;4656;p52"/>
            <p:cNvSpPr/>
            <p:nvPr/>
          </p:nvSpPr>
          <p:spPr>
            <a:xfrm>
              <a:off x="6174229" y="3111580"/>
              <a:ext cx="93935" cy="62153"/>
            </a:xfrm>
            <a:custGeom>
              <a:avLst/>
              <a:gdLst/>
              <a:ahLst/>
              <a:cxnLst/>
              <a:rect l="l" t="t" r="r" b="b"/>
              <a:pathLst>
                <a:path w="3065" h="2028" extrusionOk="0">
                  <a:moveTo>
                    <a:pt x="1329" y="0"/>
                  </a:moveTo>
                  <a:cubicBezTo>
                    <a:pt x="1042" y="0"/>
                    <a:pt x="711" y="72"/>
                    <a:pt x="327" y="244"/>
                  </a:cubicBezTo>
                  <a:cubicBezTo>
                    <a:pt x="327" y="244"/>
                    <a:pt x="1" y="2028"/>
                    <a:pt x="1876" y="2028"/>
                  </a:cubicBezTo>
                  <a:cubicBezTo>
                    <a:pt x="2202" y="2028"/>
                    <a:pt x="2593" y="1974"/>
                    <a:pt x="3065" y="1848"/>
                  </a:cubicBezTo>
                  <a:cubicBezTo>
                    <a:pt x="3065" y="1848"/>
                    <a:pt x="2780" y="0"/>
                    <a:pt x="13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7" name="Google Shape;4657;p52"/>
            <p:cNvSpPr/>
            <p:nvPr/>
          </p:nvSpPr>
          <p:spPr>
            <a:xfrm>
              <a:off x="5718378" y="3578372"/>
              <a:ext cx="115756" cy="192650"/>
            </a:xfrm>
            <a:custGeom>
              <a:avLst/>
              <a:gdLst/>
              <a:ahLst/>
              <a:cxnLst/>
              <a:rect l="l" t="t" r="r" b="b"/>
              <a:pathLst>
                <a:path w="3777" h="6286" extrusionOk="0">
                  <a:moveTo>
                    <a:pt x="2264" y="0"/>
                  </a:moveTo>
                  <a:lnTo>
                    <a:pt x="386" y="347"/>
                  </a:lnTo>
                  <a:cubicBezTo>
                    <a:pt x="435" y="944"/>
                    <a:pt x="437" y="1462"/>
                    <a:pt x="287" y="2297"/>
                  </a:cubicBezTo>
                  <a:cubicBezTo>
                    <a:pt x="0" y="3877"/>
                    <a:pt x="678" y="5114"/>
                    <a:pt x="842" y="5300"/>
                  </a:cubicBezTo>
                  <a:cubicBezTo>
                    <a:pt x="1471" y="6019"/>
                    <a:pt x="1916" y="6285"/>
                    <a:pt x="2117" y="6285"/>
                  </a:cubicBezTo>
                  <a:cubicBezTo>
                    <a:pt x="2221" y="6285"/>
                    <a:pt x="2260" y="6213"/>
                    <a:pt x="2224" y="6096"/>
                  </a:cubicBezTo>
                  <a:cubicBezTo>
                    <a:pt x="1644" y="4198"/>
                    <a:pt x="2425" y="3287"/>
                    <a:pt x="2425" y="3287"/>
                  </a:cubicBezTo>
                  <a:cubicBezTo>
                    <a:pt x="2501" y="4144"/>
                    <a:pt x="2994" y="4623"/>
                    <a:pt x="3252" y="4750"/>
                  </a:cubicBezTo>
                  <a:cubicBezTo>
                    <a:pt x="3281" y="4764"/>
                    <a:pt x="3312" y="4771"/>
                    <a:pt x="3345" y="4771"/>
                  </a:cubicBezTo>
                  <a:cubicBezTo>
                    <a:pt x="3549" y="4771"/>
                    <a:pt x="3776" y="4505"/>
                    <a:pt x="3551" y="4213"/>
                  </a:cubicBezTo>
                  <a:cubicBezTo>
                    <a:pt x="3287" y="3870"/>
                    <a:pt x="3209" y="3304"/>
                    <a:pt x="3213" y="2988"/>
                  </a:cubicBezTo>
                  <a:cubicBezTo>
                    <a:pt x="3217" y="2052"/>
                    <a:pt x="3014" y="1704"/>
                    <a:pt x="2835" y="1462"/>
                  </a:cubicBezTo>
                  <a:cubicBezTo>
                    <a:pt x="2336" y="790"/>
                    <a:pt x="2284" y="188"/>
                    <a:pt x="2284" y="188"/>
                  </a:cubicBezTo>
                  <a:cubicBezTo>
                    <a:pt x="2276" y="136"/>
                    <a:pt x="2270" y="69"/>
                    <a:pt x="2264" y="0"/>
                  </a:cubicBezTo>
                  <a:close/>
                </a:path>
              </a:pathLst>
            </a:custGeom>
            <a:solidFill>
              <a:srgbClr val="E6A3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8" name="Google Shape;4658;p52"/>
            <p:cNvSpPr/>
            <p:nvPr/>
          </p:nvSpPr>
          <p:spPr>
            <a:xfrm>
              <a:off x="5659872" y="2940996"/>
              <a:ext cx="199668" cy="686044"/>
            </a:xfrm>
            <a:custGeom>
              <a:avLst/>
              <a:gdLst/>
              <a:ahLst/>
              <a:cxnLst/>
              <a:rect l="l" t="t" r="r" b="b"/>
              <a:pathLst>
                <a:path w="6515" h="22385" extrusionOk="0">
                  <a:moveTo>
                    <a:pt x="3573" y="0"/>
                  </a:moveTo>
                  <a:cubicBezTo>
                    <a:pt x="3486" y="0"/>
                    <a:pt x="3435" y="4"/>
                    <a:pt x="3435" y="4"/>
                  </a:cubicBezTo>
                  <a:cubicBezTo>
                    <a:pt x="746" y="1710"/>
                    <a:pt x="862" y="8928"/>
                    <a:pt x="432" y="11733"/>
                  </a:cubicBezTo>
                  <a:cubicBezTo>
                    <a:pt x="1" y="14534"/>
                    <a:pt x="1627" y="22280"/>
                    <a:pt x="1627" y="22280"/>
                  </a:cubicBezTo>
                  <a:cubicBezTo>
                    <a:pt x="1879" y="22354"/>
                    <a:pt x="2136" y="22385"/>
                    <a:pt x="2392" y="22385"/>
                  </a:cubicBezTo>
                  <a:cubicBezTo>
                    <a:pt x="3796" y="22385"/>
                    <a:pt x="5136" y="21443"/>
                    <a:pt x="5136" y="21443"/>
                  </a:cubicBezTo>
                  <a:cubicBezTo>
                    <a:pt x="5136" y="21443"/>
                    <a:pt x="4629" y="11171"/>
                    <a:pt x="4711" y="10596"/>
                  </a:cubicBezTo>
                  <a:cubicBezTo>
                    <a:pt x="4794" y="10020"/>
                    <a:pt x="6515" y="4835"/>
                    <a:pt x="6242" y="2316"/>
                  </a:cubicBezTo>
                  <a:cubicBezTo>
                    <a:pt x="6007" y="153"/>
                    <a:pt x="4104" y="0"/>
                    <a:pt x="35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9" name="Google Shape;4659;p52"/>
            <p:cNvSpPr/>
            <p:nvPr/>
          </p:nvSpPr>
          <p:spPr>
            <a:xfrm>
              <a:off x="5834747" y="2845866"/>
              <a:ext cx="245701" cy="580586"/>
            </a:xfrm>
            <a:custGeom>
              <a:avLst/>
              <a:gdLst/>
              <a:ahLst/>
              <a:cxnLst/>
              <a:rect l="l" t="t" r="r" b="b"/>
              <a:pathLst>
                <a:path w="8017" h="18944" extrusionOk="0">
                  <a:moveTo>
                    <a:pt x="2547" y="0"/>
                  </a:moveTo>
                  <a:cubicBezTo>
                    <a:pt x="2547" y="0"/>
                    <a:pt x="2547" y="0"/>
                    <a:pt x="2547" y="0"/>
                  </a:cubicBezTo>
                  <a:lnTo>
                    <a:pt x="1" y="1594"/>
                  </a:lnTo>
                  <a:cubicBezTo>
                    <a:pt x="1423" y="1809"/>
                    <a:pt x="4395" y="6757"/>
                    <a:pt x="4395" y="6757"/>
                  </a:cubicBezTo>
                  <a:lnTo>
                    <a:pt x="3609" y="7890"/>
                  </a:lnTo>
                  <a:lnTo>
                    <a:pt x="7244" y="18943"/>
                  </a:lnTo>
                  <a:cubicBezTo>
                    <a:pt x="8016" y="9604"/>
                    <a:pt x="4821" y="3104"/>
                    <a:pt x="4821" y="3104"/>
                  </a:cubicBezTo>
                  <a:cubicBezTo>
                    <a:pt x="4483" y="2321"/>
                    <a:pt x="2550" y="0"/>
                    <a:pt x="25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0" name="Google Shape;4660;p52"/>
            <p:cNvSpPr/>
            <p:nvPr/>
          </p:nvSpPr>
          <p:spPr>
            <a:xfrm>
              <a:off x="6006250" y="2785092"/>
              <a:ext cx="145821" cy="596952"/>
            </a:xfrm>
            <a:custGeom>
              <a:avLst/>
              <a:gdLst/>
              <a:ahLst/>
              <a:cxnLst/>
              <a:rect l="l" t="t" r="r" b="b"/>
              <a:pathLst>
                <a:path w="4758" h="19478" extrusionOk="0">
                  <a:moveTo>
                    <a:pt x="727" y="1"/>
                  </a:moveTo>
                  <a:cubicBezTo>
                    <a:pt x="688" y="1"/>
                    <a:pt x="651" y="2"/>
                    <a:pt x="615" y="6"/>
                  </a:cubicBezTo>
                  <a:cubicBezTo>
                    <a:pt x="0" y="71"/>
                    <a:pt x="4153" y="12832"/>
                    <a:pt x="3764" y="19478"/>
                  </a:cubicBezTo>
                  <a:lnTo>
                    <a:pt x="4757" y="9149"/>
                  </a:lnTo>
                  <a:lnTo>
                    <a:pt x="3764" y="7768"/>
                  </a:lnTo>
                  <a:lnTo>
                    <a:pt x="2250" y="457"/>
                  </a:lnTo>
                  <a:cubicBezTo>
                    <a:pt x="2250" y="457"/>
                    <a:pt x="1345" y="1"/>
                    <a:pt x="7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1" name="Google Shape;4661;p52"/>
            <p:cNvSpPr/>
            <p:nvPr/>
          </p:nvSpPr>
          <p:spPr>
            <a:xfrm>
              <a:off x="5857334" y="2743688"/>
              <a:ext cx="197983" cy="185632"/>
            </a:xfrm>
            <a:custGeom>
              <a:avLst/>
              <a:gdLst/>
              <a:ahLst/>
              <a:cxnLst/>
              <a:rect l="l" t="t" r="r" b="b"/>
              <a:pathLst>
                <a:path w="6460" h="6057" extrusionOk="0">
                  <a:moveTo>
                    <a:pt x="0" y="0"/>
                  </a:moveTo>
                  <a:cubicBezTo>
                    <a:pt x="0" y="0"/>
                    <a:pt x="1914" y="2033"/>
                    <a:pt x="982" y="3792"/>
                  </a:cubicBezTo>
                  <a:cubicBezTo>
                    <a:pt x="536" y="4630"/>
                    <a:pt x="1881" y="6056"/>
                    <a:pt x="3944" y="6056"/>
                  </a:cubicBezTo>
                  <a:cubicBezTo>
                    <a:pt x="4296" y="6056"/>
                    <a:pt x="4668" y="6015"/>
                    <a:pt x="5055" y="5922"/>
                  </a:cubicBezTo>
                  <a:cubicBezTo>
                    <a:pt x="5055" y="5922"/>
                    <a:pt x="6210" y="5422"/>
                    <a:pt x="6011" y="5005"/>
                  </a:cubicBezTo>
                  <a:cubicBezTo>
                    <a:pt x="5561" y="4067"/>
                    <a:pt x="5861" y="3438"/>
                    <a:pt x="6159" y="2607"/>
                  </a:cubicBezTo>
                  <a:cubicBezTo>
                    <a:pt x="6460" y="1780"/>
                    <a:pt x="1" y="0"/>
                    <a:pt x="0" y="0"/>
                  </a:cubicBezTo>
                  <a:close/>
                </a:path>
              </a:pathLst>
            </a:custGeom>
            <a:solidFill>
              <a:srgbClr val="E6A3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2" name="Google Shape;4662;p52"/>
            <p:cNvSpPr/>
            <p:nvPr/>
          </p:nvSpPr>
          <p:spPr>
            <a:xfrm>
              <a:off x="5866283" y="2746476"/>
              <a:ext cx="103098" cy="125164"/>
            </a:xfrm>
            <a:custGeom>
              <a:avLst/>
              <a:gdLst/>
              <a:ahLst/>
              <a:cxnLst/>
              <a:rect l="l" t="t" r="r" b="b"/>
              <a:pathLst>
                <a:path w="3364" h="4084" extrusionOk="0">
                  <a:moveTo>
                    <a:pt x="30" y="1"/>
                  </a:moveTo>
                  <a:lnTo>
                    <a:pt x="0" y="267"/>
                  </a:lnTo>
                  <a:cubicBezTo>
                    <a:pt x="498" y="922"/>
                    <a:pt x="1386" y="2389"/>
                    <a:pt x="688" y="3701"/>
                  </a:cubicBezTo>
                  <a:cubicBezTo>
                    <a:pt x="625" y="3819"/>
                    <a:pt x="595" y="3946"/>
                    <a:pt x="608" y="4083"/>
                  </a:cubicBezTo>
                  <a:cubicBezTo>
                    <a:pt x="1443" y="2884"/>
                    <a:pt x="3363" y="2470"/>
                    <a:pt x="3363" y="2470"/>
                  </a:cubicBezTo>
                  <a:lnTo>
                    <a:pt x="318" y="87"/>
                  </a:lnTo>
                  <a:cubicBezTo>
                    <a:pt x="210" y="51"/>
                    <a:pt x="115" y="24"/>
                    <a:pt x="30" y="1"/>
                  </a:cubicBezTo>
                  <a:close/>
                </a:path>
              </a:pathLst>
            </a:custGeom>
            <a:solidFill>
              <a:srgbClr val="DD95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3" name="Google Shape;4663;p52"/>
            <p:cNvSpPr/>
            <p:nvPr/>
          </p:nvSpPr>
          <p:spPr>
            <a:xfrm>
              <a:off x="5787458" y="2539912"/>
              <a:ext cx="290906" cy="310398"/>
            </a:xfrm>
            <a:custGeom>
              <a:avLst/>
              <a:gdLst/>
              <a:ahLst/>
              <a:cxnLst/>
              <a:rect l="l" t="t" r="r" b="b"/>
              <a:pathLst>
                <a:path w="9492" h="10128" extrusionOk="0">
                  <a:moveTo>
                    <a:pt x="4121" y="0"/>
                  </a:moveTo>
                  <a:cubicBezTo>
                    <a:pt x="3623" y="0"/>
                    <a:pt x="3082" y="147"/>
                    <a:pt x="2436" y="519"/>
                  </a:cubicBezTo>
                  <a:cubicBezTo>
                    <a:pt x="2433" y="521"/>
                    <a:pt x="0" y="2190"/>
                    <a:pt x="1501" y="5457"/>
                  </a:cubicBezTo>
                  <a:cubicBezTo>
                    <a:pt x="1501" y="5457"/>
                    <a:pt x="2683" y="8384"/>
                    <a:pt x="5008" y="9402"/>
                  </a:cubicBezTo>
                  <a:cubicBezTo>
                    <a:pt x="5957" y="9813"/>
                    <a:pt x="6953" y="10127"/>
                    <a:pt x="7755" y="10127"/>
                  </a:cubicBezTo>
                  <a:cubicBezTo>
                    <a:pt x="8703" y="10127"/>
                    <a:pt x="9380" y="9689"/>
                    <a:pt x="9392" y="8453"/>
                  </a:cubicBezTo>
                  <a:cubicBezTo>
                    <a:pt x="9402" y="6641"/>
                    <a:pt x="9492" y="2015"/>
                    <a:pt x="7784" y="1386"/>
                  </a:cubicBezTo>
                  <a:cubicBezTo>
                    <a:pt x="6236" y="813"/>
                    <a:pt x="5295" y="0"/>
                    <a:pt x="4121" y="0"/>
                  </a:cubicBezTo>
                  <a:close/>
                </a:path>
              </a:pathLst>
            </a:custGeom>
            <a:solidFill>
              <a:srgbClr val="EFB1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4" name="Google Shape;4664;p52"/>
            <p:cNvSpPr/>
            <p:nvPr/>
          </p:nvSpPr>
          <p:spPr>
            <a:xfrm>
              <a:off x="5817615" y="2556064"/>
              <a:ext cx="257715" cy="292684"/>
            </a:xfrm>
            <a:custGeom>
              <a:avLst/>
              <a:gdLst/>
              <a:ahLst/>
              <a:cxnLst/>
              <a:rect l="l" t="t" r="r" b="b"/>
              <a:pathLst>
                <a:path w="8409" h="9550" extrusionOk="0">
                  <a:moveTo>
                    <a:pt x="5696" y="1"/>
                  </a:moveTo>
                  <a:cubicBezTo>
                    <a:pt x="4486" y="236"/>
                    <a:pt x="1025" y="908"/>
                    <a:pt x="955" y="941"/>
                  </a:cubicBezTo>
                  <a:cubicBezTo>
                    <a:pt x="912" y="955"/>
                    <a:pt x="459" y="1872"/>
                    <a:pt x="31" y="2738"/>
                  </a:cubicBezTo>
                  <a:cubicBezTo>
                    <a:pt x="1" y="3370"/>
                    <a:pt x="130" y="4093"/>
                    <a:pt x="517" y="4930"/>
                  </a:cubicBezTo>
                  <a:cubicBezTo>
                    <a:pt x="517" y="4930"/>
                    <a:pt x="1209" y="7499"/>
                    <a:pt x="4026" y="8915"/>
                  </a:cubicBezTo>
                  <a:cubicBezTo>
                    <a:pt x="4628" y="9219"/>
                    <a:pt x="5367" y="9415"/>
                    <a:pt x="5940" y="9550"/>
                  </a:cubicBezTo>
                  <a:cubicBezTo>
                    <a:pt x="4841" y="8994"/>
                    <a:pt x="4706" y="8792"/>
                    <a:pt x="3795" y="8039"/>
                  </a:cubicBezTo>
                  <a:cubicBezTo>
                    <a:pt x="2887" y="7294"/>
                    <a:pt x="4576" y="7491"/>
                    <a:pt x="3156" y="5281"/>
                  </a:cubicBezTo>
                  <a:cubicBezTo>
                    <a:pt x="2224" y="3832"/>
                    <a:pt x="2556" y="3479"/>
                    <a:pt x="3179" y="3479"/>
                  </a:cubicBezTo>
                  <a:cubicBezTo>
                    <a:pt x="3773" y="3479"/>
                    <a:pt x="4631" y="3799"/>
                    <a:pt x="4918" y="3799"/>
                  </a:cubicBezTo>
                  <a:cubicBezTo>
                    <a:pt x="4931" y="3799"/>
                    <a:pt x="4943" y="3798"/>
                    <a:pt x="4954" y="3797"/>
                  </a:cubicBezTo>
                  <a:cubicBezTo>
                    <a:pt x="8409" y="3322"/>
                    <a:pt x="7724" y="2338"/>
                    <a:pt x="7664" y="1634"/>
                  </a:cubicBezTo>
                  <a:cubicBezTo>
                    <a:pt x="7626" y="1538"/>
                    <a:pt x="7586" y="1513"/>
                    <a:pt x="7544" y="1513"/>
                  </a:cubicBezTo>
                  <a:cubicBezTo>
                    <a:pt x="7498" y="1513"/>
                    <a:pt x="7450" y="1542"/>
                    <a:pt x="7400" y="1542"/>
                  </a:cubicBezTo>
                  <a:cubicBezTo>
                    <a:pt x="7359" y="1542"/>
                    <a:pt x="7316" y="1522"/>
                    <a:pt x="7271" y="1450"/>
                  </a:cubicBezTo>
                  <a:lnTo>
                    <a:pt x="6919" y="981"/>
                  </a:lnTo>
                  <a:cubicBezTo>
                    <a:pt x="6876" y="937"/>
                    <a:pt x="6834" y="894"/>
                    <a:pt x="6800" y="861"/>
                  </a:cubicBezTo>
                  <a:cubicBezTo>
                    <a:pt x="6420" y="521"/>
                    <a:pt x="6056" y="236"/>
                    <a:pt x="5696" y="1"/>
                  </a:cubicBezTo>
                  <a:close/>
                </a:path>
              </a:pathLst>
            </a:custGeom>
            <a:solidFill>
              <a:srgbClr val="E6A3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5" name="Google Shape;4665;p52"/>
            <p:cNvSpPr/>
            <p:nvPr/>
          </p:nvSpPr>
          <p:spPr>
            <a:xfrm>
              <a:off x="5736950" y="2581838"/>
              <a:ext cx="179410" cy="213368"/>
            </a:xfrm>
            <a:custGeom>
              <a:avLst/>
              <a:gdLst/>
              <a:ahLst/>
              <a:cxnLst/>
              <a:rect l="l" t="t" r="r" b="b"/>
              <a:pathLst>
                <a:path w="5854" h="6962" extrusionOk="0">
                  <a:moveTo>
                    <a:pt x="3164" y="1"/>
                  </a:moveTo>
                  <a:lnTo>
                    <a:pt x="3164" y="1"/>
                  </a:lnTo>
                  <a:cubicBezTo>
                    <a:pt x="1" y="2794"/>
                    <a:pt x="4961" y="6962"/>
                    <a:pt x="4961" y="6962"/>
                  </a:cubicBezTo>
                  <a:cubicBezTo>
                    <a:pt x="4965" y="6725"/>
                    <a:pt x="3372" y="5240"/>
                    <a:pt x="3806" y="4601"/>
                  </a:cubicBezTo>
                  <a:cubicBezTo>
                    <a:pt x="3877" y="4496"/>
                    <a:pt x="3967" y="4451"/>
                    <a:pt x="4071" y="4451"/>
                  </a:cubicBezTo>
                  <a:cubicBezTo>
                    <a:pt x="4669" y="4451"/>
                    <a:pt x="5700" y="5947"/>
                    <a:pt x="5769" y="6041"/>
                  </a:cubicBezTo>
                  <a:cubicBezTo>
                    <a:pt x="5775" y="6047"/>
                    <a:pt x="5781" y="6051"/>
                    <a:pt x="5785" y="6051"/>
                  </a:cubicBezTo>
                  <a:cubicBezTo>
                    <a:pt x="5853" y="6051"/>
                    <a:pt x="5789" y="5377"/>
                    <a:pt x="5534" y="4894"/>
                  </a:cubicBezTo>
                  <a:cubicBezTo>
                    <a:pt x="5219" y="4313"/>
                    <a:pt x="4514" y="2958"/>
                    <a:pt x="4730" y="2404"/>
                  </a:cubicBezTo>
                  <a:cubicBezTo>
                    <a:pt x="4983" y="1756"/>
                    <a:pt x="5390" y="1624"/>
                    <a:pt x="5390" y="1624"/>
                  </a:cubicBezTo>
                  <a:cubicBezTo>
                    <a:pt x="4675" y="524"/>
                    <a:pt x="3872" y="93"/>
                    <a:pt x="3164" y="1"/>
                  </a:cubicBezTo>
                  <a:close/>
                </a:path>
              </a:pathLst>
            </a:custGeom>
            <a:solidFill>
              <a:srgbClr val="C96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6" name="Google Shape;4666;p52"/>
            <p:cNvSpPr/>
            <p:nvPr/>
          </p:nvSpPr>
          <p:spPr>
            <a:xfrm>
              <a:off x="5831008" y="2529308"/>
              <a:ext cx="248735" cy="128566"/>
            </a:xfrm>
            <a:custGeom>
              <a:avLst/>
              <a:gdLst/>
              <a:ahLst/>
              <a:cxnLst/>
              <a:rect l="l" t="t" r="r" b="b"/>
              <a:pathLst>
                <a:path w="8116" h="4195" extrusionOk="0">
                  <a:moveTo>
                    <a:pt x="2937" y="0"/>
                  </a:moveTo>
                  <a:cubicBezTo>
                    <a:pt x="234" y="0"/>
                    <a:pt x="1" y="1853"/>
                    <a:pt x="1" y="1853"/>
                  </a:cubicBezTo>
                  <a:cubicBezTo>
                    <a:pt x="6" y="1852"/>
                    <a:pt x="12" y="1852"/>
                    <a:pt x="17" y="1852"/>
                  </a:cubicBezTo>
                  <a:cubicBezTo>
                    <a:pt x="614" y="1852"/>
                    <a:pt x="1357" y="3907"/>
                    <a:pt x="1632" y="3907"/>
                  </a:cubicBezTo>
                  <a:cubicBezTo>
                    <a:pt x="1651" y="3907"/>
                    <a:pt x="1668" y="3897"/>
                    <a:pt x="1683" y="3874"/>
                  </a:cubicBezTo>
                  <a:cubicBezTo>
                    <a:pt x="1943" y="3477"/>
                    <a:pt x="2261" y="3337"/>
                    <a:pt x="2597" y="3337"/>
                  </a:cubicBezTo>
                  <a:cubicBezTo>
                    <a:pt x="3337" y="3337"/>
                    <a:pt x="4163" y="4020"/>
                    <a:pt x="4642" y="4135"/>
                  </a:cubicBezTo>
                  <a:cubicBezTo>
                    <a:pt x="4810" y="4176"/>
                    <a:pt x="4983" y="4195"/>
                    <a:pt x="5156" y="4195"/>
                  </a:cubicBezTo>
                  <a:cubicBezTo>
                    <a:pt x="6618" y="4195"/>
                    <a:pt x="8115" y="2855"/>
                    <a:pt x="7244" y="2023"/>
                  </a:cubicBezTo>
                  <a:cubicBezTo>
                    <a:pt x="6978" y="1772"/>
                    <a:pt x="4579" y="93"/>
                    <a:pt x="3351" y="14"/>
                  </a:cubicBezTo>
                  <a:cubicBezTo>
                    <a:pt x="3207" y="5"/>
                    <a:pt x="3069" y="0"/>
                    <a:pt x="2937" y="0"/>
                  </a:cubicBezTo>
                  <a:close/>
                </a:path>
              </a:pathLst>
            </a:custGeom>
            <a:solidFill>
              <a:srgbClr val="C96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7" name="Google Shape;4667;p52"/>
            <p:cNvSpPr/>
            <p:nvPr/>
          </p:nvSpPr>
          <p:spPr>
            <a:xfrm>
              <a:off x="5860000" y="2841024"/>
              <a:ext cx="170584" cy="133776"/>
            </a:xfrm>
            <a:custGeom>
              <a:avLst/>
              <a:gdLst/>
              <a:ahLst/>
              <a:cxnLst/>
              <a:rect l="l" t="t" r="r" b="b"/>
              <a:pathLst>
                <a:path w="5566" h="4365" extrusionOk="0">
                  <a:moveTo>
                    <a:pt x="1110" y="1"/>
                  </a:moveTo>
                  <a:lnTo>
                    <a:pt x="0" y="1227"/>
                  </a:lnTo>
                  <a:cubicBezTo>
                    <a:pt x="1091" y="3984"/>
                    <a:pt x="3252" y="4365"/>
                    <a:pt x="4363" y="4365"/>
                  </a:cubicBezTo>
                  <a:cubicBezTo>
                    <a:pt x="4786" y="4365"/>
                    <a:pt x="5057" y="4310"/>
                    <a:pt x="5057" y="4310"/>
                  </a:cubicBezTo>
                  <a:lnTo>
                    <a:pt x="5566" y="2402"/>
                  </a:lnTo>
                  <a:cubicBezTo>
                    <a:pt x="1217" y="2325"/>
                    <a:pt x="1110" y="1"/>
                    <a:pt x="11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8" name="Google Shape;4668;p52"/>
            <p:cNvSpPr/>
            <p:nvPr/>
          </p:nvSpPr>
          <p:spPr>
            <a:xfrm>
              <a:off x="6030554" y="2845836"/>
              <a:ext cx="67271" cy="98470"/>
            </a:xfrm>
            <a:custGeom>
              <a:avLst/>
              <a:gdLst/>
              <a:ahLst/>
              <a:cxnLst/>
              <a:rect l="l" t="t" r="r" b="b"/>
              <a:pathLst>
                <a:path w="2195" h="3213" extrusionOk="0">
                  <a:moveTo>
                    <a:pt x="597" y="0"/>
                  </a:moveTo>
                  <a:lnTo>
                    <a:pt x="164" y="105"/>
                  </a:lnTo>
                  <a:lnTo>
                    <a:pt x="117" y="291"/>
                  </a:lnTo>
                  <a:cubicBezTo>
                    <a:pt x="47" y="466"/>
                    <a:pt x="45" y="706"/>
                    <a:pt x="68" y="903"/>
                  </a:cubicBezTo>
                  <a:cubicBezTo>
                    <a:pt x="176" y="1798"/>
                    <a:pt x="1" y="2244"/>
                    <a:pt x="1" y="2244"/>
                  </a:cubicBezTo>
                  <a:lnTo>
                    <a:pt x="1789" y="3213"/>
                  </a:lnTo>
                  <a:cubicBezTo>
                    <a:pt x="2195" y="1666"/>
                    <a:pt x="597" y="0"/>
                    <a:pt x="5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9" name="Google Shape;4669;p52"/>
            <p:cNvSpPr/>
            <p:nvPr/>
          </p:nvSpPr>
          <p:spPr>
            <a:xfrm>
              <a:off x="6120075" y="3108730"/>
              <a:ext cx="138128" cy="156364"/>
            </a:xfrm>
            <a:custGeom>
              <a:avLst/>
              <a:gdLst/>
              <a:ahLst/>
              <a:cxnLst/>
              <a:rect l="l" t="t" r="r" b="b"/>
              <a:pathLst>
                <a:path w="4507" h="5102" extrusionOk="0">
                  <a:moveTo>
                    <a:pt x="2936" y="1"/>
                  </a:moveTo>
                  <a:cubicBezTo>
                    <a:pt x="2905" y="1"/>
                    <a:pt x="2874" y="1"/>
                    <a:pt x="2841" y="2"/>
                  </a:cubicBezTo>
                  <a:cubicBezTo>
                    <a:pt x="2841" y="2"/>
                    <a:pt x="0" y="1641"/>
                    <a:pt x="363" y="2593"/>
                  </a:cubicBezTo>
                  <a:cubicBezTo>
                    <a:pt x="681" y="3426"/>
                    <a:pt x="1418" y="5102"/>
                    <a:pt x="1923" y="5102"/>
                  </a:cubicBezTo>
                  <a:cubicBezTo>
                    <a:pt x="1995" y="5102"/>
                    <a:pt x="2062" y="5068"/>
                    <a:pt x="2122" y="4993"/>
                  </a:cubicBezTo>
                  <a:cubicBezTo>
                    <a:pt x="2595" y="4405"/>
                    <a:pt x="3765" y="1048"/>
                    <a:pt x="4450" y="1048"/>
                  </a:cubicBezTo>
                  <a:cubicBezTo>
                    <a:pt x="4468" y="1048"/>
                    <a:pt x="4486" y="1051"/>
                    <a:pt x="4504" y="1055"/>
                  </a:cubicBezTo>
                  <a:cubicBezTo>
                    <a:pt x="4506" y="1054"/>
                    <a:pt x="4421" y="1"/>
                    <a:pt x="2936" y="1"/>
                  </a:cubicBezTo>
                  <a:close/>
                </a:path>
              </a:pathLst>
            </a:custGeom>
            <a:solidFill>
              <a:srgbClr val="E6A3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0" name="Google Shape;4670;p52"/>
            <p:cNvSpPr/>
            <p:nvPr/>
          </p:nvSpPr>
          <p:spPr>
            <a:xfrm>
              <a:off x="6184189" y="2983964"/>
              <a:ext cx="241778" cy="184314"/>
            </a:xfrm>
            <a:custGeom>
              <a:avLst/>
              <a:gdLst/>
              <a:ahLst/>
              <a:cxnLst/>
              <a:rect l="l" t="t" r="r" b="b"/>
              <a:pathLst>
                <a:path w="7889" h="6014" extrusionOk="0">
                  <a:moveTo>
                    <a:pt x="4542" y="1"/>
                  </a:moveTo>
                  <a:lnTo>
                    <a:pt x="0" y="4410"/>
                  </a:lnTo>
                  <a:cubicBezTo>
                    <a:pt x="0" y="4410"/>
                    <a:pt x="393" y="4233"/>
                    <a:pt x="890" y="4233"/>
                  </a:cubicBezTo>
                  <a:cubicBezTo>
                    <a:pt x="1552" y="4233"/>
                    <a:pt x="2398" y="4547"/>
                    <a:pt x="2738" y="6013"/>
                  </a:cubicBezTo>
                  <a:cubicBezTo>
                    <a:pt x="2738" y="6013"/>
                    <a:pt x="7344" y="3052"/>
                    <a:pt x="7888" y="1579"/>
                  </a:cubicBezTo>
                  <a:lnTo>
                    <a:pt x="45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1" name="Google Shape;4671;p52"/>
            <p:cNvSpPr/>
            <p:nvPr/>
          </p:nvSpPr>
          <p:spPr>
            <a:xfrm>
              <a:off x="6218913" y="3125463"/>
              <a:ext cx="25499" cy="34938"/>
            </a:xfrm>
            <a:custGeom>
              <a:avLst/>
              <a:gdLst/>
              <a:ahLst/>
              <a:cxnLst/>
              <a:rect l="l" t="t" r="r" b="b"/>
              <a:pathLst>
                <a:path w="832" h="1140" extrusionOk="0">
                  <a:moveTo>
                    <a:pt x="412" y="1"/>
                  </a:moveTo>
                  <a:lnTo>
                    <a:pt x="0" y="448"/>
                  </a:lnTo>
                  <a:lnTo>
                    <a:pt x="412" y="1140"/>
                  </a:lnTo>
                  <a:lnTo>
                    <a:pt x="832" y="663"/>
                  </a:lnTo>
                  <a:lnTo>
                    <a:pt x="4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2" name="Google Shape;4672;p52"/>
            <p:cNvSpPr/>
            <p:nvPr/>
          </p:nvSpPr>
          <p:spPr>
            <a:xfrm>
              <a:off x="6172635" y="3116606"/>
              <a:ext cx="28962" cy="13209"/>
            </a:xfrm>
            <a:custGeom>
              <a:avLst/>
              <a:gdLst/>
              <a:ahLst/>
              <a:cxnLst/>
              <a:rect l="l" t="t" r="r" b="b"/>
              <a:pathLst>
                <a:path w="945" h="431" extrusionOk="0">
                  <a:moveTo>
                    <a:pt x="674" y="0"/>
                  </a:moveTo>
                  <a:lnTo>
                    <a:pt x="0" y="430"/>
                  </a:lnTo>
                  <a:lnTo>
                    <a:pt x="0" y="430"/>
                  </a:lnTo>
                  <a:lnTo>
                    <a:pt x="500" y="290"/>
                  </a:lnTo>
                  <a:lnTo>
                    <a:pt x="945" y="9"/>
                  </a:lnTo>
                  <a:lnTo>
                    <a:pt x="6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3" name="Google Shape;4673;p52"/>
            <p:cNvSpPr/>
            <p:nvPr/>
          </p:nvSpPr>
          <p:spPr>
            <a:xfrm>
              <a:off x="6187959" y="3111825"/>
              <a:ext cx="43581" cy="27338"/>
            </a:xfrm>
            <a:custGeom>
              <a:avLst/>
              <a:gdLst/>
              <a:ahLst/>
              <a:cxnLst/>
              <a:rect l="l" t="t" r="r" b="b"/>
              <a:pathLst>
                <a:path w="1422" h="892" extrusionOk="0">
                  <a:moveTo>
                    <a:pt x="711" y="0"/>
                  </a:moveTo>
                  <a:cubicBezTo>
                    <a:pt x="318" y="0"/>
                    <a:pt x="0" y="199"/>
                    <a:pt x="0" y="446"/>
                  </a:cubicBezTo>
                  <a:cubicBezTo>
                    <a:pt x="0" y="692"/>
                    <a:pt x="318" y="891"/>
                    <a:pt x="711" y="891"/>
                  </a:cubicBezTo>
                  <a:cubicBezTo>
                    <a:pt x="1104" y="891"/>
                    <a:pt x="1422" y="694"/>
                    <a:pt x="1422" y="446"/>
                  </a:cubicBezTo>
                  <a:cubicBezTo>
                    <a:pt x="1422" y="199"/>
                    <a:pt x="1104" y="0"/>
                    <a:pt x="7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74" name="Google Shape;4674;p52"/>
          <p:cNvSpPr/>
          <p:nvPr/>
        </p:nvSpPr>
        <p:spPr>
          <a:xfrm rot="5400000">
            <a:off x="731992" y="184977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5" name="Google Shape;4675;p52"/>
          <p:cNvSpPr/>
          <p:nvPr/>
        </p:nvSpPr>
        <p:spPr>
          <a:xfrm rot="5400000">
            <a:off x="8134991" y="297340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763"/>
        <p:cNvGrpSpPr/>
        <p:nvPr/>
      </p:nvGrpSpPr>
      <p:grpSpPr>
        <a:xfrm>
          <a:off x="0" y="0"/>
          <a:ext cx="0" cy="0"/>
          <a:chOff x="0" y="0"/>
          <a:chExt cx="0" cy="0"/>
        </a:xfrm>
      </p:grpSpPr>
      <p:sp>
        <p:nvSpPr>
          <p:cNvPr id="4764" name="Google Shape;4764;p56"/>
          <p:cNvSpPr txBox="1">
            <a:spLocks noGrp="1"/>
          </p:cNvSpPr>
          <p:nvPr>
            <p:ph type="title"/>
          </p:nvPr>
        </p:nvSpPr>
        <p:spPr>
          <a:xfrm rot="-423">
            <a:off x="3453688" y="902475"/>
            <a:ext cx="2436600" cy="960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45,129</a:t>
            </a:r>
            <a:endParaRPr/>
          </a:p>
        </p:txBody>
      </p:sp>
      <p:sp>
        <p:nvSpPr>
          <p:cNvPr id="4765" name="Google Shape;4765;p56"/>
          <p:cNvSpPr txBox="1">
            <a:spLocks noGrp="1"/>
          </p:cNvSpPr>
          <p:nvPr>
            <p:ph type="subTitle" idx="1"/>
          </p:nvPr>
        </p:nvSpPr>
        <p:spPr>
          <a:xfrm>
            <a:off x="3453669" y="1862890"/>
            <a:ext cx="2436600" cy="39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b="1"/>
              <a:t>Venus</a:t>
            </a:r>
            <a:r>
              <a:rPr lang="en"/>
              <a:t> is a hot planet</a:t>
            </a:r>
            <a:endParaRPr/>
          </a:p>
        </p:txBody>
      </p:sp>
      <p:sp>
        <p:nvSpPr>
          <p:cNvPr id="4766" name="Google Shape;4766;p56"/>
          <p:cNvSpPr txBox="1">
            <a:spLocks noGrp="1"/>
          </p:cNvSpPr>
          <p:nvPr>
            <p:ph type="title" idx="2"/>
          </p:nvPr>
        </p:nvSpPr>
        <p:spPr>
          <a:xfrm>
            <a:off x="3453688" y="2889797"/>
            <a:ext cx="2436600" cy="960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+52.6</a:t>
            </a:r>
            <a:endParaRPr/>
          </a:p>
        </p:txBody>
      </p:sp>
      <p:sp>
        <p:nvSpPr>
          <p:cNvPr id="4767" name="Google Shape;4767;p56"/>
          <p:cNvSpPr txBox="1">
            <a:spLocks noGrp="1"/>
          </p:cNvSpPr>
          <p:nvPr>
            <p:ph type="subTitle" idx="3"/>
          </p:nvPr>
        </p:nvSpPr>
        <p:spPr>
          <a:xfrm>
            <a:off x="3453669" y="3850275"/>
            <a:ext cx="2436600" cy="39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b="1"/>
              <a:t>Mars</a:t>
            </a:r>
            <a:r>
              <a:rPr lang="en"/>
              <a:t> was named after a god</a:t>
            </a:r>
            <a:endParaRPr/>
          </a:p>
        </p:txBody>
      </p:sp>
      <p:sp>
        <p:nvSpPr>
          <p:cNvPr id="4768" name="Google Shape;4768;p56"/>
          <p:cNvSpPr txBox="1">
            <a:spLocks noGrp="1"/>
          </p:cNvSpPr>
          <p:nvPr>
            <p:ph type="title" idx="4"/>
          </p:nvPr>
        </p:nvSpPr>
        <p:spPr>
          <a:xfrm rot="-423">
            <a:off x="720019" y="902475"/>
            <a:ext cx="2436600" cy="960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74%</a:t>
            </a:r>
            <a:endParaRPr/>
          </a:p>
        </p:txBody>
      </p:sp>
      <p:sp>
        <p:nvSpPr>
          <p:cNvPr id="4769" name="Google Shape;4769;p56"/>
          <p:cNvSpPr txBox="1">
            <a:spLocks noGrp="1"/>
          </p:cNvSpPr>
          <p:nvPr>
            <p:ph type="subTitle" idx="5"/>
          </p:nvPr>
        </p:nvSpPr>
        <p:spPr>
          <a:xfrm>
            <a:off x="720000" y="1862890"/>
            <a:ext cx="2436600" cy="39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Mercury</a:t>
            </a:r>
            <a:r>
              <a:rPr lang="en"/>
              <a:t> is a small planet</a:t>
            </a:r>
            <a:endParaRPr/>
          </a:p>
        </p:txBody>
      </p:sp>
      <p:sp>
        <p:nvSpPr>
          <p:cNvPr id="4770" name="Google Shape;4770;p56"/>
          <p:cNvSpPr txBox="1">
            <a:spLocks noGrp="1"/>
          </p:cNvSpPr>
          <p:nvPr>
            <p:ph type="title" idx="6"/>
          </p:nvPr>
        </p:nvSpPr>
        <p:spPr>
          <a:xfrm>
            <a:off x="720019" y="2889797"/>
            <a:ext cx="2436600" cy="960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23,587</a:t>
            </a:r>
            <a:endParaRPr/>
          </a:p>
        </p:txBody>
      </p:sp>
      <p:sp>
        <p:nvSpPr>
          <p:cNvPr id="4771" name="Google Shape;4771;p56"/>
          <p:cNvSpPr txBox="1">
            <a:spLocks noGrp="1"/>
          </p:cNvSpPr>
          <p:nvPr>
            <p:ph type="subTitle" idx="7"/>
          </p:nvPr>
        </p:nvSpPr>
        <p:spPr>
          <a:xfrm>
            <a:off x="720000" y="3850275"/>
            <a:ext cx="2436600" cy="39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b="1"/>
              <a:t>Earth</a:t>
            </a:r>
            <a:r>
              <a:rPr lang="en"/>
              <a:t> is the planet with life</a:t>
            </a:r>
            <a:endParaRPr/>
          </a:p>
        </p:txBody>
      </p:sp>
      <p:grpSp>
        <p:nvGrpSpPr>
          <p:cNvPr id="4772" name="Google Shape;4772;p56"/>
          <p:cNvGrpSpPr/>
          <p:nvPr/>
        </p:nvGrpSpPr>
        <p:grpSpPr>
          <a:xfrm>
            <a:off x="6445271" y="706476"/>
            <a:ext cx="1979062" cy="3730584"/>
            <a:chOff x="7774764" y="201508"/>
            <a:chExt cx="1079037" cy="2034013"/>
          </a:xfrm>
        </p:grpSpPr>
        <p:sp>
          <p:nvSpPr>
            <p:cNvPr id="4773" name="Google Shape;4773;p56"/>
            <p:cNvSpPr/>
            <p:nvPr/>
          </p:nvSpPr>
          <p:spPr>
            <a:xfrm>
              <a:off x="8432490" y="456710"/>
              <a:ext cx="147108" cy="328449"/>
            </a:xfrm>
            <a:custGeom>
              <a:avLst/>
              <a:gdLst/>
              <a:ahLst/>
              <a:cxnLst/>
              <a:rect l="l" t="t" r="r" b="b"/>
              <a:pathLst>
                <a:path w="4800" h="10717" extrusionOk="0">
                  <a:moveTo>
                    <a:pt x="1634" y="0"/>
                  </a:moveTo>
                  <a:cubicBezTo>
                    <a:pt x="805" y="0"/>
                    <a:pt x="0" y="653"/>
                    <a:pt x="99" y="1879"/>
                  </a:cubicBezTo>
                  <a:cubicBezTo>
                    <a:pt x="99" y="1879"/>
                    <a:pt x="1262" y="9988"/>
                    <a:pt x="2426" y="10596"/>
                  </a:cubicBezTo>
                  <a:cubicBezTo>
                    <a:pt x="2605" y="10690"/>
                    <a:pt x="2903" y="10716"/>
                    <a:pt x="3184" y="10716"/>
                  </a:cubicBezTo>
                  <a:cubicBezTo>
                    <a:pt x="3552" y="10716"/>
                    <a:pt x="3889" y="10671"/>
                    <a:pt x="3889" y="10671"/>
                  </a:cubicBezTo>
                  <a:cubicBezTo>
                    <a:pt x="4700" y="10638"/>
                    <a:pt x="4787" y="9976"/>
                    <a:pt x="4800" y="9679"/>
                  </a:cubicBezTo>
                  <a:lnTo>
                    <a:pt x="3804" y="3375"/>
                  </a:lnTo>
                  <a:cubicBezTo>
                    <a:pt x="3722" y="2048"/>
                    <a:pt x="3311" y="837"/>
                    <a:pt x="2540" y="287"/>
                  </a:cubicBezTo>
                  <a:cubicBezTo>
                    <a:pt x="2267" y="95"/>
                    <a:pt x="1949" y="0"/>
                    <a:pt x="1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4" name="Google Shape;4774;p56"/>
            <p:cNvSpPr/>
            <p:nvPr/>
          </p:nvSpPr>
          <p:spPr>
            <a:xfrm>
              <a:off x="8708593" y="696894"/>
              <a:ext cx="145208" cy="73707"/>
            </a:xfrm>
            <a:custGeom>
              <a:avLst/>
              <a:gdLst/>
              <a:ahLst/>
              <a:cxnLst/>
              <a:rect l="l" t="t" r="r" b="b"/>
              <a:pathLst>
                <a:path w="4738" h="2405" extrusionOk="0">
                  <a:moveTo>
                    <a:pt x="3408" y="0"/>
                  </a:moveTo>
                  <a:cubicBezTo>
                    <a:pt x="3362" y="0"/>
                    <a:pt x="3310" y="13"/>
                    <a:pt x="3253" y="44"/>
                  </a:cubicBezTo>
                  <a:cubicBezTo>
                    <a:pt x="3074" y="142"/>
                    <a:pt x="2832" y="174"/>
                    <a:pt x="2621" y="174"/>
                  </a:cubicBezTo>
                  <a:cubicBezTo>
                    <a:pt x="2503" y="174"/>
                    <a:pt x="2395" y="164"/>
                    <a:pt x="2312" y="150"/>
                  </a:cubicBezTo>
                  <a:cubicBezTo>
                    <a:pt x="2105" y="116"/>
                    <a:pt x="1935" y="102"/>
                    <a:pt x="1792" y="102"/>
                  </a:cubicBezTo>
                  <a:cubicBezTo>
                    <a:pt x="1462" y="102"/>
                    <a:pt x="1283" y="177"/>
                    <a:pt x="1144" y="251"/>
                  </a:cubicBezTo>
                  <a:cubicBezTo>
                    <a:pt x="695" y="485"/>
                    <a:pt x="315" y="507"/>
                    <a:pt x="189" y="507"/>
                  </a:cubicBezTo>
                  <a:cubicBezTo>
                    <a:pt x="160" y="507"/>
                    <a:pt x="144" y="506"/>
                    <a:pt x="144" y="506"/>
                  </a:cubicBezTo>
                  <a:cubicBezTo>
                    <a:pt x="104" y="506"/>
                    <a:pt x="54" y="503"/>
                    <a:pt x="1" y="498"/>
                  </a:cubicBezTo>
                  <a:lnTo>
                    <a:pt x="1" y="498"/>
                  </a:lnTo>
                  <a:lnTo>
                    <a:pt x="38" y="1923"/>
                  </a:lnTo>
                  <a:cubicBezTo>
                    <a:pt x="482" y="1957"/>
                    <a:pt x="863" y="2014"/>
                    <a:pt x="1462" y="2224"/>
                  </a:cubicBezTo>
                  <a:cubicBezTo>
                    <a:pt x="1848" y="2358"/>
                    <a:pt x="2218" y="2405"/>
                    <a:pt x="2543" y="2405"/>
                  </a:cubicBezTo>
                  <a:cubicBezTo>
                    <a:pt x="3169" y="2405"/>
                    <a:pt x="3633" y="2230"/>
                    <a:pt x="3736" y="2165"/>
                  </a:cubicBezTo>
                  <a:cubicBezTo>
                    <a:pt x="4612" y="1613"/>
                    <a:pt x="4738" y="1238"/>
                    <a:pt x="4516" y="1238"/>
                  </a:cubicBezTo>
                  <a:cubicBezTo>
                    <a:pt x="4506" y="1238"/>
                    <a:pt x="4495" y="1239"/>
                    <a:pt x="4483" y="1241"/>
                  </a:cubicBezTo>
                  <a:cubicBezTo>
                    <a:pt x="4291" y="1268"/>
                    <a:pt x="4114" y="1279"/>
                    <a:pt x="3952" y="1279"/>
                  </a:cubicBezTo>
                  <a:cubicBezTo>
                    <a:pt x="2878" y="1279"/>
                    <a:pt x="2441" y="764"/>
                    <a:pt x="2441" y="763"/>
                  </a:cubicBezTo>
                  <a:lnTo>
                    <a:pt x="2441" y="763"/>
                  </a:lnTo>
                  <a:cubicBezTo>
                    <a:pt x="2484" y="767"/>
                    <a:pt x="2527" y="768"/>
                    <a:pt x="2568" y="768"/>
                  </a:cubicBezTo>
                  <a:cubicBezTo>
                    <a:pt x="3133" y="768"/>
                    <a:pt x="3500" y="489"/>
                    <a:pt x="3615" y="325"/>
                  </a:cubicBezTo>
                  <a:cubicBezTo>
                    <a:pt x="3696" y="210"/>
                    <a:pt x="3596" y="0"/>
                    <a:pt x="3408" y="0"/>
                  </a:cubicBezTo>
                  <a:close/>
                </a:path>
              </a:pathLst>
            </a:custGeom>
            <a:solidFill>
              <a:srgbClr val="AA8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5" name="Google Shape;4775;p56"/>
            <p:cNvSpPr/>
            <p:nvPr/>
          </p:nvSpPr>
          <p:spPr>
            <a:xfrm>
              <a:off x="8492620" y="699775"/>
              <a:ext cx="251279" cy="98440"/>
            </a:xfrm>
            <a:custGeom>
              <a:avLst/>
              <a:gdLst/>
              <a:ahLst/>
              <a:cxnLst/>
              <a:rect l="l" t="t" r="r" b="b"/>
              <a:pathLst>
                <a:path w="8199" h="3212" extrusionOk="0">
                  <a:moveTo>
                    <a:pt x="7592" y="0"/>
                  </a:moveTo>
                  <a:lnTo>
                    <a:pt x="1578" y="244"/>
                  </a:lnTo>
                  <a:cubicBezTo>
                    <a:pt x="660" y="541"/>
                    <a:pt x="1" y="1592"/>
                    <a:pt x="454" y="2443"/>
                  </a:cubicBezTo>
                  <a:cubicBezTo>
                    <a:pt x="755" y="3011"/>
                    <a:pt x="1552" y="3212"/>
                    <a:pt x="2526" y="3212"/>
                  </a:cubicBezTo>
                  <a:cubicBezTo>
                    <a:pt x="4855" y="3212"/>
                    <a:pt x="8198" y="2065"/>
                    <a:pt x="8198" y="2065"/>
                  </a:cubicBezTo>
                  <a:cubicBezTo>
                    <a:pt x="8198" y="2065"/>
                    <a:pt x="7707" y="1854"/>
                    <a:pt x="7502" y="1049"/>
                  </a:cubicBezTo>
                  <a:cubicBezTo>
                    <a:pt x="7415" y="710"/>
                    <a:pt x="7592" y="0"/>
                    <a:pt x="75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6" name="Google Shape;4776;p56"/>
            <p:cNvSpPr/>
            <p:nvPr/>
          </p:nvSpPr>
          <p:spPr>
            <a:xfrm>
              <a:off x="8140266" y="456679"/>
              <a:ext cx="440803" cy="675624"/>
            </a:xfrm>
            <a:custGeom>
              <a:avLst/>
              <a:gdLst/>
              <a:ahLst/>
              <a:cxnLst/>
              <a:rect l="l" t="t" r="r" b="b"/>
              <a:pathLst>
                <a:path w="14383" h="22045" extrusionOk="0">
                  <a:moveTo>
                    <a:pt x="10797" y="1"/>
                  </a:moveTo>
                  <a:cubicBezTo>
                    <a:pt x="10698" y="1"/>
                    <a:pt x="10635" y="30"/>
                    <a:pt x="10635" y="30"/>
                  </a:cubicBezTo>
                  <a:cubicBezTo>
                    <a:pt x="2297" y="1526"/>
                    <a:pt x="565" y="5058"/>
                    <a:pt x="565" y="5058"/>
                  </a:cubicBezTo>
                  <a:cubicBezTo>
                    <a:pt x="0" y="6961"/>
                    <a:pt x="1691" y="6653"/>
                    <a:pt x="2766" y="10331"/>
                  </a:cubicBezTo>
                  <a:cubicBezTo>
                    <a:pt x="3840" y="14008"/>
                    <a:pt x="2766" y="17568"/>
                    <a:pt x="2339" y="19603"/>
                  </a:cubicBezTo>
                  <a:cubicBezTo>
                    <a:pt x="1909" y="21631"/>
                    <a:pt x="3201" y="21967"/>
                    <a:pt x="3782" y="21999"/>
                  </a:cubicBezTo>
                  <a:cubicBezTo>
                    <a:pt x="4269" y="22029"/>
                    <a:pt x="4756" y="22045"/>
                    <a:pt x="5235" y="22045"/>
                  </a:cubicBezTo>
                  <a:cubicBezTo>
                    <a:pt x="9378" y="22045"/>
                    <a:pt x="12979" y="20898"/>
                    <a:pt x="12358" y="18377"/>
                  </a:cubicBezTo>
                  <a:cubicBezTo>
                    <a:pt x="11696" y="15691"/>
                    <a:pt x="12372" y="10762"/>
                    <a:pt x="12372" y="10762"/>
                  </a:cubicBezTo>
                  <a:cubicBezTo>
                    <a:pt x="14382" y="8915"/>
                    <a:pt x="13590" y="6542"/>
                    <a:pt x="13130" y="5986"/>
                  </a:cubicBezTo>
                  <a:cubicBezTo>
                    <a:pt x="12674" y="5439"/>
                    <a:pt x="11985" y="4387"/>
                    <a:pt x="11979" y="3764"/>
                  </a:cubicBezTo>
                  <a:cubicBezTo>
                    <a:pt x="11959" y="372"/>
                    <a:pt x="11150" y="1"/>
                    <a:pt x="1079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7" name="Google Shape;4777;p56"/>
            <p:cNvSpPr/>
            <p:nvPr/>
          </p:nvSpPr>
          <p:spPr>
            <a:xfrm>
              <a:off x="8140910" y="554322"/>
              <a:ext cx="378589" cy="577399"/>
            </a:xfrm>
            <a:custGeom>
              <a:avLst/>
              <a:gdLst/>
              <a:ahLst/>
              <a:cxnLst/>
              <a:rect l="l" t="t" r="r" b="b"/>
              <a:pathLst>
                <a:path w="12353" h="18840" extrusionOk="0">
                  <a:moveTo>
                    <a:pt x="2735" y="0"/>
                  </a:moveTo>
                  <a:cubicBezTo>
                    <a:pt x="2586" y="0"/>
                    <a:pt x="2424" y="24"/>
                    <a:pt x="2249" y="74"/>
                  </a:cubicBezTo>
                  <a:cubicBezTo>
                    <a:pt x="776" y="1164"/>
                    <a:pt x="564" y="2199"/>
                    <a:pt x="564" y="2199"/>
                  </a:cubicBezTo>
                  <a:cubicBezTo>
                    <a:pt x="1" y="4104"/>
                    <a:pt x="1669" y="3465"/>
                    <a:pt x="2743" y="7142"/>
                  </a:cubicBezTo>
                  <a:cubicBezTo>
                    <a:pt x="3818" y="10820"/>
                    <a:pt x="2743" y="14381"/>
                    <a:pt x="2315" y="16416"/>
                  </a:cubicBezTo>
                  <a:cubicBezTo>
                    <a:pt x="2301" y="16490"/>
                    <a:pt x="2444" y="18054"/>
                    <a:pt x="2434" y="18125"/>
                  </a:cubicBezTo>
                  <a:cubicBezTo>
                    <a:pt x="3613" y="18799"/>
                    <a:pt x="5546" y="18840"/>
                    <a:pt x="5998" y="18840"/>
                  </a:cubicBezTo>
                  <a:cubicBezTo>
                    <a:pt x="6061" y="18840"/>
                    <a:pt x="6095" y="18839"/>
                    <a:pt x="6095" y="18839"/>
                  </a:cubicBezTo>
                  <a:cubicBezTo>
                    <a:pt x="4778" y="16138"/>
                    <a:pt x="6273" y="9397"/>
                    <a:pt x="6273" y="9397"/>
                  </a:cubicBezTo>
                  <a:cubicBezTo>
                    <a:pt x="6356" y="9401"/>
                    <a:pt x="6441" y="9403"/>
                    <a:pt x="6526" y="9403"/>
                  </a:cubicBezTo>
                  <a:cubicBezTo>
                    <a:pt x="9156" y="9403"/>
                    <a:pt x="12352" y="7575"/>
                    <a:pt x="12352" y="7575"/>
                  </a:cubicBezTo>
                  <a:lnTo>
                    <a:pt x="12352" y="7575"/>
                  </a:lnTo>
                  <a:cubicBezTo>
                    <a:pt x="10498" y="7933"/>
                    <a:pt x="9138" y="8091"/>
                    <a:pt x="8129" y="8091"/>
                  </a:cubicBezTo>
                  <a:cubicBezTo>
                    <a:pt x="5424" y="8091"/>
                    <a:pt x="5238" y="6959"/>
                    <a:pt x="4804" y="5527"/>
                  </a:cubicBezTo>
                  <a:cubicBezTo>
                    <a:pt x="4461" y="4407"/>
                    <a:pt x="4777" y="0"/>
                    <a:pt x="2735"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8" name="Google Shape;4778;p56"/>
            <p:cNvSpPr/>
            <p:nvPr/>
          </p:nvSpPr>
          <p:spPr>
            <a:xfrm>
              <a:off x="7774764" y="1823190"/>
              <a:ext cx="781910" cy="412331"/>
            </a:xfrm>
            <a:custGeom>
              <a:avLst/>
              <a:gdLst/>
              <a:ahLst/>
              <a:cxnLst/>
              <a:rect l="l" t="t" r="r" b="b"/>
              <a:pathLst>
                <a:path w="25513" h="13454" extrusionOk="0">
                  <a:moveTo>
                    <a:pt x="12719" y="1"/>
                  </a:moveTo>
                  <a:cubicBezTo>
                    <a:pt x="9747" y="1"/>
                    <a:pt x="6778" y="657"/>
                    <a:pt x="4518" y="1971"/>
                  </a:cubicBezTo>
                  <a:cubicBezTo>
                    <a:pt x="0" y="4597"/>
                    <a:pt x="23" y="8854"/>
                    <a:pt x="4573" y="11482"/>
                  </a:cubicBezTo>
                  <a:cubicBezTo>
                    <a:pt x="6847" y="12796"/>
                    <a:pt x="9823" y="13453"/>
                    <a:pt x="12794" y="13453"/>
                  </a:cubicBezTo>
                  <a:cubicBezTo>
                    <a:pt x="15765" y="13453"/>
                    <a:pt x="18733" y="12796"/>
                    <a:pt x="20994" y="11482"/>
                  </a:cubicBezTo>
                  <a:cubicBezTo>
                    <a:pt x="25513" y="8854"/>
                    <a:pt x="25489" y="4597"/>
                    <a:pt x="20942" y="1971"/>
                  </a:cubicBezTo>
                  <a:cubicBezTo>
                    <a:pt x="18667" y="657"/>
                    <a:pt x="15691" y="1"/>
                    <a:pt x="12719"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9" name="Google Shape;4779;p56"/>
            <p:cNvSpPr/>
            <p:nvPr/>
          </p:nvSpPr>
          <p:spPr>
            <a:xfrm>
              <a:off x="8019331" y="933830"/>
              <a:ext cx="500167" cy="921570"/>
            </a:xfrm>
            <a:custGeom>
              <a:avLst/>
              <a:gdLst/>
              <a:ahLst/>
              <a:cxnLst/>
              <a:rect l="l" t="t" r="r" b="b"/>
              <a:pathLst>
                <a:path w="16320" h="30070" extrusionOk="0">
                  <a:moveTo>
                    <a:pt x="16319" y="1"/>
                  </a:moveTo>
                  <a:lnTo>
                    <a:pt x="16319" y="1"/>
                  </a:lnTo>
                  <a:cubicBezTo>
                    <a:pt x="15530" y="3352"/>
                    <a:pt x="12149" y="3681"/>
                    <a:pt x="10848" y="3681"/>
                  </a:cubicBezTo>
                  <a:cubicBezTo>
                    <a:pt x="10530" y="3681"/>
                    <a:pt x="10336" y="3662"/>
                    <a:pt x="10336" y="3662"/>
                  </a:cubicBezTo>
                  <a:lnTo>
                    <a:pt x="10336" y="3662"/>
                  </a:lnTo>
                  <a:cubicBezTo>
                    <a:pt x="10336" y="3662"/>
                    <a:pt x="10837" y="15247"/>
                    <a:pt x="10192" y="15479"/>
                  </a:cubicBezTo>
                  <a:cubicBezTo>
                    <a:pt x="7339" y="16507"/>
                    <a:pt x="2611" y="23486"/>
                    <a:pt x="2611" y="23486"/>
                  </a:cubicBezTo>
                  <a:cubicBezTo>
                    <a:pt x="2611" y="23486"/>
                    <a:pt x="1253" y="23488"/>
                    <a:pt x="599" y="26108"/>
                  </a:cubicBezTo>
                  <a:cubicBezTo>
                    <a:pt x="0" y="28513"/>
                    <a:pt x="1328" y="30069"/>
                    <a:pt x="1634" y="30069"/>
                  </a:cubicBezTo>
                  <a:cubicBezTo>
                    <a:pt x="1661" y="30069"/>
                    <a:pt x="1680" y="30057"/>
                    <a:pt x="1690" y="30032"/>
                  </a:cubicBezTo>
                  <a:cubicBezTo>
                    <a:pt x="1965" y="29283"/>
                    <a:pt x="3055" y="25669"/>
                    <a:pt x="3545" y="25178"/>
                  </a:cubicBezTo>
                  <a:cubicBezTo>
                    <a:pt x="4037" y="24688"/>
                    <a:pt x="12390" y="20535"/>
                    <a:pt x="14435" y="18082"/>
                  </a:cubicBezTo>
                  <a:cubicBezTo>
                    <a:pt x="16250" y="15904"/>
                    <a:pt x="16319" y="2"/>
                    <a:pt x="16319" y="1"/>
                  </a:cubicBezTo>
                  <a:close/>
                </a:path>
              </a:pathLst>
            </a:custGeom>
            <a:solidFill>
              <a:srgbClr val="AA8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0" name="Google Shape;4780;p56"/>
            <p:cNvSpPr/>
            <p:nvPr/>
          </p:nvSpPr>
          <p:spPr>
            <a:xfrm>
              <a:off x="8060031" y="962056"/>
              <a:ext cx="457291" cy="1158292"/>
            </a:xfrm>
            <a:custGeom>
              <a:avLst/>
              <a:gdLst/>
              <a:ahLst/>
              <a:cxnLst/>
              <a:rect l="l" t="t" r="r" b="b"/>
              <a:pathLst>
                <a:path w="14921" h="37794" extrusionOk="0">
                  <a:moveTo>
                    <a:pt x="4680" y="1"/>
                  </a:moveTo>
                  <a:lnTo>
                    <a:pt x="4680" y="1"/>
                  </a:lnTo>
                  <a:cubicBezTo>
                    <a:pt x="0" y="6498"/>
                    <a:pt x="6701" y="17588"/>
                    <a:pt x="6701" y="17588"/>
                  </a:cubicBezTo>
                  <a:cubicBezTo>
                    <a:pt x="5430" y="20858"/>
                    <a:pt x="6053" y="23876"/>
                    <a:pt x="6544" y="26752"/>
                  </a:cubicBezTo>
                  <a:cubicBezTo>
                    <a:pt x="7016" y="29504"/>
                    <a:pt x="6891" y="32290"/>
                    <a:pt x="6891" y="32290"/>
                  </a:cubicBezTo>
                  <a:cubicBezTo>
                    <a:pt x="5958" y="35805"/>
                    <a:pt x="9376" y="37793"/>
                    <a:pt x="10245" y="37793"/>
                  </a:cubicBezTo>
                  <a:cubicBezTo>
                    <a:pt x="10302" y="37793"/>
                    <a:pt x="10349" y="37785"/>
                    <a:pt x="10382" y="37768"/>
                  </a:cubicBezTo>
                  <a:cubicBezTo>
                    <a:pt x="10686" y="37606"/>
                    <a:pt x="10621" y="37147"/>
                    <a:pt x="10195" y="36335"/>
                  </a:cubicBezTo>
                  <a:cubicBezTo>
                    <a:pt x="9737" y="35449"/>
                    <a:pt x="9482" y="32884"/>
                    <a:pt x="9503" y="31398"/>
                  </a:cubicBezTo>
                  <a:cubicBezTo>
                    <a:pt x="9538" y="28964"/>
                    <a:pt x="10226" y="21841"/>
                    <a:pt x="10856" y="18501"/>
                  </a:cubicBezTo>
                  <a:cubicBezTo>
                    <a:pt x="11254" y="16392"/>
                    <a:pt x="10413" y="10676"/>
                    <a:pt x="9738" y="6741"/>
                  </a:cubicBezTo>
                  <a:cubicBezTo>
                    <a:pt x="9648" y="6214"/>
                    <a:pt x="14921" y="837"/>
                    <a:pt x="14697" y="837"/>
                  </a:cubicBezTo>
                  <a:cubicBezTo>
                    <a:pt x="14693" y="837"/>
                    <a:pt x="14688" y="839"/>
                    <a:pt x="14680" y="842"/>
                  </a:cubicBezTo>
                  <a:cubicBezTo>
                    <a:pt x="10834" y="2587"/>
                    <a:pt x="9490" y="2749"/>
                    <a:pt x="9123" y="2749"/>
                  </a:cubicBezTo>
                  <a:cubicBezTo>
                    <a:pt x="9039" y="2749"/>
                    <a:pt x="9006" y="2741"/>
                    <a:pt x="9006" y="2741"/>
                  </a:cubicBezTo>
                  <a:cubicBezTo>
                    <a:pt x="6351" y="2660"/>
                    <a:pt x="4685" y="2"/>
                    <a:pt x="4680" y="1"/>
                  </a:cubicBezTo>
                  <a:close/>
                </a:path>
              </a:pathLst>
            </a:custGeom>
            <a:solidFill>
              <a:srgbClr val="C494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1" name="Google Shape;4781;p56"/>
            <p:cNvSpPr/>
            <p:nvPr/>
          </p:nvSpPr>
          <p:spPr>
            <a:xfrm>
              <a:off x="8241127" y="1938210"/>
              <a:ext cx="154801" cy="232706"/>
            </a:xfrm>
            <a:custGeom>
              <a:avLst/>
              <a:gdLst/>
              <a:ahLst/>
              <a:cxnLst/>
              <a:rect l="l" t="t" r="r" b="b"/>
              <a:pathLst>
                <a:path w="5051" h="7593" extrusionOk="0">
                  <a:moveTo>
                    <a:pt x="994" y="0"/>
                  </a:moveTo>
                  <a:cubicBezTo>
                    <a:pt x="994" y="0"/>
                    <a:pt x="1" y="1208"/>
                    <a:pt x="327" y="2280"/>
                  </a:cubicBezTo>
                  <a:cubicBezTo>
                    <a:pt x="657" y="3353"/>
                    <a:pt x="1073" y="3676"/>
                    <a:pt x="1256" y="4636"/>
                  </a:cubicBezTo>
                  <a:cubicBezTo>
                    <a:pt x="1435" y="5597"/>
                    <a:pt x="1303" y="6167"/>
                    <a:pt x="2570" y="6854"/>
                  </a:cubicBezTo>
                  <a:cubicBezTo>
                    <a:pt x="3313" y="7256"/>
                    <a:pt x="4055" y="7592"/>
                    <a:pt x="4526" y="7592"/>
                  </a:cubicBezTo>
                  <a:cubicBezTo>
                    <a:pt x="4854" y="7592"/>
                    <a:pt x="5051" y="7429"/>
                    <a:pt x="5027" y="7013"/>
                  </a:cubicBezTo>
                  <a:cubicBezTo>
                    <a:pt x="4970" y="5998"/>
                    <a:pt x="4370" y="4541"/>
                    <a:pt x="4370" y="4541"/>
                  </a:cubicBezTo>
                  <a:cubicBezTo>
                    <a:pt x="4370" y="4541"/>
                    <a:pt x="4158" y="5309"/>
                    <a:pt x="3491" y="5309"/>
                  </a:cubicBezTo>
                  <a:cubicBezTo>
                    <a:pt x="3232" y="5309"/>
                    <a:pt x="2904" y="5193"/>
                    <a:pt x="2492" y="4871"/>
                  </a:cubicBezTo>
                  <a:cubicBezTo>
                    <a:pt x="1492" y="4082"/>
                    <a:pt x="1022" y="1442"/>
                    <a:pt x="9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2" name="Google Shape;4782;p56"/>
            <p:cNvSpPr/>
            <p:nvPr/>
          </p:nvSpPr>
          <p:spPr>
            <a:xfrm>
              <a:off x="8244222" y="2003673"/>
              <a:ext cx="23108" cy="95467"/>
            </a:xfrm>
            <a:custGeom>
              <a:avLst/>
              <a:gdLst/>
              <a:ahLst/>
              <a:cxnLst/>
              <a:rect l="l" t="t" r="r" b="b"/>
              <a:pathLst>
                <a:path w="754" h="3115" extrusionOk="0">
                  <a:moveTo>
                    <a:pt x="195" y="1"/>
                  </a:moveTo>
                  <a:cubicBezTo>
                    <a:pt x="195" y="1"/>
                    <a:pt x="176" y="1852"/>
                    <a:pt x="0" y="2616"/>
                  </a:cubicBezTo>
                  <a:lnTo>
                    <a:pt x="413" y="3114"/>
                  </a:lnTo>
                  <a:cubicBezTo>
                    <a:pt x="413" y="3114"/>
                    <a:pt x="639" y="1376"/>
                    <a:pt x="754" y="1204"/>
                  </a:cubicBezTo>
                  <a:lnTo>
                    <a:pt x="754" y="1204"/>
                  </a:lnTo>
                  <a:cubicBezTo>
                    <a:pt x="754" y="1204"/>
                    <a:pt x="754" y="1204"/>
                    <a:pt x="754" y="1204"/>
                  </a:cubicBezTo>
                  <a:cubicBezTo>
                    <a:pt x="754" y="1204"/>
                    <a:pt x="754" y="1204"/>
                    <a:pt x="754" y="1204"/>
                  </a:cubicBezTo>
                  <a:lnTo>
                    <a:pt x="754" y="1204"/>
                  </a:lnTo>
                  <a:cubicBezTo>
                    <a:pt x="754" y="1204"/>
                    <a:pt x="754" y="1204"/>
                    <a:pt x="754" y="1204"/>
                  </a:cubicBezTo>
                  <a:lnTo>
                    <a:pt x="754" y="1204"/>
                  </a:lnTo>
                  <a:cubicBezTo>
                    <a:pt x="752" y="1204"/>
                    <a:pt x="269" y="15"/>
                    <a:pt x="1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3" name="Google Shape;4783;p56"/>
            <p:cNvSpPr/>
            <p:nvPr/>
          </p:nvSpPr>
          <p:spPr>
            <a:xfrm>
              <a:off x="8255838" y="2035454"/>
              <a:ext cx="18787" cy="63532"/>
            </a:xfrm>
            <a:custGeom>
              <a:avLst/>
              <a:gdLst/>
              <a:ahLst/>
              <a:cxnLst/>
              <a:rect l="l" t="t" r="r" b="b"/>
              <a:pathLst>
                <a:path w="613" h="2073" extrusionOk="0">
                  <a:moveTo>
                    <a:pt x="306" y="1"/>
                  </a:moveTo>
                  <a:lnTo>
                    <a:pt x="1" y="2073"/>
                  </a:lnTo>
                  <a:lnTo>
                    <a:pt x="1" y="2073"/>
                  </a:lnTo>
                  <a:lnTo>
                    <a:pt x="439" y="1865"/>
                  </a:lnTo>
                  <a:lnTo>
                    <a:pt x="613" y="833"/>
                  </a:lnTo>
                  <a:lnTo>
                    <a:pt x="3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4" name="Google Shape;4784;p56"/>
            <p:cNvSpPr/>
            <p:nvPr/>
          </p:nvSpPr>
          <p:spPr>
            <a:xfrm>
              <a:off x="7986998" y="1644668"/>
              <a:ext cx="121640" cy="249287"/>
            </a:xfrm>
            <a:custGeom>
              <a:avLst/>
              <a:gdLst/>
              <a:ahLst/>
              <a:cxnLst/>
              <a:rect l="l" t="t" r="r" b="b"/>
              <a:pathLst>
                <a:path w="3969" h="8134" extrusionOk="0">
                  <a:moveTo>
                    <a:pt x="3968" y="1"/>
                  </a:moveTo>
                  <a:cubicBezTo>
                    <a:pt x="3968" y="1"/>
                    <a:pt x="2418" y="211"/>
                    <a:pt x="1928" y="1222"/>
                  </a:cubicBezTo>
                  <a:cubicBezTo>
                    <a:pt x="1441" y="2232"/>
                    <a:pt x="1527" y="2752"/>
                    <a:pt x="1008" y="3579"/>
                  </a:cubicBezTo>
                  <a:cubicBezTo>
                    <a:pt x="486" y="4405"/>
                    <a:pt x="1" y="4735"/>
                    <a:pt x="465" y="6098"/>
                  </a:cubicBezTo>
                  <a:cubicBezTo>
                    <a:pt x="824" y="7160"/>
                    <a:pt x="1260" y="8133"/>
                    <a:pt x="1744" y="8133"/>
                  </a:cubicBezTo>
                  <a:cubicBezTo>
                    <a:pt x="1879" y="8133"/>
                    <a:pt x="2018" y="8057"/>
                    <a:pt x="2160" y="7886"/>
                  </a:cubicBezTo>
                  <a:cubicBezTo>
                    <a:pt x="2806" y="7104"/>
                    <a:pt x="3207" y="5443"/>
                    <a:pt x="3207" y="5443"/>
                  </a:cubicBezTo>
                  <a:lnTo>
                    <a:pt x="3207" y="5443"/>
                  </a:lnTo>
                  <a:cubicBezTo>
                    <a:pt x="3207" y="5443"/>
                    <a:pt x="2896" y="5711"/>
                    <a:pt x="2555" y="5711"/>
                  </a:cubicBezTo>
                  <a:cubicBezTo>
                    <a:pt x="2239" y="5711"/>
                    <a:pt x="1899" y="5480"/>
                    <a:pt x="1759" y="4593"/>
                  </a:cubicBezTo>
                  <a:cubicBezTo>
                    <a:pt x="1554" y="3331"/>
                    <a:pt x="3007" y="1075"/>
                    <a:pt x="39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5" name="Google Shape;4785;p56"/>
            <p:cNvSpPr/>
            <p:nvPr/>
          </p:nvSpPr>
          <p:spPr>
            <a:xfrm>
              <a:off x="7988316" y="1678135"/>
              <a:ext cx="61479" cy="74565"/>
            </a:xfrm>
            <a:custGeom>
              <a:avLst/>
              <a:gdLst/>
              <a:ahLst/>
              <a:cxnLst/>
              <a:rect l="l" t="t" r="r" b="b"/>
              <a:pathLst>
                <a:path w="2006" h="2433" extrusionOk="0">
                  <a:moveTo>
                    <a:pt x="1956" y="1"/>
                  </a:moveTo>
                  <a:cubicBezTo>
                    <a:pt x="1956" y="1"/>
                    <a:pt x="688" y="1345"/>
                    <a:pt x="39" y="1786"/>
                  </a:cubicBezTo>
                  <a:lnTo>
                    <a:pt x="1" y="2432"/>
                  </a:lnTo>
                  <a:cubicBezTo>
                    <a:pt x="1" y="2432"/>
                    <a:pt x="1349" y="1310"/>
                    <a:pt x="1551" y="1263"/>
                  </a:cubicBezTo>
                  <a:lnTo>
                    <a:pt x="1551" y="1263"/>
                  </a:lnTo>
                  <a:cubicBezTo>
                    <a:pt x="1551" y="1263"/>
                    <a:pt x="1551" y="1263"/>
                    <a:pt x="1551" y="1263"/>
                  </a:cubicBezTo>
                  <a:cubicBezTo>
                    <a:pt x="1551" y="1263"/>
                    <a:pt x="1551" y="1263"/>
                    <a:pt x="1551" y="1263"/>
                  </a:cubicBezTo>
                  <a:lnTo>
                    <a:pt x="1551" y="1263"/>
                  </a:lnTo>
                  <a:cubicBezTo>
                    <a:pt x="1551" y="1263"/>
                    <a:pt x="1551" y="1263"/>
                    <a:pt x="1551" y="1263"/>
                  </a:cubicBezTo>
                  <a:lnTo>
                    <a:pt x="1551" y="1263"/>
                  </a:lnTo>
                  <a:cubicBezTo>
                    <a:pt x="1549" y="1263"/>
                    <a:pt x="2005" y="62"/>
                    <a:pt x="19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6" name="Google Shape;4786;p56"/>
            <p:cNvSpPr/>
            <p:nvPr/>
          </p:nvSpPr>
          <p:spPr>
            <a:xfrm>
              <a:off x="7987672" y="1711633"/>
              <a:ext cx="49986" cy="44715"/>
            </a:xfrm>
            <a:custGeom>
              <a:avLst/>
              <a:gdLst/>
              <a:ahLst/>
              <a:cxnLst/>
              <a:rect l="l" t="t" r="r" b="b"/>
              <a:pathLst>
                <a:path w="1631" h="1459" extrusionOk="0">
                  <a:moveTo>
                    <a:pt x="1631" y="1"/>
                  </a:moveTo>
                  <a:lnTo>
                    <a:pt x="0" y="1312"/>
                  </a:lnTo>
                  <a:lnTo>
                    <a:pt x="463" y="1458"/>
                  </a:lnTo>
                  <a:lnTo>
                    <a:pt x="1290" y="820"/>
                  </a:lnTo>
                  <a:lnTo>
                    <a:pt x="16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7" name="Google Shape;4787;p56"/>
            <p:cNvSpPr/>
            <p:nvPr/>
          </p:nvSpPr>
          <p:spPr>
            <a:xfrm>
              <a:off x="8091353" y="896103"/>
              <a:ext cx="500504" cy="467681"/>
            </a:xfrm>
            <a:custGeom>
              <a:avLst/>
              <a:gdLst/>
              <a:ahLst/>
              <a:cxnLst/>
              <a:rect l="l" t="t" r="r" b="b"/>
              <a:pathLst>
                <a:path w="16331" h="15260" extrusionOk="0">
                  <a:moveTo>
                    <a:pt x="13681" y="1"/>
                  </a:moveTo>
                  <a:cubicBezTo>
                    <a:pt x="11714" y="1698"/>
                    <a:pt x="9992" y="2236"/>
                    <a:pt x="8600" y="2236"/>
                  </a:cubicBezTo>
                  <a:cubicBezTo>
                    <a:pt x="6195" y="2236"/>
                    <a:pt x="4775" y="631"/>
                    <a:pt x="4775" y="631"/>
                  </a:cubicBezTo>
                  <a:cubicBezTo>
                    <a:pt x="0" y="6836"/>
                    <a:pt x="2002" y="13288"/>
                    <a:pt x="2002" y="13288"/>
                  </a:cubicBezTo>
                  <a:cubicBezTo>
                    <a:pt x="4468" y="14746"/>
                    <a:pt x="6637" y="15260"/>
                    <a:pt x="8468" y="15260"/>
                  </a:cubicBezTo>
                  <a:cubicBezTo>
                    <a:pt x="12827" y="15260"/>
                    <a:pt x="15273" y="12349"/>
                    <a:pt x="15273" y="12349"/>
                  </a:cubicBezTo>
                  <a:cubicBezTo>
                    <a:pt x="16331" y="8700"/>
                    <a:pt x="13681" y="1"/>
                    <a:pt x="136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8" name="Google Shape;4788;p56"/>
            <p:cNvSpPr/>
            <p:nvPr/>
          </p:nvSpPr>
          <p:spPr>
            <a:xfrm>
              <a:off x="8247716" y="467253"/>
              <a:ext cx="219099" cy="200036"/>
            </a:xfrm>
            <a:custGeom>
              <a:avLst/>
              <a:gdLst/>
              <a:ahLst/>
              <a:cxnLst/>
              <a:rect l="l" t="t" r="r" b="b"/>
              <a:pathLst>
                <a:path w="7149" h="6527" extrusionOk="0">
                  <a:moveTo>
                    <a:pt x="5589" y="0"/>
                  </a:moveTo>
                  <a:cubicBezTo>
                    <a:pt x="5589" y="0"/>
                    <a:pt x="1501" y="1059"/>
                    <a:pt x="1" y="2091"/>
                  </a:cubicBezTo>
                  <a:cubicBezTo>
                    <a:pt x="1" y="2091"/>
                    <a:pt x="5029" y="5116"/>
                    <a:pt x="6291" y="6411"/>
                  </a:cubicBezTo>
                  <a:cubicBezTo>
                    <a:pt x="6368" y="6490"/>
                    <a:pt x="6431" y="6527"/>
                    <a:pt x="6481" y="6527"/>
                  </a:cubicBezTo>
                  <a:cubicBezTo>
                    <a:pt x="7148" y="6527"/>
                    <a:pt x="5589" y="0"/>
                    <a:pt x="5589" y="0"/>
                  </a:cubicBezTo>
                  <a:close/>
                </a:path>
              </a:pathLst>
            </a:custGeom>
            <a:solidFill>
              <a:srgbClr val="AA8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9" name="Google Shape;4789;p56"/>
            <p:cNvSpPr/>
            <p:nvPr/>
          </p:nvSpPr>
          <p:spPr>
            <a:xfrm>
              <a:off x="8215138" y="201508"/>
              <a:ext cx="265898" cy="325385"/>
            </a:xfrm>
            <a:custGeom>
              <a:avLst/>
              <a:gdLst/>
              <a:ahLst/>
              <a:cxnLst/>
              <a:rect l="l" t="t" r="r" b="b"/>
              <a:pathLst>
                <a:path w="8676" h="10617" extrusionOk="0">
                  <a:moveTo>
                    <a:pt x="3178" y="1"/>
                  </a:moveTo>
                  <a:cubicBezTo>
                    <a:pt x="2189" y="1"/>
                    <a:pt x="1101" y="413"/>
                    <a:pt x="0" y="1471"/>
                  </a:cubicBezTo>
                  <a:lnTo>
                    <a:pt x="5112" y="1927"/>
                  </a:lnTo>
                  <a:cubicBezTo>
                    <a:pt x="5112" y="1927"/>
                    <a:pt x="1912" y="4289"/>
                    <a:pt x="2276" y="8072"/>
                  </a:cubicBezTo>
                  <a:cubicBezTo>
                    <a:pt x="2321" y="8573"/>
                    <a:pt x="3247" y="10617"/>
                    <a:pt x="4136" y="10617"/>
                  </a:cubicBezTo>
                  <a:cubicBezTo>
                    <a:pt x="4213" y="10617"/>
                    <a:pt x="4290" y="10602"/>
                    <a:pt x="4366" y="10568"/>
                  </a:cubicBezTo>
                  <a:cubicBezTo>
                    <a:pt x="4366" y="10568"/>
                    <a:pt x="8675" y="4562"/>
                    <a:pt x="6494" y="1766"/>
                  </a:cubicBezTo>
                  <a:cubicBezTo>
                    <a:pt x="5741" y="801"/>
                    <a:pt x="4556" y="1"/>
                    <a:pt x="3178" y="1"/>
                  </a:cubicBezTo>
                  <a:close/>
                </a:path>
              </a:pathLst>
            </a:custGeom>
            <a:solidFill>
              <a:srgbClr val="4929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0" name="Google Shape;4790;p56"/>
            <p:cNvSpPr/>
            <p:nvPr/>
          </p:nvSpPr>
          <p:spPr>
            <a:xfrm>
              <a:off x="8251547" y="371081"/>
              <a:ext cx="190321" cy="209813"/>
            </a:xfrm>
            <a:custGeom>
              <a:avLst/>
              <a:gdLst/>
              <a:ahLst/>
              <a:cxnLst/>
              <a:rect l="l" t="t" r="r" b="b"/>
              <a:pathLst>
                <a:path w="6210" h="6846" extrusionOk="0">
                  <a:moveTo>
                    <a:pt x="344" y="0"/>
                  </a:moveTo>
                  <a:lnTo>
                    <a:pt x="344" y="0"/>
                  </a:lnTo>
                  <a:cubicBezTo>
                    <a:pt x="1727" y="3002"/>
                    <a:pt x="1280" y="3978"/>
                    <a:pt x="767" y="4681"/>
                  </a:cubicBezTo>
                  <a:cubicBezTo>
                    <a:pt x="0" y="5745"/>
                    <a:pt x="3276" y="6806"/>
                    <a:pt x="3276" y="6806"/>
                  </a:cubicBezTo>
                  <a:cubicBezTo>
                    <a:pt x="3522" y="6833"/>
                    <a:pt x="3744" y="6846"/>
                    <a:pt x="3943" y="6846"/>
                  </a:cubicBezTo>
                  <a:cubicBezTo>
                    <a:pt x="6210" y="6846"/>
                    <a:pt x="5573" y="5239"/>
                    <a:pt x="5344" y="4830"/>
                  </a:cubicBezTo>
                  <a:cubicBezTo>
                    <a:pt x="4442" y="3223"/>
                    <a:pt x="5550" y="1417"/>
                    <a:pt x="5550" y="1417"/>
                  </a:cubicBezTo>
                  <a:lnTo>
                    <a:pt x="344" y="0"/>
                  </a:lnTo>
                  <a:close/>
                </a:path>
              </a:pathLst>
            </a:custGeom>
            <a:solidFill>
              <a:srgbClr val="AA8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1" name="Google Shape;4791;p56"/>
            <p:cNvSpPr/>
            <p:nvPr/>
          </p:nvSpPr>
          <p:spPr>
            <a:xfrm>
              <a:off x="8270610" y="378038"/>
              <a:ext cx="138803" cy="146771"/>
            </a:xfrm>
            <a:custGeom>
              <a:avLst/>
              <a:gdLst/>
              <a:ahLst/>
              <a:cxnLst/>
              <a:rect l="l" t="t" r="r" b="b"/>
              <a:pathLst>
                <a:path w="4529" h="4789" extrusionOk="0">
                  <a:moveTo>
                    <a:pt x="407" y="1"/>
                  </a:moveTo>
                  <a:cubicBezTo>
                    <a:pt x="407" y="1"/>
                    <a:pt x="242" y="151"/>
                    <a:pt x="0" y="404"/>
                  </a:cubicBezTo>
                  <a:cubicBezTo>
                    <a:pt x="1038" y="2913"/>
                    <a:pt x="618" y="3801"/>
                    <a:pt x="145" y="4453"/>
                  </a:cubicBezTo>
                  <a:cubicBezTo>
                    <a:pt x="63" y="4569"/>
                    <a:pt x="30" y="4677"/>
                    <a:pt x="42" y="4784"/>
                  </a:cubicBezTo>
                  <a:cubicBezTo>
                    <a:pt x="116" y="4787"/>
                    <a:pt x="190" y="4789"/>
                    <a:pt x="263" y="4789"/>
                  </a:cubicBezTo>
                  <a:cubicBezTo>
                    <a:pt x="3004" y="4789"/>
                    <a:pt x="4528" y="2639"/>
                    <a:pt x="4528" y="2639"/>
                  </a:cubicBezTo>
                  <a:lnTo>
                    <a:pt x="407" y="1"/>
                  </a:lnTo>
                  <a:close/>
                </a:path>
              </a:pathLst>
            </a:custGeom>
            <a:solidFill>
              <a:srgbClr val="9E7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2" name="Google Shape;4792;p56"/>
            <p:cNvSpPr/>
            <p:nvPr/>
          </p:nvSpPr>
          <p:spPr>
            <a:xfrm>
              <a:off x="8224639" y="238867"/>
              <a:ext cx="238162" cy="236660"/>
            </a:xfrm>
            <a:custGeom>
              <a:avLst/>
              <a:gdLst/>
              <a:ahLst/>
              <a:cxnLst/>
              <a:rect l="l" t="t" r="r" b="b"/>
              <a:pathLst>
                <a:path w="7771" h="7722" extrusionOk="0">
                  <a:moveTo>
                    <a:pt x="3744" y="0"/>
                  </a:moveTo>
                  <a:cubicBezTo>
                    <a:pt x="1125" y="0"/>
                    <a:pt x="0" y="3073"/>
                    <a:pt x="1135" y="5215"/>
                  </a:cubicBezTo>
                  <a:cubicBezTo>
                    <a:pt x="2149" y="7130"/>
                    <a:pt x="4054" y="7721"/>
                    <a:pt x="5356" y="7721"/>
                  </a:cubicBezTo>
                  <a:cubicBezTo>
                    <a:pt x="5738" y="7721"/>
                    <a:pt x="6068" y="7670"/>
                    <a:pt x="6309" y="7587"/>
                  </a:cubicBezTo>
                  <a:cubicBezTo>
                    <a:pt x="7771" y="7078"/>
                    <a:pt x="7219" y="4502"/>
                    <a:pt x="7010" y="3870"/>
                  </a:cubicBezTo>
                  <a:cubicBezTo>
                    <a:pt x="6802" y="3247"/>
                    <a:pt x="6338" y="2970"/>
                    <a:pt x="6293" y="2715"/>
                  </a:cubicBezTo>
                  <a:cubicBezTo>
                    <a:pt x="5899" y="387"/>
                    <a:pt x="5074" y="239"/>
                    <a:pt x="5074" y="239"/>
                  </a:cubicBezTo>
                  <a:cubicBezTo>
                    <a:pt x="4596" y="75"/>
                    <a:pt x="4152" y="0"/>
                    <a:pt x="3744" y="0"/>
                  </a:cubicBezTo>
                  <a:close/>
                </a:path>
              </a:pathLst>
            </a:custGeom>
            <a:solidFill>
              <a:srgbClr val="C494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3" name="Google Shape;4793;p56"/>
            <p:cNvSpPr/>
            <p:nvPr/>
          </p:nvSpPr>
          <p:spPr>
            <a:xfrm>
              <a:off x="8176461" y="215361"/>
              <a:ext cx="203561" cy="358453"/>
            </a:xfrm>
            <a:custGeom>
              <a:avLst/>
              <a:gdLst/>
              <a:ahLst/>
              <a:cxnLst/>
              <a:rect l="l" t="t" r="r" b="b"/>
              <a:pathLst>
                <a:path w="6642" h="11696" extrusionOk="0">
                  <a:moveTo>
                    <a:pt x="3577" y="1"/>
                  </a:moveTo>
                  <a:cubicBezTo>
                    <a:pt x="1" y="1"/>
                    <a:pt x="195" y="3879"/>
                    <a:pt x="195" y="3879"/>
                  </a:cubicBezTo>
                  <a:cubicBezTo>
                    <a:pt x="195" y="3879"/>
                    <a:pt x="47" y="10141"/>
                    <a:pt x="3396" y="11695"/>
                  </a:cubicBezTo>
                  <a:lnTo>
                    <a:pt x="3905" y="8814"/>
                  </a:lnTo>
                  <a:cubicBezTo>
                    <a:pt x="3052" y="1970"/>
                    <a:pt x="6642" y="1965"/>
                    <a:pt x="6642" y="1965"/>
                  </a:cubicBezTo>
                  <a:cubicBezTo>
                    <a:pt x="6189" y="533"/>
                    <a:pt x="3677" y="3"/>
                    <a:pt x="3675" y="2"/>
                  </a:cubicBezTo>
                  <a:cubicBezTo>
                    <a:pt x="3642" y="1"/>
                    <a:pt x="3610" y="1"/>
                    <a:pt x="3577" y="1"/>
                  </a:cubicBezTo>
                  <a:close/>
                </a:path>
              </a:pathLst>
            </a:custGeom>
            <a:solidFill>
              <a:srgbClr val="4929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4" name="Google Shape;4794;p56"/>
            <p:cNvSpPr/>
            <p:nvPr/>
          </p:nvSpPr>
          <p:spPr>
            <a:xfrm>
              <a:off x="8239901" y="203132"/>
              <a:ext cx="192344" cy="122069"/>
            </a:xfrm>
            <a:custGeom>
              <a:avLst/>
              <a:gdLst/>
              <a:ahLst/>
              <a:cxnLst/>
              <a:rect l="l" t="t" r="r" b="b"/>
              <a:pathLst>
                <a:path w="6276" h="3983" extrusionOk="0">
                  <a:moveTo>
                    <a:pt x="2593" y="1"/>
                  </a:moveTo>
                  <a:cubicBezTo>
                    <a:pt x="1874" y="1"/>
                    <a:pt x="1018" y="209"/>
                    <a:pt x="1" y="722"/>
                  </a:cubicBezTo>
                  <a:cubicBezTo>
                    <a:pt x="1" y="722"/>
                    <a:pt x="257" y="694"/>
                    <a:pt x="651" y="694"/>
                  </a:cubicBezTo>
                  <a:cubicBezTo>
                    <a:pt x="1708" y="694"/>
                    <a:pt x="3761" y="894"/>
                    <a:pt x="4572" y="2364"/>
                  </a:cubicBezTo>
                  <a:cubicBezTo>
                    <a:pt x="4572" y="2364"/>
                    <a:pt x="4643" y="2324"/>
                    <a:pt x="4768" y="2324"/>
                  </a:cubicBezTo>
                  <a:cubicBezTo>
                    <a:pt x="5060" y="2324"/>
                    <a:pt x="5640" y="2540"/>
                    <a:pt x="6275" y="3983"/>
                  </a:cubicBezTo>
                  <a:cubicBezTo>
                    <a:pt x="6275" y="3983"/>
                    <a:pt x="5738" y="1"/>
                    <a:pt x="2593" y="1"/>
                  </a:cubicBezTo>
                  <a:close/>
                </a:path>
              </a:pathLst>
            </a:custGeom>
            <a:solidFill>
              <a:srgbClr val="4929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5" name="Google Shape;4795;p56"/>
            <p:cNvSpPr/>
            <p:nvPr/>
          </p:nvSpPr>
          <p:spPr>
            <a:xfrm>
              <a:off x="8249708" y="380214"/>
              <a:ext cx="71194" cy="66413"/>
            </a:xfrm>
            <a:custGeom>
              <a:avLst/>
              <a:gdLst/>
              <a:ahLst/>
              <a:cxnLst/>
              <a:rect l="l" t="t" r="r" b="b"/>
              <a:pathLst>
                <a:path w="2323" h="2167" extrusionOk="0">
                  <a:moveTo>
                    <a:pt x="768" y="1"/>
                  </a:moveTo>
                  <a:cubicBezTo>
                    <a:pt x="657" y="1"/>
                    <a:pt x="542" y="37"/>
                    <a:pt x="426" y="125"/>
                  </a:cubicBezTo>
                  <a:cubicBezTo>
                    <a:pt x="211" y="285"/>
                    <a:pt x="0" y="593"/>
                    <a:pt x="459" y="1202"/>
                  </a:cubicBezTo>
                  <a:cubicBezTo>
                    <a:pt x="857" y="1729"/>
                    <a:pt x="1535" y="2166"/>
                    <a:pt x="2081" y="2166"/>
                  </a:cubicBezTo>
                  <a:cubicBezTo>
                    <a:pt x="2165" y="2166"/>
                    <a:pt x="2246" y="2156"/>
                    <a:pt x="2323" y="2134"/>
                  </a:cubicBezTo>
                  <a:lnTo>
                    <a:pt x="1721" y="841"/>
                  </a:lnTo>
                  <a:cubicBezTo>
                    <a:pt x="1721" y="841"/>
                    <a:pt x="1298" y="1"/>
                    <a:pt x="768" y="1"/>
                  </a:cubicBezTo>
                  <a:close/>
                </a:path>
              </a:pathLst>
            </a:custGeom>
            <a:solidFill>
              <a:srgbClr val="AA8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6" name="Google Shape;4796;p56"/>
            <p:cNvSpPr/>
            <p:nvPr/>
          </p:nvSpPr>
          <p:spPr>
            <a:xfrm>
              <a:off x="8091383" y="896103"/>
              <a:ext cx="423150" cy="444634"/>
            </a:xfrm>
            <a:custGeom>
              <a:avLst/>
              <a:gdLst/>
              <a:ahLst/>
              <a:cxnLst/>
              <a:rect l="l" t="t" r="r" b="b"/>
              <a:pathLst>
                <a:path w="13807" h="14508" extrusionOk="0">
                  <a:moveTo>
                    <a:pt x="13682" y="1"/>
                  </a:moveTo>
                  <a:cubicBezTo>
                    <a:pt x="11714" y="1698"/>
                    <a:pt x="9992" y="2236"/>
                    <a:pt x="8599" y="2236"/>
                  </a:cubicBezTo>
                  <a:cubicBezTo>
                    <a:pt x="6194" y="2236"/>
                    <a:pt x="4774" y="631"/>
                    <a:pt x="4774" y="631"/>
                  </a:cubicBezTo>
                  <a:cubicBezTo>
                    <a:pt x="1" y="6834"/>
                    <a:pt x="2001" y="13288"/>
                    <a:pt x="2001" y="13288"/>
                  </a:cubicBezTo>
                  <a:cubicBezTo>
                    <a:pt x="2888" y="13812"/>
                    <a:pt x="3733" y="14208"/>
                    <a:pt x="4540" y="14507"/>
                  </a:cubicBezTo>
                  <a:cubicBezTo>
                    <a:pt x="4397" y="12679"/>
                    <a:pt x="4239" y="10405"/>
                    <a:pt x="4239" y="9402"/>
                  </a:cubicBezTo>
                  <a:cubicBezTo>
                    <a:pt x="4239" y="7592"/>
                    <a:pt x="3670" y="5343"/>
                    <a:pt x="7212" y="4683"/>
                  </a:cubicBezTo>
                  <a:cubicBezTo>
                    <a:pt x="10049" y="4155"/>
                    <a:pt x="12813" y="1477"/>
                    <a:pt x="13806" y="428"/>
                  </a:cubicBezTo>
                  <a:cubicBezTo>
                    <a:pt x="13729" y="157"/>
                    <a:pt x="13682" y="1"/>
                    <a:pt x="1368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7" name="Google Shape;4797;p56"/>
            <p:cNvSpPr/>
            <p:nvPr/>
          </p:nvSpPr>
          <p:spPr>
            <a:xfrm>
              <a:off x="8206802" y="1001898"/>
              <a:ext cx="141070" cy="89276"/>
            </a:xfrm>
            <a:custGeom>
              <a:avLst/>
              <a:gdLst/>
              <a:ahLst/>
              <a:cxnLst/>
              <a:rect l="l" t="t" r="r" b="b"/>
              <a:pathLst>
                <a:path w="4603" h="2913" extrusionOk="0">
                  <a:moveTo>
                    <a:pt x="291" y="1"/>
                  </a:moveTo>
                  <a:lnTo>
                    <a:pt x="172" y="740"/>
                  </a:lnTo>
                  <a:cubicBezTo>
                    <a:pt x="172" y="740"/>
                    <a:pt x="0" y="1147"/>
                    <a:pt x="20" y="1558"/>
                  </a:cubicBezTo>
                  <a:cubicBezTo>
                    <a:pt x="39" y="1971"/>
                    <a:pt x="1710" y="1823"/>
                    <a:pt x="1826" y="2339"/>
                  </a:cubicBezTo>
                  <a:cubicBezTo>
                    <a:pt x="1920" y="2757"/>
                    <a:pt x="3222" y="2912"/>
                    <a:pt x="3901" y="2912"/>
                  </a:cubicBezTo>
                  <a:cubicBezTo>
                    <a:pt x="4061" y="2912"/>
                    <a:pt x="4186" y="2904"/>
                    <a:pt x="4253" y="2888"/>
                  </a:cubicBezTo>
                  <a:cubicBezTo>
                    <a:pt x="4603" y="2803"/>
                    <a:pt x="3743" y="1657"/>
                    <a:pt x="3313" y="749"/>
                  </a:cubicBezTo>
                  <a:cubicBezTo>
                    <a:pt x="2973" y="28"/>
                    <a:pt x="291" y="1"/>
                    <a:pt x="291" y="1"/>
                  </a:cubicBezTo>
                  <a:close/>
                </a:path>
              </a:pathLst>
            </a:custGeom>
            <a:solidFill>
              <a:srgbClr val="C494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8" name="Google Shape;4798;p56"/>
            <p:cNvSpPr/>
            <p:nvPr/>
          </p:nvSpPr>
          <p:spPr>
            <a:xfrm>
              <a:off x="8016634" y="562199"/>
              <a:ext cx="266878" cy="498083"/>
            </a:xfrm>
            <a:custGeom>
              <a:avLst/>
              <a:gdLst/>
              <a:ahLst/>
              <a:cxnLst/>
              <a:rect l="l" t="t" r="r" b="b"/>
              <a:pathLst>
                <a:path w="8708" h="16252" extrusionOk="0">
                  <a:moveTo>
                    <a:pt x="6374" y="0"/>
                  </a:moveTo>
                  <a:cubicBezTo>
                    <a:pt x="6222" y="0"/>
                    <a:pt x="6089" y="37"/>
                    <a:pt x="5990" y="113"/>
                  </a:cubicBezTo>
                  <a:cubicBezTo>
                    <a:pt x="3974" y="1691"/>
                    <a:pt x="1" y="6508"/>
                    <a:pt x="299" y="9261"/>
                  </a:cubicBezTo>
                  <a:cubicBezTo>
                    <a:pt x="552" y="11593"/>
                    <a:pt x="5132" y="16252"/>
                    <a:pt x="6035" y="16252"/>
                  </a:cubicBezTo>
                  <a:cubicBezTo>
                    <a:pt x="6064" y="16252"/>
                    <a:pt x="6088" y="16247"/>
                    <a:pt x="6109" y="16238"/>
                  </a:cubicBezTo>
                  <a:cubicBezTo>
                    <a:pt x="7472" y="15617"/>
                    <a:pt x="7351" y="14413"/>
                    <a:pt x="7351" y="14413"/>
                  </a:cubicBezTo>
                  <a:lnTo>
                    <a:pt x="3116" y="8940"/>
                  </a:lnTo>
                  <a:cubicBezTo>
                    <a:pt x="3116" y="8940"/>
                    <a:pt x="6969" y="4779"/>
                    <a:pt x="7909" y="2830"/>
                  </a:cubicBezTo>
                  <a:cubicBezTo>
                    <a:pt x="8708" y="1172"/>
                    <a:pt x="7236" y="0"/>
                    <a:pt x="63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99" name="Google Shape;4799;p56"/>
          <p:cNvSpPr/>
          <p:nvPr/>
        </p:nvSpPr>
        <p:spPr>
          <a:xfrm rot="5400000">
            <a:off x="6652242" y="450434"/>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0" name="Google Shape;4800;p56"/>
          <p:cNvSpPr/>
          <p:nvPr/>
        </p:nvSpPr>
        <p:spPr>
          <a:xfrm rot="5400000">
            <a:off x="6408073" y="959448"/>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04"/>
        <p:cNvGrpSpPr/>
        <p:nvPr/>
      </p:nvGrpSpPr>
      <p:grpSpPr>
        <a:xfrm>
          <a:off x="0" y="0"/>
          <a:ext cx="0" cy="0"/>
          <a:chOff x="0" y="0"/>
          <a:chExt cx="0" cy="0"/>
        </a:xfrm>
      </p:grpSpPr>
      <p:sp>
        <p:nvSpPr>
          <p:cNvPr id="4805" name="Google Shape;4805;p57"/>
          <p:cNvSpPr/>
          <p:nvPr/>
        </p:nvSpPr>
        <p:spPr>
          <a:xfrm>
            <a:off x="2432088" y="3298200"/>
            <a:ext cx="1305300" cy="1305300"/>
          </a:xfrm>
          <a:prstGeom prst="ellipse">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6" name="Google Shape;4806;p57"/>
          <p:cNvSpPr/>
          <p:nvPr/>
        </p:nvSpPr>
        <p:spPr>
          <a:xfrm>
            <a:off x="2432088" y="3298200"/>
            <a:ext cx="1305300" cy="1305300"/>
          </a:xfrm>
          <a:prstGeom prst="arc">
            <a:avLst>
              <a:gd name="adj1" fmla="val 16200000"/>
              <a:gd name="adj2" fmla="val 12977800"/>
            </a:avLst>
          </a:prstGeom>
          <a:noFill/>
          <a:ln w="7620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7" name="Google Shape;4807;p57"/>
          <p:cNvSpPr/>
          <p:nvPr/>
        </p:nvSpPr>
        <p:spPr>
          <a:xfrm>
            <a:off x="2432088" y="1542875"/>
            <a:ext cx="1305300" cy="1305300"/>
          </a:xfrm>
          <a:prstGeom prst="ellipse">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8" name="Google Shape;4808;p57"/>
          <p:cNvSpPr/>
          <p:nvPr/>
        </p:nvSpPr>
        <p:spPr>
          <a:xfrm>
            <a:off x="2432088" y="1542875"/>
            <a:ext cx="1305300" cy="1305300"/>
          </a:xfrm>
          <a:prstGeom prst="arc">
            <a:avLst>
              <a:gd name="adj1" fmla="val 16200000"/>
              <a:gd name="adj2" fmla="val 18798038"/>
            </a:avLst>
          </a:prstGeom>
          <a:noFill/>
          <a:ln w="7620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9" name="Google Shape;4809;p57"/>
          <p:cNvSpPr txBox="1">
            <a:spLocks noGrp="1"/>
          </p:cNvSpPr>
          <p:nvPr>
            <p:ph type="subTitle" idx="1"/>
          </p:nvPr>
        </p:nvSpPr>
        <p:spPr>
          <a:xfrm>
            <a:off x="4258838" y="2101963"/>
            <a:ext cx="25113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Jupiter </a:t>
            </a:r>
            <a:r>
              <a:rPr lang="en"/>
              <a:t>is a gas giant and the biggest planet in the Solar System</a:t>
            </a:r>
            <a:endParaRPr/>
          </a:p>
        </p:txBody>
      </p:sp>
      <p:sp>
        <p:nvSpPr>
          <p:cNvPr id="4810" name="Google Shape;4810;p57"/>
          <p:cNvSpPr txBox="1">
            <a:spLocks noGrp="1"/>
          </p:cNvSpPr>
          <p:nvPr>
            <p:ph type="subTitle" idx="2"/>
          </p:nvPr>
        </p:nvSpPr>
        <p:spPr>
          <a:xfrm>
            <a:off x="4258826" y="3857313"/>
            <a:ext cx="25113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Venus </a:t>
            </a:r>
            <a:r>
              <a:rPr lang="en"/>
              <a:t>is the second-largest planet in the Solar System</a:t>
            </a:r>
            <a:endParaRPr/>
          </a:p>
        </p:txBody>
      </p:sp>
      <p:sp>
        <p:nvSpPr>
          <p:cNvPr id="4811" name="Google Shape;4811;p57"/>
          <p:cNvSpPr txBox="1">
            <a:spLocks noGrp="1"/>
          </p:cNvSpPr>
          <p:nvPr>
            <p:ph type="title"/>
          </p:nvPr>
        </p:nvSpPr>
        <p:spPr>
          <a:xfrm>
            <a:off x="2373863" y="1815400"/>
            <a:ext cx="1421700" cy="760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16%</a:t>
            </a:r>
            <a:endParaRPr/>
          </a:p>
        </p:txBody>
      </p:sp>
      <p:sp>
        <p:nvSpPr>
          <p:cNvPr id="4812" name="Google Shape;4812;p57"/>
          <p:cNvSpPr txBox="1">
            <a:spLocks noGrp="1"/>
          </p:cNvSpPr>
          <p:nvPr>
            <p:ph type="title" idx="3"/>
          </p:nvPr>
        </p:nvSpPr>
        <p:spPr>
          <a:xfrm>
            <a:off x="2373863" y="3570750"/>
            <a:ext cx="1421700" cy="760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84%</a:t>
            </a:r>
            <a:endParaRPr/>
          </a:p>
        </p:txBody>
      </p:sp>
      <p:sp>
        <p:nvSpPr>
          <p:cNvPr id="4813" name="Google Shape;4813;p57"/>
          <p:cNvSpPr txBox="1">
            <a:spLocks noGrp="1"/>
          </p:cNvSpPr>
          <p:nvPr>
            <p:ph type="title" idx="6"/>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Understanding the statistics</a:t>
            </a:r>
            <a:endParaRPr/>
          </a:p>
        </p:txBody>
      </p:sp>
      <p:sp>
        <p:nvSpPr>
          <p:cNvPr id="4814" name="Google Shape;4814;p57"/>
          <p:cNvSpPr txBox="1">
            <a:spLocks noGrp="1"/>
          </p:cNvSpPr>
          <p:nvPr>
            <p:ph type="subTitle" idx="4"/>
          </p:nvPr>
        </p:nvSpPr>
        <p:spPr>
          <a:xfrm>
            <a:off x="4258838" y="1654488"/>
            <a:ext cx="2511300" cy="46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Rest of the world</a:t>
            </a:r>
            <a:endParaRPr/>
          </a:p>
        </p:txBody>
      </p:sp>
      <p:sp>
        <p:nvSpPr>
          <p:cNvPr id="4815" name="Google Shape;4815;p57"/>
          <p:cNvSpPr txBox="1">
            <a:spLocks noGrp="1"/>
          </p:cNvSpPr>
          <p:nvPr>
            <p:ph type="subTitle" idx="5"/>
          </p:nvPr>
        </p:nvSpPr>
        <p:spPr>
          <a:xfrm>
            <a:off x="4258826" y="3409838"/>
            <a:ext cx="2511300" cy="46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Globalized countries</a:t>
            </a:r>
            <a:endParaRPr/>
          </a:p>
        </p:txBody>
      </p:sp>
      <p:sp>
        <p:nvSpPr>
          <p:cNvPr id="4816" name="Google Shape;4816;p57"/>
          <p:cNvSpPr/>
          <p:nvPr/>
        </p:nvSpPr>
        <p:spPr>
          <a:xfrm rot="5400000">
            <a:off x="8072823" y="3764523"/>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20"/>
        <p:cNvGrpSpPr/>
        <p:nvPr/>
      </p:nvGrpSpPr>
      <p:grpSpPr>
        <a:xfrm>
          <a:off x="0" y="0"/>
          <a:ext cx="0" cy="0"/>
          <a:chOff x="0" y="0"/>
          <a:chExt cx="0" cy="0"/>
        </a:xfrm>
      </p:grpSpPr>
      <p:sp>
        <p:nvSpPr>
          <p:cNvPr id="4821" name="Google Shape;4821;p58"/>
          <p:cNvSpPr txBox="1">
            <a:spLocks noGrp="1"/>
          </p:cNvSpPr>
          <p:nvPr>
            <p:ph type="subTitle" idx="1"/>
          </p:nvPr>
        </p:nvSpPr>
        <p:spPr>
          <a:xfrm>
            <a:off x="1111713" y="2494825"/>
            <a:ext cx="3239700" cy="797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a:t>You can replace the image on the screen with your own work. Just right-click on it and select “Replace image”</a:t>
            </a:r>
            <a:endParaRPr/>
          </a:p>
        </p:txBody>
      </p:sp>
      <p:sp>
        <p:nvSpPr>
          <p:cNvPr id="4822" name="Google Shape;4822;p58"/>
          <p:cNvSpPr txBox="1">
            <a:spLocks noGrp="1"/>
          </p:cNvSpPr>
          <p:nvPr>
            <p:ph type="title"/>
          </p:nvPr>
        </p:nvSpPr>
        <p:spPr>
          <a:xfrm>
            <a:off x="1111713" y="1850950"/>
            <a:ext cx="3239700" cy="643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chemeClr val="dk1"/>
              </a:buClr>
              <a:buSzPts val="1100"/>
              <a:buFont typeface="Arial"/>
              <a:buNone/>
            </a:pPr>
            <a:r>
              <a:rPr lang="en"/>
              <a:t>Desktop mockup</a:t>
            </a:r>
            <a:endParaRPr/>
          </a:p>
        </p:txBody>
      </p:sp>
      <p:grpSp>
        <p:nvGrpSpPr>
          <p:cNvPr id="4823" name="Google Shape;4823;p58"/>
          <p:cNvGrpSpPr/>
          <p:nvPr/>
        </p:nvGrpSpPr>
        <p:grpSpPr>
          <a:xfrm>
            <a:off x="4722407" y="1315137"/>
            <a:ext cx="3309885" cy="2513227"/>
            <a:chOff x="8811376" y="2"/>
            <a:chExt cx="3846467" cy="2703848"/>
          </a:xfrm>
        </p:grpSpPr>
        <p:sp>
          <p:nvSpPr>
            <p:cNvPr id="4824" name="Google Shape;4824;p58"/>
            <p:cNvSpPr/>
            <p:nvPr/>
          </p:nvSpPr>
          <p:spPr>
            <a:xfrm>
              <a:off x="10272077" y="2231136"/>
              <a:ext cx="1003515" cy="472701"/>
            </a:xfrm>
            <a:custGeom>
              <a:avLst/>
              <a:gdLst/>
              <a:ahLst/>
              <a:cxnLst/>
              <a:rect l="l" t="t" r="r" b="b"/>
              <a:pathLst>
                <a:path w="14652" h="6902" extrusionOk="0">
                  <a:moveTo>
                    <a:pt x="1570" y="1"/>
                  </a:moveTo>
                  <a:lnTo>
                    <a:pt x="1258" y="1372"/>
                  </a:lnTo>
                  <a:lnTo>
                    <a:pt x="0" y="6902"/>
                  </a:lnTo>
                  <a:lnTo>
                    <a:pt x="14651" y="6902"/>
                  </a:lnTo>
                  <a:lnTo>
                    <a:pt x="13394" y="1372"/>
                  </a:lnTo>
                  <a:lnTo>
                    <a:pt x="130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5" name="Google Shape;4825;p58"/>
            <p:cNvSpPr/>
            <p:nvPr/>
          </p:nvSpPr>
          <p:spPr>
            <a:xfrm>
              <a:off x="10360965" y="2235638"/>
              <a:ext cx="827743" cy="101336"/>
            </a:xfrm>
            <a:custGeom>
              <a:avLst/>
              <a:gdLst/>
              <a:ahLst/>
              <a:cxnLst/>
              <a:rect l="l" t="t" r="r" b="b"/>
              <a:pathLst>
                <a:path w="12137" h="1372" extrusionOk="0">
                  <a:moveTo>
                    <a:pt x="313" y="1"/>
                  </a:moveTo>
                  <a:lnTo>
                    <a:pt x="1" y="1372"/>
                  </a:lnTo>
                  <a:lnTo>
                    <a:pt x="12137" y="1372"/>
                  </a:lnTo>
                  <a:lnTo>
                    <a:pt x="1182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6" name="Google Shape;4826;p58"/>
            <p:cNvSpPr/>
            <p:nvPr/>
          </p:nvSpPr>
          <p:spPr>
            <a:xfrm>
              <a:off x="9995443" y="2568998"/>
              <a:ext cx="1556709" cy="134852"/>
            </a:xfrm>
            <a:custGeom>
              <a:avLst/>
              <a:gdLst/>
              <a:ahLst/>
              <a:cxnLst/>
              <a:rect l="l" t="t" r="r" b="b"/>
              <a:pathLst>
                <a:path w="22729" h="1969" extrusionOk="0">
                  <a:moveTo>
                    <a:pt x="10" y="0"/>
                  </a:moveTo>
                  <a:cubicBezTo>
                    <a:pt x="5" y="0"/>
                    <a:pt x="1" y="4"/>
                    <a:pt x="1" y="10"/>
                  </a:cubicBezTo>
                  <a:lnTo>
                    <a:pt x="1" y="1961"/>
                  </a:lnTo>
                  <a:cubicBezTo>
                    <a:pt x="1" y="1965"/>
                    <a:pt x="5" y="1969"/>
                    <a:pt x="10" y="1969"/>
                  </a:cubicBezTo>
                  <a:lnTo>
                    <a:pt x="22719" y="1969"/>
                  </a:lnTo>
                  <a:cubicBezTo>
                    <a:pt x="22725" y="1969"/>
                    <a:pt x="22729" y="1965"/>
                    <a:pt x="22729" y="1961"/>
                  </a:cubicBezTo>
                  <a:lnTo>
                    <a:pt x="22729" y="10"/>
                  </a:lnTo>
                  <a:cubicBezTo>
                    <a:pt x="22728" y="4"/>
                    <a:pt x="22725" y="0"/>
                    <a:pt x="2271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7" name="Google Shape;4827;p58"/>
            <p:cNvSpPr/>
            <p:nvPr/>
          </p:nvSpPr>
          <p:spPr>
            <a:xfrm>
              <a:off x="9995443" y="2582109"/>
              <a:ext cx="1556709" cy="105745"/>
            </a:xfrm>
            <a:custGeom>
              <a:avLst/>
              <a:gdLst/>
              <a:ahLst/>
              <a:cxnLst/>
              <a:rect l="l" t="t" r="r" b="b"/>
              <a:pathLst>
                <a:path w="22729" h="1544" extrusionOk="0">
                  <a:moveTo>
                    <a:pt x="10" y="0"/>
                  </a:moveTo>
                  <a:cubicBezTo>
                    <a:pt x="5" y="0"/>
                    <a:pt x="1" y="4"/>
                    <a:pt x="1" y="10"/>
                  </a:cubicBezTo>
                  <a:lnTo>
                    <a:pt x="1" y="1535"/>
                  </a:lnTo>
                  <a:cubicBezTo>
                    <a:pt x="1" y="1540"/>
                    <a:pt x="5" y="1543"/>
                    <a:pt x="10" y="1543"/>
                  </a:cubicBezTo>
                  <a:lnTo>
                    <a:pt x="22719" y="1543"/>
                  </a:lnTo>
                  <a:cubicBezTo>
                    <a:pt x="22725" y="1543"/>
                    <a:pt x="22729" y="1540"/>
                    <a:pt x="22729" y="1535"/>
                  </a:cubicBezTo>
                  <a:lnTo>
                    <a:pt x="22729" y="10"/>
                  </a:lnTo>
                  <a:cubicBezTo>
                    <a:pt x="22728" y="4"/>
                    <a:pt x="22725" y="0"/>
                    <a:pt x="2271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8" name="Google Shape;4828;p58"/>
            <p:cNvSpPr/>
            <p:nvPr/>
          </p:nvSpPr>
          <p:spPr>
            <a:xfrm>
              <a:off x="8811376" y="2"/>
              <a:ext cx="3846467" cy="2261800"/>
            </a:xfrm>
            <a:custGeom>
              <a:avLst/>
              <a:gdLst/>
              <a:ahLst/>
              <a:cxnLst/>
              <a:rect l="l" t="t" r="r" b="b"/>
              <a:pathLst>
                <a:path w="56161" h="33025" extrusionOk="0">
                  <a:moveTo>
                    <a:pt x="1905" y="0"/>
                  </a:moveTo>
                  <a:cubicBezTo>
                    <a:pt x="854" y="0"/>
                    <a:pt x="1" y="854"/>
                    <a:pt x="1" y="1906"/>
                  </a:cubicBezTo>
                  <a:lnTo>
                    <a:pt x="1" y="31120"/>
                  </a:lnTo>
                  <a:cubicBezTo>
                    <a:pt x="1" y="32171"/>
                    <a:pt x="854" y="33025"/>
                    <a:pt x="1905" y="33025"/>
                  </a:cubicBezTo>
                  <a:lnTo>
                    <a:pt x="54255" y="33025"/>
                  </a:lnTo>
                  <a:cubicBezTo>
                    <a:pt x="55306" y="33025"/>
                    <a:pt x="56161" y="32171"/>
                    <a:pt x="56161" y="31120"/>
                  </a:cubicBezTo>
                  <a:lnTo>
                    <a:pt x="56161" y="1906"/>
                  </a:lnTo>
                  <a:cubicBezTo>
                    <a:pt x="56161" y="854"/>
                    <a:pt x="55306" y="0"/>
                    <a:pt x="542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829" name="Google Shape;4829;p58"/>
          <p:cNvPicPr preferRelativeResize="0"/>
          <p:nvPr/>
        </p:nvPicPr>
        <p:blipFill rotWithShape="1">
          <a:blip r:embed="rId3">
            <a:alphaModFix/>
          </a:blip>
          <a:srcRect t="19" b="9"/>
          <a:stretch/>
        </p:blipFill>
        <p:spPr>
          <a:xfrm>
            <a:off x="4806889" y="1418256"/>
            <a:ext cx="3144000" cy="1767900"/>
          </a:xfrm>
          <a:prstGeom prst="roundRect">
            <a:avLst>
              <a:gd name="adj" fmla="val 5667"/>
            </a:avLst>
          </a:prstGeom>
          <a:noFill/>
          <a:ln>
            <a:noFill/>
          </a:ln>
        </p:spPr>
      </p:pic>
      <p:sp>
        <p:nvSpPr>
          <p:cNvPr id="4830" name="Google Shape;4830;p58"/>
          <p:cNvSpPr/>
          <p:nvPr/>
        </p:nvSpPr>
        <p:spPr>
          <a:xfrm rot="5400000">
            <a:off x="7444692" y="71829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1" name="Google Shape;4831;p58"/>
          <p:cNvSpPr/>
          <p:nvPr/>
        </p:nvSpPr>
        <p:spPr>
          <a:xfrm rot="5400000">
            <a:off x="7054973" y="387698"/>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2" name="Google Shape;4832;p58"/>
          <p:cNvSpPr/>
          <p:nvPr/>
        </p:nvSpPr>
        <p:spPr>
          <a:xfrm rot="5400000">
            <a:off x="4180248" y="4227673"/>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36"/>
        <p:cNvGrpSpPr/>
        <p:nvPr/>
      </p:nvGrpSpPr>
      <p:grpSpPr>
        <a:xfrm>
          <a:off x="0" y="0"/>
          <a:ext cx="0" cy="0"/>
          <a:chOff x="0" y="0"/>
          <a:chExt cx="0" cy="0"/>
        </a:xfrm>
      </p:grpSpPr>
      <p:sp>
        <p:nvSpPr>
          <p:cNvPr id="4837" name="Google Shape;4837;p59"/>
          <p:cNvSpPr txBox="1">
            <a:spLocks noGrp="1"/>
          </p:cNvSpPr>
          <p:nvPr>
            <p:ph type="subTitle" idx="1"/>
          </p:nvPr>
        </p:nvSpPr>
        <p:spPr>
          <a:xfrm>
            <a:off x="4868950" y="2508150"/>
            <a:ext cx="3239700" cy="79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can replace the image on the screen with your own work. Just right-click on it and select “Replace image”</a:t>
            </a:r>
            <a:endParaRPr/>
          </a:p>
        </p:txBody>
      </p:sp>
      <p:sp>
        <p:nvSpPr>
          <p:cNvPr id="4838" name="Google Shape;4838;p59"/>
          <p:cNvSpPr txBox="1">
            <a:spLocks noGrp="1"/>
          </p:cNvSpPr>
          <p:nvPr>
            <p:ph type="title"/>
          </p:nvPr>
        </p:nvSpPr>
        <p:spPr>
          <a:xfrm>
            <a:off x="4868950" y="1837975"/>
            <a:ext cx="3239700" cy="67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Tablet mockup</a:t>
            </a:r>
            <a:endParaRPr/>
          </a:p>
        </p:txBody>
      </p:sp>
      <p:grpSp>
        <p:nvGrpSpPr>
          <p:cNvPr id="4839" name="Google Shape;4839;p59"/>
          <p:cNvGrpSpPr/>
          <p:nvPr/>
        </p:nvGrpSpPr>
        <p:grpSpPr>
          <a:xfrm>
            <a:off x="1035345" y="1586624"/>
            <a:ext cx="3343500" cy="1970325"/>
            <a:chOff x="1217952" y="1704694"/>
            <a:chExt cx="3000000" cy="1767900"/>
          </a:xfrm>
        </p:grpSpPr>
        <p:sp>
          <p:nvSpPr>
            <p:cNvPr id="4840" name="Google Shape;4840;p59"/>
            <p:cNvSpPr/>
            <p:nvPr/>
          </p:nvSpPr>
          <p:spPr>
            <a:xfrm rot="-5400000">
              <a:off x="1834002" y="1088644"/>
              <a:ext cx="1767900" cy="3000000"/>
            </a:xfrm>
            <a:prstGeom prst="roundRect">
              <a:avLst>
                <a:gd name="adj" fmla="val 889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1" name="Google Shape;4841;p59"/>
            <p:cNvSpPr/>
            <p:nvPr/>
          </p:nvSpPr>
          <p:spPr>
            <a:xfrm>
              <a:off x="4019300" y="2517455"/>
              <a:ext cx="147000" cy="142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842" name="Google Shape;4842;p59"/>
          <p:cNvPicPr preferRelativeResize="0"/>
          <p:nvPr/>
        </p:nvPicPr>
        <p:blipFill rotWithShape="1">
          <a:blip r:embed="rId3">
            <a:alphaModFix/>
          </a:blip>
          <a:srcRect l="1371" r="1371"/>
          <a:stretch/>
        </p:blipFill>
        <p:spPr>
          <a:xfrm>
            <a:off x="1174435" y="1724491"/>
            <a:ext cx="2930102" cy="1694655"/>
          </a:xfrm>
          <a:prstGeom prst="rect">
            <a:avLst/>
          </a:prstGeom>
          <a:noFill/>
          <a:ln>
            <a:noFill/>
          </a:ln>
        </p:spPr>
      </p:pic>
      <p:sp>
        <p:nvSpPr>
          <p:cNvPr id="4843" name="Google Shape;4843;p59"/>
          <p:cNvSpPr/>
          <p:nvPr/>
        </p:nvSpPr>
        <p:spPr>
          <a:xfrm rot="5400000">
            <a:off x="3256891" y="432075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4" name="Google Shape;4844;p59"/>
          <p:cNvSpPr/>
          <p:nvPr/>
        </p:nvSpPr>
        <p:spPr>
          <a:xfrm rot="5400000">
            <a:off x="4208373" y="4139098"/>
            <a:ext cx="238754" cy="463601"/>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848"/>
        <p:cNvGrpSpPr/>
        <p:nvPr/>
      </p:nvGrpSpPr>
      <p:grpSpPr>
        <a:xfrm>
          <a:off x="0" y="0"/>
          <a:ext cx="0" cy="0"/>
          <a:chOff x="0" y="0"/>
          <a:chExt cx="0" cy="0"/>
        </a:xfrm>
      </p:grpSpPr>
      <p:sp>
        <p:nvSpPr>
          <p:cNvPr id="4849" name="Google Shape;4849;p60"/>
          <p:cNvSpPr txBox="1">
            <a:spLocks noGrp="1"/>
          </p:cNvSpPr>
          <p:nvPr>
            <p:ph type="subTitle" idx="1"/>
          </p:nvPr>
        </p:nvSpPr>
        <p:spPr>
          <a:xfrm>
            <a:off x="1111713" y="2494825"/>
            <a:ext cx="3239700" cy="797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a:t>You can replace the image on the screen with your own work. Just right-click on it and select “Replace image”</a:t>
            </a:r>
            <a:endParaRPr/>
          </a:p>
        </p:txBody>
      </p:sp>
      <p:sp>
        <p:nvSpPr>
          <p:cNvPr id="4850" name="Google Shape;4850;p60"/>
          <p:cNvSpPr txBox="1">
            <a:spLocks noGrp="1"/>
          </p:cNvSpPr>
          <p:nvPr>
            <p:ph type="title"/>
          </p:nvPr>
        </p:nvSpPr>
        <p:spPr>
          <a:xfrm>
            <a:off x="1111713" y="1850950"/>
            <a:ext cx="3239700" cy="643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chemeClr val="dk1"/>
              </a:buClr>
              <a:buSzPts val="1100"/>
              <a:buFont typeface="Arial"/>
              <a:buNone/>
            </a:pPr>
            <a:r>
              <a:rPr lang="en"/>
              <a:t>Cell phone mockup</a:t>
            </a:r>
            <a:endParaRPr/>
          </a:p>
        </p:txBody>
      </p:sp>
      <p:pic>
        <p:nvPicPr>
          <p:cNvPr id="4851" name="Google Shape;4851;p60"/>
          <p:cNvPicPr preferRelativeResize="0"/>
          <p:nvPr/>
        </p:nvPicPr>
        <p:blipFill rotWithShape="1">
          <a:blip r:embed="rId3">
            <a:alphaModFix/>
          </a:blip>
          <a:srcRect l="60128" r="9075"/>
          <a:stretch/>
        </p:blipFill>
        <p:spPr>
          <a:xfrm>
            <a:off x="5692397" y="905138"/>
            <a:ext cx="1824900" cy="3333300"/>
          </a:xfrm>
          <a:prstGeom prst="roundRect">
            <a:avLst>
              <a:gd name="adj" fmla="val 8063"/>
            </a:avLst>
          </a:prstGeom>
          <a:noFill/>
          <a:ln>
            <a:noFill/>
          </a:ln>
        </p:spPr>
      </p:pic>
      <p:grpSp>
        <p:nvGrpSpPr>
          <p:cNvPr id="4852" name="Google Shape;4852;p60"/>
          <p:cNvGrpSpPr/>
          <p:nvPr/>
        </p:nvGrpSpPr>
        <p:grpSpPr>
          <a:xfrm>
            <a:off x="5619077" y="797371"/>
            <a:ext cx="1971868" cy="3548806"/>
            <a:chOff x="5619077" y="797371"/>
            <a:chExt cx="1971868" cy="3548806"/>
          </a:xfrm>
        </p:grpSpPr>
        <p:grpSp>
          <p:nvGrpSpPr>
            <p:cNvPr id="4853" name="Google Shape;4853;p60"/>
            <p:cNvGrpSpPr/>
            <p:nvPr/>
          </p:nvGrpSpPr>
          <p:grpSpPr>
            <a:xfrm>
              <a:off x="5619077" y="797371"/>
              <a:ext cx="1971868" cy="3548806"/>
              <a:chOff x="9738554" y="-1743818"/>
              <a:chExt cx="1418508" cy="2552914"/>
            </a:xfrm>
          </p:grpSpPr>
          <p:sp>
            <p:nvSpPr>
              <p:cNvPr id="4854" name="Google Shape;4854;p60"/>
              <p:cNvSpPr/>
              <p:nvPr/>
            </p:nvSpPr>
            <p:spPr>
              <a:xfrm>
                <a:off x="10116757" y="-1696680"/>
                <a:ext cx="662116" cy="157794"/>
              </a:xfrm>
              <a:custGeom>
                <a:avLst/>
                <a:gdLst/>
                <a:ahLst/>
                <a:cxnLst/>
                <a:rect l="l" t="t" r="r" b="b"/>
                <a:pathLst>
                  <a:path w="3638" h="867" extrusionOk="0">
                    <a:moveTo>
                      <a:pt x="1" y="0"/>
                    </a:moveTo>
                    <a:lnTo>
                      <a:pt x="1" y="862"/>
                    </a:lnTo>
                    <a:cubicBezTo>
                      <a:pt x="1" y="865"/>
                      <a:pt x="3" y="867"/>
                      <a:pt x="6" y="867"/>
                    </a:cubicBezTo>
                    <a:lnTo>
                      <a:pt x="3632" y="867"/>
                    </a:lnTo>
                    <a:cubicBezTo>
                      <a:pt x="3635" y="867"/>
                      <a:pt x="3637" y="864"/>
                      <a:pt x="3637" y="862"/>
                    </a:cubicBezTo>
                    <a:lnTo>
                      <a:pt x="363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28E6C"/>
                  </a:solidFill>
                </a:endParaRPr>
              </a:p>
            </p:txBody>
          </p:sp>
          <p:sp>
            <p:nvSpPr>
              <p:cNvPr id="4855" name="Google Shape;4855;p60"/>
              <p:cNvSpPr/>
              <p:nvPr/>
            </p:nvSpPr>
            <p:spPr>
              <a:xfrm>
                <a:off x="9738554" y="-1743818"/>
                <a:ext cx="1418508" cy="2552914"/>
              </a:xfrm>
              <a:custGeom>
                <a:avLst/>
                <a:gdLst/>
                <a:ahLst/>
                <a:cxnLst/>
                <a:rect l="l" t="t" r="r" b="b"/>
                <a:pathLst>
                  <a:path w="7794" h="14027" extrusionOk="0">
                    <a:moveTo>
                      <a:pt x="6610" y="519"/>
                    </a:moveTo>
                    <a:cubicBezTo>
                      <a:pt x="6976" y="519"/>
                      <a:pt x="7273" y="817"/>
                      <a:pt x="7273" y="1183"/>
                    </a:cubicBezTo>
                    <a:lnTo>
                      <a:pt x="7273" y="12843"/>
                    </a:lnTo>
                    <a:cubicBezTo>
                      <a:pt x="7273" y="13209"/>
                      <a:pt x="6976" y="13506"/>
                      <a:pt x="6610" y="13506"/>
                    </a:cubicBezTo>
                    <a:lnTo>
                      <a:pt x="1184" y="13506"/>
                    </a:lnTo>
                    <a:cubicBezTo>
                      <a:pt x="818" y="13506"/>
                      <a:pt x="520" y="13209"/>
                      <a:pt x="520" y="12843"/>
                    </a:cubicBezTo>
                    <a:lnTo>
                      <a:pt x="520" y="1183"/>
                    </a:lnTo>
                    <a:cubicBezTo>
                      <a:pt x="520" y="817"/>
                      <a:pt x="818" y="519"/>
                      <a:pt x="1184" y="519"/>
                    </a:cubicBezTo>
                    <a:close/>
                    <a:moveTo>
                      <a:pt x="1184" y="0"/>
                    </a:moveTo>
                    <a:cubicBezTo>
                      <a:pt x="532" y="0"/>
                      <a:pt x="1" y="530"/>
                      <a:pt x="1" y="1183"/>
                    </a:cubicBezTo>
                    <a:lnTo>
                      <a:pt x="1" y="12843"/>
                    </a:lnTo>
                    <a:cubicBezTo>
                      <a:pt x="1" y="13495"/>
                      <a:pt x="532" y="14026"/>
                      <a:pt x="1184" y="14026"/>
                    </a:cubicBezTo>
                    <a:lnTo>
                      <a:pt x="6610" y="14026"/>
                    </a:lnTo>
                    <a:cubicBezTo>
                      <a:pt x="7262" y="14026"/>
                      <a:pt x="7793" y="13495"/>
                      <a:pt x="7793" y="12843"/>
                    </a:cubicBezTo>
                    <a:lnTo>
                      <a:pt x="7793" y="1183"/>
                    </a:lnTo>
                    <a:cubicBezTo>
                      <a:pt x="7793" y="530"/>
                      <a:pt x="7262" y="0"/>
                      <a:pt x="66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28E6C"/>
                  </a:solidFill>
                </a:endParaRPr>
              </a:p>
            </p:txBody>
          </p:sp>
        </p:grpSp>
        <p:sp>
          <p:nvSpPr>
            <p:cNvPr id="4856" name="Google Shape;4856;p60"/>
            <p:cNvSpPr/>
            <p:nvPr/>
          </p:nvSpPr>
          <p:spPr>
            <a:xfrm>
              <a:off x="6762840" y="842654"/>
              <a:ext cx="95400" cy="95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60"/>
        <p:cNvGrpSpPr/>
        <p:nvPr/>
      </p:nvGrpSpPr>
      <p:grpSpPr>
        <a:xfrm>
          <a:off x="0" y="0"/>
          <a:ext cx="0" cy="0"/>
          <a:chOff x="0" y="0"/>
          <a:chExt cx="0" cy="0"/>
        </a:xfrm>
      </p:grpSpPr>
      <p:sp>
        <p:nvSpPr>
          <p:cNvPr id="4861" name="Google Shape;4861;p61"/>
          <p:cNvSpPr txBox="1">
            <a:spLocks noGrp="1"/>
          </p:cNvSpPr>
          <p:nvPr>
            <p:ph type="title"/>
          </p:nvPr>
        </p:nvSpPr>
        <p:spPr>
          <a:xfrm>
            <a:off x="3888900" y="1085075"/>
            <a:ext cx="1365900" cy="133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03</a:t>
            </a:r>
            <a:endParaRPr/>
          </a:p>
        </p:txBody>
      </p:sp>
      <p:sp>
        <p:nvSpPr>
          <p:cNvPr id="4862" name="Google Shape;4862;p61"/>
          <p:cNvSpPr txBox="1">
            <a:spLocks noGrp="1"/>
          </p:cNvSpPr>
          <p:nvPr>
            <p:ph type="subTitle" idx="1"/>
          </p:nvPr>
        </p:nvSpPr>
        <p:spPr>
          <a:xfrm rot="250">
            <a:off x="2507351" y="3600171"/>
            <a:ext cx="4129500" cy="45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You can enter a subtitle here if you need it</a:t>
            </a:r>
            <a:endParaRPr/>
          </a:p>
        </p:txBody>
      </p:sp>
      <p:sp>
        <p:nvSpPr>
          <p:cNvPr id="4863" name="Google Shape;4863;p61"/>
          <p:cNvSpPr txBox="1">
            <a:spLocks noGrp="1"/>
          </p:cNvSpPr>
          <p:nvPr>
            <p:ph type="title" idx="2"/>
          </p:nvPr>
        </p:nvSpPr>
        <p:spPr>
          <a:xfrm>
            <a:off x="2507138" y="2502050"/>
            <a:ext cx="4129500" cy="1098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Globalization</a:t>
            </a:r>
            <a:endParaRPr/>
          </a:p>
        </p:txBody>
      </p:sp>
      <p:sp>
        <p:nvSpPr>
          <p:cNvPr id="4864" name="Google Shape;4864;p61"/>
          <p:cNvSpPr/>
          <p:nvPr/>
        </p:nvSpPr>
        <p:spPr>
          <a:xfrm rot="5400000">
            <a:off x="5710741" y="4253994"/>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65" name="Google Shape;4865;p61"/>
          <p:cNvGrpSpPr/>
          <p:nvPr/>
        </p:nvGrpSpPr>
        <p:grpSpPr>
          <a:xfrm>
            <a:off x="6551909" y="3553596"/>
            <a:ext cx="2126677" cy="1303918"/>
            <a:chOff x="7229047" y="3658520"/>
            <a:chExt cx="1479325" cy="907010"/>
          </a:xfrm>
        </p:grpSpPr>
        <p:sp>
          <p:nvSpPr>
            <p:cNvPr id="4866" name="Google Shape;4866;p61"/>
            <p:cNvSpPr/>
            <p:nvPr/>
          </p:nvSpPr>
          <p:spPr>
            <a:xfrm>
              <a:off x="7676684" y="3739768"/>
              <a:ext cx="978691" cy="516738"/>
            </a:xfrm>
            <a:custGeom>
              <a:avLst/>
              <a:gdLst/>
              <a:ahLst/>
              <a:cxnLst/>
              <a:rect l="l" t="t" r="r" b="b"/>
              <a:pathLst>
                <a:path w="28440" h="15016" extrusionOk="0">
                  <a:moveTo>
                    <a:pt x="14151" y="0"/>
                  </a:moveTo>
                  <a:cubicBezTo>
                    <a:pt x="10831" y="0"/>
                    <a:pt x="7514" y="734"/>
                    <a:pt x="4992" y="2201"/>
                  </a:cubicBezTo>
                  <a:cubicBezTo>
                    <a:pt x="332" y="4906"/>
                    <a:pt x="0" y="9191"/>
                    <a:pt x="4005" y="12133"/>
                  </a:cubicBezTo>
                  <a:cubicBezTo>
                    <a:pt x="4324" y="12366"/>
                    <a:pt x="4670" y="12593"/>
                    <a:pt x="5060" y="12816"/>
                  </a:cubicBezTo>
                  <a:cubicBezTo>
                    <a:pt x="5437" y="13036"/>
                    <a:pt x="5829" y="13238"/>
                    <a:pt x="6239" y="13424"/>
                  </a:cubicBezTo>
                  <a:cubicBezTo>
                    <a:pt x="8579" y="14485"/>
                    <a:pt x="11408" y="15016"/>
                    <a:pt x="14234" y="15016"/>
                  </a:cubicBezTo>
                  <a:cubicBezTo>
                    <a:pt x="17556" y="15016"/>
                    <a:pt x="20873" y="14283"/>
                    <a:pt x="23389" y="12816"/>
                  </a:cubicBezTo>
                  <a:cubicBezTo>
                    <a:pt x="28439" y="9890"/>
                    <a:pt x="28403" y="5124"/>
                    <a:pt x="23335" y="2199"/>
                  </a:cubicBezTo>
                  <a:cubicBezTo>
                    <a:pt x="20796" y="733"/>
                    <a:pt x="17471" y="0"/>
                    <a:pt x="14151"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7" name="Google Shape;4867;p61"/>
            <p:cNvSpPr/>
            <p:nvPr/>
          </p:nvSpPr>
          <p:spPr>
            <a:xfrm>
              <a:off x="7229047" y="4109771"/>
              <a:ext cx="665607" cy="434733"/>
            </a:xfrm>
            <a:custGeom>
              <a:avLst/>
              <a:gdLst/>
              <a:ahLst/>
              <a:cxnLst/>
              <a:rect l="l" t="t" r="r" b="b"/>
              <a:pathLst>
                <a:path w="19342" h="12633" extrusionOk="0">
                  <a:moveTo>
                    <a:pt x="19140" y="0"/>
                  </a:moveTo>
                  <a:lnTo>
                    <a:pt x="0" y="11124"/>
                  </a:lnTo>
                  <a:lnTo>
                    <a:pt x="2135" y="12632"/>
                  </a:lnTo>
                  <a:lnTo>
                    <a:pt x="19342" y="1705"/>
                  </a:lnTo>
                  <a:lnTo>
                    <a:pt x="19140" y="0"/>
                  </a:lnTo>
                  <a:close/>
                </a:path>
              </a:pathLst>
            </a:custGeom>
            <a:solidFill>
              <a:srgbClr val="7BA8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8" name="Google Shape;4868;p61"/>
            <p:cNvSpPr/>
            <p:nvPr/>
          </p:nvSpPr>
          <p:spPr>
            <a:xfrm>
              <a:off x="7852945" y="3705458"/>
              <a:ext cx="730130" cy="318729"/>
            </a:xfrm>
            <a:custGeom>
              <a:avLst/>
              <a:gdLst/>
              <a:ahLst/>
              <a:cxnLst/>
              <a:rect l="l" t="t" r="r" b="b"/>
              <a:pathLst>
                <a:path w="21217" h="9262" extrusionOk="0">
                  <a:moveTo>
                    <a:pt x="0" y="9195"/>
                  </a:moveTo>
                  <a:cubicBezTo>
                    <a:pt x="0" y="9197"/>
                    <a:pt x="0" y="9200"/>
                    <a:pt x="0" y="9202"/>
                  </a:cubicBezTo>
                  <a:lnTo>
                    <a:pt x="0" y="9195"/>
                  </a:lnTo>
                  <a:close/>
                  <a:moveTo>
                    <a:pt x="10577" y="0"/>
                  </a:moveTo>
                  <a:cubicBezTo>
                    <a:pt x="7858" y="0"/>
                    <a:pt x="5142" y="600"/>
                    <a:pt x="3082" y="1799"/>
                  </a:cubicBezTo>
                  <a:cubicBezTo>
                    <a:pt x="1036" y="2985"/>
                    <a:pt x="12" y="4547"/>
                    <a:pt x="9" y="6109"/>
                  </a:cubicBezTo>
                  <a:lnTo>
                    <a:pt x="0" y="9195"/>
                  </a:lnTo>
                  <a:lnTo>
                    <a:pt x="0" y="9195"/>
                  </a:lnTo>
                  <a:cubicBezTo>
                    <a:pt x="6" y="7632"/>
                    <a:pt x="1030" y="6077"/>
                    <a:pt x="3073" y="4889"/>
                  </a:cubicBezTo>
                  <a:cubicBezTo>
                    <a:pt x="5134" y="3691"/>
                    <a:pt x="7849" y="3093"/>
                    <a:pt x="10568" y="3093"/>
                  </a:cubicBezTo>
                  <a:cubicBezTo>
                    <a:pt x="13288" y="3093"/>
                    <a:pt x="16010" y="3691"/>
                    <a:pt x="18084" y="4889"/>
                  </a:cubicBezTo>
                  <a:cubicBezTo>
                    <a:pt x="20162" y="6092"/>
                    <a:pt x="21205" y="7674"/>
                    <a:pt x="21202" y="9256"/>
                  </a:cubicBezTo>
                  <a:lnTo>
                    <a:pt x="21202" y="9256"/>
                  </a:lnTo>
                  <a:lnTo>
                    <a:pt x="21210" y="6173"/>
                  </a:lnTo>
                  <a:cubicBezTo>
                    <a:pt x="21216" y="4586"/>
                    <a:pt x="20176" y="3002"/>
                    <a:pt x="18093" y="1799"/>
                  </a:cubicBezTo>
                  <a:cubicBezTo>
                    <a:pt x="16019" y="600"/>
                    <a:pt x="13296" y="0"/>
                    <a:pt x="10577" y="0"/>
                  </a:cubicBezTo>
                  <a:close/>
                  <a:moveTo>
                    <a:pt x="21202" y="9256"/>
                  </a:moveTo>
                  <a:lnTo>
                    <a:pt x="21202" y="9262"/>
                  </a:lnTo>
                  <a:cubicBezTo>
                    <a:pt x="21202" y="9260"/>
                    <a:pt x="21202" y="9258"/>
                    <a:pt x="21202" y="925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9" name="Google Shape;4869;p61"/>
            <p:cNvSpPr/>
            <p:nvPr/>
          </p:nvSpPr>
          <p:spPr>
            <a:xfrm>
              <a:off x="7817191" y="3749128"/>
              <a:ext cx="801674" cy="422654"/>
            </a:xfrm>
            <a:custGeom>
              <a:avLst/>
              <a:gdLst/>
              <a:ahLst/>
              <a:cxnLst/>
              <a:rect l="l" t="t" r="r" b="b"/>
              <a:pathLst>
                <a:path w="23296" h="12282" extrusionOk="0">
                  <a:moveTo>
                    <a:pt x="11615" y="0"/>
                  </a:moveTo>
                  <a:cubicBezTo>
                    <a:pt x="8896" y="0"/>
                    <a:pt x="6181" y="599"/>
                    <a:pt x="4121" y="1795"/>
                  </a:cubicBezTo>
                  <a:cubicBezTo>
                    <a:pt x="1" y="4190"/>
                    <a:pt x="30" y="8090"/>
                    <a:pt x="4178" y="10486"/>
                  </a:cubicBezTo>
                  <a:cubicBezTo>
                    <a:pt x="6252" y="11683"/>
                    <a:pt x="8971" y="12281"/>
                    <a:pt x="11686" y="12281"/>
                  </a:cubicBezTo>
                  <a:cubicBezTo>
                    <a:pt x="14401" y="12281"/>
                    <a:pt x="17113" y="11683"/>
                    <a:pt x="19174" y="10486"/>
                  </a:cubicBezTo>
                  <a:cubicBezTo>
                    <a:pt x="23295" y="8088"/>
                    <a:pt x="23272" y="4185"/>
                    <a:pt x="19132" y="1795"/>
                  </a:cubicBezTo>
                  <a:cubicBezTo>
                    <a:pt x="17057" y="599"/>
                    <a:pt x="14334" y="0"/>
                    <a:pt x="11615" y="0"/>
                  </a:cubicBezTo>
                  <a:close/>
                </a:path>
              </a:pathLst>
            </a:custGeom>
            <a:solidFill>
              <a:srgbClr val="FFFFFF">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0" name="Google Shape;4870;p61"/>
            <p:cNvSpPr/>
            <p:nvPr/>
          </p:nvSpPr>
          <p:spPr>
            <a:xfrm>
              <a:off x="7771629" y="3915581"/>
              <a:ext cx="892557" cy="366046"/>
            </a:xfrm>
            <a:custGeom>
              <a:avLst/>
              <a:gdLst/>
              <a:ahLst/>
              <a:cxnLst/>
              <a:rect l="l" t="t" r="r" b="b"/>
              <a:pathLst>
                <a:path w="25937" h="10637" extrusionOk="0">
                  <a:moveTo>
                    <a:pt x="12" y="0"/>
                  </a:moveTo>
                  <a:lnTo>
                    <a:pt x="4" y="3090"/>
                  </a:lnTo>
                  <a:cubicBezTo>
                    <a:pt x="1" y="4739"/>
                    <a:pt x="924" y="6389"/>
                    <a:pt x="2777" y="7754"/>
                  </a:cubicBezTo>
                  <a:cubicBezTo>
                    <a:pt x="3096" y="7988"/>
                    <a:pt x="3443" y="8212"/>
                    <a:pt x="3834" y="8439"/>
                  </a:cubicBezTo>
                  <a:cubicBezTo>
                    <a:pt x="4210" y="8656"/>
                    <a:pt x="4605" y="8859"/>
                    <a:pt x="5013" y="9045"/>
                  </a:cubicBezTo>
                  <a:cubicBezTo>
                    <a:pt x="7353" y="10106"/>
                    <a:pt x="10181" y="10636"/>
                    <a:pt x="13006" y="10636"/>
                  </a:cubicBezTo>
                  <a:cubicBezTo>
                    <a:pt x="16328" y="10636"/>
                    <a:pt x="19645" y="9903"/>
                    <a:pt x="22160" y="8438"/>
                  </a:cubicBezTo>
                  <a:cubicBezTo>
                    <a:pt x="24669" y="6986"/>
                    <a:pt x="25923" y="5077"/>
                    <a:pt x="25929" y="3165"/>
                  </a:cubicBezTo>
                  <a:lnTo>
                    <a:pt x="25936" y="75"/>
                  </a:lnTo>
                  <a:lnTo>
                    <a:pt x="25936" y="75"/>
                  </a:lnTo>
                  <a:cubicBezTo>
                    <a:pt x="25930" y="1987"/>
                    <a:pt x="24676" y="3895"/>
                    <a:pt x="22170" y="5345"/>
                  </a:cubicBezTo>
                  <a:cubicBezTo>
                    <a:pt x="19655" y="6811"/>
                    <a:pt x="16338" y="7544"/>
                    <a:pt x="13017" y="7544"/>
                  </a:cubicBezTo>
                  <a:cubicBezTo>
                    <a:pt x="10191" y="7544"/>
                    <a:pt x="7362" y="7013"/>
                    <a:pt x="5022" y="5952"/>
                  </a:cubicBezTo>
                  <a:cubicBezTo>
                    <a:pt x="4612" y="5763"/>
                    <a:pt x="4219" y="5564"/>
                    <a:pt x="3843" y="5345"/>
                  </a:cubicBezTo>
                  <a:cubicBezTo>
                    <a:pt x="3453" y="5121"/>
                    <a:pt x="3107" y="4896"/>
                    <a:pt x="2788" y="4661"/>
                  </a:cubicBezTo>
                  <a:cubicBezTo>
                    <a:pt x="933" y="3298"/>
                    <a:pt x="8" y="1648"/>
                    <a:pt x="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61"/>
            <p:cNvSpPr/>
            <p:nvPr/>
          </p:nvSpPr>
          <p:spPr>
            <a:xfrm>
              <a:off x="7729680" y="3658520"/>
              <a:ext cx="978692" cy="516773"/>
            </a:xfrm>
            <a:custGeom>
              <a:avLst/>
              <a:gdLst/>
              <a:ahLst/>
              <a:cxnLst/>
              <a:rect l="l" t="t" r="r" b="b"/>
              <a:pathLst>
                <a:path w="28440" h="15017" extrusionOk="0">
                  <a:moveTo>
                    <a:pt x="14158" y="1366"/>
                  </a:moveTo>
                  <a:cubicBezTo>
                    <a:pt x="16877" y="1366"/>
                    <a:pt x="19599" y="1965"/>
                    <a:pt x="21673" y="3164"/>
                  </a:cubicBezTo>
                  <a:cubicBezTo>
                    <a:pt x="25814" y="5555"/>
                    <a:pt x="25837" y="9457"/>
                    <a:pt x="21714" y="11855"/>
                  </a:cubicBezTo>
                  <a:cubicBezTo>
                    <a:pt x="19654" y="13051"/>
                    <a:pt x="16943" y="13649"/>
                    <a:pt x="14227" y="13649"/>
                  </a:cubicBezTo>
                  <a:cubicBezTo>
                    <a:pt x="11512" y="13649"/>
                    <a:pt x="8793" y="13051"/>
                    <a:pt x="6718" y="11855"/>
                  </a:cubicBezTo>
                  <a:cubicBezTo>
                    <a:pt x="2570" y="9457"/>
                    <a:pt x="2541" y="5558"/>
                    <a:pt x="6662" y="3164"/>
                  </a:cubicBezTo>
                  <a:cubicBezTo>
                    <a:pt x="8723" y="1965"/>
                    <a:pt x="11439" y="1366"/>
                    <a:pt x="14158" y="1366"/>
                  </a:cubicBezTo>
                  <a:close/>
                  <a:moveTo>
                    <a:pt x="14152" y="0"/>
                  </a:moveTo>
                  <a:cubicBezTo>
                    <a:pt x="10831" y="0"/>
                    <a:pt x="7514" y="733"/>
                    <a:pt x="4991" y="2200"/>
                  </a:cubicBezTo>
                  <a:cubicBezTo>
                    <a:pt x="332" y="4905"/>
                    <a:pt x="1" y="9191"/>
                    <a:pt x="4004" y="12133"/>
                  </a:cubicBezTo>
                  <a:cubicBezTo>
                    <a:pt x="4324" y="12366"/>
                    <a:pt x="4670" y="12592"/>
                    <a:pt x="5060" y="12818"/>
                  </a:cubicBezTo>
                  <a:cubicBezTo>
                    <a:pt x="5436" y="13037"/>
                    <a:pt x="5830" y="13237"/>
                    <a:pt x="6239" y="13425"/>
                  </a:cubicBezTo>
                  <a:cubicBezTo>
                    <a:pt x="8580" y="14486"/>
                    <a:pt x="11410" y="15016"/>
                    <a:pt x="14236" y="15016"/>
                  </a:cubicBezTo>
                  <a:cubicBezTo>
                    <a:pt x="17557" y="15016"/>
                    <a:pt x="20873" y="14284"/>
                    <a:pt x="23388" y="12818"/>
                  </a:cubicBezTo>
                  <a:cubicBezTo>
                    <a:pt x="28440" y="9891"/>
                    <a:pt x="28403" y="5123"/>
                    <a:pt x="23335" y="2199"/>
                  </a:cubicBezTo>
                  <a:cubicBezTo>
                    <a:pt x="20796" y="733"/>
                    <a:pt x="17472" y="0"/>
                    <a:pt x="141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2" name="Google Shape;4872;p61"/>
            <p:cNvSpPr/>
            <p:nvPr/>
          </p:nvSpPr>
          <p:spPr>
            <a:xfrm>
              <a:off x="7552972" y="4098587"/>
              <a:ext cx="387244" cy="296154"/>
            </a:xfrm>
            <a:custGeom>
              <a:avLst/>
              <a:gdLst/>
              <a:ahLst/>
              <a:cxnLst/>
              <a:rect l="l" t="t" r="r" b="b"/>
              <a:pathLst>
                <a:path w="11253" h="8606" extrusionOk="0">
                  <a:moveTo>
                    <a:pt x="6" y="5268"/>
                  </a:moveTo>
                  <a:cubicBezTo>
                    <a:pt x="4" y="5269"/>
                    <a:pt x="3" y="5271"/>
                    <a:pt x="1" y="5272"/>
                  </a:cubicBezTo>
                  <a:lnTo>
                    <a:pt x="6" y="5268"/>
                  </a:lnTo>
                  <a:close/>
                  <a:moveTo>
                    <a:pt x="9272" y="1"/>
                  </a:moveTo>
                  <a:cubicBezTo>
                    <a:pt x="9138" y="1"/>
                    <a:pt x="9016" y="32"/>
                    <a:pt x="8911" y="93"/>
                  </a:cubicBezTo>
                  <a:lnTo>
                    <a:pt x="6" y="5268"/>
                  </a:lnTo>
                  <a:lnTo>
                    <a:pt x="6" y="5268"/>
                  </a:lnTo>
                  <a:cubicBezTo>
                    <a:pt x="109" y="5209"/>
                    <a:pt x="228" y="5179"/>
                    <a:pt x="360" y="5179"/>
                  </a:cubicBezTo>
                  <a:cubicBezTo>
                    <a:pt x="546" y="5179"/>
                    <a:pt x="757" y="5240"/>
                    <a:pt x="981" y="5370"/>
                  </a:cubicBezTo>
                  <a:cubicBezTo>
                    <a:pt x="1730" y="5803"/>
                    <a:pt x="2343" y="6859"/>
                    <a:pt x="2341" y="7725"/>
                  </a:cubicBezTo>
                  <a:cubicBezTo>
                    <a:pt x="2340" y="8158"/>
                    <a:pt x="2187" y="8462"/>
                    <a:pt x="1940" y="8605"/>
                  </a:cubicBezTo>
                  <a:lnTo>
                    <a:pt x="1940" y="8605"/>
                  </a:lnTo>
                  <a:lnTo>
                    <a:pt x="10849" y="3428"/>
                  </a:lnTo>
                  <a:cubicBezTo>
                    <a:pt x="11096" y="3286"/>
                    <a:pt x="11247" y="2982"/>
                    <a:pt x="11250" y="2548"/>
                  </a:cubicBezTo>
                  <a:cubicBezTo>
                    <a:pt x="11253" y="1684"/>
                    <a:pt x="10641" y="624"/>
                    <a:pt x="9891" y="189"/>
                  </a:cubicBezTo>
                  <a:cubicBezTo>
                    <a:pt x="9668" y="61"/>
                    <a:pt x="9458" y="1"/>
                    <a:pt x="9272" y="1"/>
                  </a:cubicBezTo>
                  <a:close/>
                  <a:moveTo>
                    <a:pt x="1940" y="8605"/>
                  </a:moveTo>
                  <a:lnTo>
                    <a:pt x="1939" y="8606"/>
                  </a:lnTo>
                  <a:cubicBezTo>
                    <a:pt x="1939" y="8606"/>
                    <a:pt x="1940" y="8606"/>
                    <a:pt x="1940" y="8605"/>
                  </a:cubicBezTo>
                  <a:close/>
                </a:path>
              </a:pathLst>
            </a:custGeom>
            <a:solidFill>
              <a:srgbClr val="F35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61"/>
            <p:cNvSpPr/>
            <p:nvPr/>
          </p:nvSpPr>
          <p:spPr>
            <a:xfrm>
              <a:off x="7619697" y="4181211"/>
              <a:ext cx="320415" cy="213495"/>
            </a:xfrm>
            <a:custGeom>
              <a:avLst/>
              <a:gdLst/>
              <a:ahLst/>
              <a:cxnLst/>
              <a:rect l="l" t="t" r="r" b="b"/>
              <a:pathLst>
                <a:path w="9311" h="6204" extrusionOk="0">
                  <a:moveTo>
                    <a:pt x="9289" y="0"/>
                  </a:moveTo>
                  <a:lnTo>
                    <a:pt x="379" y="5178"/>
                  </a:lnTo>
                  <a:cubicBezTo>
                    <a:pt x="382" y="5223"/>
                    <a:pt x="402" y="5276"/>
                    <a:pt x="402" y="5321"/>
                  </a:cubicBezTo>
                  <a:cubicBezTo>
                    <a:pt x="401" y="5755"/>
                    <a:pt x="248" y="6059"/>
                    <a:pt x="1" y="6203"/>
                  </a:cubicBezTo>
                  <a:lnTo>
                    <a:pt x="1" y="6203"/>
                  </a:lnTo>
                  <a:lnTo>
                    <a:pt x="8910" y="1024"/>
                  </a:lnTo>
                  <a:cubicBezTo>
                    <a:pt x="9157" y="881"/>
                    <a:pt x="9310" y="578"/>
                    <a:pt x="9311" y="142"/>
                  </a:cubicBezTo>
                  <a:cubicBezTo>
                    <a:pt x="9311" y="97"/>
                    <a:pt x="9292" y="47"/>
                    <a:pt x="9289" y="0"/>
                  </a:cubicBezTo>
                  <a:close/>
                  <a:moveTo>
                    <a:pt x="1" y="6203"/>
                  </a:moveTo>
                  <a:lnTo>
                    <a:pt x="0" y="6204"/>
                  </a:lnTo>
                  <a:cubicBezTo>
                    <a:pt x="0" y="6203"/>
                    <a:pt x="1" y="6203"/>
                    <a:pt x="1" y="6203"/>
                  </a:cubicBezTo>
                  <a:close/>
                </a:path>
              </a:pathLst>
            </a:custGeom>
            <a:solidFill>
              <a:srgbClr val="B72B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4" name="Google Shape;4874;p61"/>
            <p:cNvSpPr/>
            <p:nvPr/>
          </p:nvSpPr>
          <p:spPr>
            <a:xfrm>
              <a:off x="7539275" y="4276740"/>
              <a:ext cx="94325" cy="121132"/>
            </a:xfrm>
            <a:custGeom>
              <a:avLst/>
              <a:gdLst/>
              <a:ahLst/>
              <a:cxnLst/>
              <a:rect l="l" t="t" r="r" b="b"/>
              <a:pathLst>
                <a:path w="2741" h="3520" extrusionOk="0">
                  <a:moveTo>
                    <a:pt x="762" y="0"/>
                  </a:moveTo>
                  <a:cubicBezTo>
                    <a:pt x="313" y="0"/>
                    <a:pt x="4" y="354"/>
                    <a:pt x="2" y="964"/>
                  </a:cubicBezTo>
                  <a:cubicBezTo>
                    <a:pt x="1" y="1839"/>
                    <a:pt x="611" y="2895"/>
                    <a:pt x="1370" y="3334"/>
                  </a:cubicBezTo>
                  <a:cubicBezTo>
                    <a:pt x="1588" y="3460"/>
                    <a:pt x="1795" y="3519"/>
                    <a:pt x="1979" y="3519"/>
                  </a:cubicBezTo>
                  <a:cubicBezTo>
                    <a:pt x="2427" y="3519"/>
                    <a:pt x="2737" y="3163"/>
                    <a:pt x="2739" y="2545"/>
                  </a:cubicBezTo>
                  <a:cubicBezTo>
                    <a:pt x="2741" y="1681"/>
                    <a:pt x="2129" y="624"/>
                    <a:pt x="1379" y="190"/>
                  </a:cubicBezTo>
                  <a:cubicBezTo>
                    <a:pt x="1157" y="61"/>
                    <a:pt x="948" y="0"/>
                    <a:pt x="762" y="0"/>
                  </a:cubicBezTo>
                  <a:close/>
                </a:path>
              </a:pathLst>
            </a:custGeom>
            <a:solidFill>
              <a:srgbClr val="FD62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5" name="Google Shape;4875;p61"/>
            <p:cNvSpPr/>
            <p:nvPr/>
          </p:nvSpPr>
          <p:spPr>
            <a:xfrm>
              <a:off x="7279805" y="4204612"/>
              <a:ext cx="466978" cy="357030"/>
            </a:xfrm>
            <a:custGeom>
              <a:avLst/>
              <a:gdLst/>
              <a:ahLst/>
              <a:cxnLst/>
              <a:rect l="l" t="t" r="r" b="b"/>
              <a:pathLst>
                <a:path w="13570" h="10375" extrusionOk="0">
                  <a:moveTo>
                    <a:pt x="11181" y="0"/>
                  </a:moveTo>
                  <a:cubicBezTo>
                    <a:pt x="11019" y="0"/>
                    <a:pt x="10872" y="39"/>
                    <a:pt x="10746" y="112"/>
                  </a:cubicBezTo>
                  <a:lnTo>
                    <a:pt x="0" y="6357"/>
                  </a:lnTo>
                  <a:cubicBezTo>
                    <a:pt x="127" y="6284"/>
                    <a:pt x="275" y="6246"/>
                    <a:pt x="438" y="6246"/>
                  </a:cubicBezTo>
                  <a:cubicBezTo>
                    <a:pt x="662" y="6246"/>
                    <a:pt x="914" y="6318"/>
                    <a:pt x="1181" y="6473"/>
                  </a:cubicBezTo>
                  <a:cubicBezTo>
                    <a:pt x="2086" y="6995"/>
                    <a:pt x="2825" y="8270"/>
                    <a:pt x="2822" y="9313"/>
                  </a:cubicBezTo>
                  <a:cubicBezTo>
                    <a:pt x="2819" y="9834"/>
                    <a:pt x="2638" y="10198"/>
                    <a:pt x="2344" y="10371"/>
                  </a:cubicBezTo>
                  <a:lnTo>
                    <a:pt x="2344" y="10371"/>
                  </a:lnTo>
                  <a:lnTo>
                    <a:pt x="13083" y="4134"/>
                  </a:lnTo>
                  <a:cubicBezTo>
                    <a:pt x="13380" y="3960"/>
                    <a:pt x="13565" y="3594"/>
                    <a:pt x="13565" y="3069"/>
                  </a:cubicBezTo>
                  <a:cubicBezTo>
                    <a:pt x="13570" y="2027"/>
                    <a:pt x="12833" y="753"/>
                    <a:pt x="11927" y="229"/>
                  </a:cubicBezTo>
                  <a:cubicBezTo>
                    <a:pt x="11659" y="73"/>
                    <a:pt x="11405" y="0"/>
                    <a:pt x="11181" y="0"/>
                  </a:cubicBezTo>
                  <a:close/>
                  <a:moveTo>
                    <a:pt x="2344" y="10371"/>
                  </a:moveTo>
                  <a:lnTo>
                    <a:pt x="2337" y="10375"/>
                  </a:lnTo>
                  <a:cubicBezTo>
                    <a:pt x="2339" y="10374"/>
                    <a:pt x="2342" y="10372"/>
                    <a:pt x="2344" y="1037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6" name="Google Shape;4876;p61"/>
            <p:cNvSpPr/>
            <p:nvPr/>
          </p:nvSpPr>
          <p:spPr>
            <a:xfrm>
              <a:off x="7360296" y="4291951"/>
              <a:ext cx="386452" cy="269691"/>
            </a:xfrm>
            <a:custGeom>
              <a:avLst/>
              <a:gdLst/>
              <a:ahLst/>
              <a:cxnLst/>
              <a:rect l="l" t="t" r="r" b="b"/>
              <a:pathLst>
                <a:path w="11230" h="7837" extrusionOk="0">
                  <a:moveTo>
                    <a:pt x="11145" y="1"/>
                  </a:moveTo>
                  <a:lnTo>
                    <a:pt x="400" y="6244"/>
                  </a:lnTo>
                  <a:cubicBezTo>
                    <a:pt x="436" y="6424"/>
                    <a:pt x="486" y="6605"/>
                    <a:pt x="485" y="6775"/>
                  </a:cubicBezTo>
                  <a:cubicBezTo>
                    <a:pt x="483" y="7299"/>
                    <a:pt x="297" y="7665"/>
                    <a:pt x="2" y="7836"/>
                  </a:cubicBezTo>
                  <a:lnTo>
                    <a:pt x="2" y="7836"/>
                  </a:lnTo>
                  <a:lnTo>
                    <a:pt x="10747" y="1596"/>
                  </a:lnTo>
                  <a:cubicBezTo>
                    <a:pt x="11042" y="1422"/>
                    <a:pt x="11226" y="1054"/>
                    <a:pt x="11229" y="531"/>
                  </a:cubicBezTo>
                  <a:cubicBezTo>
                    <a:pt x="11229" y="361"/>
                    <a:pt x="11181" y="179"/>
                    <a:pt x="11145" y="1"/>
                  </a:cubicBezTo>
                  <a:close/>
                  <a:moveTo>
                    <a:pt x="2" y="7836"/>
                  </a:moveTo>
                  <a:lnTo>
                    <a:pt x="0" y="7837"/>
                  </a:lnTo>
                  <a:cubicBezTo>
                    <a:pt x="1" y="7837"/>
                    <a:pt x="2" y="7836"/>
                    <a:pt x="2" y="783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7" name="Google Shape;4877;p61"/>
            <p:cNvSpPr/>
            <p:nvPr/>
          </p:nvSpPr>
          <p:spPr>
            <a:xfrm>
              <a:off x="7263218" y="4419483"/>
              <a:ext cx="113837" cy="146047"/>
            </a:xfrm>
            <a:custGeom>
              <a:avLst/>
              <a:gdLst/>
              <a:ahLst/>
              <a:cxnLst/>
              <a:rect l="l" t="t" r="r" b="b"/>
              <a:pathLst>
                <a:path w="3308" h="4244" extrusionOk="0">
                  <a:moveTo>
                    <a:pt x="917" y="0"/>
                  </a:moveTo>
                  <a:cubicBezTo>
                    <a:pt x="377" y="0"/>
                    <a:pt x="6" y="427"/>
                    <a:pt x="5" y="1162"/>
                  </a:cubicBezTo>
                  <a:cubicBezTo>
                    <a:pt x="1" y="2216"/>
                    <a:pt x="738" y="3493"/>
                    <a:pt x="1654" y="4020"/>
                  </a:cubicBezTo>
                  <a:cubicBezTo>
                    <a:pt x="1917" y="4172"/>
                    <a:pt x="2166" y="4244"/>
                    <a:pt x="2387" y="4244"/>
                  </a:cubicBezTo>
                  <a:cubicBezTo>
                    <a:pt x="2927" y="4244"/>
                    <a:pt x="3301" y="3815"/>
                    <a:pt x="3304" y="3069"/>
                  </a:cubicBezTo>
                  <a:cubicBezTo>
                    <a:pt x="3307" y="2026"/>
                    <a:pt x="2568" y="751"/>
                    <a:pt x="1663" y="229"/>
                  </a:cubicBezTo>
                  <a:cubicBezTo>
                    <a:pt x="1395" y="74"/>
                    <a:pt x="1141" y="0"/>
                    <a:pt x="9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8" name="Google Shape;4878;p61"/>
            <p:cNvSpPr/>
            <p:nvPr/>
          </p:nvSpPr>
          <p:spPr>
            <a:xfrm>
              <a:off x="7960175" y="3833060"/>
              <a:ext cx="424857" cy="217831"/>
            </a:xfrm>
            <a:custGeom>
              <a:avLst/>
              <a:gdLst/>
              <a:ahLst/>
              <a:cxnLst/>
              <a:rect l="l" t="t" r="r" b="b"/>
              <a:pathLst>
                <a:path w="12346" h="6330" extrusionOk="0">
                  <a:moveTo>
                    <a:pt x="1348" y="0"/>
                  </a:moveTo>
                  <a:lnTo>
                    <a:pt x="1348" y="0"/>
                  </a:lnTo>
                  <a:cubicBezTo>
                    <a:pt x="1" y="1646"/>
                    <a:pt x="503" y="3680"/>
                    <a:pt x="2855" y="5040"/>
                  </a:cubicBezTo>
                  <a:cubicBezTo>
                    <a:pt x="4345" y="5901"/>
                    <a:pt x="6296" y="6329"/>
                    <a:pt x="8246" y="6329"/>
                  </a:cubicBezTo>
                  <a:cubicBezTo>
                    <a:pt x="9674" y="6329"/>
                    <a:pt x="11101" y="6099"/>
                    <a:pt x="12346" y="5640"/>
                  </a:cubicBezTo>
                  <a:lnTo>
                    <a:pt x="12346" y="5640"/>
                  </a:lnTo>
                  <a:cubicBezTo>
                    <a:pt x="11864" y="5682"/>
                    <a:pt x="11378" y="5703"/>
                    <a:pt x="10891" y="5703"/>
                  </a:cubicBezTo>
                  <a:cubicBezTo>
                    <a:pt x="8454" y="5703"/>
                    <a:pt x="6017" y="5175"/>
                    <a:pt x="4153" y="4100"/>
                  </a:cubicBezTo>
                  <a:cubicBezTo>
                    <a:pt x="2204" y="2973"/>
                    <a:pt x="1275" y="1479"/>
                    <a:pt x="1348" y="0"/>
                  </a:cubicBezTo>
                  <a:close/>
                </a:path>
              </a:pathLst>
            </a:custGeom>
            <a:solidFill>
              <a:srgbClr val="FFFFFF">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61"/>
            <p:cNvSpPr/>
            <p:nvPr/>
          </p:nvSpPr>
          <p:spPr>
            <a:xfrm>
              <a:off x="8250031" y="4049136"/>
              <a:ext cx="19718" cy="1308"/>
            </a:xfrm>
            <a:custGeom>
              <a:avLst/>
              <a:gdLst/>
              <a:ahLst/>
              <a:cxnLst/>
              <a:rect l="l" t="t" r="r" b="b"/>
              <a:pathLst>
                <a:path w="573" h="38" extrusionOk="0">
                  <a:moveTo>
                    <a:pt x="319" y="1"/>
                  </a:moveTo>
                  <a:cubicBezTo>
                    <a:pt x="211" y="1"/>
                    <a:pt x="103" y="12"/>
                    <a:pt x="1" y="37"/>
                  </a:cubicBezTo>
                  <a:cubicBezTo>
                    <a:pt x="192" y="36"/>
                    <a:pt x="382" y="30"/>
                    <a:pt x="573" y="20"/>
                  </a:cubicBezTo>
                  <a:cubicBezTo>
                    <a:pt x="489" y="7"/>
                    <a:pt x="404" y="1"/>
                    <a:pt x="319" y="1"/>
                  </a:cubicBezTo>
                  <a:close/>
                </a:path>
              </a:pathLst>
            </a:custGeom>
            <a:solidFill>
              <a:srgbClr val="FFC9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61"/>
            <p:cNvSpPr/>
            <p:nvPr/>
          </p:nvSpPr>
          <p:spPr>
            <a:xfrm>
              <a:off x="8536206" y="3918128"/>
              <a:ext cx="127980" cy="286553"/>
            </a:xfrm>
            <a:custGeom>
              <a:avLst/>
              <a:gdLst/>
              <a:ahLst/>
              <a:cxnLst/>
              <a:rect l="l" t="t" r="r" b="b"/>
              <a:pathLst>
                <a:path w="3719" h="8327" extrusionOk="0">
                  <a:moveTo>
                    <a:pt x="3718" y="1"/>
                  </a:moveTo>
                  <a:lnTo>
                    <a:pt x="3718" y="1"/>
                  </a:lnTo>
                  <a:cubicBezTo>
                    <a:pt x="3712" y="1898"/>
                    <a:pt x="2473" y="3792"/>
                    <a:pt x="1" y="5240"/>
                  </a:cubicBezTo>
                  <a:lnTo>
                    <a:pt x="2" y="5240"/>
                  </a:lnTo>
                  <a:lnTo>
                    <a:pt x="2" y="8327"/>
                  </a:lnTo>
                  <a:cubicBezTo>
                    <a:pt x="2469" y="6879"/>
                    <a:pt x="3705" y="4984"/>
                    <a:pt x="3711" y="3091"/>
                  </a:cubicBezTo>
                  <a:lnTo>
                    <a:pt x="37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1" name="Google Shape;4881;p61"/>
          <p:cNvGrpSpPr/>
          <p:nvPr/>
        </p:nvGrpSpPr>
        <p:grpSpPr>
          <a:xfrm>
            <a:off x="1055074" y="478848"/>
            <a:ext cx="1093986" cy="3306862"/>
            <a:chOff x="317277" y="2579233"/>
            <a:chExt cx="697384" cy="2108027"/>
          </a:xfrm>
        </p:grpSpPr>
        <p:sp>
          <p:nvSpPr>
            <p:cNvPr id="4882" name="Google Shape;4882;p61"/>
            <p:cNvSpPr/>
            <p:nvPr/>
          </p:nvSpPr>
          <p:spPr>
            <a:xfrm>
              <a:off x="699942" y="2896098"/>
              <a:ext cx="211437" cy="769651"/>
            </a:xfrm>
            <a:custGeom>
              <a:avLst/>
              <a:gdLst/>
              <a:ahLst/>
              <a:cxnLst/>
              <a:rect l="l" t="t" r="r" b="b"/>
              <a:pathLst>
                <a:path w="6899" h="25113" extrusionOk="0">
                  <a:moveTo>
                    <a:pt x="2605" y="0"/>
                  </a:moveTo>
                  <a:cubicBezTo>
                    <a:pt x="2194" y="0"/>
                    <a:pt x="1904" y="102"/>
                    <a:pt x="1904" y="102"/>
                  </a:cubicBezTo>
                  <a:cubicBezTo>
                    <a:pt x="1" y="734"/>
                    <a:pt x="1646" y="7690"/>
                    <a:pt x="1974" y="10067"/>
                  </a:cubicBezTo>
                  <a:cubicBezTo>
                    <a:pt x="2583" y="14481"/>
                    <a:pt x="4722" y="19650"/>
                    <a:pt x="5195" y="20852"/>
                  </a:cubicBezTo>
                  <a:cubicBezTo>
                    <a:pt x="5169" y="21303"/>
                    <a:pt x="5098" y="21991"/>
                    <a:pt x="5175" y="22428"/>
                  </a:cubicBezTo>
                  <a:cubicBezTo>
                    <a:pt x="5659" y="25112"/>
                    <a:pt x="4298" y="24891"/>
                    <a:pt x="5275" y="25029"/>
                  </a:cubicBezTo>
                  <a:cubicBezTo>
                    <a:pt x="5286" y="25030"/>
                    <a:pt x="5298" y="25031"/>
                    <a:pt x="5309" y="25031"/>
                  </a:cubicBezTo>
                  <a:cubicBezTo>
                    <a:pt x="5862" y="25031"/>
                    <a:pt x="6898" y="23233"/>
                    <a:pt x="6734" y="21892"/>
                  </a:cubicBezTo>
                  <a:cubicBezTo>
                    <a:pt x="6735" y="21226"/>
                    <a:pt x="6899" y="20478"/>
                    <a:pt x="6674" y="20298"/>
                  </a:cubicBezTo>
                  <a:cubicBezTo>
                    <a:pt x="6091" y="18981"/>
                    <a:pt x="5422" y="11533"/>
                    <a:pt x="5422" y="11533"/>
                  </a:cubicBezTo>
                  <a:cubicBezTo>
                    <a:pt x="5422" y="11533"/>
                    <a:pt x="5844" y="7040"/>
                    <a:pt x="5231" y="3093"/>
                  </a:cubicBezTo>
                  <a:cubicBezTo>
                    <a:pt x="4817" y="434"/>
                    <a:pt x="3453" y="0"/>
                    <a:pt x="2605" y="0"/>
                  </a:cubicBezTo>
                  <a:close/>
                </a:path>
              </a:pathLst>
            </a:custGeom>
            <a:solidFill>
              <a:srgbClr val="DDB1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3" name="Google Shape;4883;p61"/>
            <p:cNvSpPr/>
            <p:nvPr/>
          </p:nvSpPr>
          <p:spPr>
            <a:xfrm>
              <a:off x="643121" y="2876698"/>
              <a:ext cx="263446" cy="445032"/>
            </a:xfrm>
            <a:custGeom>
              <a:avLst/>
              <a:gdLst/>
              <a:ahLst/>
              <a:cxnLst/>
              <a:rect l="l" t="t" r="r" b="b"/>
              <a:pathLst>
                <a:path w="8596" h="14521" extrusionOk="0">
                  <a:moveTo>
                    <a:pt x="4803" y="0"/>
                  </a:moveTo>
                  <a:cubicBezTo>
                    <a:pt x="1" y="0"/>
                    <a:pt x="4226" y="14081"/>
                    <a:pt x="4226" y="14081"/>
                  </a:cubicBezTo>
                  <a:cubicBezTo>
                    <a:pt x="4836" y="14401"/>
                    <a:pt x="5380" y="14520"/>
                    <a:pt x="5852" y="14520"/>
                  </a:cubicBezTo>
                  <a:cubicBezTo>
                    <a:pt x="7202" y="14520"/>
                    <a:pt x="7962" y="13551"/>
                    <a:pt x="7962" y="13551"/>
                  </a:cubicBezTo>
                  <a:cubicBezTo>
                    <a:pt x="8595" y="10564"/>
                    <a:pt x="7896" y="149"/>
                    <a:pt x="4928" y="3"/>
                  </a:cubicBezTo>
                  <a:cubicBezTo>
                    <a:pt x="4886" y="1"/>
                    <a:pt x="4844" y="0"/>
                    <a:pt x="48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61"/>
            <p:cNvSpPr/>
            <p:nvPr/>
          </p:nvSpPr>
          <p:spPr>
            <a:xfrm>
              <a:off x="317277" y="4319582"/>
              <a:ext cx="697384" cy="367678"/>
            </a:xfrm>
            <a:custGeom>
              <a:avLst/>
              <a:gdLst/>
              <a:ahLst/>
              <a:cxnLst/>
              <a:rect l="l" t="t" r="r" b="b"/>
              <a:pathLst>
                <a:path w="22755" h="11997" extrusionOk="0">
                  <a:moveTo>
                    <a:pt x="11344" y="0"/>
                  </a:moveTo>
                  <a:cubicBezTo>
                    <a:pt x="8693" y="0"/>
                    <a:pt x="6046" y="586"/>
                    <a:pt x="4031" y="1757"/>
                  </a:cubicBezTo>
                  <a:cubicBezTo>
                    <a:pt x="1" y="4099"/>
                    <a:pt x="22" y="7896"/>
                    <a:pt x="4079" y="10237"/>
                  </a:cubicBezTo>
                  <a:cubicBezTo>
                    <a:pt x="6107" y="11410"/>
                    <a:pt x="8761" y="11996"/>
                    <a:pt x="11411" y="11996"/>
                  </a:cubicBezTo>
                  <a:cubicBezTo>
                    <a:pt x="14061" y="11996"/>
                    <a:pt x="16708" y="11410"/>
                    <a:pt x="18723" y="10237"/>
                  </a:cubicBezTo>
                  <a:cubicBezTo>
                    <a:pt x="22755" y="7896"/>
                    <a:pt x="22734" y="4099"/>
                    <a:pt x="18677" y="1757"/>
                  </a:cubicBezTo>
                  <a:cubicBezTo>
                    <a:pt x="16649" y="586"/>
                    <a:pt x="13995" y="0"/>
                    <a:pt x="11344"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5" name="Google Shape;4885;p61"/>
            <p:cNvSpPr/>
            <p:nvPr/>
          </p:nvSpPr>
          <p:spPr>
            <a:xfrm>
              <a:off x="646677" y="4362182"/>
              <a:ext cx="242667" cy="187532"/>
            </a:xfrm>
            <a:custGeom>
              <a:avLst/>
              <a:gdLst/>
              <a:ahLst/>
              <a:cxnLst/>
              <a:rect l="l" t="t" r="r" b="b"/>
              <a:pathLst>
                <a:path w="7918" h="6119" extrusionOk="0">
                  <a:moveTo>
                    <a:pt x="3244" y="0"/>
                  </a:moveTo>
                  <a:cubicBezTo>
                    <a:pt x="2487" y="0"/>
                    <a:pt x="1348" y="471"/>
                    <a:pt x="1348" y="471"/>
                  </a:cubicBezTo>
                  <a:cubicBezTo>
                    <a:pt x="1348" y="471"/>
                    <a:pt x="1" y="1881"/>
                    <a:pt x="997" y="2809"/>
                  </a:cubicBezTo>
                  <a:cubicBezTo>
                    <a:pt x="1993" y="3738"/>
                    <a:pt x="2953" y="4159"/>
                    <a:pt x="3466" y="4938"/>
                  </a:cubicBezTo>
                  <a:cubicBezTo>
                    <a:pt x="3812" y="5466"/>
                    <a:pt x="5030" y="6118"/>
                    <a:pt x="6110" y="6118"/>
                  </a:cubicBezTo>
                  <a:cubicBezTo>
                    <a:pt x="6626" y="6118"/>
                    <a:pt x="7111" y="5969"/>
                    <a:pt x="7455" y="5587"/>
                  </a:cubicBezTo>
                  <a:cubicBezTo>
                    <a:pt x="7455" y="5587"/>
                    <a:pt x="7918" y="4358"/>
                    <a:pt x="6165" y="3011"/>
                  </a:cubicBezTo>
                  <a:cubicBezTo>
                    <a:pt x="4410" y="1664"/>
                    <a:pt x="4246" y="782"/>
                    <a:pt x="3824" y="203"/>
                  </a:cubicBezTo>
                  <a:cubicBezTo>
                    <a:pt x="3716" y="55"/>
                    <a:pt x="3502" y="0"/>
                    <a:pt x="32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6" name="Google Shape;4886;p61"/>
            <p:cNvSpPr/>
            <p:nvPr/>
          </p:nvSpPr>
          <p:spPr>
            <a:xfrm>
              <a:off x="637605" y="3509048"/>
              <a:ext cx="256274" cy="915042"/>
            </a:xfrm>
            <a:custGeom>
              <a:avLst/>
              <a:gdLst/>
              <a:ahLst/>
              <a:cxnLst/>
              <a:rect l="l" t="t" r="r" b="b"/>
              <a:pathLst>
                <a:path w="8362" h="29857" extrusionOk="0">
                  <a:moveTo>
                    <a:pt x="7574" y="1"/>
                  </a:moveTo>
                  <a:lnTo>
                    <a:pt x="7574" y="1"/>
                  </a:lnTo>
                  <a:cubicBezTo>
                    <a:pt x="6381" y="2530"/>
                    <a:pt x="1584" y="6978"/>
                    <a:pt x="1584" y="6978"/>
                  </a:cubicBezTo>
                  <a:cubicBezTo>
                    <a:pt x="1584" y="6978"/>
                    <a:pt x="0" y="28157"/>
                    <a:pt x="1363" y="29220"/>
                  </a:cubicBezTo>
                  <a:cubicBezTo>
                    <a:pt x="1972" y="29694"/>
                    <a:pt x="2568" y="29857"/>
                    <a:pt x="3098" y="29857"/>
                  </a:cubicBezTo>
                  <a:cubicBezTo>
                    <a:pt x="4264" y="29857"/>
                    <a:pt x="5116" y="29071"/>
                    <a:pt x="5116" y="29071"/>
                  </a:cubicBezTo>
                  <a:cubicBezTo>
                    <a:pt x="5020" y="28257"/>
                    <a:pt x="5511" y="22772"/>
                    <a:pt x="6828" y="13668"/>
                  </a:cubicBezTo>
                  <a:cubicBezTo>
                    <a:pt x="8361" y="3075"/>
                    <a:pt x="7574" y="1"/>
                    <a:pt x="75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7" name="Google Shape;4887;p61"/>
            <p:cNvSpPr/>
            <p:nvPr/>
          </p:nvSpPr>
          <p:spPr>
            <a:xfrm>
              <a:off x="521267" y="4485109"/>
              <a:ext cx="169174" cy="165864"/>
            </a:xfrm>
            <a:custGeom>
              <a:avLst/>
              <a:gdLst/>
              <a:ahLst/>
              <a:cxnLst/>
              <a:rect l="l" t="t" r="r" b="b"/>
              <a:pathLst>
                <a:path w="5520" h="5412" extrusionOk="0">
                  <a:moveTo>
                    <a:pt x="3143" y="0"/>
                  </a:moveTo>
                  <a:cubicBezTo>
                    <a:pt x="2297" y="0"/>
                    <a:pt x="347" y="377"/>
                    <a:pt x="347" y="377"/>
                  </a:cubicBezTo>
                  <a:cubicBezTo>
                    <a:pt x="347" y="377"/>
                    <a:pt x="0" y="2299"/>
                    <a:pt x="1117" y="3557"/>
                  </a:cubicBezTo>
                  <a:cubicBezTo>
                    <a:pt x="1940" y="4485"/>
                    <a:pt x="2643" y="5412"/>
                    <a:pt x="3437" y="5412"/>
                  </a:cubicBezTo>
                  <a:cubicBezTo>
                    <a:pt x="3719" y="5412"/>
                    <a:pt x="4012" y="5295"/>
                    <a:pt x="4325" y="5021"/>
                  </a:cubicBezTo>
                  <a:cubicBezTo>
                    <a:pt x="5520" y="3974"/>
                    <a:pt x="3641" y="384"/>
                    <a:pt x="3524" y="85"/>
                  </a:cubicBezTo>
                  <a:cubicBezTo>
                    <a:pt x="3501" y="24"/>
                    <a:pt x="3357" y="0"/>
                    <a:pt x="3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8" name="Google Shape;4888;p61"/>
            <p:cNvSpPr/>
            <p:nvPr/>
          </p:nvSpPr>
          <p:spPr>
            <a:xfrm>
              <a:off x="455007" y="3515821"/>
              <a:ext cx="414753" cy="1006862"/>
            </a:xfrm>
            <a:custGeom>
              <a:avLst/>
              <a:gdLst/>
              <a:ahLst/>
              <a:cxnLst/>
              <a:rect l="l" t="t" r="r" b="b"/>
              <a:pathLst>
                <a:path w="13533" h="32853" extrusionOk="0">
                  <a:moveTo>
                    <a:pt x="13532" y="1"/>
                  </a:moveTo>
                  <a:lnTo>
                    <a:pt x="13532" y="1"/>
                  </a:lnTo>
                  <a:cubicBezTo>
                    <a:pt x="13494" y="61"/>
                    <a:pt x="1644" y="276"/>
                    <a:pt x="1394" y="895"/>
                  </a:cubicBezTo>
                  <a:cubicBezTo>
                    <a:pt x="0" y="4378"/>
                    <a:pt x="1486" y="19345"/>
                    <a:pt x="1455" y="20104"/>
                  </a:cubicBezTo>
                  <a:cubicBezTo>
                    <a:pt x="1324" y="23428"/>
                    <a:pt x="1363" y="28365"/>
                    <a:pt x="2054" y="32223"/>
                  </a:cubicBezTo>
                  <a:cubicBezTo>
                    <a:pt x="2133" y="32670"/>
                    <a:pt x="2972" y="32852"/>
                    <a:pt x="3870" y="32852"/>
                  </a:cubicBezTo>
                  <a:cubicBezTo>
                    <a:pt x="4935" y="32852"/>
                    <a:pt x="6084" y="32596"/>
                    <a:pt x="6147" y="32223"/>
                  </a:cubicBezTo>
                  <a:cubicBezTo>
                    <a:pt x="6775" y="28578"/>
                    <a:pt x="7685" y="13894"/>
                    <a:pt x="7951" y="12408"/>
                  </a:cubicBezTo>
                  <a:cubicBezTo>
                    <a:pt x="7701" y="12400"/>
                    <a:pt x="7625" y="12397"/>
                    <a:pt x="7632" y="12397"/>
                  </a:cubicBezTo>
                  <a:cubicBezTo>
                    <a:pt x="7645" y="12397"/>
                    <a:pt x="7951" y="12407"/>
                    <a:pt x="7951" y="12407"/>
                  </a:cubicBezTo>
                  <a:cubicBezTo>
                    <a:pt x="8100" y="11580"/>
                    <a:pt x="8404" y="8392"/>
                    <a:pt x="8994" y="7358"/>
                  </a:cubicBezTo>
                  <a:cubicBezTo>
                    <a:pt x="9628" y="6247"/>
                    <a:pt x="13434" y="1045"/>
                    <a:pt x="13532" y="1"/>
                  </a:cubicBezTo>
                  <a:close/>
                </a:path>
              </a:pathLst>
            </a:custGeom>
            <a:solidFill>
              <a:srgbClr val="0C29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9" name="Google Shape;4889;p61"/>
            <p:cNvSpPr/>
            <p:nvPr/>
          </p:nvSpPr>
          <p:spPr>
            <a:xfrm>
              <a:off x="455007" y="3515821"/>
              <a:ext cx="414753" cy="1006862"/>
            </a:xfrm>
            <a:custGeom>
              <a:avLst/>
              <a:gdLst/>
              <a:ahLst/>
              <a:cxnLst/>
              <a:rect l="l" t="t" r="r" b="b"/>
              <a:pathLst>
                <a:path w="13533" h="32853" extrusionOk="0">
                  <a:moveTo>
                    <a:pt x="13532" y="1"/>
                  </a:moveTo>
                  <a:lnTo>
                    <a:pt x="13532" y="1"/>
                  </a:lnTo>
                  <a:cubicBezTo>
                    <a:pt x="13494" y="61"/>
                    <a:pt x="1644" y="276"/>
                    <a:pt x="1394" y="895"/>
                  </a:cubicBezTo>
                  <a:cubicBezTo>
                    <a:pt x="0" y="4378"/>
                    <a:pt x="1486" y="19345"/>
                    <a:pt x="1455" y="20104"/>
                  </a:cubicBezTo>
                  <a:cubicBezTo>
                    <a:pt x="1324" y="23428"/>
                    <a:pt x="1363" y="28365"/>
                    <a:pt x="2054" y="32223"/>
                  </a:cubicBezTo>
                  <a:cubicBezTo>
                    <a:pt x="2133" y="32670"/>
                    <a:pt x="2972" y="32852"/>
                    <a:pt x="3870" y="32852"/>
                  </a:cubicBezTo>
                  <a:cubicBezTo>
                    <a:pt x="4935" y="32852"/>
                    <a:pt x="6084" y="32596"/>
                    <a:pt x="6147" y="32223"/>
                  </a:cubicBezTo>
                  <a:cubicBezTo>
                    <a:pt x="6775" y="28578"/>
                    <a:pt x="7685" y="13894"/>
                    <a:pt x="7951" y="12408"/>
                  </a:cubicBezTo>
                  <a:cubicBezTo>
                    <a:pt x="7701" y="12400"/>
                    <a:pt x="7625" y="12397"/>
                    <a:pt x="7632" y="12397"/>
                  </a:cubicBezTo>
                  <a:cubicBezTo>
                    <a:pt x="7645" y="12397"/>
                    <a:pt x="7951" y="12407"/>
                    <a:pt x="7951" y="12407"/>
                  </a:cubicBezTo>
                  <a:cubicBezTo>
                    <a:pt x="8100" y="11580"/>
                    <a:pt x="8404" y="8392"/>
                    <a:pt x="8994" y="7358"/>
                  </a:cubicBezTo>
                  <a:cubicBezTo>
                    <a:pt x="9628" y="6247"/>
                    <a:pt x="13434" y="1045"/>
                    <a:pt x="13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0" name="Google Shape;4890;p61"/>
            <p:cNvSpPr/>
            <p:nvPr/>
          </p:nvSpPr>
          <p:spPr>
            <a:xfrm>
              <a:off x="400638" y="2869281"/>
              <a:ext cx="480062" cy="753867"/>
            </a:xfrm>
            <a:custGeom>
              <a:avLst/>
              <a:gdLst/>
              <a:ahLst/>
              <a:cxnLst/>
              <a:rect l="l" t="t" r="r" b="b"/>
              <a:pathLst>
                <a:path w="15664" h="24598" extrusionOk="0">
                  <a:moveTo>
                    <a:pt x="11190" y="0"/>
                  </a:moveTo>
                  <a:cubicBezTo>
                    <a:pt x="10243" y="0"/>
                    <a:pt x="8626" y="255"/>
                    <a:pt x="6114" y="1384"/>
                  </a:cubicBezTo>
                  <a:cubicBezTo>
                    <a:pt x="5547" y="1639"/>
                    <a:pt x="4954" y="2062"/>
                    <a:pt x="3981" y="2678"/>
                  </a:cubicBezTo>
                  <a:cubicBezTo>
                    <a:pt x="2690" y="3498"/>
                    <a:pt x="1346" y="4690"/>
                    <a:pt x="1158" y="4919"/>
                  </a:cubicBezTo>
                  <a:cubicBezTo>
                    <a:pt x="904" y="5227"/>
                    <a:pt x="0" y="5995"/>
                    <a:pt x="2120" y="10171"/>
                  </a:cubicBezTo>
                  <a:cubicBezTo>
                    <a:pt x="2120" y="10171"/>
                    <a:pt x="5461" y="14815"/>
                    <a:pt x="3991" y="19424"/>
                  </a:cubicBezTo>
                  <a:lnTo>
                    <a:pt x="3170" y="21992"/>
                  </a:lnTo>
                  <a:cubicBezTo>
                    <a:pt x="3170" y="21992"/>
                    <a:pt x="4825" y="24597"/>
                    <a:pt x="8285" y="24597"/>
                  </a:cubicBezTo>
                  <a:cubicBezTo>
                    <a:pt x="9331" y="24597"/>
                    <a:pt x="10543" y="24359"/>
                    <a:pt x="11925" y="23737"/>
                  </a:cubicBezTo>
                  <a:cubicBezTo>
                    <a:pt x="13130" y="23193"/>
                    <a:pt x="15321" y="22211"/>
                    <a:pt x="15308" y="20877"/>
                  </a:cubicBezTo>
                  <a:cubicBezTo>
                    <a:pt x="15308" y="20877"/>
                    <a:pt x="14452" y="16183"/>
                    <a:pt x="15100" y="11482"/>
                  </a:cubicBezTo>
                  <a:cubicBezTo>
                    <a:pt x="15663" y="7415"/>
                    <a:pt x="14996" y="791"/>
                    <a:pt x="12292" y="171"/>
                  </a:cubicBezTo>
                  <a:cubicBezTo>
                    <a:pt x="12291" y="171"/>
                    <a:pt x="11965" y="0"/>
                    <a:pt x="111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1" name="Google Shape;4891;p61"/>
            <p:cNvSpPr/>
            <p:nvPr/>
          </p:nvSpPr>
          <p:spPr>
            <a:xfrm>
              <a:off x="725870" y="3013355"/>
              <a:ext cx="88173" cy="485426"/>
            </a:xfrm>
            <a:custGeom>
              <a:avLst/>
              <a:gdLst/>
              <a:ahLst/>
              <a:cxnLst/>
              <a:rect l="l" t="t" r="r" b="b"/>
              <a:pathLst>
                <a:path w="2877" h="15839" extrusionOk="0">
                  <a:moveTo>
                    <a:pt x="644" y="1"/>
                  </a:moveTo>
                  <a:lnTo>
                    <a:pt x="0" y="144"/>
                  </a:lnTo>
                  <a:cubicBezTo>
                    <a:pt x="0" y="144"/>
                    <a:pt x="579" y="11637"/>
                    <a:pt x="374" y="14251"/>
                  </a:cubicBezTo>
                  <a:lnTo>
                    <a:pt x="1723" y="15838"/>
                  </a:lnTo>
                  <a:lnTo>
                    <a:pt x="2876" y="13746"/>
                  </a:lnTo>
                  <a:lnTo>
                    <a:pt x="6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2" name="Google Shape;4892;p61"/>
            <p:cNvSpPr/>
            <p:nvPr/>
          </p:nvSpPr>
          <p:spPr>
            <a:xfrm>
              <a:off x="715940" y="2962848"/>
              <a:ext cx="34999" cy="54920"/>
            </a:xfrm>
            <a:custGeom>
              <a:avLst/>
              <a:gdLst/>
              <a:ahLst/>
              <a:cxnLst/>
              <a:rect l="l" t="t" r="r" b="b"/>
              <a:pathLst>
                <a:path w="1142" h="1792" extrusionOk="0">
                  <a:moveTo>
                    <a:pt x="324" y="1"/>
                  </a:moveTo>
                  <a:lnTo>
                    <a:pt x="0" y="1216"/>
                  </a:lnTo>
                  <a:lnTo>
                    <a:pt x="324" y="1792"/>
                  </a:lnTo>
                  <a:lnTo>
                    <a:pt x="968" y="1649"/>
                  </a:lnTo>
                  <a:lnTo>
                    <a:pt x="1141" y="640"/>
                  </a:lnTo>
                  <a:lnTo>
                    <a:pt x="3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61"/>
            <p:cNvSpPr/>
            <p:nvPr/>
          </p:nvSpPr>
          <p:spPr>
            <a:xfrm>
              <a:off x="552742" y="2794808"/>
              <a:ext cx="199117" cy="186613"/>
            </a:xfrm>
            <a:custGeom>
              <a:avLst/>
              <a:gdLst/>
              <a:ahLst/>
              <a:cxnLst/>
              <a:rect l="l" t="t" r="r" b="b"/>
              <a:pathLst>
                <a:path w="6497" h="6089" extrusionOk="0">
                  <a:moveTo>
                    <a:pt x="1" y="0"/>
                  </a:moveTo>
                  <a:cubicBezTo>
                    <a:pt x="1" y="0"/>
                    <a:pt x="1927" y="2046"/>
                    <a:pt x="988" y="3810"/>
                  </a:cubicBezTo>
                  <a:cubicBezTo>
                    <a:pt x="540" y="4654"/>
                    <a:pt x="1891" y="6088"/>
                    <a:pt x="3966" y="6088"/>
                  </a:cubicBezTo>
                  <a:cubicBezTo>
                    <a:pt x="4319" y="6088"/>
                    <a:pt x="4693" y="6047"/>
                    <a:pt x="5083" y="5954"/>
                  </a:cubicBezTo>
                  <a:cubicBezTo>
                    <a:pt x="5083" y="5954"/>
                    <a:pt x="6245" y="5452"/>
                    <a:pt x="6045" y="5032"/>
                  </a:cubicBezTo>
                  <a:cubicBezTo>
                    <a:pt x="5593" y="4088"/>
                    <a:pt x="5894" y="3456"/>
                    <a:pt x="6194" y="2619"/>
                  </a:cubicBezTo>
                  <a:cubicBezTo>
                    <a:pt x="6496" y="1790"/>
                    <a:pt x="1" y="0"/>
                    <a:pt x="1" y="0"/>
                  </a:cubicBezTo>
                  <a:close/>
                </a:path>
              </a:pathLst>
            </a:custGeom>
            <a:solidFill>
              <a:srgbClr val="DDB1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4" name="Google Shape;4894;p61"/>
            <p:cNvSpPr/>
            <p:nvPr/>
          </p:nvSpPr>
          <p:spPr>
            <a:xfrm>
              <a:off x="561875" y="2797566"/>
              <a:ext cx="103680" cy="125839"/>
            </a:xfrm>
            <a:custGeom>
              <a:avLst/>
              <a:gdLst/>
              <a:ahLst/>
              <a:cxnLst/>
              <a:rect l="l" t="t" r="r" b="b"/>
              <a:pathLst>
                <a:path w="3383" h="4106" extrusionOk="0">
                  <a:moveTo>
                    <a:pt x="31" y="0"/>
                  </a:moveTo>
                  <a:lnTo>
                    <a:pt x="1" y="268"/>
                  </a:lnTo>
                  <a:cubicBezTo>
                    <a:pt x="500" y="927"/>
                    <a:pt x="1392" y="2403"/>
                    <a:pt x="690" y="3720"/>
                  </a:cubicBezTo>
                  <a:cubicBezTo>
                    <a:pt x="626" y="3840"/>
                    <a:pt x="597" y="3968"/>
                    <a:pt x="610" y="4106"/>
                  </a:cubicBezTo>
                  <a:cubicBezTo>
                    <a:pt x="1450" y="2898"/>
                    <a:pt x="3383" y="2481"/>
                    <a:pt x="3383" y="2481"/>
                  </a:cubicBezTo>
                  <a:lnTo>
                    <a:pt x="322" y="86"/>
                  </a:lnTo>
                  <a:cubicBezTo>
                    <a:pt x="213" y="50"/>
                    <a:pt x="116" y="23"/>
                    <a:pt x="31" y="0"/>
                  </a:cubicBezTo>
                  <a:close/>
                </a:path>
              </a:pathLst>
            </a:custGeom>
            <a:solidFill>
              <a:srgbClr val="DD95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5" name="Google Shape;4895;p61"/>
            <p:cNvSpPr/>
            <p:nvPr/>
          </p:nvSpPr>
          <p:spPr>
            <a:xfrm>
              <a:off x="482590" y="2589960"/>
              <a:ext cx="292347" cy="312083"/>
            </a:xfrm>
            <a:custGeom>
              <a:avLst/>
              <a:gdLst/>
              <a:ahLst/>
              <a:cxnLst/>
              <a:rect l="l" t="t" r="r" b="b"/>
              <a:pathLst>
                <a:path w="9539" h="10183" extrusionOk="0">
                  <a:moveTo>
                    <a:pt x="4140" y="0"/>
                  </a:moveTo>
                  <a:cubicBezTo>
                    <a:pt x="3639" y="0"/>
                    <a:pt x="3096" y="147"/>
                    <a:pt x="2446" y="521"/>
                  </a:cubicBezTo>
                  <a:cubicBezTo>
                    <a:pt x="2446" y="521"/>
                    <a:pt x="0" y="2202"/>
                    <a:pt x="1507" y="5486"/>
                  </a:cubicBezTo>
                  <a:cubicBezTo>
                    <a:pt x="1507" y="5486"/>
                    <a:pt x="2697" y="8429"/>
                    <a:pt x="5032" y="9452"/>
                  </a:cubicBezTo>
                  <a:cubicBezTo>
                    <a:pt x="5987" y="9866"/>
                    <a:pt x="6988" y="10182"/>
                    <a:pt x="7795" y="10182"/>
                  </a:cubicBezTo>
                  <a:cubicBezTo>
                    <a:pt x="8748" y="10182"/>
                    <a:pt x="9428" y="9741"/>
                    <a:pt x="9439" y="8499"/>
                  </a:cubicBezTo>
                  <a:cubicBezTo>
                    <a:pt x="9450" y="6677"/>
                    <a:pt x="9539" y="2024"/>
                    <a:pt x="7824" y="1394"/>
                  </a:cubicBezTo>
                  <a:cubicBezTo>
                    <a:pt x="6268" y="816"/>
                    <a:pt x="5321" y="0"/>
                    <a:pt x="4140" y="0"/>
                  </a:cubicBezTo>
                  <a:close/>
                </a:path>
              </a:pathLst>
            </a:custGeom>
            <a:solidFill>
              <a:srgbClr val="FCD2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61"/>
            <p:cNvSpPr/>
            <p:nvPr/>
          </p:nvSpPr>
          <p:spPr>
            <a:xfrm>
              <a:off x="512931" y="2606080"/>
              <a:ext cx="240062" cy="294369"/>
            </a:xfrm>
            <a:custGeom>
              <a:avLst/>
              <a:gdLst/>
              <a:ahLst/>
              <a:cxnLst/>
              <a:rect l="l" t="t" r="r" b="b"/>
              <a:pathLst>
                <a:path w="7833" h="9605" extrusionOk="0">
                  <a:moveTo>
                    <a:pt x="5722" y="1"/>
                  </a:moveTo>
                  <a:cubicBezTo>
                    <a:pt x="4504" y="237"/>
                    <a:pt x="1023" y="912"/>
                    <a:pt x="953" y="945"/>
                  </a:cubicBezTo>
                  <a:cubicBezTo>
                    <a:pt x="910" y="960"/>
                    <a:pt x="453" y="1881"/>
                    <a:pt x="23" y="2752"/>
                  </a:cubicBezTo>
                  <a:cubicBezTo>
                    <a:pt x="0" y="3390"/>
                    <a:pt x="129" y="4119"/>
                    <a:pt x="517" y="4960"/>
                  </a:cubicBezTo>
                  <a:cubicBezTo>
                    <a:pt x="517" y="4960"/>
                    <a:pt x="1212" y="7544"/>
                    <a:pt x="4047" y="8966"/>
                  </a:cubicBezTo>
                  <a:cubicBezTo>
                    <a:pt x="4651" y="9272"/>
                    <a:pt x="5395" y="9468"/>
                    <a:pt x="5970" y="9604"/>
                  </a:cubicBezTo>
                  <a:cubicBezTo>
                    <a:pt x="4865" y="9045"/>
                    <a:pt x="4729" y="8843"/>
                    <a:pt x="3812" y="8085"/>
                  </a:cubicBezTo>
                  <a:cubicBezTo>
                    <a:pt x="2899" y="7336"/>
                    <a:pt x="4851" y="7350"/>
                    <a:pt x="3168" y="5311"/>
                  </a:cubicBezTo>
                  <a:cubicBezTo>
                    <a:pt x="2594" y="4618"/>
                    <a:pt x="4497" y="3911"/>
                    <a:pt x="4977" y="3818"/>
                  </a:cubicBezTo>
                  <a:cubicBezTo>
                    <a:pt x="7832" y="3245"/>
                    <a:pt x="7761" y="2352"/>
                    <a:pt x="7701" y="1643"/>
                  </a:cubicBezTo>
                  <a:cubicBezTo>
                    <a:pt x="7663" y="1546"/>
                    <a:pt x="7623" y="1521"/>
                    <a:pt x="7580" y="1521"/>
                  </a:cubicBezTo>
                  <a:cubicBezTo>
                    <a:pt x="7534" y="1521"/>
                    <a:pt x="7486" y="1551"/>
                    <a:pt x="7435" y="1551"/>
                  </a:cubicBezTo>
                  <a:cubicBezTo>
                    <a:pt x="7393" y="1551"/>
                    <a:pt x="7350" y="1531"/>
                    <a:pt x="7305" y="1458"/>
                  </a:cubicBezTo>
                  <a:lnTo>
                    <a:pt x="6950" y="988"/>
                  </a:lnTo>
                  <a:cubicBezTo>
                    <a:pt x="6907" y="942"/>
                    <a:pt x="6865" y="899"/>
                    <a:pt x="6829" y="866"/>
                  </a:cubicBezTo>
                  <a:cubicBezTo>
                    <a:pt x="6448" y="524"/>
                    <a:pt x="6083" y="237"/>
                    <a:pt x="5722" y="1"/>
                  </a:cubicBezTo>
                  <a:close/>
                </a:path>
              </a:pathLst>
            </a:custGeom>
            <a:solidFill>
              <a:srgbClr val="DDB1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61"/>
            <p:cNvSpPr/>
            <p:nvPr/>
          </p:nvSpPr>
          <p:spPr>
            <a:xfrm>
              <a:off x="431807" y="2632039"/>
              <a:ext cx="234024" cy="214563"/>
            </a:xfrm>
            <a:custGeom>
              <a:avLst/>
              <a:gdLst/>
              <a:ahLst/>
              <a:cxnLst/>
              <a:rect l="l" t="t" r="r" b="b"/>
              <a:pathLst>
                <a:path w="7636" h="7001" extrusionOk="0">
                  <a:moveTo>
                    <a:pt x="3183" y="1"/>
                  </a:moveTo>
                  <a:lnTo>
                    <a:pt x="3183" y="1"/>
                  </a:lnTo>
                  <a:cubicBezTo>
                    <a:pt x="1" y="2811"/>
                    <a:pt x="4989" y="7000"/>
                    <a:pt x="4989" y="7000"/>
                  </a:cubicBezTo>
                  <a:cubicBezTo>
                    <a:pt x="4991" y="6763"/>
                    <a:pt x="3391" y="5268"/>
                    <a:pt x="3826" y="4626"/>
                  </a:cubicBezTo>
                  <a:cubicBezTo>
                    <a:pt x="3897" y="4521"/>
                    <a:pt x="3988" y="4476"/>
                    <a:pt x="4092" y="4476"/>
                  </a:cubicBezTo>
                  <a:cubicBezTo>
                    <a:pt x="4692" y="4476"/>
                    <a:pt x="5730" y="5978"/>
                    <a:pt x="5800" y="6075"/>
                  </a:cubicBezTo>
                  <a:cubicBezTo>
                    <a:pt x="5805" y="6081"/>
                    <a:pt x="5811" y="6085"/>
                    <a:pt x="5815" y="6085"/>
                  </a:cubicBezTo>
                  <a:cubicBezTo>
                    <a:pt x="5883" y="6085"/>
                    <a:pt x="5819" y="5407"/>
                    <a:pt x="5563" y="4923"/>
                  </a:cubicBezTo>
                  <a:cubicBezTo>
                    <a:pt x="5246" y="4335"/>
                    <a:pt x="5163" y="3593"/>
                    <a:pt x="5533" y="3120"/>
                  </a:cubicBezTo>
                  <a:cubicBezTo>
                    <a:pt x="5864" y="2700"/>
                    <a:pt x="6973" y="2690"/>
                    <a:pt x="7635" y="2646"/>
                  </a:cubicBezTo>
                  <a:cubicBezTo>
                    <a:pt x="7048" y="2397"/>
                    <a:pt x="5956" y="2460"/>
                    <a:pt x="5418" y="1633"/>
                  </a:cubicBezTo>
                  <a:cubicBezTo>
                    <a:pt x="4699" y="527"/>
                    <a:pt x="3892" y="94"/>
                    <a:pt x="31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8" name="Google Shape;4898;p61"/>
            <p:cNvSpPr/>
            <p:nvPr/>
          </p:nvSpPr>
          <p:spPr>
            <a:xfrm>
              <a:off x="526416" y="2579233"/>
              <a:ext cx="290385" cy="133899"/>
            </a:xfrm>
            <a:custGeom>
              <a:avLst/>
              <a:gdLst/>
              <a:ahLst/>
              <a:cxnLst/>
              <a:rect l="l" t="t" r="r" b="b"/>
              <a:pathLst>
                <a:path w="9475" h="4369" extrusionOk="0">
                  <a:moveTo>
                    <a:pt x="2957" y="1"/>
                  </a:moveTo>
                  <a:cubicBezTo>
                    <a:pt x="235" y="1"/>
                    <a:pt x="0" y="1863"/>
                    <a:pt x="0" y="1863"/>
                  </a:cubicBezTo>
                  <a:cubicBezTo>
                    <a:pt x="24" y="1861"/>
                    <a:pt x="48" y="1860"/>
                    <a:pt x="72" y="1860"/>
                  </a:cubicBezTo>
                  <a:cubicBezTo>
                    <a:pt x="684" y="1860"/>
                    <a:pt x="1199" y="2376"/>
                    <a:pt x="1410" y="2707"/>
                  </a:cubicBezTo>
                  <a:cubicBezTo>
                    <a:pt x="2468" y="4310"/>
                    <a:pt x="4548" y="4369"/>
                    <a:pt x="4548" y="4369"/>
                  </a:cubicBezTo>
                  <a:cubicBezTo>
                    <a:pt x="6184" y="4211"/>
                    <a:pt x="9474" y="3806"/>
                    <a:pt x="6335" y="1139"/>
                  </a:cubicBezTo>
                  <a:cubicBezTo>
                    <a:pt x="6053" y="901"/>
                    <a:pt x="4604" y="96"/>
                    <a:pt x="3369" y="14"/>
                  </a:cubicBezTo>
                  <a:cubicBezTo>
                    <a:pt x="3225" y="5"/>
                    <a:pt x="3088" y="1"/>
                    <a:pt x="29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9" name="Google Shape;4899;p61"/>
            <p:cNvSpPr/>
            <p:nvPr/>
          </p:nvSpPr>
          <p:spPr>
            <a:xfrm>
              <a:off x="555531" y="2892665"/>
              <a:ext cx="171503" cy="134543"/>
            </a:xfrm>
            <a:custGeom>
              <a:avLst/>
              <a:gdLst/>
              <a:ahLst/>
              <a:cxnLst/>
              <a:rect l="l" t="t" r="r" b="b"/>
              <a:pathLst>
                <a:path w="5596" h="4390" extrusionOk="0">
                  <a:moveTo>
                    <a:pt x="1115" y="1"/>
                  </a:moveTo>
                  <a:lnTo>
                    <a:pt x="0" y="1235"/>
                  </a:lnTo>
                  <a:cubicBezTo>
                    <a:pt x="1099" y="4007"/>
                    <a:pt x="3273" y="4389"/>
                    <a:pt x="4389" y="4389"/>
                  </a:cubicBezTo>
                  <a:cubicBezTo>
                    <a:pt x="4814" y="4389"/>
                    <a:pt x="5085" y="4334"/>
                    <a:pt x="5085" y="4334"/>
                  </a:cubicBezTo>
                  <a:lnTo>
                    <a:pt x="5596" y="2415"/>
                  </a:lnTo>
                  <a:cubicBezTo>
                    <a:pt x="1222" y="2338"/>
                    <a:pt x="1115" y="1"/>
                    <a:pt x="11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0" name="Google Shape;4900;p61"/>
            <p:cNvSpPr/>
            <p:nvPr/>
          </p:nvSpPr>
          <p:spPr>
            <a:xfrm>
              <a:off x="727004" y="2897477"/>
              <a:ext cx="67670" cy="99053"/>
            </a:xfrm>
            <a:custGeom>
              <a:avLst/>
              <a:gdLst/>
              <a:ahLst/>
              <a:cxnLst/>
              <a:rect l="l" t="t" r="r" b="b"/>
              <a:pathLst>
                <a:path w="2208" h="3232" extrusionOk="0">
                  <a:moveTo>
                    <a:pt x="601" y="0"/>
                  </a:moveTo>
                  <a:lnTo>
                    <a:pt x="164" y="106"/>
                  </a:lnTo>
                  <a:lnTo>
                    <a:pt x="117" y="294"/>
                  </a:lnTo>
                  <a:cubicBezTo>
                    <a:pt x="48" y="467"/>
                    <a:pt x="45" y="711"/>
                    <a:pt x="69" y="909"/>
                  </a:cubicBezTo>
                  <a:cubicBezTo>
                    <a:pt x="178" y="1808"/>
                    <a:pt x="1" y="2257"/>
                    <a:pt x="1" y="2257"/>
                  </a:cubicBezTo>
                  <a:lnTo>
                    <a:pt x="1799" y="3231"/>
                  </a:lnTo>
                  <a:cubicBezTo>
                    <a:pt x="2207" y="1677"/>
                    <a:pt x="601" y="0"/>
                    <a:pt x="6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1" name="Google Shape;4901;p61"/>
            <p:cNvSpPr/>
            <p:nvPr/>
          </p:nvSpPr>
          <p:spPr>
            <a:xfrm>
              <a:off x="645543" y="3656615"/>
              <a:ext cx="146311" cy="767168"/>
            </a:xfrm>
            <a:custGeom>
              <a:avLst/>
              <a:gdLst/>
              <a:ahLst/>
              <a:cxnLst/>
              <a:rect l="l" t="t" r="r" b="b"/>
              <a:pathLst>
                <a:path w="4774" h="25032" extrusionOk="0">
                  <a:moveTo>
                    <a:pt x="4774" y="0"/>
                  </a:moveTo>
                  <a:lnTo>
                    <a:pt x="1181" y="4194"/>
                  </a:lnTo>
                  <a:cubicBezTo>
                    <a:pt x="829" y="9513"/>
                    <a:pt x="1" y="23547"/>
                    <a:pt x="1104" y="24407"/>
                  </a:cubicBezTo>
                  <a:cubicBezTo>
                    <a:pt x="1638" y="24822"/>
                    <a:pt x="2158" y="24994"/>
                    <a:pt x="2637" y="25032"/>
                  </a:cubicBezTo>
                  <a:cubicBezTo>
                    <a:pt x="2684" y="22905"/>
                    <a:pt x="2831" y="17324"/>
                    <a:pt x="3159" y="13971"/>
                  </a:cubicBezTo>
                  <a:cubicBezTo>
                    <a:pt x="3570" y="9766"/>
                    <a:pt x="4773" y="1"/>
                    <a:pt x="4774"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2" name="Google Shape;4902;p61"/>
            <p:cNvSpPr/>
            <p:nvPr/>
          </p:nvSpPr>
          <p:spPr>
            <a:xfrm>
              <a:off x="589304" y="2773937"/>
              <a:ext cx="194857" cy="127892"/>
            </a:xfrm>
            <a:custGeom>
              <a:avLst/>
              <a:gdLst/>
              <a:ahLst/>
              <a:cxnLst/>
              <a:rect l="l" t="t" r="r" b="b"/>
              <a:pathLst>
                <a:path w="6358" h="4173" extrusionOk="0">
                  <a:moveTo>
                    <a:pt x="5933" y="1"/>
                  </a:moveTo>
                  <a:cubicBezTo>
                    <a:pt x="5931" y="1"/>
                    <a:pt x="5929" y="11"/>
                    <a:pt x="5926" y="32"/>
                  </a:cubicBezTo>
                  <a:cubicBezTo>
                    <a:pt x="5823" y="1016"/>
                    <a:pt x="6358" y="3113"/>
                    <a:pt x="3950" y="3113"/>
                  </a:cubicBezTo>
                  <a:cubicBezTo>
                    <a:pt x="3003" y="3113"/>
                    <a:pt x="638" y="535"/>
                    <a:pt x="424" y="293"/>
                  </a:cubicBezTo>
                  <a:cubicBezTo>
                    <a:pt x="363" y="224"/>
                    <a:pt x="317" y="192"/>
                    <a:pt x="286" y="192"/>
                  </a:cubicBezTo>
                  <a:cubicBezTo>
                    <a:pt x="0" y="192"/>
                    <a:pt x="926" y="2816"/>
                    <a:pt x="3127" y="3944"/>
                  </a:cubicBezTo>
                  <a:cubicBezTo>
                    <a:pt x="3127" y="3944"/>
                    <a:pt x="3767" y="4173"/>
                    <a:pt x="4447" y="4173"/>
                  </a:cubicBezTo>
                  <a:cubicBezTo>
                    <a:pt x="5139" y="4173"/>
                    <a:pt x="5871" y="3936"/>
                    <a:pt x="6010" y="2978"/>
                  </a:cubicBezTo>
                  <a:cubicBezTo>
                    <a:pt x="6010" y="2978"/>
                    <a:pt x="5972" y="1"/>
                    <a:pt x="59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3" name="Google Shape;4903;p61"/>
            <p:cNvSpPr/>
            <p:nvPr/>
          </p:nvSpPr>
          <p:spPr>
            <a:xfrm>
              <a:off x="400638" y="2966280"/>
              <a:ext cx="256305" cy="649666"/>
            </a:xfrm>
            <a:custGeom>
              <a:avLst/>
              <a:gdLst/>
              <a:ahLst/>
              <a:cxnLst/>
              <a:rect l="l" t="t" r="r" b="b"/>
              <a:pathLst>
                <a:path w="8363" h="21198" extrusionOk="0">
                  <a:moveTo>
                    <a:pt x="3269" y="0"/>
                  </a:moveTo>
                  <a:cubicBezTo>
                    <a:pt x="2233" y="744"/>
                    <a:pt x="1311" y="1568"/>
                    <a:pt x="1158" y="1754"/>
                  </a:cubicBezTo>
                  <a:cubicBezTo>
                    <a:pt x="904" y="2062"/>
                    <a:pt x="0" y="2830"/>
                    <a:pt x="2121" y="7006"/>
                  </a:cubicBezTo>
                  <a:cubicBezTo>
                    <a:pt x="2121" y="7006"/>
                    <a:pt x="5461" y="11650"/>
                    <a:pt x="3991" y="16259"/>
                  </a:cubicBezTo>
                  <a:lnTo>
                    <a:pt x="3170" y="18827"/>
                  </a:lnTo>
                  <a:cubicBezTo>
                    <a:pt x="3170" y="18827"/>
                    <a:pt x="4270" y="20558"/>
                    <a:pt x="6550" y="21197"/>
                  </a:cubicBezTo>
                  <a:cubicBezTo>
                    <a:pt x="8363" y="15524"/>
                    <a:pt x="6335" y="6788"/>
                    <a:pt x="5897" y="3564"/>
                  </a:cubicBezTo>
                  <a:cubicBezTo>
                    <a:pt x="5586" y="1279"/>
                    <a:pt x="4147" y="357"/>
                    <a:pt x="3269"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4" name="Google Shape;4904;p61"/>
            <p:cNvSpPr/>
            <p:nvPr/>
          </p:nvSpPr>
          <p:spPr>
            <a:xfrm>
              <a:off x="396899" y="3000115"/>
              <a:ext cx="192558" cy="875722"/>
            </a:xfrm>
            <a:custGeom>
              <a:avLst/>
              <a:gdLst/>
              <a:ahLst/>
              <a:cxnLst/>
              <a:rect l="l" t="t" r="r" b="b"/>
              <a:pathLst>
                <a:path w="6283" h="28574" extrusionOk="0">
                  <a:moveTo>
                    <a:pt x="2752" y="1"/>
                  </a:moveTo>
                  <a:cubicBezTo>
                    <a:pt x="2418" y="1"/>
                    <a:pt x="2176" y="97"/>
                    <a:pt x="2176" y="97"/>
                  </a:cubicBezTo>
                  <a:cubicBezTo>
                    <a:pt x="1" y="471"/>
                    <a:pt x="91" y="7706"/>
                    <a:pt x="91" y="10274"/>
                  </a:cubicBezTo>
                  <a:cubicBezTo>
                    <a:pt x="88" y="15220"/>
                    <a:pt x="1830" y="20855"/>
                    <a:pt x="2074" y="21930"/>
                  </a:cubicBezTo>
                  <a:cubicBezTo>
                    <a:pt x="2318" y="23008"/>
                    <a:pt x="2495" y="23538"/>
                    <a:pt x="2439" y="24789"/>
                  </a:cubicBezTo>
                  <a:cubicBezTo>
                    <a:pt x="2363" y="26425"/>
                    <a:pt x="3219" y="27580"/>
                    <a:pt x="3409" y="27748"/>
                  </a:cubicBezTo>
                  <a:cubicBezTo>
                    <a:pt x="4102" y="28353"/>
                    <a:pt x="4574" y="28573"/>
                    <a:pt x="4797" y="28573"/>
                  </a:cubicBezTo>
                  <a:cubicBezTo>
                    <a:pt x="4933" y="28573"/>
                    <a:pt x="4975" y="28491"/>
                    <a:pt x="4917" y="28364"/>
                  </a:cubicBezTo>
                  <a:cubicBezTo>
                    <a:pt x="4069" y="26524"/>
                    <a:pt x="4735" y="25497"/>
                    <a:pt x="4735" y="25497"/>
                  </a:cubicBezTo>
                  <a:lnTo>
                    <a:pt x="4735" y="25497"/>
                  </a:lnTo>
                  <a:cubicBezTo>
                    <a:pt x="4931" y="26352"/>
                    <a:pt x="5493" y="26772"/>
                    <a:pt x="5772" y="26864"/>
                  </a:cubicBezTo>
                  <a:cubicBezTo>
                    <a:pt x="5794" y="26871"/>
                    <a:pt x="5816" y="26874"/>
                    <a:pt x="5838" y="26874"/>
                  </a:cubicBezTo>
                  <a:cubicBezTo>
                    <a:pt x="6053" y="26874"/>
                    <a:pt x="6283" y="26556"/>
                    <a:pt x="6000" y="26277"/>
                  </a:cubicBezTo>
                  <a:cubicBezTo>
                    <a:pt x="5689" y="25969"/>
                    <a:pt x="5530" y="25406"/>
                    <a:pt x="5490" y="25087"/>
                  </a:cubicBezTo>
                  <a:cubicBezTo>
                    <a:pt x="5368" y="24138"/>
                    <a:pt x="5116" y="23813"/>
                    <a:pt x="4901" y="23594"/>
                  </a:cubicBezTo>
                  <a:cubicBezTo>
                    <a:pt x="4303" y="22985"/>
                    <a:pt x="4170" y="22381"/>
                    <a:pt x="4170" y="22381"/>
                  </a:cubicBezTo>
                  <a:cubicBezTo>
                    <a:pt x="3729" y="20920"/>
                    <a:pt x="3633" y="12361"/>
                    <a:pt x="3633" y="12361"/>
                  </a:cubicBezTo>
                  <a:cubicBezTo>
                    <a:pt x="3633" y="12361"/>
                    <a:pt x="4776" y="7670"/>
                    <a:pt x="4705" y="3396"/>
                  </a:cubicBezTo>
                  <a:cubicBezTo>
                    <a:pt x="4656" y="461"/>
                    <a:pt x="3484" y="1"/>
                    <a:pt x="2752" y="1"/>
                  </a:cubicBezTo>
                  <a:close/>
                </a:path>
              </a:pathLst>
            </a:custGeom>
            <a:solidFill>
              <a:srgbClr val="FCD2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5" name="Google Shape;4905;p61"/>
            <p:cNvSpPr/>
            <p:nvPr/>
          </p:nvSpPr>
          <p:spPr>
            <a:xfrm>
              <a:off x="362942" y="2991932"/>
              <a:ext cx="244782" cy="467558"/>
            </a:xfrm>
            <a:custGeom>
              <a:avLst/>
              <a:gdLst/>
              <a:ahLst/>
              <a:cxnLst/>
              <a:rect l="l" t="t" r="r" b="b"/>
              <a:pathLst>
                <a:path w="7987" h="15256" extrusionOk="0">
                  <a:moveTo>
                    <a:pt x="3840" y="1"/>
                  </a:moveTo>
                  <a:cubicBezTo>
                    <a:pt x="3821" y="1"/>
                    <a:pt x="3802" y="1"/>
                    <a:pt x="3782" y="2"/>
                  </a:cubicBezTo>
                  <a:cubicBezTo>
                    <a:pt x="107" y="121"/>
                    <a:pt x="1" y="11453"/>
                    <a:pt x="746" y="14553"/>
                  </a:cubicBezTo>
                  <a:cubicBezTo>
                    <a:pt x="746" y="14553"/>
                    <a:pt x="1570" y="15255"/>
                    <a:pt x="2870" y="15255"/>
                  </a:cubicBezTo>
                  <a:cubicBezTo>
                    <a:pt x="3463" y="15255"/>
                    <a:pt x="4155" y="15109"/>
                    <a:pt x="4913" y="14684"/>
                  </a:cubicBezTo>
                  <a:cubicBezTo>
                    <a:pt x="4913" y="14684"/>
                    <a:pt x="7987" y="1"/>
                    <a:pt x="38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909"/>
        <p:cNvGrpSpPr/>
        <p:nvPr/>
      </p:nvGrpSpPr>
      <p:grpSpPr>
        <a:xfrm>
          <a:off x="0" y="0"/>
          <a:ext cx="0" cy="0"/>
          <a:chOff x="0" y="0"/>
          <a:chExt cx="0" cy="0"/>
        </a:xfrm>
      </p:grpSpPr>
      <p:sp>
        <p:nvSpPr>
          <p:cNvPr id="4910" name="Google Shape;4910;p62"/>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Most influential countries</a:t>
            </a:r>
            <a:endParaRPr/>
          </a:p>
        </p:txBody>
      </p:sp>
      <p:sp>
        <p:nvSpPr>
          <p:cNvPr id="4911" name="Google Shape;4911;p62"/>
          <p:cNvSpPr txBox="1"/>
          <p:nvPr/>
        </p:nvSpPr>
        <p:spPr>
          <a:xfrm>
            <a:off x="1264925" y="3580700"/>
            <a:ext cx="1709700" cy="444000"/>
          </a:xfrm>
          <a:prstGeom prst="rect">
            <a:avLst/>
          </a:prstGeom>
          <a:solidFill>
            <a:schemeClr val="dk2"/>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dk1"/>
                </a:solidFill>
                <a:latin typeface="Chau Philomene One"/>
                <a:ea typeface="Chau Philomene One"/>
                <a:cs typeface="Chau Philomene One"/>
                <a:sym typeface="Chau Philomene One"/>
              </a:rPr>
              <a:t>United States</a:t>
            </a:r>
            <a:endParaRPr sz="2000" b="1">
              <a:solidFill>
                <a:schemeClr val="dk1"/>
              </a:solidFill>
              <a:latin typeface="Chau Philomene One"/>
              <a:ea typeface="Chau Philomene One"/>
              <a:cs typeface="Chau Philomene One"/>
              <a:sym typeface="Chau Philomene One"/>
            </a:endParaRPr>
          </a:p>
        </p:txBody>
      </p:sp>
      <p:sp>
        <p:nvSpPr>
          <p:cNvPr id="4912" name="Google Shape;4912;p62"/>
          <p:cNvSpPr txBox="1"/>
          <p:nvPr/>
        </p:nvSpPr>
        <p:spPr>
          <a:xfrm>
            <a:off x="1264940" y="3980398"/>
            <a:ext cx="1709700" cy="6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latin typeface="Dosis"/>
                <a:ea typeface="Dosis"/>
                <a:cs typeface="Dosis"/>
                <a:sym typeface="Dosis"/>
              </a:rPr>
              <a:t>Pluto </a:t>
            </a:r>
            <a:r>
              <a:rPr lang="en">
                <a:solidFill>
                  <a:schemeClr val="dk1"/>
                </a:solidFill>
                <a:latin typeface="Dosis"/>
                <a:ea typeface="Dosis"/>
                <a:cs typeface="Dosis"/>
                <a:sym typeface="Dosis"/>
              </a:rPr>
              <a:t>is now seen as a dwarf planet</a:t>
            </a:r>
            <a:endParaRPr b="1">
              <a:solidFill>
                <a:schemeClr val="dk1"/>
              </a:solidFill>
              <a:latin typeface="Dosis"/>
              <a:ea typeface="Dosis"/>
              <a:cs typeface="Dosis"/>
              <a:sym typeface="Dosis"/>
            </a:endParaRPr>
          </a:p>
        </p:txBody>
      </p:sp>
      <p:sp>
        <p:nvSpPr>
          <p:cNvPr id="4913" name="Google Shape;4913;p62"/>
          <p:cNvSpPr txBox="1"/>
          <p:nvPr/>
        </p:nvSpPr>
        <p:spPr>
          <a:xfrm>
            <a:off x="1264925" y="1331600"/>
            <a:ext cx="1709700" cy="444000"/>
          </a:xfrm>
          <a:prstGeom prst="rect">
            <a:avLst/>
          </a:prstGeom>
          <a:solidFill>
            <a:schemeClr val="dk2"/>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dk1"/>
                </a:solidFill>
                <a:latin typeface="Chau Philomene One"/>
                <a:ea typeface="Chau Philomene One"/>
                <a:cs typeface="Chau Philomene One"/>
                <a:sym typeface="Chau Philomene One"/>
              </a:rPr>
              <a:t>China</a:t>
            </a:r>
            <a:endParaRPr sz="2000" b="1">
              <a:solidFill>
                <a:schemeClr val="dk1"/>
              </a:solidFill>
              <a:latin typeface="Chau Philomene One"/>
              <a:ea typeface="Chau Philomene One"/>
              <a:cs typeface="Chau Philomene One"/>
              <a:sym typeface="Chau Philomene One"/>
            </a:endParaRPr>
          </a:p>
        </p:txBody>
      </p:sp>
      <p:sp>
        <p:nvSpPr>
          <p:cNvPr id="4914" name="Google Shape;4914;p62"/>
          <p:cNvSpPr txBox="1"/>
          <p:nvPr/>
        </p:nvSpPr>
        <p:spPr>
          <a:xfrm>
            <a:off x="1264940" y="1731323"/>
            <a:ext cx="1709700" cy="6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latin typeface="Dosis"/>
                <a:ea typeface="Dosis"/>
                <a:cs typeface="Dosis"/>
                <a:sym typeface="Dosis"/>
              </a:rPr>
              <a:t>The </a:t>
            </a:r>
            <a:r>
              <a:rPr lang="en" b="1">
                <a:solidFill>
                  <a:schemeClr val="dk1"/>
                </a:solidFill>
                <a:latin typeface="Dosis"/>
                <a:ea typeface="Dosis"/>
                <a:cs typeface="Dosis"/>
                <a:sym typeface="Dosis"/>
              </a:rPr>
              <a:t>Sun </a:t>
            </a:r>
            <a:r>
              <a:rPr lang="en">
                <a:solidFill>
                  <a:schemeClr val="dk1"/>
                </a:solidFill>
                <a:latin typeface="Dosis"/>
                <a:ea typeface="Dosis"/>
                <a:cs typeface="Dosis"/>
                <a:sym typeface="Dosis"/>
              </a:rPr>
              <a:t>is the star at the center of all</a:t>
            </a:r>
            <a:endParaRPr b="1">
              <a:solidFill>
                <a:schemeClr val="dk1"/>
              </a:solidFill>
              <a:latin typeface="Dosis"/>
              <a:ea typeface="Dosis"/>
              <a:cs typeface="Dosis"/>
              <a:sym typeface="Dosis"/>
            </a:endParaRPr>
          </a:p>
        </p:txBody>
      </p:sp>
      <p:sp>
        <p:nvSpPr>
          <p:cNvPr id="4915" name="Google Shape;4915;p62"/>
          <p:cNvSpPr txBox="1"/>
          <p:nvPr/>
        </p:nvSpPr>
        <p:spPr>
          <a:xfrm>
            <a:off x="1264925" y="2456175"/>
            <a:ext cx="1709700" cy="444000"/>
          </a:xfrm>
          <a:prstGeom prst="rect">
            <a:avLst/>
          </a:prstGeom>
          <a:solidFill>
            <a:schemeClr val="dk2"/>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dk1"/>
                </a:solidFill>
                <a:latin typeface="Chau Philomene One"/>
                <a:ea typeface="Chau Philomene One"/>
                <a:cs typeface="Chau Philomene One"/>
                <a:sym typeface="Chau Philomene One"/>
              </a:rPr>
              <a:t>Russia</a:t>
            </a:r>
            <a:endParaRPr sz="2000" b="1">
              <a:solidFill>
                <a:schemeClr val="dk1"/>
              </a:solidFill>
              <a:latin typeface="Chau Philomene One"/>
              <a:ea typeface="Chau Philomene One"/>
              <a:cs typeface="Chau Philomene One"/>
              <a:sym typeface="Chau Philomene One"/>
            </a:endParaRPr>
          </a:p>
        </p:txBody>
      </p:sp>
      <p:sp>
        <p:nvSpPr>
          <p:cNvPr id="4916" name="Google Shape;4916;p62"/>
          <p:cNvSpPr txBox="1"/>
          <p:nvPr/>
        </p:nvSpPr>
        <p:spPr>
          <a:xfrm>
            <a:off x="1264940" y="2855873"/>
            <a:ext cx="1709700" cy="6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latin typeface="Dosis"/>
                <a:ea typeface="Dosis"/>
                <a:cs typeface="Dosis"/>
                <a:sym typeface="Dosis"/>
              </a:rPr>
              <a:t>The </a:t>
            </a:r>
            <a:r>
              <a:rPr lang="en" b="1">
                <a:solidFill>
                  <a:schemeClr val="dk1"/>
                </a:solidFill>
                <a:latin typeface="Dosis"/>
                <a:ea typeface="Dosis"/>
                <a:cs typeface="Dosis"/>
                <a:sym typeface="Dosis"/>
              </a:rPr>
              <a:t>Moon</a:t>
            </a:r>
            <a:r>
              <a:rPr lang="en">
                <a:solidFill>
                  <a:schemeClr val="dk1"/>
                </a:solidFill>
                <a:latin typeface="Dosis"/>
                <a:ea typeface="Dosis"/>
                <a:cs typeface="Dosis"/>
                <a:sym typeface="Dosis"/>
              </a:rPr>
              <a:t> is Earth’s only natural satellite</a:t>
            </a:r>
            <a:endParaRPr b="1">
              <a:solidFill>
                <a:schemeClr val="dk1"/>
              </a:solidFill>
              <a:latin typeface="Dosis"/>
              <a:ea typeface="Dosis"/>
              <a:cs typeface="Dosis"/>
              <a:sym typeface="Dosis"/>
            </a:endParaRPr>
          </a:p>
        </p:txBody>
      </p:sp>
      <p:grpSp>
        <p:nvGrpSpPr>
          <p:cNvPr id="4917" name="Google Shape;4917;p62"/>
          <p:cNvGrpSpPr/>
          <p:nvPr/>
        </p:nvGrpSpPr>
        <p:grpSpPr>
          <a:xfrm>
            <a:off x="3233766" y="1509865"/>
            <a:ext cx="5190245" cy="2765033"/>
            <a:chOff x="233350" y="949250"/>
            <a:chExt cx="7137300" cy="3802300"/>
          </a:xfrm>
        </p:grpSpPr>
        <p:sp>
          <p:nvSpPr>
            <p:cNvPr id="4918" name="Google Shape;4918;p62"/>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62"/>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62"/>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1" name="Google Shape;4921;p62"/>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2" name="Google Shape;4922;p62"/>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62"/>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62"/>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62"/>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6" name="Google Shape;4926;p62"/>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7" name="Google Shape;4927;p62"/>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8" name="Google Shape;4928;p62"/>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9" name="Google Shape;4929;p62"/>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0" name="Google Shape;4930;p62"/>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1" name="Google Shape;4931;p62"/>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2" name="Google Shape;4932;p62"/>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3" name="Google Shape;4933;p62"/>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4" name="Google Shape;4934;p62"/>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5" name="Google Shape;4935;p62"/>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6" name="Google Shape;4936;p62"/>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7" name="Google Shape;4937;p62"/>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8" name="Google Shape;4938;p62"/>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9" name="Google Shape;4939;p62"/>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0" name="Google Shape;4940;p62"/>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1" name="Google Shape;4941;p62"/>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2" name="Google Shape;4942;p62"/>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3" name="Google Shape;4943;p62"/>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4" name="Google Shape;4944;p62"/>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5" name="Google Shape;4945;p62"/>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6" name="Google Shape;4946;p62"/>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7" name="Google Shape;4947;p62"/>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8" name="Google Shape;4948;p62"/>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9" name="Google Shape;4949;p62"/>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0" name="Google Shape;4950;p62"/>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1" name="Google Shape;4951;p62"/>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2" name="Google Shape;4952;p62"/>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3" name="Google Shape;4953;p62"/>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4" name="Google Shape;4954;p62"/>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5" name="Google Shape;4955;p62"/>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6" name="Google Shape;4956;p62"/>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7" name="Google Shape;4957;p62"/>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8" name="Google Shape;4958;p62"/>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9" name="Google Shape;4959;p62"/>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0" name="Google Shape;4960;p62"/>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1" name="Google Shape;4961;p62"/>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2" name="Google Shape;4962;p62"/>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3" name="Google Shape;4963;p62"/>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4" name="Google Shape;4964;p62"/>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5" name="Google Shape;4965;p62"/>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6" name="Google Shape;4966;p62"/>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7" name="Google Shape;4967;p62"/>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8" name="Google Shape;4968;p62"/>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69" name="Google Shape;4969;p62"/>
          <p:cNvGrpSpPr/>
          <p:nvPr/>
        </p:nvGrpSpPr>
        <p:grpSpPr>
          <a:xfrm>
            <a:off x="720050" y="1331575"/>
            <a:ext cx="444000" cy="444000"/>
            <a:chOff x="720050" y="1331575"/>
            <a:chExt cx="444000" cy="444000"/>
          </a:xfrm>
        </p:grpSpPr>
        <p:sp>
          <p:nvSpPr>
            <p:cNvPr id="4970" name="Google Shape;4970;p62"/>
            <p:cNvSpPr/>
            <p:nvPr/>
          </p:nvSpPr>
          <p:spPr>
            <a:xfrm>
              <a:off x="720050" y="1331575"/>
              <a:ext cx="444000" cy="444000"/>
            </a:xfrm>
            <a:prstGeom prst="rect">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71" name="Google Shape;4971;p62"/>
            <p:cNvGrpSpPr/>
            <p:nvPr/>
          </p:nvGrpSpPr>
          <p:grpSpPr>
            <a:xfrm>
              <a:off x="810495" y="1386657"/>
              <a:ext cx="263095" cy="333838"/>
              <a:chOff x="4836357" y="3825982"/>
              <a:chExt cx="263095" cy="333838"/>
            </a:xfrm>
          </p:grpSpPr>
          <p:sp>
            <p:nvSpPr>
              <p:cNvPr id="4972" name="Google Shape;4972;p62"/>
              <p:cNvSpPr/>
              <p:nvPr/>
            </p:nvSpPr>
            <p:spPr>
              <a:xfrm>
                <a:off x="4836357" y="3825982"/>
                <a:ext cx="263095" cy="333838"/>
              </a:xfrm>
              <a:custGeom>
                <a:avLst/>
                <a:gdLst/>
                <a:ahLst/>
                <a:cxnLst/>
                <a:rect l="l" t="t" r="r" b="b"/>
                <a:pathLst>
                  <a:path w="9212" h="11689" extrusionOk="0">
                    <a:moveTo>
                      <a:pt x="4645" y="1218"/>
                    </a:moveTo>
                    <a:cubicBezTo>
                      <a:pt x="6493" y="1218"/>
                      <a:pt x="7999" y="2722"/>
                      <a:pt x="7999" y="4573"/>
                    </a:cubicBezTo>
                    <a:cubicBezTo>
                      <a:pt x="7999" y="6424"/>
                      <a:pt x="6496" y="7927"/>
                      <a:pt x="4645" y="7927"/>
                    </a:cubicBezTo>
                    <a:cubicBezTo>
                      <a:pt x="2796" y="7927"/>
                      <a:pt x="1290" y="6424"/>
                      <a:pt x="1290" y="4573"/>
                    </a:cubicBezTo>
                    <a:cubicBezTo>
                      <a:pt x="1290" y="2724"/>
                      <a:pt x="2794" y="1218"/>
                      <a:pt x="4645" y="1218"/>
                    </a:cubicBezTo>
                    <a:close/>
                    <a:moveTo>
                      <a:pt x="4633" y="1"/>
                    </a:moveTo>
                    <a:cubicBezTo>
                      <a:pt x="4598" y="1"/>
                      <a:pt x="4562" y="1"/>
                      <a:pt x="4527" y="2"/>
                    </a:cubicBezTo>
                    <a:cubicBezTo>
                      <a:pt x="1983" y="62"/>
                      <a:pt x="1" y="2145"/>
                      <a:pt x="63" y="4686"/>
                    </a:cubicBezTo>
                    <a:cubicBezTo>
                      <a:pt x="107" y="6446"/>
                      <a:pt x="1142" y="7960"/>
                      <a:pt x="2632" y="8688"/>
                    </a:cubicBezTo>
                    <a:cubicBezTo>
                      <a:pt x="2759" y="8752"/>
                      <a:pt x="2867" y="8849"/>
                      <a:pt x="2938" y="8975"/>
                    </a:cubicBezTo>
                    <a:lnTo>
                      <a:pt x="4388" y="11542"/>
                    </a:lnTo>
                    <a:cubicBezTo>
                      <a:pt x="4443" y="11639"/>
                      <a:pt x="4539" y="11688"/>
                      <a:pt x="4636" y="11688"/>
                    </a:cubicBezTo>
                    <a:cubicBezTo>
                      <a:pt x="4733" y="11688"/>
                      <a:pt x="4830" y="11639"/>
                      <a:pt x="4884" y="11542"/>
                    </a:cubicBezTo>
                    <a:lnTo>
                      <a:pt x="6334" y="8975"/>
                    </a:lnTo>
                    <a:cubicBezTo>
                      <a:pt x="6405" y="8849"/>
                      <a:pt x="6511" y="8752"/>
                      <a:pt x="6639" y="8688"/>
                    </a:cubicBezTo>
                    <a:cubicBezTo>
                      <a:pt x="8161" y="7945"/>
                      <a:pt x="9211" y="6382"/>
                      <a:pt x="9211" y="4575"/>
                    </a:cubicBezTo>
                    <a:cubicBezTo>
                      <a:pt x="9209" y="2047"/>
                      <a:pt x="7160" y="1"/>
                      <a:pt x="46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3" name="Google Shape;4973;p62"/>
              <p:cNvSpPr/>
              <p:nvPr/>
            </p:nvSpPr>
            <p:spPr>
              <a:xfrm>
                <a:off x="4836414" y="3825982"/>
                <a:ext cx="149055" cy="333838"/>
              </a:xfrm>
              <a:custGeom>
                <a:avLst/>
                <a:gdLst/>
                <a:ahLst/>
                <a:cxnLst/>
                <a:rect l="l" t="t" r="r" b="b"/>
                <a:pathLst>
                  <a:path w="5219" h="11689" extrusionOk="0">
                    <a:moveTo>
                      <a:pt x="4647" y="0"/>
                    </a:moveTo>
                    <a:cubicBezTo>
                      <a:pt x="4607" y="0"/>
                      <a:pt x="4567" y="1"/>
                      <a:pt x="4526" y="2"/>
                    </a:cubicBezTo>
                    <a:cubicBezTo>
                      <a:pt x="1985" y="62"/>
                      <a:pt x="1" y="2145"/>
                      <a:pt x="63" y="4686"/>
                    </a:cubicBezTo>
                    <a:cubicBezTo>
                      <a:pt x="107" y="6446"/>
                      <a:pt x="1142" y="7960"/>
                      <a:pt x="2633" y="8688"/>
                    </a:cubicBezTo>
                    <a:cubicBezTo>
                      <a:pt x="2761" y="8752"/>
                      <a:pt x="2867" y="8849"/>
                      <a:pt x="2938" y="8975"/>
                    </a:cubicBezTo>
                    <a:lnTo>
                      <a:pt x="4388" y="11542"/>
                    </a:lnTo>
                    <a:cubicBezTo>
                      <a:pt x="4442" y="11639"/>
                      <a:pt x="4539" y="11688"/>
                      <a:pt x="4636" y="11688"/>
                    </a:cubicBezTo>
                    <a:cubicBezTo>
                      <a:pt x="4733" y="11688"/>
                      <a:pt x="4829" y="11639"/>
                      <a:pt x="4884" y="11542"/>
                    </a:cubicBezTo>
                    <a:lnTo>
                      <a:pt x="5218" y="10954"/>
                    </a:lnTo>
                    <a:lnTo>
                      <a:pt x="4097" y="8973"/>
                    </a:lnTo>
                    <a:cubicBezTo>
                      <a:pt x="4026" y="8847"/>
                      <a:pt x="3920" y="8748"/>
                      <a:pt x="3793" y="8684"/>
                    </a:cubicBezTo>
                    <a:cubicBezTo>
                      <a:pt x="2301" y="7958"/>
                      <a:pt x="1266" y="6444"/>
                      <a:pt x="1222" y="4685"/>
                    </a:cubicBezTo>
                    <a:cubicBezTo>
                      <a:pt x="1165" y="2304"/>
                      <a:pt x="2902" y="323"/>
                      <a:pt x="5211" y="37"/>
                    </a:cubicBezTo>
                    <a:cubicBezTo>
                      <a:pt x="5027" y="14"/>
                      <a:pt x="4839" y="0"/>
                      <a:pt x="4647"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4" name="Google Shape;4974;p62"/>
              <p:cNvSpPr/>
              <p:nvPr/>
            </p:nvSpPr>
            <p:spPr>
              <a:xfrm>
                <a:off x="4870429" y="3858283"/>
                <a:ext cx="196636" cy="196607"/>
              </a:xfrm>
              <a:custGeom>
                <a:avLst/>
                <a:gdLst/>
                <a:ahLst/>
                <a:cxnLst/>
                <a:rect l="l" t="t" r="r" b="b"/>
                <a:pathLst>
                  <a:path w="6885" h="6884" extrusionOk="0">
                    <a:moveTo>
                      <a:pt x="3441" y="713"/>
                    </a:moveTo>
                    <a:cubicBezTo>
                      <a:pt x="4947" y="713"/>
                      <a:pt x="6171" y="1938"/>
                      <a:pt x="6171" y="3442"/>
                    </a:cubicBezTo>
                    <a:cubicBezTo>
                      <a:pt x="6171" y="4947"/>
                      <a:pt x="4944" y="6172"/>
                      <a:pt x="3441" y="6172"/>
                    </a:cubicBezTo>
                    <a:cubicBezTo>
                      <a:pt x="1937" y="6172"/>
                      <a:pt x="712" y="4945"/>
                      <a:pt x="712" y="3442"/>
                    </a:cubicBezTo>
                    <a:cubicBezTo>
                      <a:pt x="712" y="1938"/>
                      <a:pt x="1937" y="713"/>
                      <a:pt x="3441" y="713"/>
                    </a:cubicBezTo>
                    <a:close/>
                    <a:moveTo>
                      <a:pt x="3441" y="1"/>
                    </a:moveTo>
                    <a:cubicBezTo>
                      <a:pt x="1544" y="1"/>
                      <a:pt x="0" y="1544"/>
                      <a:pt x="0" y="3442"/>
                    </a:cubicBezTo>
                    <a:cubicBezTo>
                      <a:pt x="0" y="5339"/>
                      <a:pt x="1543" y="6883"/>
                      <a:pt x="3441" y="6883"/>
                    </a:cubicBezTo>
                    <a:cubicBezTo>
                      <a:pt x="5340" y="6883"/>
                      <a:pt x="6884" y="5341"/>
                      <a:pt x="6883" y="3442"/>
                    </a:cubicBezTo>
                    <a:cubicBezTo>
                      <a:pt x="6883" y="1545"/>
                      <a:pt x="5340" y="1"/>
                      <a:pt x="34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5" name="Google Shape;4975;p62"/>
              <p:cNvSpPr/>
              <p:nvPr/>
            </p:nvSpPr>
            <p:spPr>
              <a:xfrm>
                <a:off x="4870458" y="3858340"/>
                <a:ext cx="109728" cy="196607"/>
              </a:xfrm>
              <a:custGeom>
                <a:avLst/>
                <a:gdLst/>
                <a:ahLst/>
                <a:cxnLst/>
                <a:rect l="l" t="t" r="r" b="b"/>
                <a:pathLst>
                  <a:path w="3842" h="6884" extrusionOk="0">
                    <a:moveTo>
                      <a:pt x="3442" y="1"/>
                    </a:moveTo>
                    <a:cubicBezTo>
                      <a:pt x="1543" y="1"/>
                      <a:pt x="1" y="1545"/>
                      <a:pt x="1" y="3442"/>
                    </a:cubicBezTo>
                    <a:cubicBezTo>
                      <a:pt x="1" y="5341"/>
                      <a:pt x="1545" y="6883"/>
                      <a:pt x="3442" y="6883"/>
                    </a:cubicBezTo>
                    <a:cubicBezTo>
                      <a:pt x="3577" y="6883"/>
                      <a:pt x="3710" y="6874"/>
                      <a:pt x="3842" y="6860"/>
                    </a:cubicBezTo>
                    <a:cubicBezTo>
                      <a:pt x="2606" y="6715"/>
                      <a:pt x="1571" y="5918"/>
                      <a:pt x="1089" y="4826"/>
                    </a:cubicBezTo>
                    <a:cubicBezTo>
                      <a:pt x="850" y="4419"/>
                      <a:pt x="713" y="3946"/>
                      <a:pt x="713" y="3442"/>
                    </a:cubicBezTo>
                    <a:cubicBezTo>
                      <a:pt x="713" y="2938"/>
                      <a:pt x="850" y="2465"/>
                      <a:pt x="1089" y="2058"/>
                    </a:cubicBezTo>
                    <a:cubicBezTo>
                      <a:pt x="1571" y="963"/>
                      <a:pt x="2606" y="167"/>
                      <a:pt x="3842" y="23"/>
                    </a:cubicBezTo>
                    <a:cubicBezTo>
                      <a:pt x="3710" y="8"/>
                      <a:pt x="3577" y="1"/>
                      <a:pt x="344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6" name="Google Shape;4976;p62"/>
              <p:cNvSpPr/>
              <p:nvPr/>
            </p:nvSpPr>
            <p:spPr>
              <a:xfrm>
                <a:off x="4923808" y="3911748"/>
                <a:ext cx="89707" cy="89707"/>
              </a:xfrm>
              <a:custGeom>
                <a:avLst/>
                <a:gdLst/>
                <a:ahLst/>
                <a:cxnLst/>
                <a:rect l="l" t="t" r="r" b="b"/>
                <a:pathLst>
                  <a:path w="3141" h="3141" extrusionOk="0">
                    <a:moveTo>
                      <a:pt x="1570" y="0"/>
                    </a:moveTo>
                    <a:cubicBezTo>
                      <a:pt x="705" y="0"/>
                      <a:pt x="0" y="703"/>
                      <a:pt x="0" y="1570"/>
                    </a:cubicBezTo>
                    <a:cubicBezTo>
                      <a:pt x="0" y="2437"/>
                      <a:pt x="705" y="3140"/>
                      <a:pt x="1570" y="3140"/>
                    </a:cubicBezTo>
                    <a:cubicBezTo>
                      <a:pt x="2438" y="3140"/>
                      <a:pt x="3140" y="2437"/>
                      <a:pt x="3140" y="1570"/>
                    </a:cubicBezTo>
                    <a:cubicBezTo>
                      <a:pt x="3140" y="703"/>
                      <a:pt x="2438" y="0"/>
                      <a:pt x="15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7" name="Google Shape;4977;p62"/>
              <p:cNvSpPr/>
              <p:nvPr/>
            </p:nvSpPr>
            <p:spPr>
              <a:xfrm>
                <a:off x="4923808" y="3911748"/>
                <a:ext cx="59947" cy="89707"/>
              </a:xfrm>
              <a:custGeom>
                <a:avLst/>
                <a:gdLst/>
                <a:ahLst/>
                <a:cxnLst/>
                <a:rect l="l" t="t" r="r" b="b"/>
                <a:pathLst>
                  <a:path w="2099" h="3141" extrusionOk="0">
                    <a:moveTo>
                      <a:pt x="1570" y="0"/>
                    </a:moveTo>
                    <a:cubicBezTo>
                      <a:pt x="703" y="0"/>
                      <a:pt x="0" y="705"/>
                      <a:pt x="0" y="1570"/>
                    </a:cubicBezTo>
                    <a:cubicBezTo>
                      <a:pt x="0" y="2436"/>
                      <a:pt x="707" y="3140"/>
                      <a:pt x="1570" y="3140"/>
                    </a:cubicBezTo>
                    <a:cubicBezTo>
                      <a:pt x="1757" y="3140"/>
                      <a:pt x="1934" y="3107"/>
                      <a:pt x="2098" y="3049"/>
                    </a:cubicBezTo>
                    <a:cubicBezTo>
                      <a:pt x="1494" y="2832"/>
                      <a:pt x="1056" y="2251"/>
                      <a:pt x="1056" y="1570"/>
                    </a:cubicBezTo>
                    <a:cubicBezTo>
                      <a:pt x="1056" y="887"/>
                      <a:pt x="1492" y="309"/>
                      <a:pt x="2098" y="92"/>
                    </a:cubicBezTo>
                    <a:cubicBezTo>
                      <a:pt x="1934" y="31"/>
                      <a:pt x="1757" y="0"/>
                      <a:pt x="157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8" name="Google Shape;4978;p62"/>
              <p:cNvSpPr/>
              <p:nvPr/>
            </p:nvSpPr>
            <p:spPr>
              <a:xfrm>
                <a:off x="4963649" y="3900009"/>
                <a:ext cx="10139" cy="23334"/>
              </a:xfrm>
              <a:custGeom>
                <a:avLst/>
                <a:gdLst/>
                <a:ahLst/>
                <a:cxnLst/>
                <a:rect l="l" t="t" r="r" b="b"/>
                <a:pathLst>
                  <a:path w="355" h="817" extrusionOk="0">
                    <a:moveTo>
                      <a:pt x="177" y="0"/>
                    </a:moveTo>
                    <a:cubicBezTo>
                      <a:pt x="81" y="0"/>
                      <a:pt x="0" y="77"/>
                      <a:pt x="0" y="176"/>
                    </a:cubicBezTo>
                    <a:lnTo>
                      <a:pt x="0" y="641"/>
                    </a:lnTo>
                    <a:cubicBezTo>
                      <a:pt x="0" y="738"/>
                      <a:pt x="79" y="817"/>
                      <a:pt x="177" y="817"/>
                    </a:cubicBezTo>
                    <a:cubicBezTo>
                      <a:pt x="274" y="817"/>
                      <a:pt x="354" y="740"/>
                      <a:pt x="353" y="641"/>
                    </a:cubicBezTo>
                    <a:lnTo>
                      <a:pt x="353" y="176"/>
                    </a:lnTo>
                    <a:cubicBezTo>
                      <a:pt x="353" y="81"/>
                      <a:pt x="274" y="0"/>
                      <a:pt x="1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9" name="Google Shape;4979;p62"/>
              <p:cNvSpPr/>
              <p:nvPr/>
            </p:nvSpPr>
            <p:spPr>
              <a:xfrm>
                <a:off x="4963649" y="3989745"/>
                <a:ext cx="10139" cy="23391"/>
              </a:xfrm>
              <a:custGeom>
                <a:avLst/>
                <a:gdLst/>
                <a:ahLst/>
                <a:cxnLst/>
                <a:rect l="l" t="t" r="r" b="b"/>
                <a:pathLst>
                  <a:path w="355" h="819" extrusionOk="0">
                    <a:moveTo>
                      <a:pt x="177" y="0"/>
                    </a:moveTo>
                    <a:cubicBezTo>
                      <a:pt x="81" y="0"/>
                      <a:pt x="0" y="79"/>
                      <a:pt x="0" y="176"/>
                    </a:cubicBezTo>
                    <a:lnTo>
                      <a:pt x="0" y="641"/>
                    </a:lnTo>
                    <a:cubicBezTo>
                      <a:pt x="0" y="738"/>
                      <a:pt x="79" y="818"/>
                      <a:pt x="177" y="818"/>
                    </a:cubicBezTo>
                    <a:cubicBezTo>
                      <a:pt x="274" y="818"/>
                      <a:pt x="354" y="740"/>
                      <a:pt x="353" y="641"/>
                    </a:cubicBezTo>
                    <a:lnTo>
                      <a:pt x="353" y="176"/>
                    </a:lnTo>
                    <a:cubicBezTo>
                      <a:pt x="353" y="81"/>
                      <a:pt x="274" y="0"/>
                      <a:pt x="1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0" name="Google Shape;4980;p62"/>
              <p:cNvSpPr/>
              <p:nvPr/>
            </p:nvSpPr>
            <p:spPr>
              <a:xfrm>
                <a:off x="4912184" y="3951560"/>
                <a:ext cx="23334" cy="10053"/>
              </a:xfrm>
              <a:custGeom>
                <a:avLst/>
                <a:gdLst/>
                <a:ahLst/>
                <a:cxnLst/>
                <a:rect l="l" t="t" r="r" b="b"/>
                <a:pathLst>
                  <a:path w="817" h="352" extrusionOk="0">
                    <a:moveTo>
                      <a:pt x="176" y="1"/>
                    </a:moveTo>
                    <a:cubicBezTo>
                      <a:pt x="81" y="1"/>
                      <a:pt x="0" y="79"/>
                      <a:pt x="0" y="176"/>
                    </a:cubicBezTo>
                    <a:cubicBezTo>
                      <a:pt x="0" y="271"/>
                      <a:pt x="77" y="351"/>
                      <a:pt x="176" y="351"/>
                    </a:cubicBezTo>
                    <a:lnTo>
                      <a:pt x="641" y="351"/>
                    </a:lnTo>
                    <a:cubicBezTo>
                      <a:pt x="740" y="351"/>
                      <a:pt x="816" y="271"/>
                      <a:pt x="816" y="176"/>
                    </a:cubicBezTo>
                    <a:cubicBezTo>
                      <a:pt x="816" y="79"/>
                      <a:pt x="740" y="1"/>
                      <a:pt x="6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1" name="Google Shape;4981;p62"/>
              <p:cNvSpPr/>
              <p:nvPr/>
            </p:nvSpPr>
            <p:spPr>
              <a:xfrm>
                <a:off x="5001920" y="3951560"/>
                <a:ext cx="23391" cy="10053"/>
              </a:xfrm>
              <a:custGeom>
                <a:avLst/>
                <a:gdLst/>
                <a:ahLst/>
                <a:cxnLst/>
                <a:rect l="l" t="t" r="r" b="b"/>
                <a:pathLst>
                  <a:path w="819" h="352" extrusionOk="0">
                    <a:moveTo>
                      <a:pt x="175" y="1"/>
                    </a:moveTo>
                    <a:cubicBezTo>
                      <a:pt x="81" y="1"/>
                      <a:pt x="0" y="79"/>
                      <a:pt x="0" y="176"/>
                    </a:cubicBezTo>
                    <a:cubicBezTo>
                      <a:pt x="0" y="271"/>
                      <a:pt x="79" y="351"/>
                      <a:pt x="175" y="351"/>
                    </a:cubicBezTo>
                    <a:lnTo>
                      <a:pt x="641" y="351"/>
                    </a:lnTo>
                    <a:cubicBezTo>
                      <a:pt x="740" y="351"/>
                      <a:pt x="818" y="271"/>
                      <a:pt x="818" y="176"/>
                    </a:cubicBezTo>
                    <a:cubicBezTo>
                      <a:pt x="818" y="79"/>
                      <a:pt x="740" y="1"/>
                      <a:pt x="6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82" name="Google Shape;4982;p62"/>
          <p:cNvGrpSpPr/>
          <p:nvPr/>
        </p:nvGrpSpPr>
        <p:grpSpPr>
          <a:xfrm>
            <a:off x="720050" y="2456150"/>
            <a:ext cx="444000" cy="444000"/>
            <a:chOff x="720050" y="2456150"/>
            <a:chExt cx="444000" cy="444000"/>
          </a:xfrm>
        </p:grpSpPr>
        <p:sp>
          <p:nvSpPr>
            <p:cNvPr id="4983" name="Google Shape;4983;p62"/>
            <p:cNvSpPr/>
            <p:nvPr/>
          </p:nvSpPr>
          <p:spPr>
            <a:xfrm>
              <a:off x="720050" y="2456150"/>
              <a:ext cx="444000" cy="444000"/>
            </a:xfrm>
            <a:prstGeom prst="rect">
              <a:avLst/>
            </a:prstGeom>
            <a:solidFill>
              <a:schemeClr val="accent2"/>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84" name="Google Shape;4984;p62"/>
            <p:cNvGrpSpPr/>
            <p:nvPr/>
          </p:nvGrpSpPr>
          <p:grpSpPr>
            <a:xfrm>
              <a:off x="810495" y="2511219"/>
              <a:ext cx="263095" cy="333838"/>
              <a:chOff x="4836357" y="3825982"/>
              <a:chExt cx="263095" cy="333838"/>
            </a:xfrm>
          </p:grpSpPr>
          <p:sp>
            <p:nvSpPr>
              <p:cNvPr id="4985" name="Google Shape;4985;p62"/>
              <p:cNvSpPr/>
              <p:nvPr/>
            </p:nvSpPr>
            <p:spPr>
              <a:xfrm>
                <a:off x="4836357" y="3825982"/>
                <a:ext cx="263095" cy="333838"/>
              </a:xfrm>
              <a:custGeom>
                <a:avLst/>
                <a:gdLst/>
                <a:ahLst/>
                <a:cxnLst/>
                <a:rect l="l" t="t" r="r" b="b"/>
                <a:pathLst>
                  <a:path w="9212" h="11689" extrusionOk="0">
                    <a:moveTo>
                      <a:pt x="4645" y="1218"/>
                    </a:moveTo>
                    <a:cubicBezTo>
                      <a:pt x="6493" y="1218"/>
                      <a:pt x="7999" y="2722"/>
                      <a:pt x="7999" y="4573"/>
                    </a:cubicBezTo>
                    <a:cubicBezTo>
                      <a:pt x="7999" y="6424"/>
                      <a:pt x="6496" y="7927"/>
                      <a:pt x="4645" y="7927"/>
                    </a:cubicBezTo>
                    <a:cubicBezTo>
                      <a:pt x="2796" y="7927"/>
                      <a:pt x="1290" y="6424"/>
                      <a:pt x="1290" y="4573"/>
                    </a:cubicBezTo>
                    <a:cubicBezTo>
                      <a:pt x="1290" y="2724"/>
                      <a:pt x="2794" y="1218"/>
                      <a:pt x="4645" y="1218"/>
                    </a:cubicBezTo>
                    <a:close/>
                    <a:moveTo>
                      <a:pt x="4633" y="1"/>
                    </a:moveTo>
                    <a:cubicBezTo>
                      <a:pt x="4598" y="1"/>
                      <a:pt x="4562" y="1"/>
                      <a:pt x="4527" y="2"/>
                    </a:cubicBezTo>
                    <a:cubicBezTo>
                      <a:pt x="1983" y="62"/>
                      <a:pt x="1" y="2145"/>
                      <a:pt x="63" y="4686"/>
                    </a:cubicBezTo>
                    <a:cubicBezTo>
                      <a:pt x="107" y="6446"/>
                      <a:pt x="1142" y="7960"/>
                      <a:pt x="2632" y="8688"/>
                    </a:cubicBezTo>
                    <a:cubicBezTo>
                      <a:pt x="2759" y="8752"/>
                      <a:pt x="2867" y="8849"/>
                      <a:pt x="2938" y="8975"/>
                    </a:cubicBezTo>
                    <a:lnTo>
                      <a:pt x="4388" y="11542"/>
                    </a:lnTo>
                    <a:cubicBezTo>
                      <a:pt x="4443" y="11639"/>
                      <a:pt x="4539" y="11688"/>
                      <a:pt x="4636" y="11688"/>
                    </a:cubicBezTo>
                    <a:cubicBezTo>
                      <a:pt x="4733" y="11688"/>
                      <a:pt x="4830" y="11639"/>
                      <a:pt x="4884" y="11542"/>
                    </a:cubicBezTo>
                    <a:lnTo>
                      <a:pt x="6334" y="8975"/>
                    </a:lnTo>
                    <a:cubicBezTo>
                      <a:pt x="6405" y="8849"/>
                      <a:pt x="6511" y="8752"/>
                      <a:pt x="6639" y="8688"/>
                    </a:cubicBezTo>
                    <a:cubicBezTo>
                      <a:pt x="8161" y="7945"/>
                      <a:pt x="9211" y="6382"/>
                      <a:pt x="9211" y="4575"/>
                    </a:cubicBezTo>
                    <a:cubicBezTo>
                      <a:pt x="9209" y="2047"/>
                      <a:pt x="7160" y="1"/>
                      <a:pt x="46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6" name="Google Shape;4986;p62"/>
              <p:cNvSpPr/>
              <p:nvPr/>
            </p:nvSpPr>
            <p:spPr>
              <a:xfrm>
                <a:off x="4836414" y="3825982"/>
                <a:ext cx="149055" cy="333838"/>
              </a:xfrm>
              <a:custGeom>
                <a:avLst/>
                <a:gdLst/>
                <a:ahLst/>
                <a:cxnLst/>
                <a:rect l="l" t="t" r="r" b="b"/>
                <a:pathLst>
                  <a:path w="5219" h="11689" extrusionOk="0">
                    <a:moveTo>
                      <a:pt x="4647" y="0"/>
                    </a:moveTo>
                    <a:cubicBezTo>
                      <a:pt x="4607" y="0"/>
                      <a:pt x="4567" y="1"/>
                      <a:pt x="4526" y="2"/>
                    </a:cubicBezTo>
                    <a:cubicBezTo>
                      <a:pt x="1985" y="62"/>
                      <a:pt x="1" y="2145"/>
                      <a:pt x="63" y="4686"/>
                    </a:cubicBezTo>
                    <a:cubicBezTo>
                      <a:pt x="107" y="6446"/>
                      <a:pt x="1142" y="7960"/>
                      <a:pt x="2633" y="8688"/>
                    </a:cubicBezTo>
                    <a:cubicBezTo>
                      <a:pt x="2761" y="8752"/>
                      <a:pt x="2867" y="8849"/>
                      <a:pt x="2938" y="8975"/>
                    </a:cubicBezTo>
                    <a:lnTo>
                      <a:pt x="4388" y="11542"/>
                    </a:lnTo>
                    <a:cubicBezTo>
                      <a:pt x="4442" y="11639"/>
                      <a:pt x="4539" y="11688"/>
                      <a:pt x="4636" y="11688"/>
                    </a:cubicBezTo>
                    <a:cubicBezTo>
                      <a:pt x="4733" y="11688"/>
                      <a:pt x="4829" y="11639"/>
                      <a:pt x="4884" y="11542"/>
                    </a:cubicBezTo>
                    <a:lnTo>
                      <a:pt x="5218" y="10954"/>
                    </a:lnTo>
                    <a:lnTo>
                      <a:pt x="4097" y="8973"/>
                    </a:lnTo>
                    <a:cubicBezTo>
                      <a:pt x="4026" y="8847"/>
                      <a:pt x="3920" y="8748"/>
                      <a:pt x="3793" y="8684"/>
                    </a:cubicBezTo>
                    <a:cubicBezTo>
                      <a:pt x="2301" y="7958"/>
                      <a:pt x="1266" y="6444"/>
                      <a:pt x="1222" y="4685"/>
                    </a:cubicBezTo>
                    <a:cubicBezTo>
                      <a:pt x="1165" y="2304"/>
                      <a:pt x="2902" y="323"/>
                      <a:pt x="5211" y="37"/>
                    </a:cubicBezTo>
                    <a:cubicBezTo>
                      <a:pt x="5027" y="14"/>
                      <a:pt x="4839" y="0"/>
                      <a:pt x="4647"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7" name="Google Shape;4987;p62"/>
              <p:cNvSpPr/>
              <p:nvPr/>
            </p:nvSpPr>
            <p:spPr>
              <a:xfrm>
                <a:off x="4870429" y="3858283"/>
                <a:ext cx="196636" cy="196607"/>
              </a:xfrm>
              <a:custGeom>
                <a:avLst/>
                <a:gdLst/>
                <a:ahLst/>
                <a:cxnLst/>
                <a:rect l="l" t="t" r="r" b="b"/>
                <a:pathLst>
                  <a:path w="6885" h="6884" extrusionOk="0">
                    <a:moveTo>
                      <a:pt x="3441" y="713"/>
                    </a:moveTo>
                    <a:cubicBezTo>
                      <a:pt x="4947" y="713"/>
                      <a:pt x="6171" y="1938"/>
                      <a:pt x="6171" y="3442"/>
                    </a:cubicBezTo>
                    <a:cubicBezTo>
                      <a:pt x="6171" y="4947"/>
                      <a:pt x="4944" y="6172"/>
                      <a:pt x="3441" y="6172"/>
                    </a:cubicBezTo>
                    <a:cubicBezTo>
                      <a:pt x="1937" y="6172"/>
                      <a:pt x="712" y="4945"/>
                      <a:pt x="712" y="3442"/>
                    </a:cubicBezTo>
                    <a:cubicBezTo>
                      <a:pt x="712" y="1938"/>
                      <a:pt x="1937" y="713"/>
                      <a:pt x="3441" y="713"/>
                    </a:cubicBezTo>
                    <a:close/>
                    <a:moveTo>
                      <a:pt x="3441" y="1"/>
                    </a:moveTo>
                    <a:cubicBezTo>
                      <a:pt x="1544" y="1"/>
                      <a:pt x="0" y="1544"/>
                      <a:pt x="0" y="3442"/>
                    </a:cubicBezTo>
                    <a:cubicBezTo>
                      <a:pt x="0" y="5339"/>
                      <a:pt x="1543" y="6883"/>
                      <a:pt x="3441" y="6883"/>
                    </a:cubicBezTo>
                    <a:cubicBezTo>
                      <a:pt x="5340" y="6883"/>
                      <a:pt x="6884" y="5341"/>
                      <a:pt x="6883" y="3442"/>
                    </a:cubicBezTo>
                    <a:cubicBezTo>
                      <a:pt x="6883" y="1545"/>
                      <a:pt x="5340" y="1"/>
                      <a:pt x="34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8" name="Google Shape;4988;p62"/>
              <p:cNvSpPr/>
              <p:nvPr/>
            </p:nvSpPr>
            <p:spPr>
              <a:xfrm>
                <a:off x="4870458" y="3858340"/>
                <a:ext cx="109728" cy="196607"/>
              </a:xfrm>
              <a:custGeom>
                <a:avLst/>
                <a:gdLst/>
                <a:ahLst/>
                <a:cxnLst/>
                <a:rect l="l" t="t" r="r" b="b"/>
                <a:pathLst>
                  <a:path w="3842" h="6884" extrusionOk="0">
                    <a:moveTo>
                      <a:pt x="3442" y="1"/>
                    </a:moveTo>
                    <a:cubicBezTo>
                      <a:pt x="1543" y="1"/>
                      <a:pt x="1" y="1545"/>
                      <a:pt x="1" y="3442"/>
                    </a:cubicBezTo>
                    <a:cubicBezTo>
                      <a:pt x="1" y="5341"/>
                      <a:pt x="1545" y="6883"/>
                      <a:pt x="3442" y="6883"/>
                    </a:cubicBezTo>
                    <a:cubicBezTo>
                      <a:pt x="3577" y="6883"/>
                      <a:pt x="3710" y="6874"/>
                      <a:pt x="3842" y="6860"/>
                    </a:cubicBezTo>
                    <a:cubicBezTo>
                      <a:pt x="2606" y="6715"/>
                      <a:pt x="1571" y="5918"/>
                      <a:pt x="1089" y="4826"/>
                    </a:cubicBezTo>
                    <a:cubicBezTo>
                      <a:pt x="850" y="4419"/>
                      <a:pt x="713" y="3946"/>
                      <a:pt x="713" y="3442"/>
                    </a:cubicBezTo>
                    <a:cubicBezTo>
                      <a:pt x="713" y="2938"/>
                      <a:pt x="850" y="2465"/>
                      <a:pt x="1089" y="2058"/>
                    </a:cubicBezTo>
                    <a:cubicBezTo>
                      <a:pt x="1571" y="963"/>
                      <a:pt x="2606" y="167"/>
                      <a:pt x="3842" y="23"/>
                    </a:cubicBezTo>
                    <a:cubicBezTo>
                      <a:pt x="3710" y="8"/>
                      <a:pt x="3577" y="1"/>
                      <a:pt x="344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9" name="Google Shape;4989;p62"/>
              <p:cNvSpPr/>
              <p:nvPr/>
            </p:nvSpPr>
            <p:spPr>
              <a:xfrm>
                <a:off x="4923808" y="3911748"/>
                <a:ext cx="89707" cy="89707"/>
              </a:xfrm>
              <a:custGeom>
                <a:avLst/>
                <a:gdLst/>
                <a:ahLst/>
                <a:cxnLst/>
                <a:rect l="l" t="t" r="r" b="b"/>
                <a:pathLst>
                  <a:path w="3141" h="3141" extrusionOk="0">
                    <a:moveTo>
                      <a:pt x="1570" y="0"/>
                    </a:moveTo>
                    <a:cubicBezTo>
                      <a:pt x="705" y="0"/>
                      <a:pt x="0" y="703"/>
                      <a:pt x="0" y="1570"/>
                    </a:cubicBezTo>
                    <a:cubicBezTo>
                      <a:pt x="0" y="2437"/>
                      <a:pt x="705" y="3140"/>
                      <a:pt x="1570" y="3140"/>
                    </a:cubicBezTo>
                    <a:cubicBezTo>
                      <a:pt x="2438" y="3140"/>
                      <a:pt x="3140" y="2437"/>
                      <a:pt x="3140" y="1570"/>
                    </a:cubicBezTo>
                    <a:cubicBezTo>
                      <a:pt x="3140" y="703"/>
                      <a:pt x="2438" y="0"/>
                      <a:pt x="15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0" name="Google Shape;4990;p62"/>
              <p:cNvSpPr/>
              <p:nvPr/>
            </p:nvSpPr>
            <p:spPr>
              <a:xfrm>
                <a:off x="4923808" y="3911748"/>
                <a:ext cx="59947" cy="89707"/>
              </a:xfrm>
              <a:custGeom>
                <a:avLst/>
                <a:gdLst/>
                <a:ahLst/>
                <a:cxnLst/>
                <a:rect l="l" t="t" r="r" b="b"/>
                <a:pathLst>
                  <a:path w="2099" h="3141" extrusionOk="0">
                    <a:moveTo>
                      <a:pt x="1570" y="0"/>
                    </a:moveTo>
                    <a:cubicBezTo>
                      <a:pt x="703" y="0"/>
                      <a:pt x="0" y="705"/>
                      <a:pt x="0" y="1570"/>
                    </a:cubicBezTo>
                    <a:cubicBezTo>
                      <a:pt x="0" y="2436"/>
                      <a:pt x="707" y="3140"/>
                      <a:pt x="1570" y="3140"/>
                    </a:cubicBezTo>
                    <a:cubicBezTo>
                      <a:pt x="1757" y="3140"/>
                      <a:pt x="1934" y="3107"/>
                      <a:pt x="2098" y="3049"/>
                    </a:cubicBezTo>
                    <a:cubicBezTo>
                      <a:pt x="1494" y="2832"/>
                      <a:pt x="1056" y="2251"/>
                      <a:pt x="1056" y="1570"/>
                    </a:cubicBezTo>
                    <a:cubicBezTo>
                      <a:pt x="1056" y="887"/>
                      <a:pt x="1492" y="309"/>
                      <a:pt x="2098" y="92"/>
                    </a:cubicBezTo>
                    <a:cubicBezTo>
                      <a:pt x="1934" y="31"/>
                      <a:pt x="1757" y="0"/>
                      <a:pt x="157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1" name="Google Shape;4991;p62"/>
              <p:cNvSpPr/>
              <p:nvPr/>
            </p:nvSpPr>
            <p:spPr>
              <a:xfrm>
                <a:off x="4963649" y="3900009"/>
                <a:ext cx="10139" cy="23334"/>
              </a:xfrm>
              <a:custGeom>
                <a:avLst/>
                <a:gdLst/>
                <a:ahLst/>
                <a:cxnLst/>
                <a:rect l="l" t="t" r="r" b="b"/>
                <a:pathLst>
                  <a:path w="355" h="817" extrusionOk="0">
                    <a:moveTo>
                      <a:pt x="177" y="0"/>
                    </a:moveTo>
                    <a:cubicBezTo>
                      <a:pt x="81" y="0"/>
                      <a:pt x="0" y="77"/>
                      <a:pt x="0" y="176"/>
                    </a:cubicBezTo>
                    <a:lnTo>
                      <a:pt x="0" y="641"/>
                    </a:lnTo>
                    <a:cubicBezTo>
                      <a:pt x="0" y="738"/>
                      <a:pt x="79" y="817"/>
                      <a:pt x="177" y="817"/>
                    </a:cubicBezTo>
                    <a:cubicBezTo>
                      <a:pt x="274" y="817"/>
                      <a:pt x="354" y="740"/>
                      <a:pt x="353" y="641"/>
                    </a:cubicBezTo>
                    <a:lnTo>
                      <a:pt x="353" y="176"/>
                    </a:lnTo>
                    <a:cubicBezTo>
                      <a:pt x="353" y="81"/>
                      <a:pt x="274" y="0"/>
                      <a:pt x="1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2" name="Google Shape;4992;p62"/>
              <p:cNvSpPr/>
              <p:nvPr/>
            </p:nvSpPr>
            <p:spPr>
              <a:xfrm>
                <a:off x="4963649" y="3989745"/>
                <a:ext cx="10139" cy="23391"/>
              </a:xfrm>
              <a:custGeom>
                <a:avLst/>
                <a:gdLst/>
                <a:ahLst/>
                <a:cxnLst/>
                <a:rect l="l" t="t" r="r" b="b"/>
                <a:pathLst>
                  <a:path w="355" h="819" extrusionOk="0">
                    <a:moveTo>
                      <a:pt x="177" y="0"/>
                    </a:moveTo>
                    <a:cubicBezTo>
                      <a:pt x="81" y="0"/>
                      <a:pt x="0" y="79"/>
                      <a:pt x="0" y="176"/>
                    </a:cubicBezTo>
                    <a:lnTo>
                      <a:pt x="0" y="641"/>
                    </a:lnTo>
                    <a:cubicBezTo>
                      <a:pt x="0" y="738"/>
                      <a:pt x="79" y="818"/>
                      <a:pt x="177" y="818"/>
                    </a:cubicBezTo>
                    <a:cubicBezTo>
                      <a:pt x="274" y="818"/>
                      <a:pt x="354" y="740"/>
                      <a:pt x="353" y="641"/>
                    </a:cubicBezTo>
                    <a:lnTo>
                      <a:pt x="353" y="176"/>
                    </a:lnTo>
                    <a:cubicBezTo>
                      <a:pt x="353" y="81"/>
                      <a:pt x="274" y="0"/>
                      <a:pt x="1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3" name="Google Shape;4993;p62"/>
              <p:cNvSpPr/>
              <p:nvPr/>
            </p:nvSpPr>
            <p:spPr>
              <a:xfrm>
                <a:off x="4912184" y="3951560"/>
                <a:ext cx="23334" cy="10053"/>
              </a:xfrm>
              <a:custGeom>
                <a:avLst/>
                <a:gdLst/>
                <a:ahLst/>
                <a:cxnLst/>
                <a:rect l="l" t="t" r="r" b="b"/>
                <a:pathLst>
                  <a:path w="817" h="352" extrusionOk="0">
                    <a:moveTo>
                      <a:pt x="176" y="1"/>
                    </a:moveTo>
                    <a:cubicBezTo>
                      <a:pt x="81" y="1"/>
                      <a:pt x="0" y="79"/>
                      <a:pt x="0" y="176"/>
                    </a:cubicBezTo>
                    <a:cubicBezTo>
                      <a:pt x="0" y="271"/>
                      <a:pt x="77" y="351"/>
                      <a:pt x="176" y="351"/>
                    </a:cubicBezTo>
                    <a:lnTo>
                      <a:pt x="641" y="351"/>
                    </a:lnTo>
                    <a:cubicBezTo>
                      <a:pt x="740" y="351"/>
                      <a:pt x="816" y="271"/>
                      <a:pt x="816" y="176"/>
                    </a:cubicBezTo>
                    <a:cubicBezTo>
                      <a:pt x="816" y="79"/>
                      <a:pt x="740" y="1"/>
                      <a:pt x="6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4" name="Google Shape;4994;p62"/>
              <p:cNvSpPr/>
              <p:nvPr/>
            </p:nvSpPr>
            <p:spPr>
              <a:xfrm>
                <a:off x="5001920" y="3951560"/>
                <a:ext cx="23391" cy="10053"/>
              </a:xfrm>
              <a:custGeom>
                <a:avLst/>
                <a:gdLst/>
                <a:ahLst/>
                <a:cxnLst/>
                <a:rect l="l" t="t" r="r" b="b"/>
                <a:pathLst>
                  <a:path w="819" h="352" extrusionOk="0">
                    <a:moveTo>
                      <a:pt x="175" y="1"/>
                    </a:moveTo>
                    <a:cubicBezTo>
                      <a:pt x="81" y="1"/>
                      <a:pt x="0" y="79"/>
                      <a:pt x="0" y="176"/>
                    </a:cubicBezTo>
                    <a:cubicBezTo>
                      <a:pt x="0" y="271"/>
                      <a:pt x="79" y="351"/>
                      <a:pt x="175" y="351"/>
                    </a:cubicBezTo>
                    <a:lnTo>
                      <a:pt x="641" y="351"/>
                    </a:lnTo>
                    <a:cubicBezTo>
                      <a:pt x="740" y="351"/>
                      <a:pt x="818" y="271"/>
                      <a:pt x="818" y="176"/>
                    </a:cubicBezTo>
                    <a:cubicBezTo>
                      <a:pt x="818" y="79"/>
                      <a:pt x="740" y="1"/>
                      <a:pt x="6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95" name="Google Shape;4995;p62"/>
          <p:cNvGrpSpPr/>
          <p:nvPr/>
        </p:nvGrpSpPr>
        <p:grpSpPr>
          <a:xfrm>
            <a:off x="720000" y="3580696"/>
            <a:ext cx="444000" cy="444000"/>
            <a:chOff x="720000" y="3580696"/>
            <a:chExt cx="444000" cy="444000"/>
          </a:xfrm>
        </p:grpSpPr>
        <p:sp>
          <p:nvSpPr>
            <p:cNvPr id="4996" name="Google Shape;4996;p62"/>
            <p:cNvSpPr/>
            <p:nvPr/>
          </p:nvSpPr>
          <p:spPr>
            <a:xfrm>
              <a:off x="720000" y="3580696"/>
              <a:ext cx="444000" cy="444000"/>
            </a:xfrm>
            <a:prstGeom prst="rect">
              <a:avLst/>
            </a:prstGeom>
            <a:solidFill>
              <a:schemeClr val="lt2"/>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97" name="Google Shape;4997;p62"/>
            <p:cNvGrpSpPr/>
            <p:nvPr/>
          </p:nvGrpSpPr>
          <p:grpSpPr>
            <a:xfrm>
              <a:off x="810495" y="3635794"/>
              <a:ext cx="263095" cy="333838"/>
              <a:chOff x="4836357" y="3825982"/>
              <a:chExt cx="263095" cy="333838"/>
            </a:xfrm>
          </p:grpSpPr>
          <p:sp>
            <p:nvSpPr>
              <p:cNvPr id="4998" name="Google Shape;4998;p62"/>
              <p:cNvSpPr/>
              <p:nvPr/>
            </p:nvSpPr>
            <p:spPr>
              <a:xfrm>
                <a:off x="4836357" y="3825982"/>
                <a:ext cx="263095" cy="333838"/>
              </a:xfrm>
              <a:custGeom>
                <a:avLst/>
                <a:gdLst/>
                <a:ahLst/>
                <a:cxnLst/>
                <a:rect l="l" t="t" r="r" b="b"/>
                <a:pathLst>
                  <a:path w="9212" h="11689" extrusionOk="0">
                    <a:moveTo>
                      <a:pt x="4645" y="1218"/>
                    </a:moveTo>
                    <a:cubicBezTo>
                      <a:pt x="6493" y="1218"/>
                      <a:pt x="7999" y="2722"/>
                      <a:pt x="7999" y="4573"/>
                    </a:cubicBezTo>
                    <a:cubicBezTo>
                      <a:pt x="7999" y="6424"/>
                      <a:pt x="6496" y="7927"/>
                      <a:pt x="4645" y="7927"/>
                    </a:cubicBezTo>
                    <a:cubicBezTo>
                      <a:pt x="2796" y="7927"/>
                      <a:pt x="1290" y="6424"/>
                      <a:pt x="1290" y="4573"/>
                    </a:cubicBezTo>
                    <a:cubicBezTo>
                      <a:pt x="1290" y="2724"/>
                      <a:pt x="2794" y="1218"/>
                      <a:pt x="4645" y="1218"/>
                    </a:cubicBezTo>
                    <a:close/>
                    <a:moveTo>
                      <a:pt x="4633" y="1"/>
                    </a:moveTo>
                    <a:cubicBezTo>
                      <a:pt x="4598" y="1"/>
                      <a:pt x="4562" y="1"/>
                      <a:pt x="4527" y="2"/>
                    </a:cubicBezTo>
                    <a:cubicBezTo>
                      <a:pt x="1983" y="62"/>
                      <a:pt x="1" y="2145"/>
                      <a:pt x="63" y="4686"/>
                    </a:cubicBezTo>
                    <a:cubicBezTo>
                      <a:pt x="107" y="6446"/>
                      <a:pt x="1142" y="7960"/>
                      <a:pt x="2632" y="8688"/>
                    </a:cubicBezTo>
                    <a:cubicBezTo>
                      <a:pt x="2759" y="8752"/>
                      <a:pt x="2867" y="8849"/>
                      <a:pt x="2938" y="8975"/>
                    </a:cubicBezTo>
                    <a:lnTo>
                      <a:pt x="4388" y="11542"/>
                    </a:lnTo>
                    <a:cubicBezTo>
                      <a:pt x="4443" y="11639"/>
                      <a:pt x="4539" y="11688"/>
                      <a:pt x="4636" y="11688"/>
                    </a:cubicBezTo>
                    <a:cubicBezTo>
                      <a:pt x="4733" y="11688"/>
                      <a:pt x="4830" y="11639"/>
                      <a:pt x="4884" y="11542"/>
                    </a:cubicBezTo>
                    <a:lnTo>
                      <a:pt x="6334" y="8975"/>
                    </a:lnTo>
                    <a:cubicBezTo>
                      <a:pt x="6405" y="8849"/>
                      <a:pt x="6511" y="8752"/>
                      <a:pt x="6639" y="8688"/>
                    </a:cubicBezTo>
                    <a:cubicBezTo>
                      <a:pt x="8161" y="7945"/>
                      <a:pt x="9211" y="6382"/>
                      <a:pt x="9211" y="4575"/>
                    </a:cubicBezTo>
                    <a:cubicBezTo>
                      <a:pt x="9209" y="2047"/>
                      <a:pt x="7160" y="1"/>
                      <a:pt x="46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9" name="Google Shape;4999;p62"/>
              <p:cNvSpPr/>
              <p:nvPr/>
            </p:nvSpPr>
            <p:spPr>
              <a:xfrm>
                <a:off x="4836414" y="3825982"/>
                <a:ext cx="149055" cy="333838"/>
              </a:xfrm>
              <a:custGeom>
                <a:avLst/>
                <a:gdLst/>
                <a:ahLst/>
                <a:cxnLst/>
                <a:rect l="l" t="t" r="r" b="b"/>
                <a:pathLst>
                  <a:path w="5219" h="11689" extrusionOk="0">
                    <a:moveTo>
                      <a:pt x="4647" y="0"/>
                    </a:moveTo>
                    <a:cubicBezTo>
                      <a:pt x="4607" y="0"/>
                      <a:pt x="4567" y="1"/>
                      <a:pt x="4526" y="2"/>
                    </a:cubicBezTo>
                    <a:cubicBezTo>
                      <a:pt x="1985" y="62"/>
                      <a:pt x="1" y="2145"/>
                      <a:pt x="63" y="4686"/>
                    </a:cubicBezTo>
                    <a:cubicBezTo>
                      <a:pt x="107" y="6446"/>
                      <a:pt x="1142" y="7960"/>
                      <a:pt x="2633" y="8688"/>
                    </a:cubicBezTo>
                    <a:cubicBezTo>
                      <a:pt x="2761" y="8752"/>
                      <a:pt x="2867" y="8849"/>
                      <a:pt x="2938" y="8975"/>
                    </a:cubicBezTo>
                    <a:lnTo>
                      <a:pt x="4388" y="11542"/>
                    </a:lnTo>
                    <a:cubicBezTo>
                      <a:pt x="4442" y="11639"/>
                      <a:pt x="4539" y="11688"/>
                      <a:pt x="4636" y="11688"/>
                    </a:cubicBezTo>
                    <a:cubicBezTo>
                      <a:pt x="4733" y="11688"/>
                      <a:pt x="4829" y="11639"/>
                      <a:pt x="4884" y="11542"/>
                    </a:cubicBezTo>
                    <a:lnTo>
                      <a:pt x="5218" y="10954"/>
                    </a:lnTo>
                    <a:lnTo>
                      <a:pt x="4097" y="8973"/>
                    </a:lnTo>
                    <a:cubicBezTo>
                      <a:pt x="4026" y="8847"/>
                      <a:pt x="3920" y="8748"/>
                      <a:pt x="3793" y="8684"/>
                    </a:cubicBezTo>
                    <a:cubicBezTo>
                      <a:pt x="2301" y="7958"/>
                      <a:pt x="1266" y="6444"/>
                      <a:pt x="1222" y="4685"/>
                    </a:cubicBezTo>
                    <a:cubicBezTo>
                      <a:pt x="1165" y="2304"/>
                      <a:pt x="2902" y="323"/>
                      <a:pt x="5211" y="37"/>
                    </a:cubicBezTo>
                    <a:cubicBezTo>
                      <a:pt x="5027" y="14"/>
                      <a:pt x="4839" y="0"/>
                      <a:pt x="4647"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0" name="Google Shape;5000;p62"/>
              <p:cNvSpPr/>
              <p:nvPr/>
            </p:nvSpPr>
            <p:spPr>
              <a:xfrm>
                <a:off x="4870429" y="3858283"/>
                <a:ext cx="196636" cy="196607"/>
              </a:xfrm>
              <a:custGeom>
                <a:avLst/>
                <a:gdLst/>
                <a:ahLst/>
                <a:cxnLst/>
                <a:rect l="l" t="t" r="r" b="b"/>
                <a:pathLst>
                  <a:path w="6885" h="6884" extrusionOk="0">
                    <a:moveTo>
                      <a:pt x="3441" y="713"/>
                    </a:moveTo>
                    <a:cubicBezTo>
                      <a:pt x="4947" y="713"/>
                      <a:pt x="6171" y="1938"/>
                      <a:pt x="6171" y="3442"/>
                    </a:cubicBezTo>
                    <a:cubicBezTo>
                      <a:pt x="6171" y="4947"/>
                      <a:pt x="4944" y="6172"/>
                      <a:pt x="3441" y="6172"/>
                    </a:cubicBezTo>
                    <a:cubicBezTo>
                      <a:pt x="1937" y="6172"/>
                      <a:pt x="712" y="4945"/>
                      <a:pt x="712" y="3442"/>
                    </a:cubicBezTo>
                    <a:cubicBezTo>
                      <a:pt x="712" y="1938"/>
                      <a:pt x="1937" y="713"/>
                      <a:pt x="3441" y="713"/>
                    </a:cubicBezTo>
                    <a:close/>
                    <a:moveTo>
                      <a:pt x="3441" y="1"/>
                    </a:moveTo>
                    <a:cubicBezTo>
                      <a:pt x="1544" y="1"/>
                      <a:pt x="0" y="1544"/>
                      <a:pt x="0" y="3442"/>
                    </a:cubicBezTo>
                    <a:cubicBezTo>
                      <a:pt x="0" y="5339"/>
                      <a:pt x="1543" y="6883"/>
                      <a:pt x="3441" y="6883"/>
                    </a:cubicBezTo>
                    <a:cubicBezTo>
                      <a:pt x="5340" y="6883"/>
                      <a:pt x="6884" y="5341"/>
                      <a:pt x="6883" y="3442"/>
                    </a:cubicBezTo>
                    <a:cubicBezTo>
                      <a:pt x="6883" y="1545"/>
                      <a:pt x="5340" y="1"/>
                      <a:pt x="34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1" name="Google Shape;5001;p62"/>
              <p:cNvSpPr/>
              <p:nvPr/>
            </p:nvSpPr>
            <p:spPr>
              <a:xfrm>
                <a:off x="4870458" y="3858340"/>
                <a:ext cx="109728" cy="196607"/>
              </a:xfrm>
              <a:custGeom>
                <a:avLst/>
                <a:gdLst/>
                <a:ahLst/>
                <a:cxnLst/>
                <a:rect l="l" t="t" r="r" b="b"/>
                <a:pathLst>
                  <a:path w="3842" h="6884" extrusionOk="0">
                    <a:moveTo>
                      <a:pt x="3442" y="1"/>
                    </a:moveTo>
                    <a:cubicBezTo>
                      <a:pt x="1543" y="1"/>
                      <a:pt x="1" y="1545"/>
                      <a:pt x="1" y="3442"/>
                    </a:cubicBezTo>
                    <a:cubicBezTo>
                      <a:pt x="1" y="5341"/>
                      <a:pt x="1545" y="6883"/>
                      <a:pt x="3442" y="6883"/>
                    </a:cubicBezTo>
                    <a:cubicBezTo>
                      <a:pt x="3577" y="6883"/>
                      <a:pt x="3710" y="6874"/>
                      <a:pt x="3842" y="6860"/>
                    </a:cubicBezTo>
                    <a:cubicBezTo>
                      <a:pt x="2606" y="6715"/>
                      <a:pt x="1571" y="5918"/>
                      <a:pt x="1089" y="4826"/>
                    </a:cubicBezTo>
                    <a:cubicBezTo>
                      <a:pt x="850" y="4419"/>
                      <a:pt x="713" y="3946"/>
                      <a:pt x="713" y="3442"/>
                    </a:cubicBezTo>
                    <a:cubicBezTo>
                      <a:pt x="713" y="2938"/>
                      <a:pt x="850" y="2465"/>
                      <a:pt x="1089" y="2058"/>
                    </a:cubicBezTo>
                    <a:cubicBezTo>
                      <a:pt x="1571" y="963"/>
                      <a:pt x="2606" y="167"/>
                      <a:pt x="3842" y="23"/>
                    </a:cubicBezTo>
                    <a:cubicBezTo>
                      <a:pt x="3710" y="8"/>
                      <a:pt x="3577" y="1"/>
                      <a:pt x="344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2" name="Google Shape;5002;p62"/>
              <p:cNvSpPr/>
              <p:nvPr/>
            </p:nvSpPr>
            <p:spPr>
              <a:xfrm>
                <a:off x="4923808" y="3911748"/>
                <a:ext cx="89707" cy="89707"/>
              </a:xfrm>
              <a:custGeom>
                <a:avLst/>
                <a:gdLst/>
                <a:ahLst/>
                <a:cxnLst/>
                <a:rect l="l" t="t" r="r" b="b"/>
                <a:pathLst>
                  <a:path w="3141" h="3141" extrusionOk="0">
                    <a:moveTo>
                      <a:pt x="1570" y="0"/>
                    </a:moveTo>
                    <a:cubicBezTo>
                      <a:pt x="705" y="0"/>
                      <a:pt x="0" y="703"/>
                      <a:pt x="0" y="1570"/>
                    </a:cubicBezTo>
                    <a:cubicBezTo>
                      <a:pt x="0" y="2437"/>
                      <a:pt x="705" y="3140"/>
                      <a:pt x="1570" y="3140"/>
                    </a:cubicBezTo>
                    <a:cubicBezTo>
                      <a:pt x="2438" y="3140"/>
                      <a:pt x="3140" y="2437"/>
                      <a:pt x="3140" y="1570"/>
                    </a:cubicBezTo>
                    <a:cubicBezTo>
                      <a:pt x="3140" y="703"/>
                      <a:pt x="2438" y="0"/>
                      <a:pt x="15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3" name="Google Shape;5003;p62"/>
              <p:cNvSpPr/>
              <p:nvPr/>
            </p:nvSpPr>
            <p:spPr>
              <a:xfrm>
                <a:off x="4923808" y="3911748"/>
                <a:ext cx="59947" cy="89707"/>
              </a:xfrm>
              <a:custGeom>
                <a:avLst/>
                <a:gdLst/>
                <a:ahLst/>
                <a:cxnLst/>
                <a:rect l="l" t="t" r="r" b="b"/>
                <a:pathLst>
                  <a:path w="2099" h="3141" extrusionOk="0">
                    <a:moveTo>
                      <a:pt x="1570" y="0"/>
                    </a:moveTo>
                    <a:cubicBezTo>
                      <a:pt x="703" y="0"/>
                      <a:pt x="0" y="705"/>
                      <a:pt x="0" y="1570"/>
                    </a:cubicBezTo>
                    <a:cubicBezTo>
                      <a:pt x="0" y="2436"/>
                      <a:pt x="707" y="3140"/>
                      <a:pt x="1570" y="3140"/>
                    </a:cubicBezTo>
                    <a:cubicBezTo>
                      <a:pt x="1757" y="3140"/>
                      <a:pt x="1934" y="3107"/>
                      <a:pt x="2098" y="3049"/>
                    </a:cubicBezTo>
                    <a:cubicBezTo>
                      <a:pt x="1494" y="2832"/>
                      <a:pt x="1056" y="2251"/>
                      <a:pt x="1056" y="1570"/>
                    </a:cubicBezTo>
                    <a:cubicBezTo>
                      <a:pt x="1056" y="887"/>
                      <a:pt x="1492" y="309"/>
                      <a:pt x="2098" y="92"/>
                    </a:cubicBezTo>
                    <a:cubicBezTo>
                      <a:pt x="1934" y="31"/>
                      <a:pt x="1757" y="0"/>
                      <a:pt x="157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4" name="Google Shape;5004;p62"/>
              <p:cNvSpPr/>
              <p:nvPr/>
            </p:nvSpPr>
            <p:spPr>
              <a:xfrm>
                <a:off x="4963649" y="3900009"/>
                <a:ext cx="10139" cy="23334"/>
              </a:xfrm>
              <a:custGeom>
                <a:avLst/>
                <a:gdLst/>
                <a:ahLst/>
                <a:cxnLst/>
                <a:rect l="l" t="t" r="r" b="b"/>
                <a:pathLst>
                  <a:path w="355" h="817" extrusionOk="0">
                    <a:moveTo>
                      <a:pt x="177" y="0"/>
                    </a:moveTo>
                    <a:cubicBezTo>
                      <a:pt x="81" y="0"/>
                      <a:pt x="0" y="77"/>
                      <a:pt x="0" y="176"/>
                    </a:cubicBezTo>
                    <a:lnTo>
                      <a:pt x="0" y="641"/>
                    </a:lnTo>
                    <a:cubicBezTo>
                      <a:pt x="0" y="738"/>
                      <a:pt x="79" y="817"/>
                      <a:pt x="177" y="817"/>
                    </a:cubicBezTo>
                    <a:cubicBezTo>
                      <a:pt x="274" y="817"/>
                      <a:pt x="354" y="740"/>
                      <a:pt x="353" y="641"/>
                    </a:cubicBezTo>
                    <a:lnTo>
                      <a:pt x="353" y="176"/>
                    </a:lnTo>
                    <a:cubicBezTo>
                      <a:pt x="353" y="81"/>
                      <a:pt x="274" y="0"/>
                      <a:pt x="1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5" name="Google Shape;5005;p62"/>
              <p:cNvSpPr/>
              <p:nvPr/>
            </p:nvSpPr>
            <p:spPr>
              <a:xfrm>
                <a:off x="4963649" y="3989745"/>
                <a:ext cx="10139" cy="23391"/>
              </a:xfrm>
              <a:custGeom>
                <a:avLst/>
                <a:gdLst/>
                <a:ahLst/>
                <a:cxnLst/>
                <a:rect l="l" t="t" r="r" b="b"/>
                <a:pathLst>
                  <a:path w="355" h="819" extrusionOk="0">
                    <a:moveTo>
                      <a:pt x="177" y="0"/>
                    </a:moveTo>
                    <a:cubicBezTo>
                      <a:pt x="81" y="0"/>
                      <a:pt x="0" y="79"/>
                      <a:pt x="0" y="176"/>
                    </a:cubicBezTo>
                    <a:lnTo>
                      <a:pt x="0" y="641"/>
                    </a:lnTo>
                    <a:cubicBezTo>
                      <a:pt x="0" y="738"/>
                      <a:pt x="79" y="818"/>
                      <a:pt x="177" y="818"/>
                    </a:cubicBezTo>
                    <a:cubicBezTo>
                      <a:pt x="274" y="818"/>
                      <a:pt x="354" y="740"/>
                      <a:pt x="353" y="641"/>
                    </a:cubicBezTo>
                    <a:lnTo>
                      <a:pt x="353" y="176"/>
                    </a:lnTo>
                    <a:cubicBezTo>
                      <a:pt x="353" y="81"/>
                      <a:pt x="274" y="0"/>
                      <a:pt x="1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6" name="Google Shape;5006;p62"/>
              <p:cNvSpPr/>
              <p:nvPr/>
            </p:nvSpPr>
            <p:spPr>
              <a:xfrm>
                <a:off x="4912184" y="3951560"/>
                <a:ext cx="23334" cy="10053"/>
              </a:xfrm>
              <a:custGeom>
                <a:avLst/>
                <a:gdLst/>
                <a:ahLst/>
                <a:cxnLst/>
                <a:rect l="l" t="t" r="r" b="b"/>
                <a:pathLst>
                  <a:path w="817" h="352" extrusionOk="0">
                    <a:moveTo>
                      <a:pt x="176" y="1"/>
                    </a:moveTo>
                    <a:cubicBezTo>
                      <a:pt x="81" y="1"/>
                      <a:pt x="0" y="79"/>
                      <a:pt x="0" y="176"/>
                    </a:cubicBezTo>
                    <a:cubicBezTo>
                      <a:pt x="0" y="271"/>
                      <a:pt x="77" y="351"/>
                      <a:pt x="176" y="351"/>
                    </a:cubicBezTo>
                    <a:lnTo>
                      <a:pt x="641" y="351"/>
                    </a:lnTo>
                    <a:cubicBezTo>
                      <a:pt x="740" y="351"/>
                      <a:pt x="816" y="271"/>
                      <a:pt x="816" y="176"/>
                    </a:cubicBezTo>
                    <a:cubicBezTo>
                      <a:pt x="816" y="79"/>
                      <a:pt x="740" y="1"/>
                      <a:pt x="6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7" name="Google Shape;5007;p62"/>
              <p:cNvSpPr/>
              <p:nvPr/>
            </p:nvSpPr>
            <p:spPr>
              <a:xfrm>
                <a:off x="5001920" y="3951560"/>
                <a:ext cx="23391" cy="10053"/>
              </a:xfrm>
              <a:custGeom>
                <a:avLst/>
                <a:gdLst/>
                <a:ahLst/>
                <a:cxnLst/>
                <a:rect l="l" t="t" r="r" b="b"/>
                <a:pathLst>
                  <a:path w="819" h="352" extrusionOk="0">
                    <a:moveTo>
                      <a:pt x="175" y="1"/>
                    </a:moveTo>
                    <a:cubicBezTo>
                      <a:pt x="81" y="1"/>
                      <a:pt x="0" y="79"/>
                      <a:pt x="0" y="176"/>
                    </a:cubicBezTo>
                    <a:cubicBezTo>
                      <a:pt x="0" y="271"/>
                      <a:pt x="79" y="351"/>
                      <a:pt x="175" y="351"/>
                    </a:cubicBezTo>
                    <a:lnTo>
                      <a:pt x="641" y="351"/>
                    </a:lnTo>
                    <a:cubicBezTo>
                      <a:pt x="740" y="351"/>
                      <a:pt x="818" y="271"/>
                      <a:pt x="818" y="176"/>
                    </a:cubicBezTo>
                    <a:cubicBezTo>
                      <a:pt x="818" y="79"/>
                      <a:pt x="740" y="1"/>
                      <a:pt x="6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008" name="Google Shape;5008;p62"/>
          <p:cNvGrpSpPr/>
          <p:nvPr/>
        </p:nvGrpSpPr>
        <p:grpSpPr>
          <a:xfrm>
            <a:off x="7047275" y="2349750"/>
            <a:ext cx="444000" cy="444000"/>
            <a:chOff x="720050" y="1331575"/>
            <a:chExt cx="444000" cy="444000"/>
          </a:xfrm>
        </p:grpSpPr>
        <p:sp>
          <p:nvSpPr>
            <p:cNvPr id="5009" name="Google Shape;5009;p62"/>
            <p:cNvSpPr/>
            <p:nvPr/>
          </p:nvSpPr>
          <p:spPr>
            <a:xfrm>
              <a:off x="720050" y="1331575"/>
              <a:ext cx="444000" cy="444000"/>
            </a:xfrm>
            <a:prstGeom prst="rect">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10" name="Google Shape;5010;p62"/>
            <p:cNvGrpSpPr/>
            <p:nvPr/>
          </p:nvGrpSpPr>
          <p:grpSpPr>
            <a:xfrm>
              <a:off x="810495" y="1386657"/>
              <a:ext cx="263095" cy="333838"/>
              <a:chOff x="4836357" y="3825982"/>
              <a:chExt cx="263095" cy="333838"/>
            </a:xfrm>
          </p:grpSpPr>
          <p:sp>
            <p:nvSpPr>
              <p:cNvPr id="5011" name="Google Shape;5011;p62"/>
              <p:cNvSpPr/>
              <p:nvPr/>
            </p:nvSpPr>
            <p:spPr>
              <a:xfrm>
                <a:off x="4836357" y="3825982"/>
                <a:ext cx="263095" cy="333838"/>
              </a:xfrm>
              <a:custGeom>
                <a:avLst/>
                <a:gdLst/>
                <a:ahLst/>
                <a:cxnLst/>
                <a:rect l="l" t="t" r="r" b="b"/>
                <a:pathLst>
                  <a:path w="9212" h="11689" extrusionOk="0">
                    <a:moveTo>
                      <a:pt x="4645" y="1218"/>
                    </a:moveTo>
                    <a:cubicBezTo>
                      <a:pt x="6493" y="1218"/>
                      <a:pt x="7999" y="2722"/>
                      <a:pt x="7999" y="4573"/>
                    </a:cubicBezTo>
                    <a:cubicBezTo>
                      <a:pt x="7999" y="6424"/>
                      <a:pt x="6496" y="7927"/>
                      <a:pt x="4645" y="7927"/>
                    </a:cubicBezTo>
                    <a:cubicBezTo>
                      <a:pt x="2796" y="7927"/>
                      <a:pt x="1290" y="6424"/>
                      <a:pt x="1290" y="4573"/>
                    </a:cubicBezTo>
                    <a:cubicBezTo>
                      <a:pt x="1290" y="2724"/>
                      <a:pt x="2794" y="1218"/>
                      <a:pt x="4645" y="1218"/>
                    </a:cubicBezTo>
                    <a:close/>
                    <a:moveTo>
                      <a:pt x="4633" y="1"/>
                    </a:moveTo>
                    <a:cubicBezTo>
                      <a:pt x="4598" y="1"/>
                      <a:pt x="4562" y="1"/>
                      <a:pt x="4527" y="2"/>
                    </a:cubicBezTo>
                    <a:cubicBezTo>
                      <a:pt x="1983" y="62"/>
                      <a:pt x="1" y="2145"/>
                      <a:pt x="63" y="4686"/>
                    </a:cubicBezTo>
                    <a:cubicBezTo>
                      <a:pt x="107" y="6446"/>
                      <a:pt x="1142" y="7960"/>
                      <a:pt x="2632" y="8688"/>
                    </a:cubicBezTo>
                    <a:cubicBezTo>
                      <a:pt x="2759" y="8752"/>
                      <a:pt x="2867" y="8849"/>
                      <a:pt x="2938" y="8975"/>
                    </a:cubicBezTo>
                    <a:lnTo>
                      <a:pt x="4388" y="11542"/>
                    </a:lnTo>
                    <a:cubicBezTo>
                      <a:pt x="4443" y="11639"/>
                      <a:pt x="4539" y="11688"/>
                      <a:pt x="4636" y="11688"/>
                    </a:cubicBezTo>
                    <a:cubicBezTo>
                      <a:pt x="4733" y="11688"/>
                      <a:pt x="4830" y="11639"/>
                      <a:pt x="4884" y="11542"/>
                    </a:cubicBezTo>
                    <a:lnTo>
                      <a:pt x="6334" y="8975"/>
                    </a:lnTo>
                    <a:cubicBezTo>
                      <a:pt x="6405" y="8849"/>
                      <a:pt x="6511" y="8752"/>
                      <a:pt x="6639" y="8688"/>
                    </a:cubicBezTo>
                    <a:cubicBezTo>
                      <a:pt x="8161" y="7945"/>
                      <a:pt x="9211" y="6382"/>
                      <a:pt x="9211" y="4575"/>
                    </a:cubicBezTo>
                    <a:cubicBezTo>
                      <a:pt x="9209" y="2047"/>
                      <a:pt x="7160" y="1"/>
                      <a:pt x="46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2" name="Google Shape;5012;p62"/>
              <p:cNvSpPr/>
              <p:nvPr/>
            </p:nvSpPr>
            <p:spPr>
              <a:xfrm>
                <a:off x="4836414" y="3825982"/>
                <a:ext cx="149055" cy="333838"/>
              </a:xfrm>
              <a:custGeom>
                <a:avLst/>
                <a:gdLst/>
                <a:ahLst/>
                <a:cxnLst/>
                <a:rect l="l" t="t" r="r" b="b"/>
                <a:pathLst>
                  <a:path w="5219" h="11689" extrusionOk="0">
                    <a:moveTo>
                      <a:pt x="4647" y="0"/>
                    </a:moveTo>
                    <a:cubicBezTo>
                      <a:pt x="4607" y="0"/>
                      <a:pt x="4567" y="1"/>
                      <a:pt x="4526" y="2"/>
                    </a:cubicBezTo>
                    <a:cubicBezTo>
                      <a:pt x="1985" y="62"/>
                      <a:pt x="1" y="2145"/>
                      <a:pt x="63" y="4686"/>
                    </a:cubicBezTo>
                    <a:cubicBezTo>
                      <a:pt x="107" y="6446"/>
                      <a:pt x="1142" y="7960"/>
                      <a:pt x="2633" y="8688"/>
                    </a:cubicBezTo>
                    <a:cubicBezTo>
                      <a:pt x="2761" y="8752"/>
                      <a:pt x="2867" y="8849"/>
                      <a:pt x="2938" y="8975"/>
                    </a:cubicBezTo>
                    <a:lnTo>
                      <a:pt x="4388" y="11542"/>
                    </a:lnTo>
                    <a:cubicBezTo>
                      <a:pt x="4442" y="11639"/>
                      <a:pt x="4539" y="11688"/>
                      <a:pt x="4636" y="11688"/>
                    </a:cubicBezTo>
                    <a:cubicBezTo>
                      <a:pt x="4733" y="11688"/>
                      <a:pt x="4829" y="11639"/>
                      <a:pt x="4884" y="11542"/>
                    </a:cubicBezTo>
                    <a:lnTo>
                      <a:pt x="5218" y="10954"/>
                    </a:lnTo>
                    <a:lnTo>
                      <a:pt x="4097" y="8973"/>
                    </a:lnTo>
                    <a:cubicBezTo>
                      <a:pt x="4026" y="8847"/>
                      <a:pt x="3920" y="8748"/>
                      <a:pt x="3793" y="8684"/>
                    </a:cubicBezTo>
                    <a:cubicBezTo>
                      <a:pt x="2301" y="7958"/>
                      <a:pt x="1266" y="6444"/>
                      <a:pt x="1222" y="4685"/>
                    </a:cubicBezTo>
                    <a:cubicBezTo>
                      <a:pt x="1165" y="2304"/>
                      <a:pt x="2902" y="323"/>
                      <a:pt x="5211" y="37"/>
                    </a:cubicBezTo>
                    <a:cubicBezTo>
                      <a:pt x="5027" y="14"/>
                      <a:pt x="4839" y="0"/>
                      <a:pt x="4647"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3" name="Google Shape;5013;p62"/>
              <p:cNvSpPr/>
              <p:nvPr/>
            </p:nvSpPr>
            <p:spPr>
              <a:xfrm>
                <a:off x="4870429" y="3858283"/>
                <a:ext cx="196636" cy="196607"/>
              </a:xfrm>
              <a:custGeom>
                <a:avLst/>
                <a:gdLst/>
                <a:ahLst/>
                <a:cxnLst/>
                <a:rect l="l" t="t" r="r" b="b"/>
                <a:pathLst>
                  <a:path w="6885" h="6884" extrusionOk="0">
                    <a:moveTo>
                      <a:pt x="3441" y="713"/>
                    </a:moveTo>
                    <a:cubicBezTo>
                      <a:pt x="4947" y="713"/>
                      <a:pt x="6171" y="1938"/>
                      <a:pt x="6171" y="3442"/>
                    </a:cubicBezTo>
                    <a:cubicBezTo>
                      <a:pt x="6171" y="4947"/>
                      <a:pt x="4944" y="6172"/>
                      <a:pt x="3441" y="6172"/>
                    </a:cubicBezTo>
                    <a:cubicBezTo>
                      <a:pt x="1937" y="6172"/>
                      <a:pt x="712" y="4945"/>
                      <a:pt x="712" y="3442"/>
                    </a:cubicBezTo>
                    <a:cubicBezTo>
                      <a:pt x="712" y="1938"/>
                      <a:pt x="1937" y="713"/>
                      <a:pt x="3441" y="713"/>
                    </a:cubicBezTo>
                    <a:close/>
                    <a:moveTo>
                      <a:pt x="3441" y="1"/>
                    </a:moveTo>
                    <a:cubicBezTo>
                      <a:pt x="1544" y="1"/>
                      <a:pt x="0" y="1544"/>
                      <a:pt x="0" y="3442"/>
                    </a:cubicBezTo>
                    <a:cubicBezTo>
                      <a:pt x="0" y="5339"/>
                      <a:pt x="1543" y="6883"/>
                      <a:pt x="3441" y="6883"/>
                    </a:cubicBezTo>
                    <a:cubicBezTo>
                      <a:pt x="5340" y="6883"/>
                      <a:pt x="6884" y="5341"/>
                      <a:pt x="6883" y="3442"/>
                    </a:cubicBezTo>
                    <a:cubicBezTo>
                      <a:pt x="6883" y="1545"/>
                      <a:pt x="5340" y="1"/>
                      <a:pt x="34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4" name="Google Shape;5014;p62"/>
              <p:cNvSpPr/>
              <p:nvPr/>
            </p:nvSpPr>
            <p:spPr>
              <a:xfrm>
                <a:off x="4870458" y="3858340"/>
                <a:ext cx="109728" cy="196607"/>
              </a:xfrm>
              <a:custGeom>
                <a:avLst/>
                <a:gdLst/>
                <a:ahLst/>
                <a:cxnLst/>
                <a:rect l="l" t="t" r="r" b="b"/>
                <a:pathLst>
                  <a:path w="3842" h="6884" extrusionOk="0">
                    <a:moveTo>
                      <a:pt x="3442" y="1"/>
                    </a:moveTo>
                    <a:cubicBezTo>
                      <a:pt x="1543" y="1"/>
                      <a:pt x="1" y="1545"/>
                      <a:pt x="1" y="3442"/>
                    </a:cubicBezTo>
                    <a:cubicBezTo>
                      <a:pt x="1" y="5341"/>
                      <a:pt x="1545" y="6883"/>
                      <a:pt x="3442" y="6883"/>
                    </a:cubicBezTo>
                    <a:cubicBezTo>
                      <a:pt x="3577" y="6883"/>
                      <a:pt x="3710" y="6874"/>
                      <a:pt x="3842" y="6860"/>
                    </a:cubicBezTo>
                    <a:cubicBezTo>
                      <a:pt x="2606" y="6715"/>
                      <a:pt x="1571" y="5918"/>
                      <a:pt x="1089" y="4826"/>
                    </a:cubicBezTo>
                    <a:cubicBezTo>
                      <a:pt x="850" y="4419"/>
                      <a:pt x="713" y="3946"/>
                      <a:pt x="713" y="3442"/>
                    </a:cubicBezTo>
                    <a:cubicBezTo>
                      <a:pt x="713" y="2938"/>
                      <a:pt x="850" y="2465"/>
                      <a:pt x="1089" y="2058"/>
                    </a:cubicBezTo>
                    <a:cubicBezTo>
                      <a:pt x="1571" y="963"/>
                      <a:pt x="2606" y="167"/>
                      <a:pt x="3842" y="23"/>
                    </a:cubicBezTo>
                    <a:cubicBezTo>
                      <a:pt x="3710" y="8"/>
                      <a:pt x="3577" y="1"/>
                      <a:pt x="344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5" name="Google Shape;5015;p62"/>
              <p:cNvSpPr/>
              <p:nvPr/>
            </p:nvSpPr>
            <p:spPr>
              <a:xfrm>
                <a:off x="4923808" y="3911748"/>
                <a:ext cx="89707" cy="89707"/>
              </a:xfrm>
              <a:custGeom>
                <a:avLst/>
                <a:gdLst/>
                <a:ahLst/>
                <a:cxnLst/>
                <a:rect l="l" t="t" r="r" b="b"/>
                <a:pathLst>
                  <a:path w="3141" h="3141" extrusionOk="0">
                    <a:moveTo>
                      <a:pt x="1570" y="0"/>
                    </a:moveTo>
                    <a:cubicBezTo>
                      <a:pt x="705" y="0"/>
                      <a:pt x="0" y="703"/>
                      <a:pt x="0" y="1570"/>
                    </a:cubicBezTo>
                    <a:cubicBezTo>
                      <a:pt x="0" y="2437"/>
                      <a:pt x="705" y="3140"/>
                      <a:pt x="1570" y="3140"/>
                    </a:cubicBezTo>
                    <a:cubicBezTo>
                      <a:pt x="2438" y="3140"/>
                      <a:pt x="3140" y="2437"/>
                      <a:pt x="3140" y="1570"/>
                    </a:cubicBezTo>
                    <a:cubicBezTo>
                      <a:pt x="3140" y="703"/>
                      <a:pt x="2438" y="0"/>
                      <a:pt x="15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6" name="Google Shape;5016;p62"/>
              <p:cNvSpPr/>
              <p:nvPr/>
            </p:nvSpPr>
            <p:spPr>
              <a:xfrm>
                <a:off x="4923808" y="3911748"/>
                <a:ext cx="59947" cy="89707"/>
              </a:xfrm>
              <a:custGeom>
                <a:avLst/>
                <a:gdLst/>
                <a:ahLst/>
                <a:cxnLst/>
                <a:rect l="l" t="t" r="r" b="b"/>
                <a:pathLst>
                  <a:path w="2099" h="3141" extrusionOk="0">
                    <a:moveTo>
                      <a:pt x="1570" y="0"/>
                    </a:moveTo>
                    <a:cubicBezTo>
                      <a:pt x="703" y="0"/>
                      <a:pt x="0" y="705"/>
                      <a:pt x="0" y="1570"/>
                    </a:cubicBezTo>
                    <a:cubicBezTo>
                      <a:pt x="0" y="2436"/>
                      <a:pt x="707" y="3140"/>
                      <a:pt x="1570" y="3140"/>
                    </a:cubicBezTo>
                    <a:cubicBezTo>
                      <a:pt x="1757" y="3140"/>
                      <a:pt x="1934" y="3107"/>
                      <a:pt x="2098" y="3049"/>
                    </a:cubicBezTo>
                    <a:cubicBezTo>
                      <a:pt x="1494" y="2832"/>
                      <a:pt x="1056" y="2251"/>
                      <a:pt x="1056" y="1570"/>
                    </a:cubicBezTo>
                    <a:cubicBezTo>
                      <a:pt x="1056" y="887"/>
                      <a:pt x="1492" y="309"/>
                      <a:pt x="2098" y="92"/>
                    </a:cubicBezTo>
                    <a:cubicBezTo>
                      <a:pt x="1934" y="31"/>
                      <a:pt x="1757" y="0"/>
                      <a:pt x="157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7" name="Google Shape;5017;p62"/>
              <p:cNvSpPr/>
              <p:nvPr/>
            </p:nvSpPr>
            <p:spPr>
              <a:xfrm>
                <a:off x="4963649" y="3900009"/>
                <a:ext cx="10139" cy="23334"/>
              </a:xfrm>
              <a:custGeom>
                <a:avLst/>
                <a:gdLst/>
                <a:ahLst/>
                <a:cxnLst/>
                <a:rect l="l" t="t" r="r" b="b"/>
                <a:pathLst>
                  <a:path w="355" h="817" extrusionOk="0">
                    <a:moveTo>
                      <a:pt x="177" y="0"/>
                    </a:moveTo>
                    <a:cubicBezTo>
                      <a:pt x="81" y="0"/>
                      <a:pt x="0" y="77"/>
                      <a:pt x="0" y="176"/>
                    </a:cubicBezTo>
                    <a:lnTo>
                      <a:pt x="0" y="641"/>
                    </a:lnTo>
                    <a:cubicBezTo>
                      <a:pt x="0" y="738"/>
                      <a:pt x="79" y="817"/>
                      <a:pt x="177" y="817"/>
                    </a:cubicBezTo>
                    <a:cubicBezTo>
                      <a:pt x="274" y="817"/>
                      <a:pt x="354" y="740"/>
                      <a:pt x="353" y="641"/>
                    </a:cubicBezTo>
                    <a:lnTo>
                      <a:pt x="353" y="176"/>
                    </a:lnTo>
                    <a:cubicBezTo>
                      <a:pt x="353" y="81"/>
                      <a:pt x="274" y="0"/>
                      <a:pt x="1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8" name="Google Shape;5018;p62"/>
              <p:cNvSpPr/>
              <p:nvPr/>
            </p:nvSpPr>
            <p:spPr>
              <a:xfrm>
                <a:off x="4963649" y="3989745"/>
                <a:ext cx="10139" cy="23391"/>
              </a:xfrm>
              <a:custGeom>
                <a:avLst/>
                <a:gdLst/>
                <a:ahLst/>
                <a:cxnLst/>
                <a:rect l="l" t="t" r="r" b="b"/>
                <a:pathLst>
                  <a:path w="355" h="819" extrusionOk="0">
                    <a:moveTo>
                      <a:pt x="177" y="0"/>
                    </a:moveTo>
                    <a:cubicBezTo>
                      <a:pt x="81" y="0"/>
                      <a:pt x="0" y="79"/>
                      <a:pt x="0" y="176"/>
                    </a:cubicBezTo>
                    <a:lnTo>
                      <a:pt x="0" y="641"/>
                    </a:lnTo>
                    <a:cubicBezTo>
                      <a:pt x="0" y="738"/>
                      <a:pt x="79" y="818"/>
                      <a:pt x="177" y="818"/>
                    </a:cubicBezTo>
                    <a:cubicBezTo>
                      <a:pt x="274" y="818"/>
                      <a:pt x="354" y="740"/>
                      <a:pt x="353" y="641"/>
                    </a:cubicBezTo>
                    <a:lnTo>
                      <a:pt x="353" y="176"/>
                    </a:lnTo>
                    <a:cubicBezTo>
                      <a:pt x="353" y="81"/>
                      <a:pt x="274" y="0"/>
                      <a:pt x="1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9" name="Google Shape;5019;p62"/>
              <p:cNvSpPr/>
              <p:nvPr/>
            </p:nvSpPr>
            <p:spPr>
              <a:xfrm>
                <a:off x="4912184" y="3951560"/>
                <a:ext cx="23334" cy="10053"/>
              </a:xfrm>
              <a:custGeom>
                <a:avLst/>
                <a:gdLst/>
                <a:ahLst/>
                <a:cxnLst/>
                <a:rect l="l" t="t" r="r" b="b"/>
                <a:pathLst>
                  <a:path w="817" h="352" extrusionOk="0">
                    <a:moveTo>
                      <a:pt x="176" y="1"/>
                    </a:moveTo>
                    <a:cubicBezTo>
                      <a:pt x="81" y="1"/>
                      <a:pt x="0" y="79"/>
                      <a:pt x="0" y="176"/>
                    </a:cubicBezTo>
                    <a:cubicBezTo>
                      <a:pt x="0" y="271"/>
                      <a:pt x="77" y="351"/>
                      <a:pt x="176" y="351"/>
                    </a:cubicBezTo>
                    <a:lnTo>
                      <a:pt x="641" y="351"/>
                    </a:lnTo>
                    <a:cubicBezTo>
                      <a:pt x="740" y="351"/>
                      <a:pt x="816" y="271"/>
                      <a:pt x="816" y="176"/>
                    </a:cubicBezTo>
                    <a:cubicBezTo>
                      <a:pt x="816" y="79"/>
                      <a:pt x="740" y="1"/>
                      <a:pt x="6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0" name="Google Shape;5020;p62"/>
              <p:cNvSpPr/>
              <p:nvPr/>
            </p:nvSpPr>
            <p:spPr>
              <a:xfrm>
                <a:off x="5001920" y="3951560"/>
                <a:ext cx="23391" cy="10053"/>
              </a:xfrm>
              <a:custGeom>
                <a:avLst/>
                <a:gdLst/>
                <a:ahLst/>
                <a:cxnLst/>
                <a:rect l="l" t="t" r="r" b="b"/>
                <a:pathLst>
                  <a:path w="819" h="352" extrusionOk="0">
                    <a:moveTo>
                      <a:pt x="175" y="1"/>
                    </a:moveTo>
                    <a:cubicBezTo>
                      <a:pt x="81" y="1"/>
                      <a:pt x="0" y="79"/>
                      <a:pt x="0" y="176"/>
                    </a:cubicBezTo>
                    <a:cubicBezTo>
                      <a:pt x="0" y="271"/>
                      <a:pt x="79" y="351"/>
                      <a:pt x="175" y="351"/>
                    </a:cubicBezTo>
                    <a:lnTo>
                      <a:pt x="641" y="351"/>
                    </a:lnTo>
                    <a:cubicBezTo>
                      <a:pt x="740" y="351"/>
                      <a:pt x="818" y="271"/>
                      <a:pt x="818" y="176"/>
                    </a:cubicBezTo>
                    <a:cubicBezTo>
                      <a:pt x="818" y="79"/>
                      <a:pt x="740" y="1"/>
                      <a:pt x="6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021" name="Google Shape;5021;p62"/>
          <p:cNvGrpSpPr/>
          <p:nvPr/>
        </p:nvGrpSpPr>
        <p:grpSpPr>
          <a:xfrm>
            <a:off x="6543000" y="1775575"/>
            <a:ext cx="444000" cy="444000"/>
            <a:chOff x="720050" y="2456150"/>
            <a:chExt cx="444000" cy="444000"/>
          </a:xfrm>
        </p:grpSpPr>
        <p:sp>
          <p:nvSpPr>
            <p:cNvPr id="5022" name="Google Shape;5022;p62"/>
            <p:cNvSpPr/>
            <p:nvPr/>
          </p:nvSpPr>
          <p:spPr>
            <a:xfrm>
              <a:off x="720050" y="2456150"/>
              <a:ext cx="444000" cy="444000"/>
            </a:xfrm>
            <a:prstGeom prst="rect">
              <a:avLst/>
            </a:prstGeom>
            <a:solidFill>
              <a:schemeClr val="accent2"/>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23" name="Google Shape;5023;p62"/>
            <p:cNvGrpSpPr/>
            <p:nvPr/>
          </p:nvGrpSpPr>
          <p:grpSpPr>
            <a:xfrm>
              <a:off x="810495" y="2511219"/>
              <a:ext cx="263095" cy="333838"/>
              <a:chOff x="4836357" y="3825982"/>
              <a:chExt cx="263095" cy="333838"/>
            </a:xfrm>
          </p:grpSpPr>
          <p:sp>
            <p:nvSpPr>
              <p:cNvPr id="5024" name="Google Shape;5024;p62"/>
              <p:cNvSpPr/>
              <p:nvPr/>
            </p:nvSpPr>
            <p:spPr>
              <a:xfrm>
                <a:off x="4836357" y="3825982"/>
                <a:ext cx="263095" cy="333838"/>
              </a:xfrm>
              <a:custGeom>
                <a:avLst/>
                <a:gdLst/>
                <a:ahLst/>
                <a:cxnLst/>
                <a:rect l="l" t="t" r="r" b="b"/>
                <a:pathLst>
                  <a:path w="9212" h="11689" extrusionOk="0">
                    <a:moveTo>
                      <a:pt x="4645" y="1218"/>
                    </a:moveTo>
                    <a:cubicBezTo>
                      <a:pt x="6493" y="1218"/>
                      <a:pt x="7999" y="2722"/>
                      <a:pt x="7999" y="4573"/>
                    </a:cubicBezTo>
                    <a:cubicBezTo>
                      <a:pt x="7999" y="6424"/>
                      <a:pt x="6496" y="7927"/>
                      <a:pt x="4645" y="7927"/>
                    </a:cubicBezTo>
                    <a:cubicBezTo>
                      <a:pt x="2796" y="7927"/>
                      <a:pt x="1290" y="6424"/>
                      <a:pt x="1290" y="4573"/>
                    </a:cubicBezTo>
                    <a:cubicBezTo>
                      <a:pt x="1290" y="2724"/>
                      <a:pt x="2794" y="1218"/>
                      <a:pt x="4645" y="1218"/>
                    </a:cubicBezTo>
                    <a:close/>
                    <a:moveTo>
                      <a:pt x="4633" y="1"/>
                    </a:moveTo>
                    <a:cubicBezTo>
                      <a:pt x="4598" y="1"/>
                      <a:pt x="4562" y="1"/>
                      <a:pt x="4527" y="2"/>
                    </a:cubicBezTo>
                    <a:cubicBezTo>
                      <a:pt x="1983" y="62"/>
                      <a:pt x="1" y="2145"/>
                      <a:pt x="63" y="4686"/>
                    </a:cubicBezTo>
                    <a:cubicBezTo>
                      <a:pt x="107" y="6446"/>
                      <a:pt x="1142" y="7960"/>
                      <a:pt x="2632" y="8688"/>
                    </a:cubicBezTo>
                    <a:cubicBezTo>
                      <a:pt x="2759" y="8752"/>
                      <a:pt x="2867" y="8849"/>
                      <a:pt x="2938" y="8975"/>
                    </a:cubicBezTo>
                    <a:lnTo>
                      <a:pt x="4388" y="11542"/>
                    </a:lnTo>
                    <a:cubicBezTo>
                      <a:pt x="4443" y="11639"/>
                      <a:pt x="4539" y="11688"/>
                      <a:pt x="4636" y="11688"/>
                    </a:cubicBezTo>
                    <a:cubicBezTo>
                      <a:pt x="4733" y="11688"/>
                      <a:pt x="4830" y="11639"/>
                      <a:pt x="4884" y="11542"/>
                    </a:cubicBezTo>
                    <a:lnTo>
                      <a:pt x="6334" y="8975"/>
                    </a:lnTo>
                    <a:cubicBezTo>
                      <a:pt x="6405" y="8849"/>
                      <a:pt x="6511" y="8752"/>
                      <a:pt x="6639" y="8688"/>
                    </a:cubicBezTo>
                    <a:cubicBezTo>
                      <a:pt x="8161" y="7945"/>
                      <a:pt x="9211" y="6382"/>
                      <a:pt x="9211" y="4575"/>
                    </a:cubicBezTo>
                    <a:cubicBezTo>
                      <a:pt x="9209" y="2047"/>
                      <a:pt x="7160" y="1"/>
                      <a:pt x="46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5" name="Google Shape;5025;p62"/>
              <p:cNvSpPr/>
              <p:nvPr/>
            </p:nvSpPr>
            <p:spPr>
              <a:xfrm>
                <a:off x="4836414" y="3825982"/>
                <a:ext cx="149055" cy="333838"/>
              </a:xfrm>
              <a:custGeom>
                <a:avLst/>
                <a:gdLst/>
                <a:ahLst/>
                <a:cxnLst/>
                <a:rect l="l" t="t" r="r" b="b"/>
                <a:pathLst>
                  <a:path w="5219" h="11689" extrusionOk="0">
                    <a:moveTo>
                      <a:pt x="4647" y="0"/>
                    </a:moveTo>
                    <a:cubicBezTo>
                      <a:pt x="4607" y="0"/>
                      <a:pt x="4567" y="1"/>
                      <a:pt x="4526" y="2"/>
                    </a:cubicBezTo>
                    <a:cubicBezTo>
                      <a:pt x="1985" y="62"/>
                      <a:pt x="1" y="2145"/>
                      <a:pt x="63" y="4686"/>
                    </a:cubicBezTo>
                    <a:cubicBezTo>
                      <a:pt x="107" y="6446"/>
                      <a:pt x="1142" y="7960"/>
                      <a:pt x="2633" y="8688"/>
                    </a:cubicBezTo>
                    <a:cubicBezTo>
                      <a:pt x="2761" y="8752"/>
                      <a:pt x="2867" y="8849"/>
                      <a:pt x="2938" y="8975"/>
                    </a:cubicBezTo>
                    <a:lnTo>
                      <a:pt x="4388" y="11542"/>
                    </a:lnTo>
                    <a:cubicBezTo>
                      <a:pt x="4442" y="11639"/>
                      <a:pt x="4539" y="11688"/>
                      <a:pt x="4636" y="11688"/>
                    </a:cubicBezTo>
                    <a:cubicBezTo>
                      <a:pt x="4733" y="11688"/>
                      <a:pt x="4829" y="11639"/>
                      <a:pt x="4884" y="11542"/>
                    </a:cubicBezTo>
                    <a:lnTo>
                      <a:pt x="5218" y="10954"/>
                    </a:lnTo>
                    <a:lnTo>
                      <a:pt x="4097" y="8973"/>
                    </a:lnTo>
                    <a:cubicBezTo>
                      <a:pt x="4026" y="8847"/>
                      <a:pt x="3920" y="8748"/>
                      <a:pt x="3793" y="8684"/>
                    </a:cubicBezTo>
                    <a:cubicBezTo>
                      <a:pt x="2301" y="7958"/>
                      <a:pt x="1266" y="6444"/>
                      <a:pt x="1222" y="4685"/>
                    </a:cubicBezTo>
                    <a:cubicBezTo>
                      <a:pt x="1165" y="2304"/>
                      <a:pt x="2902" y="323"/>
                      <a:pt x="5211" y="37"/>
                    </a:cubicBezTo>
                    <a:cubicBezTo>
                      <a:pt x="5027" y="14"/>
                      <a:pt x="4839" y="0"/>
                      <a:pt x="4647"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6" name="Google Shape;5026;p62"/>
              <p:cNvSpPr/>
              <p:nvPr/>
            </p:nvSpPr>
            <p:spPr>
              <a:xfrm>
                <a:off x="4870429" y="3858283"/>
                <a:ext cx="196636" cy="196607"/>
              </a:xfrm>
              <a:custGeom>
                <a:avLst/>
                <a:gdLst/>
                <a:ahLst/>
                <a:cxnLst/>
                <a:rect l="l" t="t" r="r" b="b"/>
                <a:pathLst>
                  <a:path w="6885" h="6884" extrusionOk="0">
                    <a:moveTo>
                      <a:pt x="3441" y="713"/>
                    </a:moveTo>
                    <a:cubicBezTo>
                      <a:pt x="4947" y="713"/>
                      <a:pt x="6171" y="1938"/>
                      <a:pt x="6171" y="3442"/>
                    </a:cubicBezTo>
                    <a:cubicBezTo>
                      <a:pt x="6171" y="4947"/>
                      <a:pt x="4944" y="6172"/>
                      <a:pt x="3441" y="6172"/>
                    </a:cubicBezTo>
                    <a:cubicBezTo>
                      <a:pt x="1937" y="6172"/>
                      <a:pt x="712" y="4945"/>
                      <a:pt x="712" y="3442"/>
                    </a:cubicBezTo>
                    <a:cubicBezTo>
                      <a:pt x="712" y="1938"/>
                      <a:pt x="1937" y="713"/>
                      <a:pt x="3441" y="713"/>
                    </a:cubicBezTo>
                    <a:close/>
                    <a:moveTo>
                      <a:pt x="3441" y="1"/>
                    </a:moveTo>
                    <a:cubicBezTo>
                      <a:pt x="1544" y="1"/>
                      <a:pt x="0" y="1544"/>
                      <a:pt x="0" y="3442"/>
                    </a:cubicBezTo>
                    <a:cubicBezTo>
                      <a:pt x="0" y="5339"/>
                      <a:pt x="1543" y="6883"/>
                      <a:pt x="3441" y="6883"/>
                    </a:cubicBezTo>
                    <a:cubicBezTo>
                      <a:pt x="5340" y="6883"/>
                      <a:pt x="6884" y="5341"/>
                      <a:pt x="6883" y="3442"/>
                    </a:cubicBezTo>
                    <a:cubicBezTo>
                      <a:pt x="6883" y="1545"/>
                      <a:pt x="5340" y="1"/>
                      <a:pt x="34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7" name="Google Shape;5027;p62"/>
              <p:cNvSpPr/>
              <p:nvPr/>
            </p:nvSpPr>
            <p:spPr>
              <a:xfrm>
                <a:off x="4870458" y="3858340"/>
                <a:ext cx="109728" cy="196607"/>
              </a:xfrm>
              <a:custGeom>
                <a:avLst/>
                <a:gdLst/>
                <a:ahLst/>
                <a:cxnLst/>
                <a:rect l="l" t="t" r="r" b="b"/>
                <a:pathLst>
                  <a:path w="3842" h="6884" extrusionOk="0">
                    <a:moveTo>
                      <a:pt x="3442" y="1"/>
                    </a:moveTo>
                    <a:cubicBezTo>
                      <a:pt x="1543" y="1"/>
                      <a:pt x="1" y="1545"/>
                      <a:pt x="1" y="3442"/>
                    </a:cubicBezTo>
                    <a:cubicBezTo>
                      <a:pt x="1" y="5341"/>
                      <a:pt x="1545" y="6883"/>
                      <a:pt x="3442" y="6883"/>
                    </a:cubicBezTo>
                    <a:cubicBezTo>
                      <a:pt x="3577" y="6883"/>
                      <a:pt x="3710" y="6874"/>
                      <a:pt x="3842" y="6860"/>
                    </a:cubicBezTo>
                    <a:cubicBezTo>
                      <a:pt x="2606" y="6715"/>
                      <a:pt x="1571" y="5918"/>
                      <a:pt x="1089" y="4826"/>
                    </a:cubicBezTo>
                    <a:cubicBezTo>
                      <a:pt x="850" y="4419"/>
                      <a:pt x="713" y="3946"/>
                      <a:pt x="713" y="3442"/>
                    </a:cubicBezTo>
                    <a:cubicBezTo>
                      <a:pt x="713" y="2938"/>
                      <a:pt x="850" y="2465"/>
                      <a:pt x="1089" y="2058"/>
                    </a:cubicBezTo>
                    <a:cubicBezTo>
                      <a:pt x="1571" y="963"/>
                      <a:pt x="2606" y="167"/>
                      <a:pt x="3842" y="23"/>
                    </a:cubicBezTo>
                    <a:cubicBezTo>
                      <a:pt x="3710" y="8"/>
                      <a:pt x="3577" y="1"/>
                      <a:pt x="344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8" name="Google Shape;5028;p62"/>
              <p:cNvSpPr/>
              <p:nvPr/>
            </p:nvSpPr>
            <p:spPr>
              <a:xfrm>
                <a:off x="4923808" y="3911748"/>
                <a:ext cx="89707" cy="89707"/>
              </a:xfrm>
              <a:custGeom>
                <a:avLst/>
                <a:gdLst/>
                <a:ahLst/>
                <a:cxnLst/>
                <a:rect l="l" t="t" r="r" b="b"/>
                <a:pathLst>
                  <a:path w="3141" h="3141" extrusionOk="0">
                    <a:moveTo>
                      <a:pt x="1570" y="0"/>
                    </a:moveTo>
                    <a:cubicBezTo>
                      <a:pt x="705" y="0"/>
                      <a:pt x="0" y="703"/>
                      <a:pt x="0" y="1570"/>
                    </a:cubicBezTo>
                    <a:cubicBezTo>
                      <a:pt x="0" y="2437"/>
                      <a:pt x="705" y="3140"/>
                      <a:pt x="1570" y="3140"/>
                    </a:cubicBezTo>
                    <a:cubicBezTo>
                      <a:pt x="2438" y="3140"/>
                      <a:pt x="3140" y="2437"/>
                      <a:pt x="3140" y="1570"/>
                    </a:cubicBezTo>
                    <a:cubicBezTo>
                      <a:pt x="3140" y="703"/>
                      <a:pt x="2438" y="0"/>
                      <a:pt x="15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9" name="Google Shape;5029;p62"/>
              <p:cNvSpPr/>
              <p:nvPr/>
            </p:nvSpPr>
            <p:spPr>
              <a:xfrm>
                <a:off x="4923808" y="3911748"/>
                <a:ext cx="59947" cy="89707"/>
              </a:xfrm>
              <a:custGeom>
                <a:avLst/>
                <a:gdLst/>
                <a:ahLst/>
                <a:cxnLst/>
                <a:rect l="l" t="t" r="r" b="b"/>
                <a:pathLst>
                  <a:path w="2099" h="3141" extrusionOk="0">
                    <a:moveTo>
                      <a:pt x="1570" y="0"/>
                    </a:moveTo>
                    <a:cubicBezTo>
                      <a:pt x="703" y="0"/>
                      <a:pt x="0" y="705"/>
                      <a:pt x="0" y="1570"/>
                    </a:cubicBezTo>
                    <a:cubicBezTo>
                      <a:pt x="0" y="2436"/>
                      <a:pt x="707" y="3140"/>
                      <a:pt x="1570" y="3140"/>
                    </a:cubicBezTo>
                    <a:cubicBezTo>
                      <a:pt x="1757" y="3140"/>
                      <a:pt x="1934" y="3107"/>
                      <a:pt x="2098" y="3049"/>
                    </a:cubicBezTo>
                    <a:cubicBezTo>
                      <a:pt x="1494" y="2832"/>
                      <a:pt x="1056" y="2251"/>
                      <a:pt x="1056" y="1570"/>
                    </a:cubicBezTo>
                    <a:cubicBezTo>
                      <a:pt x="1056" y="887"/>
                      <a:pt x="1492" y="309"/>
                      <a:pt x="2098" y="92"/>
                    </a:cubicBezTo>
                    <a:cubicBezTo>
                      <a:pt x="1934" y="31"/>
                      <a:pt x="1757" y="0"/>
                      <a:pt x="157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0" name="Google Shape;5030;p62"/>
              <p:cNvSpPr/>
              <p:nvPr/>
            </p:nvSpPr>
            <p:spPr>
              <a:xfrm>
                <a:off x="4963649" y="3900009"/>
                <a:ext cx="10139" cy="23334"/>
              </a:xfrm>
              <a:custGeom>
                <a:avLst/>
                <a:gdLst/>
                <a:ahLst/>
                <a:cxnLst/>
                <a:rect l="l" t="t" r="r" b="b"/>
                <a:pathLst>
                  <a:path w="355" h="817" extrusionOk="0">
                    <a:moveTo>
                      <a:pt x="177" y="0"/>
                    </a:moveTo>
                    <a:cubicBezTo>
                      <a:pt x="81" y="0"/>
                      <a:pt x="0" y="77"/>
                      <a:pt x="0" y="176"/>
                    </a:cubicBezTo>
                    <a:lnTo>
                      <a:pt x="0" y="641"/>
                    </a:lnTo>
                    <a:cubicBezTo>
                      <a:pt x="0" y="738"/>
                      <a:pt x="79" y="817"/>
                      <a:pt x="177" y="817"/>
                    </a:cubicBezTo>
                    <a:cubicBezTo>
                      <a:pt x="274" y="817"/>
                      <a:pt x="354" y="740"/>
                      <a:pt x="353" y="641"/>
                    </a:cubicBezTo>
                    <a:lnTo>
                      <a:pt x="353" y="176"/>
                    </a:lnTo>
                    <a:cubicBezTo>
                      <a:pt x="353" y="81"/>
                      <a:pt x="274" y="0"/>
                      <a:pt x="1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1" name="Google Shape;5031;p62"/>
              <p:cNvSpPr/>
              <p:nvPr/>
            </p:nvSpPr>
            <p:spPr>
              <a:xfrm>
                <a:off x="4963649" y="3989745"/>
                <a:ext cx="10139" cy="23391"/>
              </a:xfrm>
              <a:custGeom>
                <a:avLst/>
                <a:gdLst/>
                <a:ahLst/>
                <a:cxnLst/>
                <a:rect l="l" t="t" r="r" b="b"/>
                <a:pathLst>
                  <a:path w="355" h="819" extrusionOk="0">
                    <a:moveTo>
                      <a:pt x="177" y="0"/>
                    </a:moveTo>
                    <a:cubicBezTo>
                      <a:pt x="81" y="0"/>
                      <a:pt x="0" y="79"/>
                      <a:pt x="0" y="176"/>
                    </a:cubicBezTo>
                    <a:lnTo>
                      <a:pt x="0" y="641"/>
                    </a:lnTo>
                    <a:cubicBezTo>
                      <a:pt x="0" y="738"/>
                      <a:pt x="79" y="818"/>
                      <a:pt x="177" y="818"/>
                    </a:cubicBezTo>
                    <a:cubicBezTo>
                      <a:pt x="274" y="818"/>
                      <a:pt x="354" y="740"/>
                      <a:pt x="353" y="641"/>
                    </a:cubicBezTo>
                    <a:lnTo>
                      <a:pt x="353" y="176"/>
                    </a:lnTo>
                    <a:cubicBezTo>
                      <a:pt x="353" y="81"/>
                      <a:pt x="274" y="0"/>
                      <a:pt x="1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2" name="Google Shape;5032;p62"/>
              <p:cNvSpPr/>
              <p:nvPr/>
            </p:nvSpPr>
            <p:spPr>
              <a:xfrm>
                <a:off x="4912184" y="3951560"/>
                <a:ext cx="23334" cy="10053"/>
              </a:xfrm>
              <a:custGeom>
                <a:avLst/>
                <a:gdLst/>
                <a:ahLst/>
                <a:cxnLst/>
                <a:rect l="l" t="t" r="r" b="b"/>
                <a:pathLst>
                  <a:path w="817" h="352" extrusionOk="0">
                    <a:moveTo>
                      <a:pt x="176" y="1"/>
                    </a:moveTo>
                    <a:cubicBezTo>
                      <a:pt x="81" y="1"/>
                      <a:pt x="0" y="79"/>
                      <a:pt x="0" y="176"/>
                    </a:cubicBezTo>
                    <a:cubicBezTo>
                      <a:pt x="0" y="271"/>
                      <a:pt x="77" y="351"/>
                      <a:pt x="176" y="351"/>
                    </a:cubicBezTo>
                    <a:lnTo>
                      <a:pt x="641" y="351"/>
                    </a:lnTo>
                    <a:cubicBezTo>
                      <a:pt x="740" y="351"/>
                      <a:pt x="816" y="271"/>
                      <a:pt x="816" y="176"/>
                    </a:cubicBezTo>
                    <a:cubicBezTo>
                      <a:pt x="816" y="79"/>
                      <a:pt x="740" y="1"/>
                      <a:pt x="6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3" name="Google Shape;5033;p62"/>
              <p:cNvSpPr/>
              <p:nvPr/>
            </p:nvSpPr>
            <p:spPr>
              <a:xfrm>
                <a:off x="5001920" y="3951560"/>
                <a:ext cx="23391" cy="10053"/>
              </a:xfrm>
              <a:custGeom>
                <a:avLst/>
                <a:gdLst/>
                <a:ahLst/>
                <a:cxnLst/>
                <a:rect l="l" t="t" r="r" b="b"/>
                <a:pathLst>
                  <a:path w="819" h="352" extrusionOk="0">
                    <a:moveTo>
                      <a:pt x="175" y="1"/>
                    </a:moveTo>
                    <a:cubicBezTo>
                      <a:pt x="81" y="1"/>
                      <a:pt x="0" y="79"/>
                      <a:pt x="0" y="176"/>
                    </a:cubicBezTo>
                    <a:cubicBezTo>
                      <a:pt x="0" y="271"/>
                      <a:pt x="79" y="351"/>
                      <a:pt x="175" y="351"/>
                    </a:cubicBezTo>
                    <a:lnTo>
                      <a:pt x="641" y="351"/>
                    </a:lnTo>
                    <a:cubicBezTo>
                      <a:pt x="740" y="351"/>
                      <a:pt x="818" y="271"/>
                      <a:pt x="818" y="176"/>
                    </a:cubicBezTo>
                    <a:cubicBezTo>
                      <a:pt x="818" y="79"/>
                      <a:pt x="740" y="1"/>
                      <a:pt x="6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034" name="Google Shape;5034;p62"/>
          <p:cNvGrpSpPr/>
          <p:nvPr/>
        </p:nvGrpSpPr>
        <p:grpSpPr>
          <a:xfrm>
            <a:off x="3809300" y="2051971"/>
            <a:ext cx="444000" cy="444000"/>
            <a:chOff x="720000" y="3580696"/>
            <a:chExt cx="444000" cy="444000"/>
          </a:xfrm>
        </p:grpSpPr>
        <p:sp>
          <p:nvSpPr>
            <p:cNvPr id="5035" name="Google Shape;5035;p62"/>
            <p:cNvSpPr/>
            <p:nvPr/>
          </p:nvSpPr>
          <p:spPr>
            <a:xfrm>
              <a:off x="720000" y="3580696"/>
              <a:ext cx="444000" cy="444000"/>
            </a:xfrm>
            <a:prstGeom prst="rect">
              <a:avLst/>
            </a:prstGeom>
            <a:solidFill>
              <a:schemeClr val="lt2"/>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36" name="Google Shape;5036;p62"/>
            <p:cNvGrpSpPr/>
            <p:nvPr/>
          </p:nvGrpSpPr>
          <p:grpSpPr>
            <a:xfrm>
              <a:off x="810495" y="3635794"/>
              <a:ext cx="263095" cy="333838"/>
              <a:chOff x="4836357" y="3825982"/>
              <a:chExt cx="263095" cy="333838"/>
            </a:xfrm>
          </p:grpSpPr>
          <p:sp>
            <p:nvSpPr>
              <p:cNvPr id="5037" name="Google Shape;5037;p62"/>
              <p:cNvSpPr/>
              <p:nvPr/>
            </p:nvSpPr>
            <p:spPr>
              <a:xfrm>
                <a:off x="4836357" y="3825982"/>
                <a:ext cx="263095" cy="333838"/>
              </a:xfrm>
              <a:custGeom>
                <a:avLst/>
                <a:gdLst/>
                <a:ahLst/>
                <a:cxnLst/>
                <a:rect l="l" t="t" r="r" b="b"/>
                <a:pathLst>
                  <a:path w="9212" h="11689" extrusionOk="0">
                    <a:moveTo>
                      <a:pt x="4645" y="1218"/>
                    </a:moveTo>
                    <a:cubicBezTo>
                      <a:pt x="6493" y="1218"/>
                      <a:pt x="7999" y="2722"/>
                      <a:pt x="7999" y="4573"/>
                    </a:cubicBezTo>
                    <a:cubicBezTo>
                      <a:pt x="7999" y="6424"/>
                      <a:pt x="6496" y="7927"/>
                      <a:pt x="4645" y="7927"/>
                    </a:cubicBezTo>
                    <a:cubicBezTo>
                      <a:pt x="2796" y="7927"/>
                      <a:pt x="1290" y="6424"/>
                      <a:pt x="1290" y="4573"/>
                    </a:cubicBezTo>
                    <a:cubicBezTo>
                      <a:pt x="1290" y="2724"/>
                      <a:pt x="2794" y="1218"/>
                      <a:pt x="4645" y="1218"/>
                    </a:cubicBezTo>
                    <a:close/>
                    <a:moveTo>
                      <a:pt x="4633" y="1"/>
                    </a:moveTo>
                    <a:cubicBezTo>
                      <a:pt x="4598" y="1"/>
                      <a:pt x="4562" y="1"/>
                      <a:pt x="4527" y="2"/>
                    </a:cubicBezTo>
                    <a:cubicBezTo>
                      <a:pt x="1983" y="62"/>
                      <a:pt x="1" y="2145"/>
                      <a:pt x="63" y="4686"/>
                    </a:cubicBezTo>
                    <a:cubicBezTo>
                      <a:pt x="107" y="6446"/>
                      <a:pt x="1142" y="7960"/>
                      <a:pt x="2632" y="8688"/>
                    </a:cubicBezTo>
                    <a:cubicBezTo>
                      <a:pt x="2759" y="8752"/>
                      <a:pt x="2867" y="8849"/>
                      <a:pt x="2938" y="8975"/>
                    </a:cubicBezTo>
                    <a:lnTo>
                      <a:pt x="4388" y="11542"/>
                    </a:lnTo>
                    <a:cubicBezTo>
                      <a:pt x="4443" y="11639"/>
                      <a:pt x="4539" y="11688"/>
                      <a:pt x="4636" y="11688"/>
                    </a:cubicBezTo>
                    <a:cubicBezTo>
                      <a:pt x="4733" y="11688"/>
                      <a:pt x="4830" y="11639"/>
                      <a:pt x="4884" y="11542"/>
                    </a:cubicBezTo>
                    <a:lnTo>
                      <a:pt x="6334" y="8975"/>
                    </a:lnTo>
                    <a:cubicBezTo>
                      <a:pt x="6405" y="8849"/>
                      <a:pt x="6511" y="8752"/>
                      <a:pt x="6639" y="8688"/>
                    </a:cubicBezTo>
                    <a:cubicBezTo>
                      <a:pt x="8161" y="7945"/>
                      <a:pt x="9211" y="6382"/>
                      <a:pt x="9211" y="4575"/>
                    </a:cubicBezTo>
                    <a:cubicBezTo>
                      <a:pt x="9209" y="2047"/>
                      <a:pt x="7160" y="1"/>
                      <a:pt x="46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8" name="Google Shape;5038;p62"/>
              <p:cNvSpPr/>
              <p:nvPr/>
            </p:nvSpPr>
            <p:spPr>
              <a:xfrm>
                <a:off x="4836414" y="3825982"/>
                <a:ext cx="149055" cy="333838"/>
              </a:xfrm>
              <a:custGeom>
                <a:avLst/>
                <a:gdLst/>
                <a:ahLst/>
                <a:cxnLst/>
                <a:rect l="l" t="t" r="r" b="b"/>
                <a:pathLst>
                  <a:path w="5219" h="11689" extrusionOk="0">
                    <a:moveTo>
                      <a:pt x="4647" y="0"/>
                    </a:moveTo>
                    <a:cubicBezTo>
                      <a:pt x="4607" y="0"/>
                      <a:pt x="4567" y="1"/>
                      <a:pt x="4526" y="2"/>
                    </a:cubicBezTo>
                    <a:cubicBezTo>
                      <a:pt x="1985" y="62"/>
                      <a:pt x="1" y="2145"/>
                      <a:pt x="63" y="4686"/>
                    </a:cubicBezTo>
                    <a:cubicBezTo>
                      <a:pt x="107" y="6446"/>
                      <a:pt x="1142" y="7960"/>
                      <a:pt x="2633" y="8688"/>
                    </a:cubicBezTo>
                    <a:cubicBezTo>
                      <a:pt x="2761" y="8752"/>
                      <a:pt x="2867" y="8849"/>
                      <a:pt x="2938" y="8975"/>
                    </a:cubicBezTo>
                    <a:lnTo>
                      <a:pt x="4388" y="11542"/>
                    </a:lnTo>
                    <a:cubicBezTo>
                      <a:pt x="4442" y="11639"/>
                      <a:pt x="4539" y="11688"/>
                      <a:pt x="4636" y="11688"/>
                    </a:cubicBezTo>
                    <a:cubicBezTo>
                      <a:pt x="4733" y="11688"/>
                      <a:pt x="4829" y="11639"/>
                      <a:pt x="4884" y="11542"/>
                    </a:cubicBezTo>
                    <a:lnTo>
                      <a:pt x="5218" y="10954"/>
                    </a:lnTo>
                    <a:lnTo>
                      <a:pt x="4097" y="8973"/>
                    </a:lnTo>
                    <a:cubicBezTo>
                      <a:pt x="4026" y="8847"/>
                      <a:pt x="3920" y="8748"/>
                      <a:pt x="3793" y="8684"/>
                    </a:cubicBezTo>
                    <a:cubicBezTo>
                      <a:pt x="2301" y="7958"/>
                      <a:pt x="1266" y="6444"/>
                      <a:pt x="1222" y="4685"/>
                    </a:cubicBezTo>
                    <a:cubicBezTo>
                      <a:pt x="1165" y="2304"/>
                      <a:pt x="2902" y="323"/>
                      <a:pt x="5211" y="37"/>
                    </a:cubicBezTo>
                    <a:cubicBezTo>
                      <a:pt x="5027" y="14"/>
                      <a:pt x="4839" y="0"/>
                      <a:pt x="4647"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9" name="Google Shape;5039;p62"/>
              <p:cNvSpPr/>
              <p:nvPr/>
            </p:nvSpPr>
            <p:spPr>
              <a:xfrm>
                <a:off x="4870429" y="3858283"/>
                <a:ext cx="196636" cy="196607"/>
              </a:xfrm>
              <a:custGeom>
                <a:avLst/>
                <a:gdLst/>
                <a:ahLst/>
                <a:cxnLst/>
                <a:rect l="l" t="t" r="r" b="b"/>
                <a:pathLst>
                  <a:path w="6885" h="6884" extrusionOk="0">
                    <a:moveTo>
                      <a:pt x="3441" y="713"/>
                    </a:moveTo>
                    <a:cubicBezTo>
                      <a:pt x="4947" y="713"/>
                      <a:pt x="6171" y="1938"/>
                      <a:pt x="6171" y="3442"/>
                    </a:cubicBezTo>
                    <a:cubicBezTo>
                      <a:pt x="6171" y="4947"/>
                      <a:pt x="4944" y="6172"/>
                      <a:pt x="3441" y="6172"/>
                    </a:cubicBezTo>
                    <a:cubicBezTo>
                      <a:pt x="1937" y="6172"/>
                      <a:pt x="712" y="4945"/>
                      <a:pt x="712" y="3442"/>
                    </a:cubicBezTo>
                    <a:cubicBezTo>
                      <a:pt x="712" y="1938"/>
                      <a:pt x="1937" y="713"/>
                      <a:pt x="3441" y="713"/>
                    </a:cubicBezTo>
                    <a:close/>
                    <a:moveTo>
                      <a:pt x="3441" y="1"/>
                    </a:moveTo>
                    <a:cubicBezTo>
                      <a:pt x="1544" y="1"/>
                      <a:pt x="0" y="1544"/>
                      <a:pt x="0" y="3442"/>
                    </a:cubicBezTo>
                    <a:cubicBezTo>
                      <a:pt x="0" y="5339"/>
                      <a:pt x="1543" y="6883"/>
                      <a:pt x="3441" y="6883"/>
                    </a:cubicBezTo>
                    <a:cubicBezTo>
                      <a:pt x="5340" y="6883"/>
                      <a:pt x="6884" y="5341"/>
                      <a:pt x="6883" y="3442"/>
                    </a:cubicBezTo>
                    <a:cubicBezTo>
                      <a:pt x="6883" y="1545"/>
                      <a:pt x="5340" y="1"/>
                      <a:pt x="34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0" name="Google Shape;5040;p62"/>
              <p:cNvSpPr/>
              <p:nvPr/>
            </p:nvSpPr>
            <p:spPr>
              <a:xfrm>
                <a:off x="4870458" y="3858340"/>
                <a:ext cx="109728" cy="196607"/>
              </a:xfrm>
              <a:custGeom>
                <a:avLst/>
                <a:gdLst/>
                <a:ahLst/>
                <a:cxnLst/>
                <a:rect l="l" t="t" r="r" b="b"/>
                <a:pathLst>
                  <a:path w="3842" h="6884" extrusionOk="0">
                    <a:moveTo>
                      <a:pt x="3442" y="1"/>
                    </a:moveTo>
                    <a:cubicBezTo>
                      <a:pt x="1543" y="1"/>
                      <a:pt x="1" y="1545"/>
                      <a:pt x="1" y="3442"/>
                    </a:cubicBezTo>
                    <a:cubicBezTo>
                      <a:pt x="1" y="5341"/>
                      <a:pt x="1545" y="6883"/>
                      <a:pt x="3442" y="6883"/>
                    </a:cubicBezTo>
                    <a:cubicBezTo>
                      <a:pt x="3577" y="6883"/>
                      <a:pt x="3710" y="6874"/>
                      <a:pt x="3842" y="6860"/>
                    </a:cubicBezTo>
                    <a:cubicBezTo>
                      <a:pt x="2606" y="6715"/>
                      <a:pt x="1571" y="5918"/>
                      <a:pt x="1089" y="4826"/>
                    </a:cubicBezTo>
                    <a:cubicBezTo>
                      <a:pt x="850" y="4419"/>
                      <a:pt x="713" y="3946"/>
                      <a:pt x="713" y="3442"/>
                    </a:cubicBezTo>
                    <a:cubicBezTo>
                      <a:pt x="713" y="2938"/>
                      <a:pt x="850" y="2465"/>
                      <a:pt x="1089" y="2058"/>
                    </a:cubicBezTo>
                    <a:cubicBezTo>
                      <a:pt x="1571" y="963"/>
                      <a:pt x="2606" y="167"/>
                      <a:pt x="3842" y="23"/>
                    </a:cubicBezTo>
                    <a:cubicBezTo>
                      <a:pt x="3710" y="8"/>
                      <a:pt x="3577" y="1"/>
                      <a:pt x="344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1" name="Google Shape;5041;p62"/>
              <p:cNvSpPr/>
              <p:nvPr/>
            </p:nvSpPr>
            <p:spPr>
              <a:xfrm>
                <a:off x="4923808" y="3911748"/>
                <a:ext cx="89707" cy="89707"/>
              </a:xfrm>
              <a:custGeom>
                <a:avLst/>
                <a:gdLst/>
                <a:ahLst/>
                <a:cxnLst/>
                <a:rect l="l" t="t" r="r" b="b"/>
                <a:pathLst>
                  <a:path w="3141" h="3141" extrusionOk="0">
                    <a:moveTo>
                      <a:pt x="1570" y="0"/>
                    </a:moveTo>
                    <a:cubicBezTo>
                      <a:pt x="705" y="0"/>
                      <a:pt x="0" y="703"/>
                      <a:pt x="0" y="1570"/>
                    </a:cubicBezTo>
                    <a:cubicBezTo>
                      <a:pt x="0" y="2437"/>
                      <a:pt x="705" y="3140"/>
                      <a:pt x="1570" y="3140"/>
                    </a:cubicBezTo>
                    <a:cubicBezTo>
                      <a:pt x="2438" y="3140"/>
                      <a:pt x="3140" y="2437"/>
                      <a:pt x="3140" y="1570"/>
                    </a:cubicBezTo>
                    <a:cubicBezTo>
                      <a:pt x="3140" y="703"/>
                      <a:pt x="2438" y="0"/>
                      <a:pt x="15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2" name="Google Shape;5042;p62"/>
              <p:cNvSpPr/>
              <p:nvPr/>
            </p:nvSpPr>
            <p:spPr>
              <a:xfrm>
                <a:off x="4923808" y="3911748"/>
                <a:ext cx="59947" cy="89707"/>
              </a:xfrm>
              <a:custGeom>
                <a:avLst/>
                <a:gdLst/>
                <a:ahLst/>
                <a:cxnLst/>
                <a:rect l="l" t="t" r="r" b="b"/>
                <a:pathLst>
                  <a:path w="2099" h="3141" extrusionOk="0">
                    <a:moveTo>
                      <a:pt x="1570" y="0"/>
                    </a:moveTo>
                    <a:cubicBezTo>
                      <a:pt x="703" y="0"/>
                      <a:pt x="0" y="705"/>
                      <a:pt x="0" y="1570"/>
                    </a:cubicBezTo>
                    <a:cubicBezTo>
                      <a:pt x="0" y="2436"/>
                      <a:pt x="707" y="3140"/>
                      <a:pt x="1570" y="3140"/>
                    </a:cubicBezTo>
                    <a:cubicBezTo>
                      <a:pt x="1757" y="3140"/>
                      <a:pt x="1934" y="3107"/>
                      <a:pt x="2098" y="3049"/>
                    </a:cubicBezTo>
                    <a:cubicBezTo>
                      <a:pt x="1494" y="2832"/>
                      <a:pt x="1056" y="2251"/>
                      <a:pt x="1056" y="1570"/>
                    </a:cubicBezTo>
                    <a:cubicBezTo>
                      <a:pt x="1056" y="887"/>
                      <a:pt x="1492" y="309"/>
                      <a:pt x="2098" y="92"/>
                    </a:cubicBezTo>
                    <a:cubicBezTo>
                      <a:pt x="1934" y="31"/>
                      <a:pt x="1757" y="0"/>
                      <a:pt x="157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3" name="Google Shape;5043;p62"/>
              <p:cNvSpPr/>
              <p:nvPr/>
            </p:nvSpPr>
            <p:spPr>
              <a:xfrm>
                <a:off x="4963649" y="3900009"/>
                <a:ext cx="10139" cy="23334"/>
              </a:xfrm>
              <a:custGeom>
                <a:avLst/>
                <a:gdLst/>
                <a:ahLst/>
                <a:cxnLst/>
                <a:rect l="l" t="t" r="r" b="b"/>
                <a:pathLst>
                  <a:path w="355" h="817" extrusionOk="0">
                    <a:moveTo>
                      <a:pt x="177" y="0"/>
                    </a:moveTo>
                    <a:cubicBezTo>
                      <a:pt x="81" y="0"/>
                      <a:pt x="0" y="77"/>
                      <a:pt x="0" y="176"/>
                    </a:cubicBezTo>
                    <a:lnTo>
                      <a:pt x="0" y="641"/>
                    </a:lnTo>
                    <a:cubicBezTo>
                      <a:pt x="0" y="738"/>
                      <a:pt x="79" y="817"/>
                      <a:pt x="177" y="817"/>
                    </a:cubicBezTo>
                    <a:cubicBezTo>
                      <a:pt x="274" y="817"/>
                      <a:pt x="354" y="740"/>
                      <a:pt x="353" y="641"/>
                    </a:cubicBezTo>
                    <a:lnTo>
                      <a:pt x="353" y="176"/>
                    </a:lnTo>
                    <a:cubicBezTo>
                      <a:pt x="353" y="81"/>
                      <a:pt x="274" y="0"/>
                      <a:pt x="1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4" name="Google Shape;5044;p62"/>
              <p:cNvSpPr/>
              <p:nvPr/>
            </p:nvSpPr>
            <p:spPr>
              <a:xfrm>
                <a:off x="4963649" y="3989745"/>
                <a:ext cx="10139" cy="23391"/>
              </a:xfrm>
              <a:custGeom>
                <a:avLst/>
                <a:gdLst/>
                <a:ahLst/>
                <a:cxnLst/>
                <a:rect l="l" t="t" r="r" b="b"/>
                <a:pathLst>
                  <a:path w="355" h="819" extrusionOk="0">
                    <a:moveTo>
                      <a:pt x="177" y="0"/>
                    </a:moveTo>
                    <a:cubicBezTo>
                      <a:pt x="81" y="0"/>
                      <a:pt x="0" y="79"/>
                      <a:pt x="0" y="176"/>
                    </a:cubicBezTo>
                    <a:lnTo>
                      <a:pt x="0" y="641"/>
                    </a:lnTo>
                    <a:cubicBezTo>
                      <a:pt x="0" y="738"/>
                      <a:pt x="79" y="818"/>
                      <a:pt x="177" y="818"/>
                    </a:cubicBezTo>
                    <a:cubicBezTo>
                      <a:pt x="274" y="818"/>
                      <a:pt x="354" y="740"/>
                      <a:pt x="353" y="641"/>
                    </a:cubicBezTo>
                    <a:lnTo>
                      <a:pt x="353" y="176"/>
                    </a:lnTo>
                    <a:cubicBezTo>
                      <a:pt x="353" y="81"/>
                      <a:pt x="274" y="0"/>
                      <a:pt x="1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5" name="Google Shape;5045;p62"/>
              <p:cNvSpPr/>
              <p:nvPr/>
            </p:nvSpPr>
            <p:spPr>
              <a:xfrm>
                <a:off x="4912184" y="3951560"/>
                <a:ext cx="23334" cy="10053"/>
              </a:xfrm>
              <a:custGeom>
                <a:avLst/>
                <a:gdLst/>
                <a:ahLst/>
                <a:cxnLst/>
                <a:rect l="l" t="t" r="r" b="b"/>
                <a:pathLst>
                  <a:path w="817" h="352" extrusionOk="0">
                    <a:moveTo>
                      <a:pt x="176" y="1"/>
                    </a:moveTo>
                    <a:cubicBezTo>
                      <a:pt x="81" y="1"/>
                      <a:pt x="0" y="79"/>
                      <a:pt x="0" y="176"/>
                    </a:cubicBezTo>
                    <a:cubicBezTo>
                      <a:pt x="0" y="271"/>
                      <a:pt x="77" y="351"/>
                      <a:pt x="176" y="351"/>
                    </a:cubicBezTo>
                    <a:lnTo>
                      <a:pt x="641" y="351"/>
                    </a:lnTo>
                    <a:cubicBezTo>
                      <a:pt x="740" y="351"/>
                      <a:pt x="816" y="271"/>
                      <a:pt x="816" y="176"/>
                    </a:cubicBezTo>
                    <a:cubicBezTo>
                      <a:pt x="816" y="79"/>
                      <a:pt x="740" y="1"/>
                      <a:pt x="6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6" name="Google Shape;5046;p62"/>
              <p:cNvSpPr/>
              <p:nvPr/>
            </p:nvSpPr>
            <p:spPr>
              <a:xfrm>
                <a:off x="5001920" y="3951560"/>
                <a:ext cx="23391" cy="10053"/>
              </a:xfrm>
              <a:custGeom>
                <a:avLst/>
                <a:gdLst/>
                <a:ahLst/>
                <a:cxnLst/>
                <a:rect l="l" t="t" r="r" b="b"/>
                <a:pathLst>
                  <a:path w="819" h="352" extrusionOk="0">
                    <a:moveTo>
                      <a:pt x="175" y="1"/>
                    </a:moveTo>
                    <a:cubicBezTo>
                      <a:pt x="81" y="1"/>
                      <a:pt x="0" y="79"/>
                      <a:pt x="0" y="176"/>
                    </a:cubicBezTo>
                    <a:cubicBezTo>
                      <a:pt x="0" y="271"/>
                      <a:pt x="79" y="351"/>
                      <a:pt x="175" y="351"/>
                    </a:cubicBezTo>
                    <a:lnTo>
                      <a:pt x="641" y="351"/>
                    </a:lnTo>
                    <a:cubicBezTo>
                      <a:pt x="740" y="351"/>
                      <a:pt x="818" y="271"/>
                      <a:pt x="818" y="176"/>
                    </a:cubicBezTo>
                    <a:cubicBezTo>
                      <a:pt x="818" y="79"/>
                      <a:pt x="740" y="1"/>
                      <a:pt x="6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50"/>
        <p:cNvGrpSpPr/>
        <p:nvPr/>
      </p:nvGrpSpPr>
      <p:grpSpPr>
        <a:xfrm>
          <a:off x="0" y="0"/>
          <a:ext cx="0" cy="0"/>
          <a:chOff x="0" y="0"/>
          <a:chExt cx="0" cy="0"/>
        </a:xfrm>
      </p:grpSpPr>
      <p:sp>
        <p:nvSpPr>
          <p:cNvPr id="5051" name="Google Shape;5051;p63"/>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Timeline</a:t>
            </a:r>
            <a:endParaRPr/>
          </a:p>
        </p:txBody>
      </p:sp>
      <p:sp>
        <p:nvSpPr>
          <p:cNvPr id="5052" name="Google Shape;5052;p63"/>
          <p:cNvSpPr txBox="1"/>
          <p:nvPr/>
        </p:nvSpPr>
        <p:spPr>
          <a:xfrm>
            <a:off x="4678813" y="2844919"/>
            <a:ext cx="1709700" cy="446400"/>
          </a:xfrm>
          <a:prstGeom prst="rect">
            <a:avLst/>
          </a:prstGeom>
          <a:solidFill>
            <a:schemeClr val="dk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dk1"/>
                </a:solidFill>
                <a:latin typeface="Chau Philomene One"/>
                <a:ea typeface="Chau Philomene One"/>
                <a:cs typeface="Chau Philomene One"/>
                <a:sym typeface="Chau Philomene One"/>
              </a:rPr>
              <a:t>Saturn</a:t>
            </a:r>
            <a:endParaRPr sz="2000" b="1">
              <a:solidFill>
                <a:schemeClr val="dk1"/>
              </a:solidFill>
              <a:latin typeface="Chau Philomene One"/>
              <a:ea typeface="Chau Philomene One"/>
              <a:cs typeface="Chau Philomene One"/>
              <a:sym typeface="Chau Philomene One"/>
            </a:endParaRPr>
          </a:p>
        </p:txBody>
      </p:sp>
      <p:sp>
        <p:nvSpPr>
          <p:cNvPr id="5053" name="Google Shape;5053;p63"/>
          <p:cNvSpPr txBox="1"/>
          <p:nvPr/>
        </p:nvSpPr>
        <p:spPr>
          <a:xfrm>
            <a:off x="4678828" y="3252325"/>
            <a:ext cx="1709700" cy="62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b="1">
                <a:solidFill>
                  <a:schemeClr val="dk1"/>
                </a:solidFill>
                <a:latin typeface="Dosis"/>
                <a:ea typeface="Dosis"/>
                <a:cs typeface="Dosis"/>
                <a:sym typeface="Dosis"/>
              </a:rPr>
              <a:t>Saturn</a:t>
            </a:r>
            <a:r>
              <a:rPr lang="en">
                <a:solidFill>
                  <a:schemeClr val="dk1"/>
                </a:solidFill>
                <a:latin typeface="Dosis"/>
                <a:ea typeface="Dosis"/>
                <a:cs typeface="Dosis"/>
                <a:sym typeface="Dosis"/>
              </a:rPr>
              <a:t> was named after a Roman god</a:t>
            </a:r>
            <a:endParaRPr b="1">
              <a:solidFill>
                <a:schemeClr val="dk1"/>
              </a:solidFill>
              <a:latin typeface="Dosis"/>
              <a:ea typeface="Dosis"/>
              <a:cs typeface="Dosis"/>
              <a:sym typeface="Dosis"/>
            </a:endParaRPr>
          </a:p>
        </p:txBody>
      </p:sp>
      <p:sp>
        <p:nvSpPr>
          <p:cNvPr id="5054" name="Google Shape;5054;p63"/>
          <p:cNvSpPr txBox="1"/>
          <p:nvPr/>
        </p:nvSpPr>
        <p:spPr>
          <a:xfrm>
            <a:off x="826813" y="2844919"/>
            <a:ext cx="1709700" cy="446400"/>
          </a:xfrm>
          <a:prstGeom prst="rect">
            <a:avLst/>
          </a:prstGeom>
          <a:solidFill>
            <a:schemeClr val="dk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dk1"/>
                </a:solidFill>
                <a:latin typeface="Chau Philomene One"/>
                <a:ea typeface="Chau Philomene One"/>
                <a:cs typeface="Chau Philomene One"/>
                <a:sym typeface="Chau Philomene One"/>
              </a:rPr>
              <a:t>Mars</a:t>
            </a:r>
            <a:endParaRPr sz="2000" b="1">
              <a:solidFill>
                <a:schemeClr val="dk1"/>
              </a:solidFill>
              <a:latin typeface="Chau Philomene One"/>
              <a:ea typeface="Chau Philomene One"/>
              <a:cs typeface="Chau Philomene One"/>
              <a:sym typeface="Chau Philomene One"/>
            </a:endParaRPr>
          </a:p>
        </p:txBody>
      </p:sp>
      <p:sp>
        <p:nvSpPr>
          <p:cNvPr id="5055" name="Google Shape;5055;p63"/>
          <p:cNvSpPr txBox="1"/>
          <p:nvPr/>
        </p:nvSpPr>
        <p:spPr>
          <a:xfrm>
            <a:off x="826828" y="3252325"/>
            <a:ext cx="1709700" cy="62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dk1"/>
                </a:solidFill>
                <a:latin typeface="Dosis"/>
                <a:ea typeface="Dosis"/>
                <a:cs typeface="Dosis"/>
                <a:sym typeface="Dosis"/>
              </a:rPr>
              <a:t>Despite being red, </a:t>
            </a:r>
            <a:r>
              <a:rPr lang="en" b="1">
                <a:solidFill>
                  <a:schemeClr val="dk1"/>
                </a:solidFill>
                <a:latin typeface="Dosis"/>
                <a:ea typeface="Dosis"/>
                <a:cs typeface="Dosis"/>
                <a:sym typeface="Dosis"/>
              </a:rPr>
              <a:t>Mars</a:t>
            </a:r>
            <a:r>
              <a:rPr lang="en">
                <a:solidFill>
                  <a:schemeClr val="dk1"/>
                </a:solidFill>
                <a:latin typeface="Dosis"/>
                <a:ea typeface="Dosis"/>
                <a:cs typeface="Dosis"/>
                <a:sym typeface="Dosis"/>
              </a:rPr>
              <a:t> is very cold</a:t>
            </a:r>
            <a:endParaRPr b="1">
              <a:solidFill>
                <a:schemeClr val="dk1"/>
              </a:solidFill>
              <a:latin typeface="Dosis"/>
              <a:ea typeface="Dosis"/>
              <a:cs typeface="Dosis"/>
              <a:sym typeface="Dosis"/>
            </a:endParaRPr>
          </a:p>
        </p:txBody>
      </p:sp>
      <p:sp>
        <p:nvSpPr>
          <p:cNvPr id="5056" name="Google Shape;5056;p63"/>
          <p:cNvSpPr txBox="1"/>
          <p:nvPr/>
        </p:nvSpPr>
        <p:spPr>
          <a:xfrm>
            <a:off x="2755488" y="2844919"/>
            <a:ext cx="1709700" cy="446400"/>
          </a:xfrm>
          <a:prstGeom prst="rect">
            <a:avLst/>
          </a:prstGeom>
          <a:solidFill>
            <a:schemeClr val="dk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dk1"/>
                </a:solidFill>
                <a:latin typeface="Chau Philomene One"/>
                <a:ea typeface="Chau Philomene One"/>
                <a:cs typeface="Chau Philomene One"/>
                <a:sym typeface="Chau Philomene One"/>
              </a:rPr>
              <a:t>Jupiter</a:t>
            </a:r>
            <a:endParaRPr sz="2000" b="1">
              <a:solidFill>
                <a:schemeClr val="dk1"/>
              </a:solidFill>
              <a:latin typeface="Chau Philomene One"/>
              <a:ea typeface="Chau Philomene One"/>
              <a:cs typeface="Chau Philomene One"/>
              <a:sym typeface="Chau Philomene One"/>
            </a:endParaRPr>
          </a:p>
        </p:txBody>
      </p:sp>
      <p:sp>
        <p:nvSpPr>
          <p:cNvPr id="5057" name="Google Shape;5057;p63"/>
          <p:cNvSpPr txBox="1"/>
          <p:nvPr/>
        </p:nvSpPr>
        <p:spPr>
          <a:xfrm>
            <a:off x="2755503" y="3252375"/>
            <a:ext cx="1709700" cy="62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b="1">
                <a:solidFill>
                  <a:schemeClr val="dk1"/>
                </a:solidFill>
                <a:latin typeface="Dosis"/>
                <a:ea typeface="Dosis"/>
                <a:cs typeface="Dosis"/>
                <a:sym typeface="Dosis"/>
              </a:rPr>
              <a:t>Jupiter</a:t>
            </a:r>
            <a:r>
              <a:rPr lang="en">
                <a:solidFill>
                  <a:schemeClr val="dk1"/>
                </a:solidFill>
                <a:latin typeface="Dosis"/>
                <a:ea typeface="Dosis"/>
                <a:cs typeface="Dosis"/>
                <a:sym typeface="Dosis"/>
              </a:rPr>
              <a:t> doesn’t have a solid surface</a:t>
            </a:r>
            <a:endParaRPr b="1">
              <a:solidFill>
                <a:schemeClr val="dk1"/>
              </a:solidFill>
              <a:latin typeface="Dosis"/>
              <a:ea typeface="Dosis"/>
              <a:cs typeface="Dosis"/>
              <a:sym typeface="Dosis"/>
            </a:endParaRPr>
          </a:p>
        </p:txBody>
      </p:sp>
      <p:sp>
        <p:nvSpPr>
          <p:cNvPr id="5058" name="Google Shape;5058;p63"/>
          <p:cNvSpPr txBox="1"/>
          <p:nvPr/>
        </p:nvSpPr>
        <p:spPr>
          <a:xfrm>
            <a:off x="6607484" y="2844919"/>
            <a:ext cx="1709700" cy="446400"/>
          </a:xfrm>
          <a:prstGeom prst="rect">
            <a:avLst/>
          </a:prstGeom>
          <a:solidFill>
            <a:schemeClr val="dk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dk1"/>
                </a:solidFill>
                <a:latin typeface="Chau Philomene One"/>
                <a:ea typeface="Chau Philomene One"/>
                <a:cs typeface="Chau Philomene One"/>
                <a:sym typeface="Chau Philomene One"/>
              </a:rPr>
              <a:t>Neptune</a:t>
            </a:r>
            <a:endParaRPr sz="2000" b="1">
              <a:solidFill>
                <a:schemeClr val="dk1"/>
              </a:solidFill>
              <a:latin typeface="Chau Philomene One"/>
              <a:ea typeface="Chau Philomene One"/>
              <a:cs typeface="Chau Philomene One"/>
              <a:sym typeface="Chau Philomene One"/>
            </a:endParaRPr>
          </a:p>
        </p:txBody>
      </p:sp>
      <p:sp>
        <p:nvSpPr>
          <p:cNvPr id="5059" name="Google Shape;5059;p63"/>
          <p:cNvSpPr txBox="1"/>
          <p:nvPr/>
        </p:nvSpPr>
        <p:spPr>
          <a:xfrm>
            <a:off x="6607490" y="3252375"/>
            <a:ext cx="1709700" cy="62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b="1">
                <a:solidFill>
                  <a:schemeClr val="dk1"/>
                </a:solidFill>
                <a:latin typeface="Dosis"/>
                <a:ea typeface="Dosis"/>
                <a:cs typeface="Dosis"/>
                <a:sym typeface="Dosis"/>
              </a:rPr>
              <a:t>Neptune</a:t>
            </a:r>
            <a:r>
              <a:rPr lang="en">
                <a:solidFill>
                  <a:schemeClr val="dk1"/>
                </a:solidFill>
                <a:latin typeface="Dosis"/>
                <a:ea typeface="Dosis"/>
                <a:cs typeface="Dosis"/>
                <a:sym typeface="Dosis"/>
              </a:rPr>
              <a:t> is very far away from the Sun</a:t>
            </a:r>
            <a:endParaRPr b="1">
              <a:solidFill>
                <a:schemeClr val="dk1"/>
              </a:solidFill>
              <a:latin typeface="Dosis"/>
              <a:ea typeface="Dosis"/>
              <a:cs typeface="Dosis"/>
              <a:sym typeface="Dosis"/>
            </a:endParaRPr>
          </a:p>
        </p:txBody>
      </p:sp>
      <p:sp>
        <p:nvSpPr>
          <p:cNvPr id="5060" name="Google Shape;5060;p63"/>
          <p:cNvSpPr/>
          <p:nvPr/>
        </p:nvSpPr>
        <p:spPr>
          <a:xfrm>
            <a:off x="3254725" y="1986611"/>
            <a:ext cx="705900" cy="7059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061" name="Google Shape;5061;p63"/>
          <p:cNvSpPr/>
          <p:nvPr/>
        </p:nvSpPr>
        <p:spPr>
          <a:xfrm>
            <a:off x="7106725" y="1986611"/>
            <a:ext cx="705900" cy="7059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062" name="Google Shape;5062;p63"/>
          <p:cNvSpPr/>
          <p:nvPr/>
        </p:nvSpPr>
        <p:spPr>
          <a:xfrm>
            <a:off x="1328725" y="1986611"/>
            <a:ext cx="705900" cy="7059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063" name="Google Shape;5063;p63"/>
          <p:cNvSpPr/>
          <p:nvPr/>
        </p:nvSpPr>
        <p:spPr>
          <a:xfrm>
            <a:off x="5180725" y="1986611"/>
            <a:ext cx="705900" cy="7059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cxnSp>
        <p:nvCxnSpPr>
          <p:cNvPr id="5064" name="Google Shape;5064;p63"/>
          <p:cNvCxnSpPr>
            <a:stCxn id="5062" idx="3"/>
            <a:endCxn id="5060" idx="0"/>
          </p:cNvCxnSpPr>
          <p:nvPr/>
        </p:nvCxnSpPr>
        <p:spPr>
          <a:xfrm rot="10800000" flipH="1">
            <a:off x="2034625" y="1986761"/>
            <a:ext cx="1573200" cy="352800"/>
          </a:xfrm>
          <a:prstGeom prst="curvedConnector4">
            <a:avLst>
              <a:gd name="adj1" fmla="val 38778"/>
              <a:gd name="adj2" fmla="val 167538"/>
            </a:avLst>
          </a:prstGeom>
          <a:noFill/>
          <a:ln w="19050" cap="flat" cmpd="sng">
            <a:solidFill>
              <a:schemeClr val="dk2"/>
            </a:solidFill>
            <a:prstDash val="dash"/>
            <a:round/>
            <a:headEnd type="none" w="med" len="med"/>
            <a:tailEnd type="none" w="med" len="med"/>
          </a:ln>
        </p:spPr>
      </p:cxnSp>
      <p:cxnSp>
        <p:nvCxnSpPr>
          <p:cNvPr id="5065" name="Google Shape;5065;p63"/>
          <p:cNvCxnSpPr>
            <a:stCxn id="5060" idx="3"/>
            <a:endCxn id="5063" idx="0"/>
          </p:cNvCxnSpPr>
          <p:nvPr/>
        </p:nvCxnSpPr>
        <p:spPr>
          <a:xfrm rot="10800000" flipH="1">
            <a:off x="3960625" y="1986761"/>
            <a:ext cx="1573200" cy="352800"/>
          </a:xfrm>
          <a:prstGeom prst="curvedConnector4">
            <a:avLst>
              <a:gd name="adj1" fmla="val 38778"/>
              <a:gd name="adj2" fmla="val 167538"/>
            </a:avLst>
          </a:prstGeom>
          <a:noFill/>
          <a:ln w="19050" cap="flat" cmpd="sng">
            <a:solidFill>
              <a:schemeClr val="dk2"/>
            </a:solidFill>
            <a:prstDash val="dash"/>
            <a:round/>
            <a:headEnd type="none" w="med" len="med"/>
            <a:tailEnd type="none" w="med" len="med"/>
          </a:ln>
        </p:spPr>
      </p:cxnSp>
      <p:cxnSp>
        <p:nvCxnSpPr>
          <p:cNvPr id="5066" name="Google Shape;5066;p63"/>
          <p:cNvCxnSpPr>
            <a:stCxn id="5063" idx="3"/>
            <a:endCxn id="5061" idx="0"/>
          </p:cNvCxnSpPr>
          <p:nvPr/>
        </p:nvCxnSpPr>
        <p:spPr>
          <a:xfrm rot="10800000" flipH="1">
            <a:off x="5886625" y="1986761"/>
            <a:ext cx="1573200" cy="352800"/>
          </a:xfrm>
          <a:prstGeom prst="curvedConnector4">
            <a:avLst>
              <a:gd name="adj1" fmla="val 38778"/>
              <a:gd name="adj2" fmla="val 167538"/>
            </a:avLst>
          </a:prstGeom>
          <a:noFill/>
          <a:ln w="19050" cap="flat" cmpd="sng">
            <a:solidFill>
              <a:schemeClr val="dk2"/>
            </a:solidFill>
            <a:prstDash val="dash"/>
            <a:round/>
            <a:headEnd type="none" w="med" len="med"/>
            <a:tailEnd type="none" w="med" len="med"/>
          </a:ln>
        </p:spPr>
      </p:cxnSp>
      <p:grpSp>
        <p:nvGrpSpPr>
          <p:cNvPr id="5067" name="Google Shape;5067;p63"/>
          <p:cNvGrpSpPr/>
          <p:nvPr/>
        </p:nvGrpSpPr>
        <p:grpSpPr>
          <a:xfrm>
            <a:off x="7260895" y="2087299"/>
            <a:ext cx="397555" cy="504563"/>
            <a:chOff x="4043475" y="3825982"/>
            <a:chExt cx="263038" cy="333838"/>
          </a:xfrm>
        </p:grpSpPr>
        <p:sp>
          <p:nvSpPr>
            <p:cNvPr id="5068" name="Google Shape;5068;p63"/>
            <p:cNvSpPr/>
            <p:nvPr/>
          </p:nvSpPr>
          <p:spPr>
            <a:xfrm>
              <a:off x="4139693" y="3914432"/>
              <a:ext cx="72028" cy="69601"/>
            </a:xfrm>
            <a:custGeom>
              <a:avLst/>
              <a:gdLst/>
              <a:ahLst/>
              <a:cxnLst/>
              <a:rect l="l" t="t" r="r" b="b"/>
              <a:pathLst>
                <a:path w="2522" h="2437" extrusionOk="0">
                  <a:moveTo>
                    <a:pt x="1262" y="1"/>
                  </a:moveTo>
                  <a:cubicBezTo>
                    <a:pt x="1247" y="1"/>
                    <a:pt x="1232" y="6"/>
                    <a:pt x="1220" y="16"/>
                  </a:cubicBezTo>
                  <a:lnTo>
                    <a:pt x="91" y="932"/>
                  </a:lnTo>
                  <a:cubicBezTo>
                    <a:pt x="64" y="956"/>
                    <a:pt x="31" y="971"/>
                    <a:pt x="0" y="983"/>
                  </a:cubicBezTo>
                  <a:lnTo>
                    <a:pt x="0" y="2437"/>
                  </a:lnTo>
                  <a:lnTo>
                    <a:pt x="2521" y="2437"/>
                  </a:lnTo>
                  <a:lnTo>
                    <a:pt x="2521" y="980"/>
                  </a:lnTo>
                  <a:cubicBezTo>
                    <a:pt x="2488" y="969"/>
                    <a:pt x="2457" y="950"/>
                    <a:pt x="2428" y="929"/>
                  </a:cubicBezTo>
                  <a:lnTo>
                    <a:pt x="1305" y="16"/>
                  </a:lnTo>
                  <a:cubicBezTo>
                    <a:pt x="1293" y="6"/>
                    <a:pt x="1278" y="1"/>
                    <a:pt x="12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9" name="Google Shape;5069;p63"/>
            <p:cNvSpPr/>
            <p:nvPr/>
          </p:nvSpPr>
          <p:spPr>
            <a:xfrm>
              <a:off x="4139779" y="3930255"/>
              <a:ext cx="15936" cy="53778"/>
            </a:xfrm>
            <a:custGeom>
              <a:avLst/>
              <a:gdLst/>
              <a:ahLst/>
              <a:cxnLst/>
              <a:rect l="l" t="t" r="r" b="b"/>
              <a:pathLst>
                <a:path w="558" h="1883" extrusionOk="0">
                  <a:moveTo>
                    <a:pt x="556" y="0"/>
                  </a:moveTo>
                  <a:lnTo>
                    <a:pt x="90" y="378"/>
                  </a:lnTo>
                  <a:cubicBezTo>
                    <a:pt x="63" y="402"/>
                    <a:pt x="30" y="418"/>
                    <a:pt x="1" y="429"/>
                  </a:cubicBezTo>
                  <a:lnTo>
                    <a:pt x="1" y="1883"/>
                  </a:lnTo>
                  <a:lnTo>
                    <a:pt x="558" y="1883"/>
                  </a:lnTo>
                  <a:lnTo>
                    <a:pt x="556"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0" name="Google Shape;5070;p63"/>
            <p:cNvSpPr/>
            <p:nvPr/>
          </p:nvSpPr>
          <p:spPr>
            <a:xfrm>
              <a:off x="4127441" y="3896411"/>
              <a:ext cx="96790" cy="48609"/>
            </a:xfrm>
            <a:custGeom>
              <a:avLst/>
              <a:gdLst/>
              <a:ahLst/>
              <a:cxnLst/>
              <a:rect l="l" t="t" r="r" b="b"/>
              <a:pathLst>
                <a:path w="3389" h="1702" extrusionOk="0">
                  <a:moveTo>
                    <a:pt x="1694" y="0"/>
                  </a:moveTo>
                  <a:cubicBezTo>
                    <a:pt x="1628" y="0"/>
                    <a:pt x="1561" y="22"/>
                    <a:pt x="1506" y="66"/>
                  </a:cubicBezTo>
                  <a:lnTo>
                    <a:pt x="152" y="1167"/>
                  </a:lnTo>
                  <a:cubicBezTo>
                    <a:pt x="27" y="1267"/>
                    <a:pt x="0" y="1452"/>
                    <a:pt x="93" y="1580"/>
                  </a:cubicBezTo>
                  <a:cubicBezTo>
                    <a:pt x="153" y="1659"/>
                    <a:pt x="243" y="1701"/>
                    <a:pt x="334" y="1701"/>
                  </a:cubicBezTo>
                  <a:cubicBezTo>
                    <a:pt x="400" y="1701"/>
                    <a:pt x="466" y="1679"/>
                    <a:pt x="522" y="1634"/>
                  </a:cubicBezTo>
                  <a:lnTo>
                    <a:pt x="1652" y="718"/>
                  </a:lnTo>
                  <a:cubicBezTo>
                    <a:pt x="1664" y="707"/>
                    <a:pt x="1679" y="702"/>
                    <a:pt x="1694" y="702"/>
                  </a:cubicBezTo>
                  <a:cubicBezTo>
                    <a:pt x="1708" y="702"/>
                    <a:pt x="1723" y="707"/>
                    <a:pt x="1736" y="718"/>
                  </a:cubicBezTo>
                  <a:lnTo>
                    <a:pt x="2859" y="1631"/>
                  </a:lnTo>
                  <a:cubicBezTo>
                    <a:pt x="2916" y="1677"/>
                    <a:pt x="2987" y="1700"/>
                    <a:pt x="3056" y="1700"/>
                  </a:cubicBezTo>
                  <a:cubicBezTo>
                    <a:pt x="3138" y="1700"/>
                    <a:pt x="3219" y="1668"/>
                    <a:pt x="3277" y="1603"/>
                  </a:cubicBezTo>
                  <a:cubicBezTo>
                    <a:pt x="3388" y="1476"/>
                    <a:pt x="3370" y="1278"/>
                    <a:pt x="3241" y="1171"/>
                  </a:cubicBezTo>
                  <a:lnTo>
                    <a:pt x="1882" y="66"/>
                  </a:lnTo>
                  <a:cubicBezTo>
                    <a:pt x="1827" y="22"/>
                    <a:pt x="1761" y="0"/>
                    <a:pt x="16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1" name="Google Shape;5071;p63"/>
            <p:cNvSpPr/>
            <p:nvPr/>
          </p:nvSpPr>
          <p:spPr>
            <a:xfrm>
              <a:off x="4127441" y="3896411"/>
              <a:ext cx="63146" cy="48609"/>
            </a:xfrm>
            <a:custGeom>
              <a:avLst/>
              <a:gdLst/>
              <a:ahLst/>
              <a:cxnLst/>
              <a:rect l="l" t="t" r="r" b="b"/>
              <a:pathLst>
                <a:path w="2211" h="1702" extrusionOk="0">
                  <a:moveTo>
                    <a:pt x="1694" y="0"/>
                  </a:moveTo>
                  <a:cubicBezTo>
                    <a:pt x="1628" y="0"/>
                    <a:pt x="1561" y="22"/>
                    <a:pt x="1506" y="66"/>
                  </a:cubicBezTo>
                  <a:lnTo>
                    <a:pt x="152" y="1167"/>
                  </a:lnTo>
                  <a:cubicBezTo>
                    <a:pt x="27" y="1267"/>
                    <a:pt x="0" y="1452"/>
                    <a:pt x="93" y="1580"/>
                  </a:cubicBezTo>
                  <a:cubicBezTo>
                    <a:pt x="153" y="1659"/>
                    <a:pt x="243" y="1701"/>
                    <a:pt x="334" y="1701"/>
                  </a:cubicBezTo>
                  <a:cubicBezTo>
                    <a:pt x="400" y="1701"/>
                    <a:pt x="466" y="1679"/>
                    <a:pt x="522" y="1634"/>
                  </a:cubicBezTo>
                  <a:lnTo>
                    <a:pt x="670" y="1514"/>
                  </a:lnTo>
                  <a:lnTo>
                    <a:pt x="685" y="1499"/>
                  </a:lnTo>
                  <a:lnTo>
                    <a:pt x="2037" y="400"/>
                  </a:lnTo>
                  <a:cubicBezTo>
                    <a:pt x="2087" y="358"/>
                    <a:pt x="2149" y="336"/>
                    <a:pt x="2211" y="335"/>
                  </a:cubicBezTo>
                  <a:lnTo>
                    <a:pt x="1882" y="66"/>
                  </a:lnTo>
                  <a:cubicBezTo>
                    <a:pt x="1827" y="22"/>
                    <a:pt x="1761" y="0"/>
                    <a:pt x="1694"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2" name="Google Shape;5072;p63"/>
            <p:cNvSpPr/>
            <p:nvPr/>
          </p:nvSpPr>
          <p:spPr>
            <a:xfrm>
              <a:off x="4162570" y="3951989"/>
              <a:ext cx="26247" cy="32044"/>
            </a:xfrm>
            <a:custGeom>
              <a:avLst/>
              <a:gdLst/>
              <a:ahLst/>
              <a:cxnLst/>
              <a:rect l="l" t="t" r="r" b="b"/>
              <a:pathLst>
                <a:path w="919" h="1122" extrusionOk="0">
                  <a:moveTo>
                    <a:pt x="209" y="1"/>
                  </a:moveTo>
                  <a:cubicBezTo>
                    <a:pt x="95" y="1"/>
                    <a:pt x="1" y="96"/>
                    <a:pt x="1" y="209"/>
                  </a:cubicBezTo>
                  <a:lnTo>
                    <a:pt x="1" y="1122"/>
                  </a:lnTo>
                  <a:lnTo>
                    <a:pt x="919" y="1122"/>
                  </a:lnTo>
                  <a:lnTo>
                    <a:pt x="919" y="209"/>
                  </a:lnTo>
                  <a:cubicBezTo>
                    <a:pt x="919" y="96"/>
                    <a:pt x="826" y="1"/>
                    <a:pt x="7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3" name="Google Shape;5073;p63"/>
            <p:cNvSpPr/>
            <p:nvPr/>
          </p:nvSpPr>
          <p:spPr>
            <a:xfrm>
              <a:off x="4162570" y="3952103"/>
              <a:ext cx="21506" cy="31987"/>
            </a:xfrm>
            <a:custGeom>
              <a:avLst/>
              <a:gdLst/>
              <a:ahLst/>
              <a:cxnLst/>
              <a:rect l="l" t="t" r="r" b="b"/>
              <a:pathLst>
                <a:path w="753" h="1120" extrusionOk="0">
                  <a:moveTo>
                    <a:pt x="209" y="0"/>
                  </a:moveTo>
                  <a:cubicBezTo>
                    <a:pt x="95" y="0"/>
                    <a:pt x="1" y="93"/>
                    <a:pt x="1" y="207"/>
                  </a:cubicBezTo>
                  <a:lnTo>
                    <a:pt x="1" y="1119"/>
                  </a:lnTo>
                  <a:lnTo>
                    <a:pt x="583" y="1119"/>
                  </a:lnTo>
                  <a:lnTo>
                    <a:pt x="583" y="207"/>
                  </a:lnTo>
                  <a:cubicBezTo>
                    <a:pt x="587" y="106"/>
                    <a:pt x="660" y="22"/>
                    <a:pt x="753" y="4"/>
                  </a:cubicBezTo>
                  <a:cubicBezTo>
                    <a:pt x="738" y="2"/>
                    <a:pt x="725" y="0"/>
                    <a:pt x="711"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4" name="Google Shape;5074;p63"/>
            <p:cNvSpPr/>
            <p:nvPr/>
          </p:nvSpPr>
          <p:spPr>
            <a:xfrm>
              <a:off x="4132011" y="3981977"/>
              <a:ext cx="87479" cy="16708"/>
            </a:xfrm>
            <a:custGeom>
              <a:avLst/>
              <a:gdLst/>
              <a:ahLst/>
              <a:cxnLst/>
              <a:rect l="l" t="t" r="r" b="b"/>
              <a:pathLst>
                <a:path w="3063" h="585" extrusionOk="0">
                  <a:moveTo>
                    <a:pt x="134" y="0"/>
                  </a:moveTo>
                  <a:cubicBezTo>
                    <a:pt x="61" y="0"/>
                    <a:pt x="1" y="61"/>
                    <a:pt x="1" y="134"/>
                  </a:cubicBezTo>
                  <a:lnTo>
                    <a:pt x="1" y="453"/>
                  </a:lnTo>
                  <a:cubicBezTo>
                    <a:pt x="1" y="526"/>
                    <a:pt x="61" y="584"/>
                    <a:pt x="134" y="584"/>
                  </a:cubicBezTo>
                  <a:lnTo>
                    <a:pt x="2929" y="584"/>
                  </a:lnTo>
                  <a:cubicBezTo>
                    <a:pt x="3002" y="584"/>
                    <a:pt x="3062" y="526"/>
                    <a:pt x="3062" y="453"/>
                  </a:cubicBezTo>
                  <a:lnTo>
                    <a:pt x="3062" y="134"/>
                  </a:lnTo>
                  <a:cubicBezTo>
                    <a:pt x="3062" y="61"/>
                    <a:pt x="3002" y="0"/>
                    <a:pt x="29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5" name="Google Shape;5075;p63"/>
            <p:cNvSpPr/>
            <p:nvPr/>
          </p:nvSpPr>
          <p:spPr>
            <a:xfrm>
              <a:off x="4132011" y="3982034"/>
              <a:ext cx="20478" cy="16765"/>
            </a:xfrm>
            <a:custGeom>
              <a:avLst/>
              <a:gdLst/>
              <a:ahLst/>
              <a:cxnLst/>
              <a:rect l="l" t="t" r="r" b="b"/>
              <a:pathLst>
                <a:path w="717" h="587" extrusionOk="0">
                  <a:moveTo>
                    <a:pt x="134" y="0"/>
                  </a:moveTo>
                  <a:cubicBezTo>
                    <a:pt x="61" y="0"/>
                    <a:pt x="1" y="60"/>
                    <a:pt x="1" y="133"/>
                  </a:cubicBezTo>
                  <a:lnTo>
                    <a:pt x="1" y="453"/>
                  </a:lnTo>
                  <a:cubicBezTo>
                    <a:pt x="1" y="526"/>
                    <a:pt x="61" y="586"/>
                    <a:pt x="134" y="586"/>
                  </a:cubicBezTo>
                  <a:lnTo>
                    <a:pt x="716" y="586"/>
                  </a:lnTo>
                  <a:cubicBezTo>
                    <a:pt x="643" y="586"/>
                    <a:pt x="583" y="526"/>
                    <a:pt x="583" y="453"/>
                  </a:cubicBezTo>
                  <a:lnTo>
                    <a:pt x="583" y="133"/>
                  </a:lnTo>
                  <a:cubicBezTo>
                    <a:pt x="583" y="60"/>
                    <a:pt x="643" y="0"/>
                    <a:pt x="71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6" name="Google Shape;5076;p63"/>
            <p:cNvSpPr/>
            <p:nvPr/>
          </p:nvSpPr>
          <p:spPr>
            <a:xfrm>
              <a:off x="4043475" y="3825982"/>
              <a:ext cx="263038" cy="333838"/>
            </a:xfrm>
            <a:custGeom>
              <a:avLst/>
              <a:gdLst/>
              <a:ahLst/>
              <a:cxnLst/>
              <a:rect l="l" t="t" r="r" b="b"/>
              <a:pathLst>
                <a:path w="9210" h="11689" extrusionOk="0">
                  <a:moveTo>
                    <a:pt x="4643" y="1218"/>
                  </a:moveTo>
                  <a:cubicBezTo>
                    <a:pt x="6493" y="1218"/>
                    <a:pt x="7999" y="2722"/>
                    <a:pt x="7999" y="4573"/>
                  </a:cubicBezTo>
                  <a:cubicBezTo>
                    <a:pt x="7999" y="6424"/>
                    <a:pt x="6493" y="7927"/>
                    <a:pt x="4643" y="7927"/>
                  </a:cubicBezTo>
                  <a:cubicBezTo>
                    <a:pt x="2796" y="7927"/>
                    <a:pt x="1290" y="6424"/>
                    <a:pt x="1290" y="4573"/>
                  </a:cubicBezTo>
                  <a:cubicBezTo>
                    <a:pt x="1290" y="2724"/>
                    <a:pt x="2794" y="1218"/>
                    <a:pt x="4643" y="1218"/>
                  </a:cubicBezTo>
                  <a:close/>
                  <a:moveTo>
                    <a:pt x="4631" y="1"/>
                  </a:moveTo>
                  <a:cubicBezTo>
                    <a:pt x="4596" y="1"/>
                    <a:pt x="4560" y="1"/>
                    <a:pt x="4525" y="2"/>
                  </a:cubicBezTo>
                  <a:cubicBezTo>
                    <a:pt x="1983" y="62"/>
                    <a:pt x="1" y="2145"/>
                    <a:pt x="61" y="4686"/>
                  </a:cubicBezTo>
                  <a:cubicBezTo>
                    <a:pt x="105" y="6446"/>
                    <a:pt x="1142" y="7960"/>
                    <a:pt x="2632" y="8688"/>
                  </a:cubicBezTo>
                  <a:cubicBezTo>
                    <a:pt x="2759" y="8752"/>
                    <a:pt x="2867" y="8849"/>
                    <a:pt x="2936" y="8975"/>
                  </a:cubicBezTo>
                  <a:lnTo>
                    <a:pt x="4386" y="11542"/>
                  </a:lnTo>
                  <a:cubicBezTo>
                    <a:pt x="4441" y="11639"/>
                    <a:pt x="4538" y="11688"/>
                    <a:pt x="4635" y="11688"/>
                  </a:cubicBezTo>
                  <a:cubicBezTo>
                    <a:pt x="4732" y="11688"/>
                    <a:pt x="4830" y="11639"/>
                    <a:pt x="4884" y="11542"/>
                  </a:cubicBezTo>
                  <a:lnTo>
                    <a:pt x="6332" y="8975"/>
                  </a:lnTo>
                  <a:cubicBezTo>
                    <a:pt x="6403" y="8849"/>
                    <a:pt x="6511" y="8752"/>
                    <a:pt x="6639" y="8688"/>
                  </a:cubicBezTo>
                  <a:cubicBezTo>
                    <a:pt x="8159" y="7945"/>
                    <a:pt x="9209" y="6382"/>
                    <a:pt x="9209" y="4575"/>
                  </a:cubicBezTo>
                  <a:cubicBezTo>
                    <a:pt x="9206" y="2047"/>
                    <a:pt x="7157" y="1"/>
                    <a:pt x="46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7" name="Google Shape;5077;p63"/>
            <p:cNvSpPr/>
            <p:nvPr/>
          </p:nvSpPr>
          <p:spPr>
            <a:xfrm>
              <a:off x="4043532" y="3825982"/>
              <a:ext cx="148998" cy="333838"/>
            </a:xfrm>
            <a:custGeom>
              <a:avLst/>
              <a:gdLst/>
              <a:ahLst/>
              <a:cxnLst/>
              <a:rect l="l" t="t" r="r" b="b"/>
              <a:pathLst>
                <a:path w="5217" h="11689" extrusionOk="0">
                  <a:moveTo>
                    <a:pt x="4646" y="0"/>
                  </a:moveTo>
                  <a:cubicBezTo>
                    <a:pt x="4606" y="0"/>
                    <a:pt x="4566" y="1"/>
                    <a:pt x="4526" y="2"/>
                  </a:cubicBezTo>
                  <a:cubicBezTo>
                    <a:pt x="1983" y="62"/>
                    <a:pt x="1" y="2145"/>
                    <a:pt x="63" y="4686"/>
                  </a:cubicBezTo>
                  <a:cubicBezTo>
                    <a:pt x="105" y="6446"/>
                    <a:pt x="1142" y="7960"/>
                    <a:pt x="2631" y="8688"/>
                  </a:cubicBezTo>
                  <a:cubicBezTo>
                    <a:pt x="2759" y="8752"/>
                    <a:pt x="2867" y="8849"/>
                    <a:pt x="2938" y="8975"/>
                  </a:cubicBezTo>
                  <a:lnTo>
                    <a:pt x="4386" y="11542"/>
                  </a:lnTo>
                  <a:cubicBezTo>
                    <a:pt x="4441" y="11639"/>
                    <a:pt x="4538" y="11688"/>
                    <a:pt x="4635" y="11688"/>
                  </a:cubicBezTo>
                  <a:cubicBezTo>
                    <a:pt x="4732" y="11688"/>
                    <a:pt x="4829" y="11639"/>
                    <a:pt x="4884" y="11542"/>
                  </a:cubicBezTo>
                  <a:lnTo>
                    <a:pt x="5216" y="10954"/>
                  </a:lnTo>
                  <a:lnTo>
                    <a:pt x="4097" y="8973"/>
                  </a:lnTo>
                  <a:cubicBezTo>
                    <a:pt x="4026" y="8847"/>
                    <a:pt x="3918" y="8748"/>
                    <a:pt x="3791" y="8684"/>
                  </a:cubicBezTo>
                  <a:cubicBezTo>
                    <a:pt x="2301" y="7958"/>
                    <a:pt x="1264" y="6444"/>
                    <a:pt x="1222" y="4685"/>
                  </a:cubicBezTo>
                  <a:cubicBezTo>
                    <a:pt x="1164" y="2304"/>
                    <a:pt x="2902" y="323"/>
                    <a:pt x="5211" y="37"/>
                  </a:cubicBezTo>
                  <a:cubicBezTo>
                    <a:pt x="5025" y="14"/>
                    <a:pt x="4837" y="0"/>
                    <a:pt x="464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8" name="Google Shape;5078;p63"/>
            <p:cNvSpPr/>
            <p:nvPr/>
          </p:nvSpPr>
          <p:spPr>
            <a:xfrm>
              <a:off x="4077489" y="3858283"/>
              <a:ext cx="196578" cy="196607"/>
            </a:xfrm>
            <a:custGeom>
              <a:avLst/>
              <a:gdLst/>
              <a:ahLst/>
              <a:cxnLst/>
              <a:rect l="l" t="t" r="r" b="b"/>
              <a:pathLst>
                <a:path w="6883" h="6884" extrusionOk="0">
                  <a:moveTo>
                    <a:pt x="3441" y="713"/>
                  </a:moveTo>
                  <a:cubicBezTo>
                    <a:pt x="4948" y="713"/>
                    <a:pt x="6171" y="1938"/>
                    <a:pt x="6171" y="3442"/>
                  </a:cubicBezTo>
                  <a:cubicBezTo>
                    <a:pt x="6171" y="4947"/>
                    <a:pt x="4946" y="6172"/>
                    <a:pt x="3441" y="6172"/>
                  </a:cubicBezTo>
                  <a:cubicBezTo>
                    <a:pt x="1937" y="6172"/>
                    <a:pt x="712" y="4945"/>
                    <a:pt x="712" y="3442"/>
                  </a:cubicBezTo>
                  <a:cubicBezTo>
                    <a:pt x="712" y="1938"/>
                    <a:pt x="1937" y="713"/>
                    <a:pt x="3441" y="713"/>
                  </a:cubicBezTo>
                  <a:close/>
                  <a:moveTo>
                    <a:pt x="3441" y="1"/>
                  </a:moveTo>
                  <a:cubicBezTo>
                    <a:pt x="1545" y="1"/>
                    <a:pt x="0" y="1544"/>
                    <a:pt x="0" y="3442"/>
                  </a:cubicBezTo>
                  <a:cubicBezTo>
                    <a:pt x="0" y="5339"/>
                    <a:pt x="1543" y="6883"/>
                    <a:pt x="3441" y="6883"/>
                  </a:cubicBezTo>
                  <a:cubicBezTo>
                    <a:pt x="5340" y="6883"/>
                    <a:pt x="6883" y="5341"/>
                    <a:pt x="6883" y="3442"/>
                  </a:cubicBezTo>
                  <a:cubicBezTo>
                    <a:pt x="6883" y="1545"/>
                    <a:pt x="5340" y="1"/>
                    <a:pt x="34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9" name="Google Shape;5079;p63"/>
            <p:cNvSpPr/>
            <p:nvPr/>
          </p:nvSpPr>
          <p:spPr>
            <a:xfrm>
              <a:off x="4077489" y="3858340"/>
              <a:ext cx="109728" cy="196607"/>
            </a:xfrm>
            <a:custGeom>
              <a:avLst/>
              <a:gdLst/>
              <a:ahLst/>
              <a:cxnLst/>
              <a:rect l="l" t="t" r="r" b="b"/>
              <a:pathLst>
                <a:path w="3842" h="6884" extrusionOk="0">
                  <a:moveTo>
                    <a:pt x="3441" y="1"/>
                  </a:moveTo>
                  <a:cubicBezTo>
                    <a:pt x="1543" y="1"/>
                    <a:pt x="0" y="1545"/>
                    <a:pt x="0" y="3442"/>
                  </a:cubicBezTo>
                  <a:cubicBezTo>
                    <a:pt x="0" y="5341"/>
                    <a:pt x="1545" y="6883"/>
                    <a:pt x="3441" y="6883"/>
                  </a:cubicBezTo>
                  <a:cubicBezTo>
                    <a:pt x="3576" y="6883"/>
                    <a:pt x="3712" y="6874"/>
                    <a:pt x="3841" y="6860"/>
                  </a:cubicBezTo>
                  <a:cubicBezTo>
                    <a:pt x="2609" y="6715"/>
                    <a:pt x="1572" y="5918"/>
                    <a:pt x="1088" y="4826"/>
                  </a:cubicBezTo>
                  <a:cubicBezTo>
                    <a:pt x="849" y="4419"/>
                    <a:pt x="712" y="3946"/>
                    <a:pt x="712" y="3442"/>
                  </a:cubicBezTo>
                  <a:cubicBezTo>
                    <a:pt x="712" y="2938"/>
                    <a:pt x="849" y="2465"/>
                    <a:pt x="1088" y="2058"/>
                  </a:cubicBezTo>
                  <a:cubicBezTo>
                    <a:pt x="1570" y="963"/>
                    <a:pt x="2607" y="167"/>
                    <a:pt x="3841" y="23"/>
                  </a:cubicBezTo>
                  <a:cubicBezTo>
                    <a:pt x="3712" y="8"/>
                    <a:pt x="3576" y="1"/>
                    <a:pt x="3441"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80" name="Google Shape;5080;p63"/>
          <p:cNvGrpSpPr/>
          <p:nvPr/>
        </p:nvGrpSpPr>
        <p:grpSpPr>
          <a:xfrm>
            <a:off x="5281480" y="2087299"/>
            <a:ext cx="504390" cy="504347"/>
            <a:chOff x="3216034" y="3825982"/>
            <a:chExt cx="333724" cy="333695"/>
          </a:xfrm>
        </p:grpSpPr>
        <p:sp>
          <p:nvSpPr>
            <p:cNvPr id="5081" name="Google Shape;5081;p63"/>
            <p:cNvSpPr/>
            <p:nvPr/>
          </p:nvSpPr>
          <p:spPr>
            <a:xfrm>
              <a:off x="3232599" y="3842604"/>
              <a:ext cx="300508" cy="300451"/>
            </a:xfrm>
            <a:custGeom>
              <a:avLst/>
              <a:gdLst/>
              <a:ahLst/>
              <a:cxnLst/>
              <a:rect l="l" t="t" r="r" b="b"/>
              <a:pathLst>
                <a:path w="10522" h="10520" extrusionOk="0">
                  <a:moveTo>
                    <a:pt x="5262" y="806"/>
                  </a:moveTo>
                  <a:cubicBezTo>
                    <a:pt x="7721" y="806"/>
                    <a:pt x="9717" y="2799"/>
                    <a:pt x="9717" y="5260"/>
                  </a:cubicBezTo>
                  <a:cubicBezTo>
                    <a:pt x="9713" y="7719"/>
                    <a:pt x="7721" y="9714"/>
                    <a:pt x="5262" y="9714"/>
                  </a:cubicBezTo>
                  <a:cubicBezTo>
                    <a:pt x="2801" y="9714"/>
                    <a:pt x="808" y="7719"/>
                    <a:pt x="808" y="5260"/>
                  </a:cubicBezTo>
                  <a:cubicBezTo>
                    <a:pt x="808" y="2799"/>
                    <a:pt x="2801" y="806"/>
                    <a:pt x="5262" y="806"/>
                  </a:cubicBezTo>
                  <a:close/>
                  <a:moveTo>
                    <a:pt x="5262" y="0"/>
                  </a:moveTo>
                  <a:cubicBezTo>
                    <a:pt x="2356" y="0"/>
                    <a:pt x="1" y="2356"/>
                    <a:pt x="1" y="5260"/>
                  </a:cubicBezTo>
                  <a:cubicBezTo>
                    <a:pt x="1" y="8165"/>
                    <a:pt x="2356" y="10520"/>
                    <a:pt x="5262" y="10520"/>
                  </a:cubicBezTo>
                  <a:cubicBezTo>
                    <a:pt x="8167" y="10520"/>
                    <a:pt x="10522" y="8165"/>
                    <a:pt x="10522" y="5260"/>
                  </a:cubicBezTo>
                  <a:cubicBezTo>
                    <a:pt x="10522" y="2356"/>
                    <a:pt x="8167" y="0"/>
                    <a:pt x="52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2" name="Google Shape;5082;p63"/>
            <p:cNvSpPr/>
            <p:nvPr/>
          </p:nvSpPr>
          <p:spPr>
            <a:xfrm>
              <a:off x="3232599" y="3842490"/>
              <a:ext cx="162049" cy="300508"/>
            </a:xfrm>
            <a:custGeom>
              <a:avLst/>
              <a:gdLst/>
              <a:ahLst/>
              <a:cxnLst/>
              <a:rect l="l" t="t" r="r" b="b"/>
              <a:pathLst>
                <a:path w="5674" h="10522" extrusionOk="0">
                  <a:moveTo>
                    <a:pt x="5262" y="1"/>
                  </a:moveTo>
                  <a:cubicBezTo>
                    <a:pt x="2356" y="1"/>
                    <a:pt x="1" y="2356"/>
                    <a:pt x="1" y="5260"/>
                  </a:cubicBezTo>
                  <a:cubicBezTo>
                    <a:pt x="1" y="8167"/>
                    <a:pt x="2356" y="10522"/>
                    <a:pt x="5262" y="10522"/>
                  </a:cubicBezTo>
                  <a:cubicBezTo>
                    <a:pt x="5401" y="10522"/>
                    <a:pt x="5538" y="10516"/>
                    <a:pt x="5673" y="10505"/>
                  </a:cubicBezTo>
                  <a:cubicBezTo>
                    <a:pt x="3267" y="10323"/>
                    <a:pt x="1319" y="8523"/>
                    <a:pt x="903" y="6190"/>
                  </a:cubicBezTo>
                  <a:cubicBezTo>
                    <a:pt x="839" y="5890"/>
                    <a:pt x="808" y="5584"/>
                    <a:pt x="808" y="5264"/>
                  </a:cubicBezTo>
                  <a:cubicBezTo>
                    <a:pt x="808" y="4946"/>
                    <a:pt x="841" y="4636"/>
                    <a:pt x="903" y="4337"/>
                  </a:cubicBezTo>
                  <a:cubicBezTo>
                    <a:pt x="1315" y="2005"/>
                    <a:pt x="3267" y="203"/>
                    <a:pt x="5673" y="17"/>
                  </a:cubicBezTo>
                  <a:cubicBezTo>
                    <a:pt x="5538" y="6"/>
                    <a:pt x="5401" y="1"/>
                    <a:pt x="526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3" name="Google Shape;5083;p63"/>
            <p:cNvSpPr/>
            <p:nvPr/>
          </p:nvSpPr>
          <p:spPr>
            <a:xfrm>
              <a:off x="3364432" y="3915975"/>
              <a:ext cx="98675" cy="180242"/>
            </a:xfrm>
            <a:custGeom>
              <a:avLst/>
              <a:gdLst/>
              <a:ahLst/>
              <a:cxnLst/>
              <a:rect l="l" t="t" r="r" b="b"/>
              <a:pathLst>
                <a:path w="3455" h="6311" extrusionOk="0">
                  <a:moveTo>
                    <a:pt x="3321" y="0"/>
                  </a:moveTo>
                  <a:lnTo>
                    <a:pt x="0" y="3321"/>
                  </a:lnTo>
                  <a:lnTo>
                    <a:pt x="1043" y="6172"/>
                  </a:lnTo>
                  <a:cubicBezTo>
                    <a:pt x="1070" y="6264"/>
                    <a:pt x="1148" y="6311"/>
                    <a:pt x="1226" y="6311"/>
                  </a:cubicBezTo>
                  <a:cubicBezTo>
                    <a:pt x="1301" y="6311"/>
                    <a:pt x="1375" y="6268"/>
                    <a:pt x="1406" y="6182"/>
                  </a:cubicBezTo>
                  <a:lnTo>
                    <a:pt x="3408" y="385"/>
                  </a:lnTo>
                  <a:cubicBezTo>
                    <a:pt x="3454" y="252"/>
                    <a:pt x="3421" y="101"/>
                    <a:pt x="33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4" name="Google Shape;5084;p63"/>
            <p:cNvSpPr/>
            <p:nvPr/>
          </p:nvSpPr>
          <p:spPr>
            <a:xfrm>
              <a:off x="3277610" y="3912833"/>
              <a:ext cx="181584" cy="97989"/>
            </a:xfrm>
            <a:custGeom>
              <a:avLst/>
              <a:gdLst/>
              <a:ahLst/>
              <a:cxnLst/>
              <a:rect l="l" t="t" r="r" b="b"/>
              <a:pathLst>
                <a:path w="6358" h="3431" extrusionOk="0">
                  <a:moveTo>
                    <a:pt x="6092" y="1"/>
                  </a:moveTo>
                  <a:cubicBezTo>
                    <a:pt x="6052" y="1"/>
                    <a:pt x="6011" y="7"/>
                    <a:pt x="5972" y="21"/>
                  </a:cubicBezTo>
                  <a:lnTo>
                    <a:pt x="176" y="2025"/>
                  </a:lnTo>
                  <a:cubicBezTo>
                    <a:pt x="0" y="2087"/>
                    <a:pt x="8" y="2336"/>
                    <a:pt x="185" y="2388"/>
                  </a:cubicBezTo>
                  <a:lnTo>
                    <a:pt x="3038" y="3431"/>
                  </a:lnTo>
                  <a:lnTo>
                    <a:pt x="6357" y="110"/>
                  </a:lnTo>
                  <a:cubicBezTo>
                    <a:pt x="6286" y="39"/>
                    <a:pt x="6190" y="1"/>
                    <a:pt x="60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5" name="Google Shape;5085;p63"/>
            <p:cNvSpPr/>
            <p:nvPr/>
          </p:nvSpPr>
          <p:spPr>
            <a:xfrm>
              <a:off x="3377969" y="3825982"/>
              <a:ext cx="9796" cy="53836"/>
            </a:xfrm>
            <a:custGeom>
              <a:avLst/>
              <a:gdLst/>
              <a:ahLst/>
              <a:cxnLst/>
              <a:rect l="l" t="t" r="r" b="b"/>
              <a:pathLst>
                <a:path w="343" h="1885" extrusionOk="0">
                  <a:moveTo>
                    <a:pt x="172" y="0"/>
                  </a:moveTo>
                  <a:cubicBezTo>
                    <a:pt x="77" y="0"/>
                    <a:pt x="1" y="77"/>
                    <a:pt x="1" y="170"/>
                  </a:cubicBezTo>
                  <a:lnTo>
                    <a:pt x="1" y="1714"/>
                  </a:lnTo>
                  <a:cubicBezTo>
                    <a:pt x="1" y="1807"/>
                    <a:pt x="77" y="1884"/>
                    <a:pt x="172" y="1884"/>
                  </a:cubicBezTo>
                  <a:cubicBezTo>
                    <a:pt x="265" y="1884"/>
                    <a:pt x="342" y="1809"/>
                    <a:pt x="342" y="1714"/>
                  </a:cubicBezTo>
                  <a:lnTo>
                    <a:pt x="342" y="170"/>
                  </a:lnTo>
                  <a:cubicBezTo>
                    <a:pt x="342" y="77"/>
                    <a:pt x="265"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6" name="Google Shape;5086;p63"/>
            <p:cNvSpPr/>
            <p:nvPr/>
          </p:nvSpPr>
          <p:spPr>
            <a:xfrm>
              <a:off x="3377969" y="4105813"/>
              <a:ext cx="9796" cy="53864"/>
            </a:xfrm>
            <a:custGeom>
              <a:avLst/>
              <a:gdLst/>
              <a:ahLst/>
              <a:cxnLst/>
              <a:rect l="l" t="t" r="r" b="b"/>
              <a:pathLst>
                <a:path w="343" h="1886" extrusionOk="0">
                  <a:moveTo>
                    <a:pt x="172" y="0"/>
                  </a:moveTo>
                  <a:cubicBezTo>
                    <a:pt x="77" y="0"/>
                    <a:pt x="1" y="79"/>
                    <a:pt x="1" y="172"/>
                  </a:cubicBezTo>
                  <a:lnTo>
                    <a:pt x="1" y="1714"/>
                  </a:lnTo>
                  <a:cubicBezTo>
                    <a:pt x="1" y="1807"/>
                    <a:pt x="77" y="1886"/>
                    <a:pt x="172" y="1886"/>
                  </a:cubicBezTo>
                  <a:cubicBezTo>
                    <a:pt x="265" y="1886"/>
                    <a:pt x="342" y="1811"/>
                    <a:pt x="342" y="1714"/>
                  </a:cubicBezTo>
                  <a:lnTo>
                    <a:pt x="342" y="172"/>
                  </a:lnTo>
                  <a:cubicBezTo>
                    <a:pt x="342" y="79"/>
                    <a:pt x="265"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7" name="Google Shape;5087;p63"/>
            <p:cNvSpPr/>
            <p:nvPr/>
          </p:nvSpPr>
          <p:spPr>
            <a:xfrm>
              <a:off x="3216034" y="3987917"/>
              <a:ext cx="53836" cy="9825"/>
            </a:xfrm>
            <a:custGeom>
              <a:avLst/>
              <a:gdLst/>
              <a:ahLst/>
              <a:cxnLst/>
              <a:rect l="l" t="t" r="r" b="b"/>
              <a:pathLst>
                <a:path w="1885" h="344" extrusionOk="0">
                  <a:moveTo>
                    <a:pt x="170" y="0"/>
                  </a:moveTo>
                  <a:cubicBezTo>
                    <a:pt x="77" y="0"/>
                    <a:pt x="0" y="79"/>
                    <a:pt x="0" y="172"/>
                  </a:cubicBezTo>
                  <a:cubicBezTo>
                    <a:pt x="0" y="265"/>
                    <a:pt x="77" y="344"/>
                    <a:pt x="170" y="344"/>
                  </a:cubicBezTo>
                  <a:lnTo>
                    <a:pt x="1713" y="344"/>
                  </a:lnTo>
                  <a:cubicBezTo>
                    <a:pt x="1808" y="344"/>
                    <a:pt x="1884" y="265"/>
                    <a:pt x="1884" y="172"/>
                  </a:cubicBezTo>
                  <a:cubicBezTo>
                    <a:pt x="1884" y="79"/>
                    <a:pt x="1808" y="0"/>
                    <a:pt x="17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8" name="Google Shape;5088;p63"/>
            <p:cNvSpPr/>
            <p:nvPr/>
          </p:nvSpPr>
          <p:spPr>
            <a:xfrm>
              <a:off x="3495865" y="3987917"/>
              <a:ext cx="53893" cy="9825"/>
            </a:xfrm>
            <a:custGeom>
              <a:avLst/>
              <a:gdLst/>
              <a:ahLst/>
              <a:cxnLst/>
              <a:rect l="l" t="t" r="r" b="b"/>
              <a:pathLst>
                <a:path w="1887" h="344" extrusionOk="0">
                  <a:moveTo>
                    <a:pt x="172" y="0"/>
                  </a:moveTo>
                  <a:cubicBezTo>
                    <a:pt x="77" y="0"/>
                    <a:pt x="0" y="79"/>
                    <a:pt x="0" y="172"/>
                  </a:cubicBezTo>
                  <a:cubicBezTo>
                    <a:pt x="0" y="265"/>
                    <a:pt x="77" y="344"/>
                    <a:pt x="172" y="344"/>
                  </a:cubicBezTo>
                  <a:lnTo>
                    <a:pt x="1715" y="344"/>
                  </a:lnTo>
                  <a:cubicBezTo>
                    <a:pt x="1808" y="344"/>
                    <a:pt x="1886" y="265"/>
                    <a:pt x="1886" y="172"/>
                  </a:cubicBezTo>
                  <a:cubicBezTo>
                    <a:pt x="1886" y="79"/>
                    <a:pt x="1808" y="0"/>
                    <a:pt x="17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9" name="Google Shape;5089;p63"/>
            <p:cNvSpPr/>
            <p:nvPr/>
          </p:nvSpPr>
          <p:spPr>
            <a:xfrm>
              <a:off x="3277667" y="3962270"/>
              <a:ext cx="106329" cy="48552"/>
            </a:xfrm>
            <a:custGeom>
              <a:avLst/>
              <a:gdLst/>
              <a:ahLst/>
              <a:cxnLst/>
              <a:rect l="l" t="t" r="r" b="b"/>
              <a:pathLst>
                <a:path w="3723" h="1700" extrusionOk="0">
                  <a:moveTo>
                    <a:pt x="1030" y="0"/>
                  </a:moveTo>
                  <a:lnTo>
                    <a:pt x="176" y="294"/>
                  </a:lnTo>
                  <a:cubicBezTo>
                    <a:pt x="0" y="356"/>
                    <a:pt x="8" y="605"/>
                    <a:pt x="185" y="657"/>
                  </a:cubicBezTo>
                  <a:lnTo>
                    <a:pt x="3038" y="1700"/>
                  </a:lnTo>
                  <a:lnTo>
                    <a:pt x="3723" y="1015"/>
                  </a:lnTo>
                  <a:cubicBezTo>
                    <a:pt x="3690" y="982"/>
                    <a:pt x="3653" y="960"/>
                    <a:pt x="3613" y="944"/>
                  </a:cubicBezTo>
                  <a:lnTo>
                    <a:pt x="1030"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0" name="Google Shape;5090;p63"/>
            <p:cNvSpPr/>
            <p:nvPr/>
          </p:nvSpPr>
          <p:spPr>
            <a:xfrm>
              <a:off x="3364432" y="3991259"/>
              <a:ext cx="48552" cy="104958"/>
            </a:xfrm>
            <a:custGeom>
              <a:avLst/>
              <a:gdLst/>
              <a:ahLst/>
              <a:cxnLst/>
              <a:rect l="l" t="t" r="r" b="b"/>
              <a:pathLst>
                <a:path w="1700" h="3675" extrusionOk="0">
                  <a:moveTo>
                    <a:pt x="685" y="0"/>
                  </a:moveTo>
                  <a:lnTo>
                    <a:pt x="0" y="685"/>
                  </a:lnTo>
                  <a:lnTo>
                    <a:pt x="1043" y="3536"/>
                  </a:lnTo>
                  <a:cubicBezTo>
                    <a:pt x="1069" y="3628"/>
                    <a:pt x="1147" y="3675"/>
                    <a:pt x="1225" y="3675"/>
                  </a:cubicBezTo>
                  <a:cubicBezTo>
                    <a:pt x="1300" y="3675"/>
                    <a:pt x="1375" y="3632"/>
                    <a:pt x="1406" y="3546"/>
                  </a:cubicBezTo>
                  <a:lnTo>
                    <a:pt x="1700" y="2695"/>
                  </a:lnTo>
                  <a:lnTo>
                    <a:pt x="752" y="106"/>
                  </a:lnTo>
                  <a:cubicBezTo>
                    <a:pt x="738" y="66"/>
                    <a:pt x="714" y="29"/>
                    <a:pt x="685"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91" name="Google Shape;5091;p63"/>
          <p:cNvGrpSpPr/>
          <p:nvPr/>
        </p:nvGrpSpPr>
        <p:grpSpPr>
          <a:xfrm>
            <a:off x="3370801" y="2087213"/>
            <a:ext cx="473742" cy="504519"/>
            <a:chOff x="2433205" y="3825925"/>
            <a:chExt cx="313446" cy="333809"/>
          </a:xfrm>
        </p:grpSpPr>
        <p:sp>
          <p:nvSpPr>
            <p:cNvPr id="5092" name="Google Shape;5092;p63"/>
            <p:cNvSpPr/>
            <p:nvPr/>
          </p:nvSpPr>
          <p:spPr>
            <a:xfrm>
              <a:off x="2645948" y="4072426"/>
              <a:ext cx="24847" cy="87308"/>
            </a:xfrm>
            <a:custGeom>
              <a:avLst/>
              <a:gdLst/>
              <a:ahLst/>
              <a:cxnLst/>
              <a:rect l="l" t="t" r="r" b="b"/>
              <a:pathLst>
                <a:path w="870" h="3057" extrusionOk="0">
                  <a:moveTo>
                    <a:pt x="0" y="1"/>
                  </a:moveTo>
                  <a:lnTo>
                    <a:pt x="0" y="2847"/>
                  </a:lnTo>
                  <a:cubicBezTo>
                    <a:pt x="0" y="2964"/>
                    <a:pt x="91" y="3057"/>
                    <a:pt x="205" y="3057"/>
                  </a:cubicBezTo>
                  <a:lnTo>
                    <a:pt x="665" y="3057"/>
                  </a:lnTo>
                  <a:cubicBezTo>
                    <a:pt x="778" y="3057"/>
                    <a:pt x="869" y="2964"/>
                    <a:pt x="869" y="2847"/>
                  </a:cubicBezTo>
                  <a:lnTo>
                    <a:pt x="86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3" name="Google Shape;5093;p63"/>
            <p:cNvSpPr/>
            <p:nvPr/>
          </p:nvSpPr>
          <p:spPr>
            <a:xfrm>
              <a:off x="2645948" y="4072369"/>
              <a:ext cx="20135" cy="87308"/>
            </a:xfrm>
            <a:custGeom>
              <a:avLst/>
              <a:gdLst/>
              <a:ahLst/>
              <a:cxnLst/>
              <a:rect l="l" t="t" r="r" b="b"/>
              <a:pathLst>
                <a:path w="705" h="3057" extrusionOk="0">
                  <a:moveTo>
                    <a:pt x="0" y="1"/>
                  </a:moveTo>
                  <a:lnTo>
                    <a:pt x="0" y="2847"/>
                  </a:lnTo>
                  <a:cubicBezTo>
                    <a:pt x="0" y="2964"/>
                    <a:pt x="91" y="3057"/>
                    <a:pt x="205" y="3057"/>
                  </a:cubicBezTo>
                  <a:lnTo>
                    <a:pt x="665" y="3057"/>
                  </a:lnTo>
                  <a:cubicBezTo>
                    <a:pt x="677" y="3057"/>
                    <a:pt x="692" y="3053"/>
                    <a:pt x="705" y="3051"/>
                  </a:cubicBezTo>
                  <a:cubicBezTo>
                    <a:pt x="612" y="3033"/>
                    <a:pt x="541" y="2949"/>
                    <a:pt x="541" y="2847"/>
                  </a:cubicBezTo>
                  <a:lnTo>
                    <a:pt x="541"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4" name="Google Shape;5094;p63"/>
            <p:cNvSpPr/>
            <p:nvPr/>
          </p:nvSpPr>
          <p:spPr>
            <a:xfrm>
              <a:off x="2645691" y="4002054"/>
              <a:ext cx="100960" cy="72400"/>
            </a:xfrm>
            <a:custGeom>
              <a:avLst/>
              <a:gdLst/>
              <a:ahLst/>
              <a:cxnLst/>
              <a:rect l="l" t="t" r="r" b="b"/>
              <a:pathLst>
                <a:path w="3535" h="2535" extrusionOk="0">
                  <a:moveTo>
                    <a:pt x="363" y="0"/>
                  </a:moveTo>
                  <a:cubicBezTo>
                    <a:pt x="323" y="31"/>
                    <a:pt x="276" y="49"/>
                    <a:pt x="221" y="49"/>
                  </a:cubicBezTo>
                  <a:lnTo>
                    <a:pt x="0" y="49"/>
                  </a:lnTo>
                  <a:lnTo>
                    <a:pt x="995" y="2118"/>
                  </a:lnTo>
                  <a:cubicBezTo>
                    <a:pt x="1088" y="2310"/>
                    <a:pt x="949" y="2534"/>
                    <a:pt x="734" y="2534"/>
                  </a:cubicBezTo>
                  <a:lnTo>
                    <a:pt x="3178" y="2534"/>
                  </a:lnTo>
                  <a:cubicBezTo>
                    <a:pt x="3396" y="2534"/>
                    <a:pt x="3534" y="2308"/>
                    <a:pt x="3439" y="2116"/>
                  </a:cubicBezTo>
                  <a:lnTo>
                    <a:pt x="242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5" name="Google Shape;5095;p63"/>
            <p:cNvSpPr/>
            <p:nvPr/>
          </p:nvSpPr>
          <p:spPr>
            <a:xfrm>
              <a:off x="2645720" y="4002140"/>
              <a:ext cx="51665" cy="72314"/>
            </a:xfrm>
            <a:custGeom>
              <a:avLst/>
              <a:gdLst/>
              <a:ahLst/>
              <a:cxnLst/>
              <a:rect l="l" t="t" r="r" b="b"/>
              <a:pathLst>
                <a:path w="1809" h="2532" extrusionOk="0">
                  <a:moveTo>
                    <a:pt x="364" y="1"/>
                  </a:moveTo>
                  <a:cubicBezTo>
                    <a:pt x="326" y="30"/>
                    <a:pt x="277" y="48"/>
                    <a:pt x="222" y="48"/>
                  </a:cubicBezTo>
                  <a:lnTo>
                    <a:pt x="1" y="48"/>
                  </a:lnTo>
                  <a:lnTo>
                    <a:pt x="996" y="2119"/>
                  </a:lnTo>
                  <a:cubicBezTo>
                    <a:pt x="1089" y="2305"/>
                    <a:pt x="950" y="2531"/>
                    <a:pt x="737" y="2531"/>
                  </a:cubicBezTo>
                  <a:lnTo>
                    <a:pt x="1735" y="2531"/>
                  </a:lnTo>
                  <a:cubicBezTo>
                    <a:pt x="1808" y="2294"/>
                    <a:pt x="1790" y="2036"/>
                    <a:pt x="1679" y="1808"/>
                  </a:cubicBezTo>
                  <a:lnTo>
                    <a:pt x="1047" y="494"/>
                  </a:lnTo>
                  <a:cubicBezTo>
                    <a:pt x="1020" y="439"/>
                    <a:pt x="1023" y="375"/>
                    <a:pt x="1058" y="324"/>
                  </a:cubicBezTo>
                  <a:cubicBezTo>
                    <a:pt x="1060" y="320"/>
                    <a:pt x="1065" y="315"/>
                    <a:pt x="1067" y="308"/>
                  </a:cubicBezTo>
                  <a:cubicBezTo>
                    <a:pt x="1125" y="213"/>
                    <a:pt x="1167" y="107"/>
                    <a:pt x="1189"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6" name="Google Shape;5096;p63"/>
            <p:cNvSpPr/>
            <p:nvPr/>
          </p:nvSpPr>
          <p:spPr>
            <a:xfrm>
              <a:off x="2634267" y="3942964"/>
              <a:ext cx="95762" cy="60519"/>
            </a:xfrm>
            <a:custGeom>
              <a:avLst/>
              <a:gdLst/>
              <a:ahLst/>
              <a:cxnLst/>
              <a:rect l="l" t="t" r="r" b="b"/>
              <a:pathLst>
                <a:path w="3353" h="2119" extrusionOk="0">
                  <a:moveTo>
                    <a:pt x="373" y="1"/>
                  </a:moveTo>
                  <a:cubicBezTo>
                    <a:pt x="338" y="30"/>
                    <a:pt x="294" y="48"/>
                    <a:pt x="247" y="48"/>
                  </a:cubicBezTo>
                  <a:lnTo>
                    <a:pt x="0" y="48"/>
                  </a:lnTo>
                  <a:lnTo>
                    <a:pt x="831" y="1781"/>
                  </a:lnTo>
                  <a:cubicBezTo>
                    <a:pt x="909" y="1936"/>
                    <a:pt x="794" y="2118"/>
                    <a:pt x="621" y="2118"/>
                  </a:cubicBezTo>
                  <a:lnTo>
                    <a:pt x="3065" y="2118"/>
                  </a:lnTo>
                  <a:cubicBezTo>
                    <a:pt x="3239" y="2117"/>
                    <a:pt x="3352" y="1934"/>
                    <a:pt x="3275" y="1781"/>
                  </a:cubicBezTo>
                  <a:lnTo>
                    <a:pt x="242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7" name="Google Shape;5097;p63"/>
            <p:cNvSpPr/>
            <p:nvPr/>
          </p:nvSpPr>
          <p:spPr>
            <a:xfrm>
              <a:off x="2634267" y="3942964"/>
              <a:ext cx="46696" cy="60519"/>
            </a:xfrm>
            <a:custGeom>
              <a:avLst/>
              <a:gdLst/>
              <a:ahLst/>
              <a:cxnLst/>
              <a:rect l="l" t="t" r="r" b="b"/>
              <a:pathLst>
                <a:path w="1635" h="2119" extrusionOk="0">
                  <a:moveTo>
                    <a:pt x="373" y="1"/>
                  </a:moveTo>
                  <a:cubicBezTo>
                    <a:pt x="338" y="30"/>
                    <a:pt x="294" y="48"/>
                    <a:pt x="247" y="48"/>
                  </a:cubicBezTo>
                  <a:lnTo>
                    <a:pt x="0" y="48"/>
                  </a:lnTo>
                  <a:lnTo>
                    <a:pt x="831" y="1781"/>
                  </a:lnTo>
                  <a:cubicBezTo>
                    <a:pt x="909" y="1936"/>
                    <a:pt x="794" y="2118"/>
                    <a:pt x="621" y="2118"/>
                  </a:cubicBezTo>
                  <a:lnTo>
                    <a:pt x="1578" y="2118"/>
                  </a:lnTo>
                  <a:cubicBezTo>
                    <a:pt x="1634" y="1903"/>
                    <a:pt x="1614" y="1677"/>
                    <a:pt x="1514" y="1472"/>
                  </a:cubicBezTo>
                  <a:lnTo>
                    <a:pt x="1046" y="497"/>
                  </a:lnTo>
                  <a:cubicBezTo>
                    <a:pt x="1021" y="443"/>
                    <a:pt x="1024" y="379"/>
                    <a:pt x="1057" y="329"/>
                  </a:cubicBezTo>
                  <a:cubicBezTo>
                    <a:pt x="1121" y="225"/>
                    <a:pt x="1161" y="114"/>
                    <a:pt x="1180"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8" name="Google Shape;5098;p63"/>
            <p:cNvSpPr/>
            <p:nvPr/>
          </p:nvSpPr>
          <p:spPr>
            <a:xfrm>
              <a:off x="2623414" y="3825982"/>
              <a:ext cx="94505" cy="118324"/>
            </a:xfrm>
            <a:custGeom>
              <a:avLst/>
              <a:gdLst/>
              <a:ahLst/>
              <a:cxnLst/>
              <a:rect l="l" t="t" r="r" b="b"/>
              <a:pathLst>
                <a:path w="3309" h="4143" extrusionOk="0">
                  <a:moveTo>
                    <a:pt x="1224" y="0"/>
                  </a:moveTo>
                  <a:cubicBezTo>
                    <a:pt x="1154" y="0"/>
                    <a:pt x="1084" y="37"/>
                    <a:pt x="1048" y="110"/>
                  </a:cubicBezTo>
                  <a:lnTo>
                    <a:pt x="1" y="2236"/>
                  </a:lnTo>
                  <a:lnTo>
                    <a:pt x="802" y="3861"/>
                  </a:lnTo>
                  <a:cubicBezTo>
                    <a:pt x="866" y="3991"/>
                    <a:pt x="773" y="4142"/>
                    <a:pt x="627" y="4142"/>
                  </a:cubicBezTo>
                  <a:lnTo>
                    <a:pt x="3071" y="4142"/>
                  </a:lnTo>
                  <a:cubicBezTo>
                    <a:pt x="3215" y="4142"/>
                    <a:pt x="3309" y="3991"/>
                    <a:pt x="3245" y="3861"/>
                  </a:cubicBezTo>
                  <a:lnTo>
                    <a:pt x="1399" y="110"/>
                  </a:lnTo>
                  <a:cubicBezTo>
                    <a:pt x="1363" y="37"/>
                    <a:pt x="1293" y="0"/>
                    <a:pt x="12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9" name="Google Shape;5099;p63"/>
            <p:cNvSpPr/>
            <p:nvPr/>
          </p:nvSpPr>
          <p:spPr>
            <a:xfrm>
              <a:off x="2623414" y="3825982"/>
              <a:ext cx="46067" cy="118267"/>
            </a:xfrm>
            <a:custGeom>
              <a:avLst/>
              <a:gdLst/>
              <a:ahLst/>
              <a:cxnLst/>
              <a:rect l="l" t="t" r="r" b="b"/>
              <a:pathLst>
                <a:path w="1613" h="4141" extrusionOk="0">
                  <a:moveTo>
                    <a:pt x="1224" y="0"/>
                  </a:moveTo>
                  <a:cubicBezTo>
                    <a:pt x="1154" y="0"/>
                    <a:pt x="1084" y="37"/>
                    <a:pt x="1048" y="110"/>
                  </a:cubicBezTo>
                  <a:cubicBezTo>
                    <a:pt x="254" y="1722"/>
                    <a:pt x="503" y="1216"/>
                    <a:pt x="1" y="2236"/>
                  </a:cubicBezTo>
                  <a:lnTo>
                    <a:pt x="802" y="3861"/>
                  </a:lnTo>
                  <a:cubicBezTo>
                    <a:pt x="866" y="3991"/>
                    <a:pt x="773" y="4141"/>
                    <a:pt x="627" y="4141"/>
                  </a:cubicBezTo>
                  <a:lnTo>
                    <a:pt x="1552" y="4141"/>
                  </a:lnTo>
                  <a:cubicBezTo>
                    <a:pt x="1596" y="3945"/>
                    <a:pt x="1574" y="3737"/>
                    <a:pt x="1483" y="3547"/>
                  </a:cubicBezTo>
                  <a:lnTo>
                    <a:pt x="846" y="2257"/>
                  </a:lnTo>
                  <a:cubicBezTo>
                    <a:pt x="824" y="2209"/>
                    <a:pt x="824" y="2151"/>
                    <a:pt x="846" y="2103"/>
                  </a:cubicBezTo>
                  <a:lnTo>
                    <a:pt x="1613" y="546"/>
                  </a:lnTo>
                  <a:lnTo>
                    <a:pt x="1399" y="110"/>
                  </a:lnTo>
                  <a:cubicBezTo>
                    <a:pt x="1363" y="37"/>
                    <a:pt x="1293" y="0"/>
                    <a:pt x="1224"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0" name="Google Shape;5100;p63"/>
            <p:cNvSpPr/>
            <p:nvPr/>
          </p:nvSpPr>
          <p:spPr>
            <a:xfrm>
              <a:off x="2509060" y="4072426"/>
              <a:ext cx="24847" cy="87308"/>
            </a:xfrm>
            <a:custGeom>
              <a:avLst/>
              <a:gdLst/>
              <a:ahLst/>
              <a:cxnLst/>
              <a:rect l="l" t="t" r="r" b="b"/>
              <a:pathLst>
                <a:path w="870" h="3057" extrusionOk="0">
                  <a:moveTo>
                    <a:pt x="1" y="1"/>
                  </a:moveTo>
                  <a:lnTo>
                    <a:pt x="1" y="2847"/>
                  </a:lnTo>
                  <a:cubicBezTo>
                    <a:pt x="1" y="2964"/>
                    <a:pt x="92" y="3057"/>
                    <a:pt x="205" y="3057"/>
                  </a:cubicBezTo>
                  <a:lnTo>
                    <a:pt x="665" y="3057"/>
                  </a:lnTo>
                  <a:cubicBezTo>
                    <a:pt x="779" y="3057"/>
                    <a:pt x="870" y="2964"/>
                    <a:pt x="870" y="2847"/>
                  </a:cubicBezTo>
                  <a:lnTo>
                    <a:pt x="8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1" name="Google Shape;5101;p63"/>
            <p:cNvSpPr/>
            <p:nvPr/>
          </p:nvSpPr>
          <p:spPr>
            <a:xfrm>
              <a:off x="2509060" y="4072369"/>
              <a:ext cx="20163" cy="87308"/>
            </a:xfrm>
            <a:custGeom>
              <a:avLst/>
              <a:gdLst/>
              <a:ahLst/>
              <a:cxnLst/>
              <a:rect l="l" t="t" r="r" b="b"/>
              <a:pathLst>
                <a:path w="706" h="3057" extrusionOk="0">
                  <a:moveTo>
                    <a:pt x="1" y="1"/>
                  </a:moveTo>
                  <a:lnTo>
                    <a:pt x="1" y="2847"/>
                  </a:lnTo>
                  <a:cubicBezTo>
                    <a:pt x="1" y="2964"/>
                    <a:pt x="92" y="3057"/>
                    <a:pt x="205" y="3057"/>
                  </a:cubicBezTo>
                  <a:lnTo>
                    <a:pt x="665" y="3057"/>
                  </a:lnTo>
                  <a:cubicBezTo>
                    <a:pt x="678" y="3057"/>
                    <a:pt x="693" y="3053"/>
                    <a:pt x="706" y="3051"/>
                  </a:cubicBezTo>
                  <a:cubicBezTo>
                    <a:pt x="613" y="3033"/>
                    <a:pt x="541" y="2949"/>
                    <a:pt x="541" y="2847"/>
                  </a:cubicBezTo>
                  <a:lnTo>
                    <a:pt x="541"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2" name="Google Shape;5102;p63"/>
            <p:cNvSpPr/>
            <p:nvPr/>
          </p:nvSpPr>
          <p:spPr>
            <a:xfrm>
              <a:off x="2433205" y="4001997"/>
              <a:ext cx="100931" cy="72285"/>
            </a:xfrm>
            <a:custGeom>
              <a:avLst/>
              <a:gdLst/>
              <a:ahLst/>
              <a:cxnLst/>
              <a:rect l="l" t="t" r="r" b="b"/>
              <a:pathLst>
                <a:path w="3534" h="2531" extrusionOk="0">
                  <a:moveTo>
                    <a:pt x="1112" y="0"/>
                  </a:moveTo>
                  <a:lnTo>
                    <a:pt x="94" y="2116"/>
                  </a:lnTo>
                  <a:cubicBezTo>
                    <a:pt x="1" y="2308"/>
                    <a:pt x="139" y="2531"/>
                    <a:pt x="355" y="2531"/>
                  </a:cubicBezTo>
                  <a:lnTo>
                    <a:pt x="2781" y="2531"/>
                  </a:lnTo>
                  <a:cubicBezTo>
                    <a:pt x="2576" y="2525"/>
                    <a:pt x="2444" y="2305"/>
                    <a:pt x="2538" y="2118"/>
                  </a:cubicBezTo>
                  <a:lnTo>
                    <a:pt x="3533" y="48"/>
                  </a:lnTo>
                  <a:lnTo>
                    <a:pt x="3312" y="48"/>
                  </a:lnTo>
                  <a:cubicBezTo>
                    <a:pt x="3258" y="48"/>
                    <a:pt x="3208" y="30"/>
                    <a:pt x="3170" y="0"/>
                  </a:cubicBezTo>
                  <a:close/>
                  <a:moveTo>
                    <a:pt x="2781" y="2531"/>
                  </a:moveTo>
                  <a:cubicBezTo>
                    <a:pt x="2783" y="2531"/>
                    <a:pt x="2786" y="2531"/>
                    <a:pt x="2788" y="2531"/>
                  </a:cubicBezTo>
                  <a:cubicBezTo>
                    <a:pt x="2791" y="2531"/>
                    <a:pt x="2793" y="2531"/>
                    <a:pt x="2796" y="253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3" name="Google Shape;5103;p63"/>
            <p:cNvSpPr/>
            <p:nvPr/>
          </p:nvSpPr>
          <p:spPr>
            <a:xfrm>
              <a:off x="2433205" y="4002054"/>
              <a:ext cx="62175" cy="72342"/>
            </a:xfrm>
            <a:custGeom>
              <a:avLst/>
              <a:gdLst/>
              <a:ahLst/>
              <a:cxnLst/>
              <a:rect l="l" t="t" r="r" b="b"/>
              <a:pathLst>
                <a:path w="2177" h="2533" extrusionOk="0">
                  <a:moveTo>
                    <a:pt x="1112" y="0"/>
                  </a:moveTo>
                  <a:lnTo>
                    <a:pt x="94" y="2116"/>
                  </a:lnTo>
                  <a:cubicBezTo>
                    <a:pt x="1" y="2308"/>
                    <a:pt x="139" y="2532"/>
                    <a:pt x="355" y="2532"/>
                  </a:cubicBezTo>
                  <a:lnTo>
                    <a:pt x="1414" y="2532"/>
                  </a:lnTo>
                  <a:cubicBezTo>
                    <a:pt x="1203" y="2530"/>
                    <a:pt x="1068" y="2306"/>
                    <a:pt x="1160" y="2116"/>
                  </a:cubicBezTo>
                  <a:lnTo>
                    <a:pt x="2177" y="0"/>
                  </a:lnTo>
                  <a:close/>
                  <a:moveTo>
                    <a:pt x="1414" y="2532"/>
                  </a:moveTo>
                  <a:cubicBezTo>
                    <a:pt x="1415" y="2532"/>
                    <a:pt x="1416" y="2532"/>
                    <a:pt x="1417" y="2532"/>
                  </a:cubicBezTo>
                  <a:cubicBezTo>
                    <a:pt x="1417" y="2532"/>
                    <a:pt x="1418" y="2532"/>
                    <a:pt x="1419" y="2532"/>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4" name="Google Shape;5104;p63"/>
            <p:cNvSpPr/>
            <p:nvPr/>
          </p:nvSpPr>
          <p:spPr>
            <a:xfrm>
              <a:off x="2449741" y="3942964"/>
              <a:ext cx="95819" cy="60519"/>
            </a:xfrm>
            <a:custGeom>
              <a:avLst/>
              <a:gdLst/>
              <a:ahLst/>
              <a:cxnLst/>
              <a:rect l="l" t="t" r="r" b="b"/>
              <a:pathLst>
                <a:path w="3355" h="2119" extrusionOk="0">
                  <a:moveTo>
                    <a:pt x="931" y="1"/>
                  </a:moveTo>
                  <a:lnTo>
                    <a:pt x="79" y="1781"/>
                  </a:lnTo>
                  <a:cubicBezTo>
                    <a:pt x="0" y="1936"/>
                    <a:pt x="115" y="2118"/>
                    <a:pt x="289" y="2118"/>
                  </a:cubicBezTo>
                  <a:lnTo>
                    <a:pt x="2732" y="2118"/>
                  </a:lnTo>
                  <a:cubicBezTo>
                    <a:pt x="2560" y="2117"/>
                    <a:pt x="2447" y="1934"/>
                    <a:pt x="2523" y="1781"/>
                  </a:cubicBezTo>
                  <a:lnTo>
                    <a:pt x="3354" y="48"/>
                  </a:lnTo>
                  <a:lnTo>
                    <a:pt x="3108" y="48"/>
                  </a:lnTo>
                  <a:cubicBezTo>
                    <a:pt x="3056" y="48"/>
                    <a:pt x="3013" y="30"/>
                    <a:pt x="29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5" name="Google Shape;5105;p63"/>
            <p:cNvSpPr/>
            <p:nvPr/>
          </p:nvSpPr>
          <p:spPr>
            <a:xfrm>
              <a:off x="2449741" y="3942964"/>
              <a:ext cx="57063" cy="60519"/>
            </a:xfrm>
            <a:custGeom>
              <a:avLst/>
              <a:gdLst/>
              <a:ahLst/>
              <a:cxnLst/>
              <a:rect l="l" t="t" r="r" b="b"/>
              <a:pathLst>
                <a:path w="1998" h="2119" extrusionOk="0">
                  <a:moveTo>
                    <a:pt x="931" y="1"/>
                  </a:moveTo>
                  <a:lnTo>
                    <a:pt x="79" y="1781"/>
                  </a:lnTo>
                  <a:cubicBezTo>
                    <a:pt x="0" y="1936"/>
                    <a:pt x="115" y="2118"/>
                    <a:pt x="289" y="2118"/>
                  </a:cubicBezTo>
                  <a:lnTo>
                    <a:pt x="1355" y="2118"/>
                  </a:lnTo>
                  <a:cubicBezTo>
                    <a:pt x="1183" y="2117"/>
                    <a:pt x="1068" y="1934"/>
                    <a:pt x="1145" y="1781"/>
                  </a:cubicBezTo>
                  <a:lnTo>
                    <a:pt x="1998"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6" name="Google Shape;5106;p63"/>
            <p:cNvSpPr/>
            <p:nvPr/>
          </p:nvSpPr>
          <p:spPr>
            <a:xfrm>
              <a:off x="2461936" y="3825982"/>
              <a:ext cx="94448" cy="118324"/>
            </a:xfrm>
            <a:custGeom>
              <a:avLst/>
              <a:gdLst/>
              <a:ahLst/>
              <a:cxnLst/>
              <a:rect l="l" t="t" r="r" b="b"/>
              <a:pathLst>
                <a:path w="3307" h="4143" extrusionOk="0">
                  <a:moveTo>
                    <a:pt x="2085" y="0"/>
                  </a:moveTo>
                  <a:cubicBezTo>
                    <a:pt x="2016" y="0"/>
                    <a:pt x="1946" y="37"/>
                    <a:pt x="1910" y="110"/>
                  </a:cubicBezTo>
                  <a:lnTo>
                    <a:pt x="64" y="3861"/>
                  </a:lnTo>
                  <a:cubicBezTo>
                    <a:pt x="1" y="3991"/>
                    <a:pt x="94" y="4142"/>
                    <a:pt x="240" y="4142"/>
                  </a:cubicBezTo>
                  <a:lnTo>
                    <a:pt x="2684" y="4142"/>
                  </a:lnTo>
                  <a:cubicBezTo>
                    <a:pt x="2536" y="4142"/>
                    <a:pt x="2443" y="3991"/>
                    <a:pt x="2507" y="3861"/>
                  </a:cubicBezTo>
                  <a:lnTo>
                    <a:pt x="3307" y="2236"/>
                  </a:lnTo>
                  <a:lnTo>
                    <a:pt x="2261" y="110"/>
                  </a:lnTo>
                  <a:cubicBezTo>
                    <a:pt x="2225" y="37"/>
                    <a:pt x="2155" y="0"/>
                    <a:pt x="20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7" name="Google Shape;5107;p63"/>
            <p:cNvSpPr/>
            <p:nvPr/>
          </p:nvSpPr>
          <p:spPr>
            <a:xfrm>
              <a:off x="2461879" y="3825925"/>
              <a:ext cx="74799" cy="118267"/>
            </a:xfrm>
            <a:custGeom>
              <a:avLst/>
              <a:gdLst/>
              <a:ahLst/>
              <a:cxnLst/>
              <a:rect l="l" t="t" r="r" b="b"/>
              <a:pathLst>
                <a:path w="2619" h="4141" extrusionOk="0">
                  <a:moveTo>
                    <a:pt x="2085" y="0"/>
                  </a:moveTo>
                  <a:cubicBezTo>
                    <a:pt x="2016" y="0"/>
                    <a:pt x="1946" y="37"/>
                    <a:pt x="1910" y="110"/>
                  </a:cubicBezTo>
                  <a:lnTo>
                    <a:pt x="65" y="3861"/>
                  </a:lnTo>
                  <a:cubicBezTo>
                    <a:pt x="1" y="3991"/>
                    <a:pt x="94" y="4141"/>
                    <a:pt x="240" y="4141"/>
                  </a:cubicBezTo>
                  <a:lnTo>
                    <a:pt x="1296" y="4141"/>
                  </a:lnTo>
                  <a:cubicBezTo>
                    <a:pt x="1157" y="4137"/>
                    <a:pt x="1068" y="3990"/>
                    <a:pt x="1131" y="3863"/>
                  </a:cubicBezTo>
                  <a:lnTo>
                    <a:pt x="2619" y="836"/>
                  </a:lnTo>
                  <a:lnTo>
                    <a:pt x="2259" y="110"/>
                  </a:lnTo>
                  <a:cubicBezTo>
                    <a:pt x="2224" y="37"/>
                    <a:pt x="2155" y="0"/>
                    <a:pt x="2085" y="0"/>
                  </a:cubicBezTo>
                  <a:close/>
                  <a:moveTo>
                    <a:pt x="1296" y="4141"/>
                  </a:moveTo>
                  <a:cubicBezTo>
                    <a:pt x="1298" y="4141"/>
                    <a:pt x="1299" y="4141"/>
                    <a:pt x="1301" y="4141"/>
                  </a:cubicBezTo>
                  <a:cubicBezTo>
                    <a:pt x="1303" y="4141"/>
                    <a:pt x="1304" y="4141"/>
                    <a:pt x="1306" y="414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8" name="Google Shape;5108;p63"/>
            <p:cNvSpPr/>
            <p:nvPr/>
          </p:nvSpPr>
          <p:spPr>
            <a:xfrm>
              <a:off x="2577490" y="4072426"/>
              <a:ext cx="24876" cy="87308"/>
            </a:xfrm>
            <a:custGeom>
              <a:avLst/>
              <a:gdLst/>
              <a:ahLst/>
              <a:cxnLst/>
              <a:rect l="l" t="t" r="r" b="b"/>
              <a:pathLst>
                <a:path w="871" h="3057" extrusionOk="0">
                  <a:moveTo>
                    <a:pt x="0" y="1"/>
                  </a:moveTo>
                  <a:lnTo>
                    <a:pt x="0" y="2847"/>
                  </a:lnTo>
                  <a:cubicBezTo>
                    <a:pt x="0" y="2964"/>
                    <a:pt x="91" y="3057"/>
                    <a:pt x="206" y="3057"/>
                  </a:cubicBezTo>
                  <a:lnTo>
                    <a:pt x="665" y="3057"/>
                  </a:lnTo>
                  <a:cubicBezTo>
                    <a:pt x="780" y="3057"/>
                    <a:pt x="871" y="2964"/>
                    <a:pt x="871" y="2847"/>
                  </a:cubicBezTo>
                  <a:lnTo>
                    <a:pt x="8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9" name="Google Shape;5109;p63"/>
            <p:cNvSpPr/>
            <p:nvPr/>
          </p:nvSpPr>
          <p:spPr>
            <a:xfrm>
              <a:off x="2577490" y="4072369"/>
              <a:ext cx="20192" cy="87308"/>
            </a:xfrm>
            <a:custGeom>
              <a:avLst/>
              <a:gdLst/>
              <a:ahLst/>
              <a:cxnLst/>
              <a:rect l="l" t="t" r="r" b="b"/>
              <a:pathLst>
                <a:path w="707" h="3057" extrusionOk="0">
                  <a:moveTo>
                    <a:pt x="0" y="1"/>
                  </a:moveTo>
                  <a:lnTo>
                    <a:pt x="0" y="2847"/>
                  </a:lnTo>
                  <a:cubicBezTo>
                    <a:pt x="0" y="2964"/>
                    <a:pt x="91" y="3057"/>
                    <a:pt x="206" y="3057"/>
                  </a:cubicBezTo>
                  <a:lnTo>
                    <a:pt x="665" y="3057"/>
                  </a:lnTo>
                  <a:cubicBezTo>
                    <a:pt x="679" y="3057"/>
                    <a:pt x="692" y="3053"/>
                    <a:pt x="707" y="3051"/>
                  </a:cubicBezTo>
                  <a:cubicBezTo>
                    <a:pt x="612" y="3033"/>
                    <a:pt x="542" y="2949"/>
                    <a:pt x="542" y="2847"/>
                  </a:cubicBezTo>
                  <a:lnTo>
                    <a:pt x="542"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0" name="Google Shape;5110;p63"/>
            <p:cNvSpPr/>
            <p:nvPr/>
          </p:nvSpPr>
          <p:spPr>
            <a:xfrm>
              <a:off x="2501720" y="4002054"/>
              <a:ext cx="176501" cy="72342"/>
            </a:xfrm>
            <a:custGeom>
              <a:avLst/>
              <a:gdLst/>
              <a:ahLst/>
              <a:cxnLst/>
              <a:rect l="l" t="t" r="r" b="b"/>
              <a:pathLst>
                <a:path w="6180" h="2533" extrusionOk="0">
                  <a:moveTo>
                    <a:pt x="1111" y="0"/>
                  </a:moveTo>
                  <a:lnTo>
                    <a:pt x="94" y="2116"/>
                  </a:lnTo>
                  <a:cubicBezTo>
                    <a:pt x="1" y="2308"/>
                    <a:pt x="139" y="2532"/>
                    <a:pt x="353" y="2532"/>
                  </a:cubicBezTo>
                  <a:lnTo>
                    <a:pt x="5828" y="2532"/>
                  </a:lnTo>
                  <a:cubicBezTo>
                    <a:pt x="5829" y="2532"/>
                    <a:pt x="5830" y="2532"/>
                    <a:pt x="5830" y="2532"/>
                  </a:cubicBezTo>
                  <a:cubicBezTo>
                    <a:pt x="6041" y="2532"/>
                    <a:pt x="6180" y="2307"/>
                    <a:pt x="6085" y="2116"/>
                  </a:cubicBezTo>
                  <a:lnTo>
                    <a:pt x="50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1" name="Google Shape;5111;p63"/>
            <p:cNvSpPr/>
            <p:nvPr/>
          </p:nvSpPr>
          <p:spPr>
            <a:xfrm>
              <a:off x="2501606" y="4002054"/>
              <a:ext cx="62232" cy="72342"/>
            </a:xfrm>
            <a:custGeom>
              <a:avLst/>
              <a:gdLst/>
              <a:ahLst/>
              <a:cxnLst/>
              <a:rect l="l" t="t" r="r" b="b"/>
              <a:pathLst>
                <a:path w="2179" h="2533" extrusionOk="0">
                  <a:moveTo>
                    <a:pt x="1113" y="0"/>
                  </a:moveTo>
                  <a:lnTo>
                    <a:pt x="96" y="2116"/>
                  </a:lnTo>
                  <a:cubicBezTo>
                    <a:pt x="1" y="2308"/>
                    <a:pt x="141" y="2532"/>
                    <a:pt x="355" y="2532"/>
                  </a:cubicBezTo>
                  <a:lnTo>
                    <a:pt x="1416" y="2532"/>
                  </a:lnTo>
                  <a:cubicBezTo>
                    <a:pt x="1204" y="2530"/>
                    <a:pt x="1066" y="2306"/>
                    <a:pt x="1160" y="2116"/>
                  </a:cubicBezTo>
                  <a:lnTo>
                    <a:pt x="2179" y="0"/>
                  </a:lnTo>
                  <a:close/>
                  <a:moveTo>
                    <a:pt x="1416" y="2532"/>
                  </a:moveTo>
                  <a:cubicBezTo>
                    <a:pt x="1417" y="2532"/>
                    <a:pt x="1418" y="2532"/>
                    <a:pt x="1419" y="2532"/>
                  </a:cubicBezTo>
                  <a:cubicBezTo>
                    <a:pt x="1419" y="2532"/>
                    <a:pt x="1420" y="2532"/>
                    <a:pt x="1421" y="2532"/>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2" name="Google Shape;5112;p63"/>
            <p:cNvSpPr/>
            <p:nvPr/>
          </p:nvSpPr>
          <p:spPr>
            <a:xfrm>
              <a:off x="2518199" y="3942964"/>
              <a:ext cx="143400" cy="60519"/>
            </a:xfrm>
            <a:custGeom>
              <a:avLst/>
              <a:gdLst/>
              <a:ahLst/>
              <a:cxnLst/>
              <a:rect l="l" t="t" r="r" b="b"/>
              <a:pathLst>
                <a:path w="5021" h="2119" extrusionOk="0">
                  <a:moveTo>
                    <a:pt x="931" y="1"/>
                  </a:moveTo>
                  <a:lnTo>
                    <a:pt x="77" y="1781"/>
                  </a:lnTo>
                  <a:cubicBezTo>
                    <a:pt x="0" y="1936"/>
                    <a:pt x="114" y="2118"/>
                    <a:pt x="287" y="2118"/>
                  </a:cubicBezTo>
                  <a:lnTo>
                    <a:pt x="4731" y="2118"/>
                  </a:lnTo>
                  <a:cubicBezTo>
                    <a:pt x="4906" y="2117"/>
                    <a:pt x="5021" y="1934"/>
                    <a:pt x="4942" y="1781"/>
                  </a:cubicBezTo>
                  <a:lnTo>
                    <a:pt x="40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3" name="Google Shape;5113;p63"/>
            <p:cNvSpPr/>
            <p:nvPr/>
          </p:nvSpPr>
          <p:spPr>
            <a:xfrm>
              <a:off x="2518199" y="3942964"/>
              <a:ext cx="57063" cy="60519"/>
            </a:xfrm>
            <a:custGeom>
              <a:avLst/>
              <a:gdLst/>
              <a:ahLst/>
              <a:cxnLst/>
              <a:rect l="l" t="t" r="r" b="b"/>
              <a:pathLst>
                <a:path w="1998" h="2119" extrusionOk="0">
                  <a:moveTo>
                    <a:pt x="931" y="1"/>
                  </a:moveTo>
                  <a:lnTo>
                    <a:pt x="77" y="1781"/>
                  </a:lnTo>
                  <a:cubicBezTo>
                    <a:pt x="0" y="1936"/>
                    <a:pt x="114" y="2118"/>
                    <a:pt x="287" y="2118"/>
                  </a:cubicBezTo>
                  <a:lnTo>
                    <a:pt x="1353" y="2118"/>
                  </a:lnTo>
                  <a:cubicBezTo>
                    <a:pt x="1180" y="2117"/>
                    <a:pt x="1068" y="1934"/>
                    <a:pt x="1143" y="1781"/>
                  </a:cubicBezTo>
                  <a:lnTo>
                    <a:pt x="1998"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4" name="Google Shape;5114;p63"/>
            <p:cNvSpPr/>
            <p:nvPr/>
          </p:nvSpPr>
          <p:spPr>
            <a:xfrm>
              <a:off x="2530337" y="3825982"/>
              <a:ext cx="119124" cy="118324"/>
            </a:xfrm>
            <a:custGeom>
              <a:avLst/>
              <a:gdLst/>
              <a:ahLst/>
              <a:cxnLst/>
              <a:rect l="l" t="t" r="r" b="b"/>
              <a:pathLst>
                <a:path w="4171" h="4143" extrusionOk="0">
                  <a:moveTo>
                    <a:pt x="2087" y="0"/>
                  </a:moveTo>
                  <a:cubicBezTo>
                    <a:pt x="2017" y="0"/>
                    <a:pt x="1948" y="37"/>
                    <a:pt x="1912" y="110"/>
                  </a:cubicBezTo>
                  <a:lnTo>
                    <a:pt x="65" y="3861"/>
                  </a:lnTo>
                  <a:cubicBezTo>
                    <a:pt x="1" y="3991"/>
                    <a:pt x="96" y="4142"/>
                    <a:pt x="242" y="4142"/>
                  </a:cubicBezTo>
                  <a:lnTo>
                    <a:pt x="3935" y="4142"/>
                  </a:lnTo>
                  <a:cubicBezTo>
                    <a:pt x="4077" y="4142"/>
                    <a:pt x="4170" y="3991"/>
                    <a:pt x="4107" y="3861"/>
                  </a:cubicBezTo>
                  <a:lnTo>
                    <a:pt x="2261" y="110"/>
                  </a:lnTo>
                  <a:cubicBezTo>
                    <a:pt x="2225" y="37"/>
                    <a:pt x="2156" y="0"/>
                    <a:pt x="20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5" name="Google Shape;5115;p63"/>
            <p:cNvSpPr/>
            <p:nvPr/>
          </p:nvSpPr>
          <p:spPr>
            <a:xfrm>
              <a:off x="2530280" y="3825925"/>
              <a:ext cx="74799" cy="118267"/>
            </a:xfrm>
            <a:custGeom>
              <a:avLst/>
              <a:gdLst/>
              <a:ahLst/>
              <a:cxnLst/>
              <a:rect l="l" t="t" r="r" b="b"/>
              <a:pathLst>
                <a:path w="2619" h="4141" extrusionOk="0">
                  <a:moveTo>
                    <a:pt x="2086" y="0"/>
                  </a:moveTo>
                  <a:cubicBezTo>
                    <a:pt x="2016" y="0"/>
                    <a:pt x="1947" y="37"/>
                    <a:pt x="1912" y="110"/>
                  </a:cubicBezTo>
                  <a:lnTo>
                    <a:pt x="65" y="3861"/>
                  </a:lnTo>
                  <a:cubicBezTo>
                    <a:pt x="1" y="3991"/>
                    <a:pt x="96" y="4141"/>
                    <a:pt x="240" y="4141"/>
                  </a:cubicBezTo>
                  <a:lnTo>
                    <a:pt x="1296" y="4141"/>
                  </a:lnTo>
                  <a:cubicBezTo>
                    <a:pt x="1159" y="4137"/>
                    <a:pt x="1069" y="3990"/>
                    <a:pt x="1131" y="3863"/>
                  </a:cubicBezTo>
                  <a:lnTo>
                    <a:pt x="2619" y="836"/>
                  </a:lnTo>
                  <a:lnTo>
                    <a:pt x="2261" y="110"/>
                  </a:lnTo>
                  <a:cubicBezTo>
                    <a:pt x="2225" y="37"/>
                    <a:pt x="2156" y="0"/>
                    <a:pt x="2086" y="0"/>
                  </a:cubicBezTo>
                  <a:close/>
                  <a:moveTo>
                    <a:pt x="1296" y="4141"/>
                  </a:moveTo>
                  <a:cubicBezTo>
                    <a:pt x="1298" y="4141"/>
                    <a:pt x="1300" y="4141"/>
                    <a:pt x="1301" y="4141"/>
                  </a:cubicBezTo>
                  <a:cubicBezTo>
                    <a:pt x="1303" y="4141"/>
                    <a:pt x="1305" y="4141"/>
                    <a:pt x="1306" y="414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16" name="Google Shape;5116;p63"/>
          <p:cNvGrpSpPr/>
          <p:nvPr/>
        </p:nvGrpSpPr>
        <p:grpSpPr>
          <a:xfrm>
            <a:off x="1478733" y="2087213"/>
            <a:ext cx="405886" cy="504519"/>
            <a:chOff x="1662684" y="3825925"/>
            <a:chExt cx="268550" cy="333809"/>
          </a:xfrm>
        </p:grpSpPr>
        <p:sp>
          <p:nvSpPr>
            <p:cNvPr id="5117" name="Google Shape;5117;p63"/>
            <p:cNvSpPr/>
            <p:nvPr/>
          </p:nvSpPr>
          <p:spPr>
            <a:xfrm>
              <a:off x="1770613" y="3825925"/>
              <a:ext cx="52865" cy="49552"/>
            </a:xfrm>
            <a:custGeom>
              <a:avLst/>
              <a:gdLst/>
              <a:ahLst/>
              <a:cxnLst/>
              <a:rect l="l" t="t" r="r" b="b"/>
              <a:pathLst>
                <a:path w="1851" h="1735" extrusionOk="0">
                  <a:moveTo>
                    <a:pt x="926" y="0"/>
                  </a:moveTo>
                  <a:cubicBezTo>
                    <a:pt x="417" y="0"/>
                    <a:pt x="1" y="415"/>
                    <a:pt x="1" y="924"/>
                  </a:cubicBezTo>
                  <a:cubicBezTo>
                    <a:pt x="1" y="1244"/>
                    <a:pt x="163" y="1536"/>
                    <a:pt x="435" y="1707"/>
                  </a:cubicBezTo>
                  <a:cubicBezTo>
                    <a:pt x="463" y="1725"/>
                    <a:pt x="494" y="1735"/>
                    <a:pt x="527" y="1735"/>
                  </a:cubicBezTo>
                  <a:cubicBezTo>
                    <a:pt x="583" y="1735"/>
                    <a:pt x="640" y="1707"/>
                    <a:pt x="680" y="1652"/>
                  </a:cubicBezTo>
                  <a:cubicBezTo>
                    <a:pt x="729" y="1570"/>
                    <a:pt x="707" y="1463"/>
                    <a:pt x="625" y="1411"/>
                  </a:cubicBezTo>
                  <a:cubicBezTo>
                    <a:pt x="454" y="1306"/>
                    <a:pt x="353" y="1123"/>
                    <a:pt x="353" y="924"/>
                  </a:cubicBezTo>
                  <a:cubicBezTo>
                    <a:pt x="353" y="606"/>
                    <a:pt x="611" y="349"/>
                    <a:pt x="928" y="349"/>
                  </a:cubicBezTo>
                  <a:cubicBezTo>
                    <a:pt x="1246" y="349"/>
                    <a:pt x="1503" y="606"/>
                    <a:pt x="1503" y="924"/>
                  </a:cubicBezTo>
                  <a:cubicBezTo>
                    <a:pt x="1503" y="1123"/>
                    <a:pt x="1401" y="1306"/>
                    <a:pt x="1231" y="1411"/>
                  </a:cubicBezTo>
                  <a:cubicBezTo>
                    <a:pt x="1149" y="1463"/>
                    <a:pt x="1127" y="1570"/>
                    <a:pt x="1177" y="1652"/>
                  </a:cubicBezTo>
                  <a:cubicBezTo>
                    <a:pt x="1209" y="1705"/>
                    <a:pt x="1265" y="1733"/>
                    <a:pt x="1322" y="1733"/>
                  </a:cubicBezTo>
                  <a:cubicBezTo>
                    <a:pt x="1354" y="1733"/>
                    <a:pt x="1386" y="1725"/>
                    <a:pt x="1416" y="1707"/>
                  </a:cubicBezTo>
                  <a:cubicBezTo>
                    <a:pt x="1688" y="1536"/>
                    <a:pt x="1850" y="1244"/>
                    <a:pt x="1850" y="924"/>
                  </a:cubicBezTo>
                  <a:cubicBezTo>
                    <a:pt x="1850" y="415"/>
                    <a:pt x="1434" y="0"/>
                    <a:pt x="92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8" name="Google Shape;5118;p63"/>
            <p:cNvSpPr/>
            <p:nvPr/>
          </p:nvSpPr>
          <p:spPr>
            <a:xfrm>
              <a:off x="1785321" y="3864509"/>
              <a:ext cx="23334" cy="28531"/>
            </a:xfrm>
            <a:custGeom>
              <a:avLst/>
              <a:gdLst/>
              <a:ahLst/>
              <a:cxnLst/>
              <a:rect l="l" t="t" r="r" b="b"/>
              <a:pathLst>
                <a:path w="817" h="999" extrusionOk="0">
                  <a:moveTo>
                    <a:pt x="285" y="0"/>
                  </a:moveTo>
                  <a:cubicBezTo>
                    <a:pt x="128" y="0"/>
                    <a:pt x="1" y="128"/>
                    <a:pt x="1" y="285"/>
                  </a:cubicBezTo>
                  <a:lnTo>
                    <a:pt x="1" y="999"/>
                  </a:lnTo>
                  <a:cubicBezTo>
                    <a:pt x="134" y="988"/>
                    <a:pt x="271" y="981"/>
                    <a:pt x="408" y="981"/>
                  </a:cubicBezTo>
                  <a:cubicBezTo>
                    <a:pt x="545" y="981"/>
                    <a:pt x="682" y="988"/>
                    <a:pt x="817" y="999"/>
                  </a:cubicBezTo>
                  <a:lnTo>
                    <a:pt x="817" y="285"/>
                  </a:lnTo>
                  <a:cubicBezTo>
                    <a:pt x="817" y="128"/>
                    <a:pt x="689" y="0"/>
                    <a:pt x="5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9" name="Google Shape;5119;p63"/>
            <p:cNvSpPr/>
            <p:nvPr/>
          </p:nvSpPr>
          <p:spPr>
            <a:xfrm>
              <a:off x="1785321" y="3864509"/>
              <a:ext cx="23334" cy="28531"/>
            </a:xfrm>
            <a:custGeom>
              <a:avLst/>
              <a:gdLst/>
              <a:ahLst/>
              <a:cxnLst/>
              <a:rect l="l" t="t" r="r" b="b"/>
              <a:pathLst>
                <a:path w="817" h="999" extrusionOk="0">
                  <a:moveTo>
                    <a:pt x="285" y="0"/>
                  </a:moveTo>
                  <a:cubicBezTo>
                    <a:pt x="127" y="0"/>
                    <a:pt x="1" y="128"/>
                    <a:pt x="1" y="285"/>
                  </a:cubicBezTo>
                  <a:lnTo>
                    <a:pt x="1" y="999"/>
                  </a:lnTo>
                  <a:cubicBezTo>
                    <a:pt x="134" y="988"/>
                    <a:pt x="271" y="981"/>
                    <a:pt x="408" y="981"/>
                  </a:cubicBezTo>
                  <a:cubicBezTo>
                    <a:pt x="545" y="981"/>
                    <a:pt x="682" y="988"/>
                    <a:pt x="817" y="999"/>
                  </a:cubicBezTo>
                  <a:lnTo>
                    <a:pt x="817" y="732"/>
                  </a:lnTo>
                  <a:cubicBezTo>
                    <a:pt x="751" y="732"/>
                    <a:pt x="687" y="734"/>
                    <a:pt x="621" y="736"/>
                  </a:cubicBezTo>
                  <a:cubicBezTo>
                    <a:pt x="618" y="736"/>
                    <a:pt x="615" y="736"/>
                    <a:pt x="611" y="736"/>
                  </a:cubicBezTo>
                  <a:cubicBezTo>
                    <a:pt x="499" y="736"/>
                    <a:pt x="408" y="647"/>
                    <a:pt x="408" y="533"/>
                  </a:cubicBezTo>
                  <a:lnTo>
                    <a:pt x="408" y="37"/>
                  </a:lnTo>
                  <a:cubicBezTo>
                    <a:pt x="408" y="24"/>
                    <a:pt x="408" y="11"/>
                    <a:pt x="411"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0" name="Google Shape;5120;p63"/>
            <p:cNvSpPr/>
            <p:nvPr/>
          </p:nvSpPr>
          <p:spPr>
            <a:xfrm>
              <a:off x="1662684" y="3891156"/>
              <a:ext cx="268550" cy="268521"/>
            </a:xfrm>
            <a:custGeom>
              <a:avLst/>
              <a:gdLst/>
              <a:ahLst/>
              <a:cxnLst/>
              <a:rect l="l" t="t" r="r" b="b"/>
              <a:pathLst>
                <a:path w="9403" h="9402" extrusionOk="0">
                  <a:moveTo>
                    <a:pt x="4702" y="0"/>
                  </a:moveTo>
                  <a:cubicBezTo>
                    <a:pt x="2106" y="0"/>
                    <a:pt x="1" y="2105"/>
                    <a:pt x="1" y="4701"/>
                  </a:cubicBezTo>
                  <a:cubicBezTo>
                    <a:pt x="1" y="7297"/>
                    <a:pt x="2106" y="9402"/>
                    <a:pt x="4702" y="9402"/>
                  </a:cubicBezTo>
                  <a:cubicBezTo>
                    <a:pt x="7298" y="9402"/>
                    <a:pt x="9403" y="7297"/>
                    <a:pt x="9403" y="4701"/>
                  </a:cubicBezTo>
                  <a:cubicBezTo>
                    <a:pt x="9403" y="2105"/>
                    <a:pt x="7298" y="0"/>
                    <a:pt x="47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1" name="Google Shape;5121;p63"/>
            <p:cNvSpPr/>
            <p:nvPr/>
          </p:nvSpPr>
          <p:spPr>
            <a:xfrm>
              <a:off x="1662684" y="3891184"/>
              <a:ext cx="146399" cy="268550"/>
            </a:xfrm>
            <a:custGeom>
              <a:avLst/>
              <a:gdLst/>
              <a:ahLst/>
              <a:cxnLst/>
              <a:rect l="l" t="t" r="r" b="b"/>
              <a:pathLst>
                <a:path w="5126" h="9403" extrusionOk="0">
                  <a:moveTo>
                    <a:pt x="4702" y="1"/>
                  </a:moveTo>
                  <a:cubicBezTo>
                    <a:pt x="2106" y="1"/>
                    <a:pt x="1" y="2104"/>
                    <a:pt x="1" y="4702"/>
                  </a:cubicBezTo>
                  <a:cubicBezTo>
                    <a:pt x="1" y="7300"/>
                    <a:pt x="2106" y="9403"/>
                    <a:pt x="4702" y="9403"/>
                  </a:cubicBezTo>
                  <a:cubicBezTo>
                    <a:pt x="4844" y="9403"/>
                    <a:pt x="4985" y="9395"/>
                    <a:pt x="5125" y="9385"/>
                  </a:cubicBezTo>
                  <a:cubicBezTo>
                    <a:pt x="2726" y="9167"/>
                    <a:pt x="848" y="7155"/>
                    <a:pt x="848" y="4700"/>
                  </a:cubicBezTo>
                  <a:cubicBezTo>
                    <a:pt x="848" y="2246"/>
                    <a:pt x="2728" y="231"/>
                    <a:pt x="5125" y="19"/>
                  </a:cubicBezTo>
                  <a:cubicBezTo>
                    <a:pt x="4985" y="8"/>
                    <a:pt x="4844" y="1"/>
                    <a:pt x="470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2" name="Google Shape;5122;p63"/>
            <p:cNvSpPr/>
            <p:nvPr/>
          </p:nvSpPr>
          <p:spPr>
            <a:xfrm>
              <a:off x="1685018" y="3913404"/>
              <a:ext cx="223968" cy="223968"/>
            </a:xfrm>
            <a:custGeom>
              <a:avLst/>
              <a:gdLst/>
              <a:ahLst/>
              <a:cxnLst/>
              <a:rect l="l" t="t" r="r" b="b"/>
              <a:pathLst>
                <a:path w="7842" h="7842" extrusionOk="0">
                  <a:moveTo>
                    <a:pt x="3920" y="1"/>
                  </a:moveTo>
                  <a:cubicBezTo>
                    <a:pt x="1755" y="1"/>
                    <a:pt x="0" y="1757"/>
                    <a:pt x="0" y="3922"/>
                  </a:cubicBezTo>
                  <a:cubicBezTo>
                    <a:pt x="0" y="6087"/>
                    <a:pt x="1755" y="7842"/>
                    <a:pt x="3920" y="7842"/>
                  </a:cubicBezTo>
                  <a:cubicBezTo>
                    <a:pt x="6085" y="7842"/>
                    <a:pt x="7841" y="6087"/>
                    <a:pt x="7841" y="3922"/>
                  </a:cubicBezTo>
                  <a:cubicBezTo>
                    <a:pt x="7841" y="1757"/>
                    <a:pt x="6085" y="1"/>
                    <a:pt x="39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3" name="Google Shape;5123;p63"/>
            <p:cNvSpPr/>
            <p:nvPr/>
          </p:nvSpPr>
          <p:spPr>
            <a:xfrm>
              <a:off x="1674108" y="3913433"/>
              <a:ext cx="136117" cy="223939"/>
            </a:xfrm>
            <a:custGeom>
              <a:avLst/>
              <a:gdLst/>
              <a:ahLst/>
              <a:cxnLst/>
              <a:rect l="l" t="t" r="r" b="b"/>
              <a:pathLst>
                <a:path w="4766" h="7841" extrusionOk="0">
                  <a:moveTo>
                    <a:pt x="4308" y="1"/>
                  </a:moveTo>
                  <a:cubicBezTo>
                    <a:pt x="3304" y="1"/>
                    <a:pt x="2299" y="381"/>
                    <a:pt x="1532" y="1148"/>
                  </a:cubicBezTo>
                  <a:cubicBezTo>
                    <a:pt x="1" y="2680"/>
                    <a:pt x="1" y="5162"/>
                    <a:pt x="1532" y="6694"/>
                  </a:cubicBezTo>
                  <a:cubicBezTo>
                    <a:pt x="2298" y="7458"/>
                    <a:pt x="3300" y="7841"/>
                    <a:pt x="4301" y="7841"/>
                  </a:cubicBezTo>
                  <a:cubicBezTo>
                    <a:pt x="4456" y="7841"/>
                    <a:pt x="4611" y="7832"/>
                    <a:pt x="4765" y="7813"/>
                  </a:cubicBezTo>
                  <a:cubicBezTo>
                    <a:pt x="3918" y="7715"/>
                    <a:pt x="3102" y="7342"/>
                    <a:pt x="2454" y="6694"/>
                  </a:cubicBezTo>
                  <a:cubicBezTo>
                    <a:pt x="923" y="5162"/>
                    <a:pt x="923" y="2680"/>
                    <a:pt x="2454" y="1148"/>
                  </a:cubicBezTo>
                  <a:cubicBezTo>
                    <a:pt x="3102" y="500"/>
                    <a:pt x="3922" y="126"/>
                    <a:pt x="4765" y="27"/>
                  </a:cubicBezTo>
                  <a:cubicBezTo>
                    <a:pt x="4614" y="9"/>
                    <a:pt x="4461" y="1"/>
                    <a:pt x="4308"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4" name="Google Shape;5124;p63"/>
            <p:cNvSpPr/>
            <p:nvPr/>
          </p:nvSpPr>
          <p:spPr>
            <a:xfrm>
              <a:off x="1792004" y="3913461"/>
              <a:ext cx="9939" cy="13480"/>
            </a:xfrm>
            <a:custGeom>
              <a:avLst/>
              <a:gdLst/>
              <a:ahLst/>
              <a:cxnLst/>
              <a:rect l="l" t="t" r="r" b="b"/>
              <a:pathLst>
                <a:path w="348" h="472" extrusionOk="0">
                  <a:moveTo>
                    <a:pt x="174" y="0"/>
                  </a:moveTo>
                  <a:cubicBezTo>
                    <a:pt x="117" y="0"/>
                    <a:pt x="59" y="1"/>
                    <a:pt x="0" y="4"/>
                  </a:cubicBezTo>
                  <a:lnTo>
                    <a:pt x="0" y="298"/>
                  </a:lnTo>
                  <a:cubicBezTo>
                    <a:pt x="0" y="393"/>
                    <a:pt x="79" y="471"/>
                    <a:pt x="174" y="471"/>
                  </a:cubicBezTo>
                  <a:cubicBezTo>
                    <a:pt x="271" y="471"/>
                    <a:pt x="347" y="395"/>
                    <a:pt x="347" y="298"/>
                  </a:cubicBezTo>
                  <a:lnTo>
                    <a:pt x="347" y="4"/>
                  </a:lnTo>
                  <a:cubicBezTo>
                    <a:pt x="290" y="1"/>
                    <a:pt x="232" y="0"/>
                    <a:pt x="1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5" name="Google Shape;5125;p63"/>
            <p:cNvSpPr/>
            <p:nvPr/>
          </p:nvSpPr>
          <p:spPr>
            <a:xfrm>
              <a:off x="1792004" y="4123948"/>
              <a:ext cx="9939" cy="13480"/>
            </a:xfrm>
            <a:custGeom>
              <a:avLst/>
              <a:gdLst/>
              <a:ahLst/>
              <a:cxnLst/>
              <a:rect l="l" t="t" r="r" b="b"/>
              <a:pathLst>
                <a:path w="348" h="472" extrusionOk="0">
                  <a:moveTo>
                    <a:pt x="174" y="0"/>
                  </a:moveTo>
                  <a:cubicBezTo>
                    <a:pt x="79" y="0"/>
                    <a:pt x="0" y="77"/>
                    <a:pt x="0" y="174"/>
                  </a:cubicBezTo>
                  <a:lnTo>
                    <a:pt x="0" y="468"/>
                  </a:lnTo>
                  <a:cubicBezTo>
                    <a:pt x="59" y="470"/>
                    <a:pt x="117" y="472"/>
                    <a:pt x="175" y="472"/>
                  </a:cubicBezTo>
                  <a:cubicBezTo>
                    <a:pt x="233" y="472"/>
                    <a:pt x="291" y="470"/>
                    <a:pt x="347" y="468"/>
                  </a:cubicBezTo>
                  <a:lnTo>
                    <a:pt x="347" y="174"/>
                  </a:lnTo>
                  <a:cubicBezTo>
                    <a:pt x="347" y="77"/>
                    <a:pt x="271" y="0"/>
                    <a:pt x="1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6" name="Google Shape;5126;p63"/>
            <p:cNvSpPr/>
            <p:nvPr/>
          </p:nvSpPr>
          <p:spPr>
            <a:xfrm>
              <a:off x="1736683" y="3926085"/>
              <a:ext cx="14251" cy="14737"/>
            </a:xfrm>
            <a:custGeom>
              <a:avLst/>
              <a:gdLst/>
              <a:ahLst/>
              <a:cxnLst/>
              <a:rect l="l" t="t" r="r" b="b"/>
              <a:pathLst>
                <a:path w="499" h="516" extrusionOk="0">
                  <a:moveTo>
                    <a:pt x="302" y="0"/>
                  </a:moveTo>
                  <a:cubicBezTo>
                    <a:pt x="199" y="53"/>
                    <a:pt x="99" y="112"/>
                    <a:pt x="0" y="174"/>
                  </a:cubicBezTo>
                  <a:lnTo>
                    <a:pt x="148" y="429"/>
                  </a:lnTo>
                  <a:cubicBezTo>
                    <a:pt x="181" y="485"/>
                    <a:pt x="240" y="516"/>
                    <a:pt x="300" y="516"/>
                  </a:cubicBezTo>
                  <a:cubicBezTo>
                    <a:pt x="329" y="516"/>
                    <a:pt x="359" y="509"/>
                    <a:pt x="386" y="493"/>
                  </a:cubicBezTo>
                  <a:cubicBezTo>
                    <a:pt x="468" y="446"/>
                    <a:pt x="499" y="338"/>
                    <a:pt x="449" y="256"/>
                  </a:cubicBezTo>
                  <a:lnTo>
                    <a:pt x="3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7" name="Google Shape;5127;p63"/>
            <p:cNvSpPr/>
            <p:nvPr/>
          </p:nvSpPr>
          <p:spPr>
            <a:xfrm>
              <a:off x="1843041" y="4110040"/>
              <a:ext cx="14251" cy="14766"/>
            </a:xfrm>
            <a:custGeom>
              <a:avLst/>
              <a:gdLst/>
              <a:ahLst/>
              <a:cxnLst/>
              <a:rect l="l" t="t" r="r" b="b"/>
              <a:pathLst>
                <a:path w="499" h="517" extrusionOk="0">
                  <a:moveTo>
                    <a:pt x="197" y="1"/>
                  </a:moveTo>
                  <a:cubicBezTo>
                    <a:pt x="168" y="1"/>
                    <a:pt x="139" y="8"/>
                    <a:pt x="112" y="24"/>
                  </a:cubicBezTo>
                  <a:cubicBezTo>
                    <a:pt x="30" y="71"/>
                    <a:pt x="1" y="179"/>
                    <a:pt x="48" y="261"/>
                  </a:cubicBezTo>
                  <a:lnTo>
                    <a:pt x="198" y="517"/>
                  </a:lnTo>
                  <a:cubicBezTo>
                    <a:pt x="300" y="464"/>
                    <a:pt x="400" y="405"/>
                    <a:pt x="499" y="343"/>
                  </a:cubicBezTo>
                  <a:lnTo>
                    <a:pt x="349" y="88"/>
                  </a:lnTo>
                  <a:cubicBezTo>
                    <a:pt x="317" y="32"/>
                    <a:pt x="258" y="1"/>
                    <a:pt x="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8" name="Google Shape;5128;p63"/>
            <p:cNvSpPr/>
            <p:nvPr/>
          </p:nvSpPr>
          <p:spPr>
            <a:xfrm>
              <a:off x="1697585" y="3965183"/>
              <a:ext cx="15451" cy="13509"/>
            </a:xfrm>
            <a:custGeom>
              <a:avLst/>
              <a:gdLst/>
              <a:ahLst/>
              <a:cxnLst/>
              <a:rect l="l" t="t" r="r" b="b"/>
              <a:pathLst>
                <a:path w="541" h="473" extrusionOk="0">
                  <a:moveTo>
                    <a:pt x="174" y="0"/>
                  </a:moveTo>
                  <a:cubicBezTo>
                    <a:pt x="110" y="99"/>
                    <a:pt x="53" y="198"/>
                    <a:pt x="0" y="302"/>
                  </a:cubicBezTo>
                  <a:lnTo>
                    <a:pt x="256" y="450"/>
                  </a:lnTo>
                  <a:cubicBezTo>
                    <a:pt x="283" y="465"/>
                    <a:pt x="313" y="473"/>
                    <a:pt x="342" y="473"/>
                  </a:cubicBezTo>
                  <a:cubicBezTo>
                    <a:pt x="402" y="473"/>
                    <a:pt x="461" y="442"/>
                    <a:pt x="493" y="386"/>
                  </a:cubicBezTo>
                  <a:cubicBezTo>
                    <a:pt x="541" y="304"/>
                    <a:pt x="513" y="196"/>
                    <a:pt x="429" y="148"/>
                  </a:cubicBezTo>
                  <a:lnTo>
                    <a:pt x="1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9" name="Google Shape;5129;p63"/>
            <p:cNvSpPr/>
            <p:nvPr/>
          </p:nvSpPr>
          <p:spPr>
            <a:xfrm>
              <a:off x="1880883" y="4072169"/>
              <a:ext cx="15480" cy="13537"/>
            </a:xfrm>
            <a:custGeom>
              <a:avLst/>
              <a:gdLst/>
              <a:ahLst/>
              <a:cxnLst/>
              <a:rect l="l" t="t" r="r" b="b"/>
              <a:pathLst>
                <a:path w="542" h="474" extrusionOk="0">
                  <a:moveTo>
                    <a:pt x="201" y="0"/>
                  </a:moveTo>
                  <a:cubicBezTo>
                    <a:pt x="141" y="0"/>
                    <a:pt x="81" y="32"/>
                    <a:pt x="48" y="88"/>
                  </a:cubicBezTo>
                  <a:cubicBezTo>
                    <a:pt x="1" y="170"/>
                    <a:pt x="28" y="278"/>
                    <a:pt x="112" y="326"/>
                  </a:cubicBezTo>
                  <a:lnTo>
                    <a:pt x="368" y="473"/>
                  </a:lnTo>
                  <a:cubicBezTo>
                    <a:pt x="432" y="375"/>
                    <a:pt x="490" y="274"/>
                    <a:pt x="541" y="172"/>
                  </a:cubicBezTo>
                  <a:lnTo>
                    <a:pt x="288" y="24"/>
                  </a:lnTo>
                  <a:cubicBezTo>
                    <a:pt x="260" y="8"/>
                    <a:pt x="231" y="0"/>
                    <a:pt x="2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0" name="Google Shape;5130;p63"/>
            <p:cNvSpPr/>
            <p:nvPr/>
          </p:nvSpPr>
          <p:spPr>
            <a:xfrm>
              <a:off x="1684961" y="4020504"/>
              <a:ext cx="13480" cy="9939"/>
            </a:xfrm>
            <a:custGeom>
              <a:avLst/>
              <a:gdLst/>
              <a:ahLst/>
              <a:cxnLst/>
              <a:rect l="l" t="t" r="r" b="b"/>
              <a:pathLst>
                <a:path w="472" h="348" extrusionOk="0">
                  <a:moveTo>
                    <a:pt x="4" y="0"/>
                  </a:moveTo>
                  <a:cubicBezTo>
                    <a:pt x="0" y="115"/>
                    <a:pt x="0" y="230"/>
                    <a:pt x="4" y="347"/>
                  </a:cubicBezTo>
                  <a:lnTo>
                    <a:pt x="298" y="347"/>
                  </a:lnTo>
                  <a:cubicBezTo>
                    <a:pt x="395" y="347"/>
                    <a:pt x="471" y="271"/>
                    <a:pt x="471" y="174"/>
                  </a:cubicBezTo>
                  <a:cubicBezTo>
                    <a:pt x="471" y="79"/>
                    <a:pt x="395"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1" name="Google Shape;5131;p63"/>
            <p:cNvSpPr/>
            <p:nvPr/>
          </p:nvSpPr>
          <p:spPr>
            <a:xfrm>
              <a:off x="1895448" y="4020447"/>
              <a:ext cx="13566" cy="9939"/>
            </a:xfrm>
            <a:custGeom>
              <a:avLst/>
              <a:gdLst/>
              <a:ahLst/>
              <a:cxnLst/>
              <a:rect l="l" t="t" r="r" b="b"/>
              <a:pathLst>
                <a:path w="475" h="348" extrusionOk="0">
                  <a:moveTo>
                    <a:pt x="174" y="1"/>
                  </a:moveTo>
                  <a:cubicBezTo>
                    <a:pt x="79" y="1"/>
                    <a:pt x="0" y="77"/>
                    <a:pt x="0" y="174"/>
                  </a:cubicBezTo>
                  <a:cubicBezTo>
                    <a:pt x="0" y="269"/>
                    <a:pt x="79" y="347"/>
                    <a:pt x="174" y="347"/>
                  </a:cubicBezTo>
                  <a:lnTo>
                    <a:pt x="468" y="347"/>
                  </a:lnTo>
                  <a:cubicBezTo>
                    <a:pt x="475" y="232"/>
                    <a:pt x="475" y="117"/>
                    <a:pt x="4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2" name="Google Shape;5132;p63"/>
            <p:cNvSpPr/>
            <p:nvPr/>
          </p:nvSpPr>
          <p:spPr>
            <a:xfrm>
              <a:off x="1697585" y="4072198"/>
              <a:ext cx="15451" cy="13509"/>
            </a:xfrm>
            <a:custGeom>
              <a:avLst/>
              <a:gdLst/>
              <a:ahLst/>
              <a:cxnLst/>
              <a:rect l="l" t="t" r="r" b="b"/>
              <a:pathLst>
                <a:path w="541" h="473" extrusionOk="0">
                  <a:moveTo>
                    <a:pt x="342" y="1"/>
                  </a:moveTo>
                  <a:cubicBezTo>
                    <a:pt x="313" y="1"/>
                    <a:pt x="283" y="8"/>
                    <a:pt x="256" y="23"/>
                  </a:cubicBezTo>
                  <a:lnTo>
                    <a:pt x="0" y="171"/>
                  </a:lnTo>
                  <a:cubicBezTo>
                    <a:pt x="53" y="273"/>
                    <a:pt x="112" y="374"/>
                    <a:pt x="174" y="472"/>
                  </a:cubicBezTo>
                  <a:lnTo>
                    <a:pt x="429" y="325"/>
                  </a:lnTo>
                  <a:cubicBezTo>
                    <a:pt x="511" y="275"/>
                    <a:pt x="541" y="169"/>
                    <a:pt x="493" y="87"/>
                  </a:cubicBezTo>
                  <a:cubicBezTo>
                    <a:pt x="461" y="32"/>
                    <a:pt x="403" y="1"/>
                    <a:pt x="3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3" name="Google Shape;5133;p63"/>
            <p:cNvSpPr/>
            <p:nvPr/>
          </p:nvSpPr>
          <p:spPr>
            <a:xfrm>
              <a:off x="1880883" y="3965183"/>
              <a:ext cx="15537" cy="13509"/>
            </a:xfrm>
            <a:custGeom>
              <a:avLst/>
              <a:gdLst/>
              <a:ahLst/>
              <a:cxnLst/>
              <a:rect l="l" t="t" r="r" b="b"/>
              <a:pathLst>
                <a:path w="544" h="473" extrusionOk="0">
                  <a:moveTo>
                    <a:pt x="370" y="0"/>
                  </a:moveTo>
                  <a:lnTo>
                    <a:pt x="114" y="148"/>
                  </a:lnTo>
                  <a:cubicBezTo>
                    <a:pt x="32" y="196"/>
                    <a:pt x="1" y="304"/>
                    <a:pt x="50" y="386"/>
                  </a:cubicBezTo>
                  <a:cubicBezTo>
                    <a:pt x="82" y="441"/>
                    <a:pt x="140" y="472"/>
                    <a:pt x="200" y="472"/>
                  </a:cubicBezTo>
                  <a:cubicBezTo>
                    <a:pt x="230" y="472"/>
                    <a:pt x="260" y="465"/>
                    <a:pt x="288" y="450"/>
                  </a:cubicBezTo>
                  <a:lnTo>
                    <a:pt x="543" y="302"/>
                  </a:lnTo>
                  <a:cubicBezTo>
                    <a:pt x="490" y="198"/>
                    <a:pt x="430" y="99"/>
                    <a:pt x="3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4" name="Google Shape;5134;p63"/>
            <p:cNvSpPr/>
            <p:nvPr/>
          </p:nvSpPr>
          <p:spPr>
            <a:xfrm>
              <a:off x="1736683" y="4110040"/>
              <a:ext cx="14251" cy="14766"/>
            </a:xfrm>
            <a:custGeom>
              <a:avLst/>
              <a:gdLst/>
              <a:ahLst/>
              <a:cxnLst/>
              <a:rect l="l" t="t" r="r" b="b"/>
              <a:pathLst>
                <a:path w="499" h="517" extrusionOk="0">
                  <a:moveTo>
                    <a:pt x="299" y="1"/>
                  </a:moveTo>
                  <a:cubicBezTo>
                    <a:pt x="240" y="1"/>
                    <a:pt x="181" y="31"/>
                    <a:pt x="148" y="88"/>
                  </a:cubicBezTo>
                  <a:lnTo>
                    <a:pt x="0" y="343"/>
                  </a:lnTo>
                  <a:cubicBezTo>
                    <a:pt x="99" y="407"/>
                    <a:pt x="199" y="464"/>
                    <a:pt x="302" y="517"/>
                  </a:cubicBezTo>
                  <a:lnTo>
                    <a:pt x="449" y="261"/>
                  </a:lnTo>
                  <a:cubicBezTo>
                    <a:pt x="499" y="179"/>
                    <a:pt x="471" y="71"/>
                    <a:pt x="386" y="24"/>
                  </a:cubicBezTo>
                  <a:cubicBezTo>
                    <a:pt x="358" y="8"/>
                    <a:pt x="329" y="1"/>
                    <a:pt x="299" y="1"/>
                  </a:cubicBezTo>
                  <a:close/>
                </a:path>
              </a:pathLst>
            </a:custGeom>
            <a:solidFill>
              <a:srgbClr val="8BC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5" name="Google Shape;5135;p63"/>
            <p:cNvSpPr/>
            <p:nvPr/>
          </p:nvSpPr>
          <p:spPr>
            <a:xfrm>
              <a:off x="1843041" y="3926028"/>
              <a:ext cx="14251" cy="14766"/>
            </a:xfrm>
            <a:custGeom>
              <a:avLst/>
              <a:gdLst/>
              <a:ahLst/>
              <a:cxnLst/>
              <a:rect l="l" t="t" r="r" b="b"/>
              <a:pathLst>
                <a:path w="499" h="517" extrusionOk="0">
                  <a:moveTo>
                    <a:pt x="198" y="0"/>
                  </a:moveTo>
                  <a:lnTo>
                    <a:pt x="48" y="256"/>
                  </a:lnTo>
                  <a:cubicBezTo>
                    <a:pt x="1" y="338"/>
                    <a:pt x="28" y="444"/>
                    <a:pt x="112" y="493"/>
                  </a:cubicBezTo>
                  <a:cubicBezTo>
                    <a:pt x="139" y="509"/>
                    <a:pt x="169" y="516"/>
                    <a:pt x="198" y="516"/>
                  </a:cubicBezTo>
                  <a:cubicBezTo>
                    <a:pt x="258" y="516"/>
                    <a:pt x="317" y="485"/>
                    <a:pt x="349" y="428"/>
                  </a:cubicBezTo>
                  <a:lnTo>
                    <a:pt x="499" y="174"/>
                  </a:lnTo>
                  <a:cubicBezTo>
                    <a:pt x="399" y="112"/>
                    <a:pt x="298" y="55"/>
                    <a:pt x="1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6" name="Google Shape;5136;p63"/>
            <p:cNvSpPr/>
            <p:nvPr/>
          </p:nvSpPr>
          <p:spPr>
            <a:xfrm>
              <a:off x="1743081" y="3976065"/>
              <a:ext cx="107871" cy="98760"/>
            </a:xfrm>
            <a:custGeom>
              <a:avLst/>
              <a:gdLst/>
              <a:ahLst/>
              <a:cxnLst/>
              <a:rect l="l" t="t" r="r" b="b"/>
              <a:pathLst>
                <a:path w="3777" h="3458" extrusionOk="0">
                  <a:moveTo>
                    <a:pt x="1890" y="0"/>
                  </a:moveTo>
                  <a:cubicBezTo>
                    <a:pt x="1447" y="0"/>
                    <a:pt x="1005" y="169"/>
                    <a:pt x="667" y="507"/>
                  </a:cubicBezTo>
                  <a:cubicBezTo>
                    <a:pt x="70" y="1102"/>
                    <a:pt x="1" y="2027"/>
                    <a:pt x="457" y="2697"/>
                  </a:cubicBezTo>
                  <a:lnTo>
                    <a:pt x="919" y="3161"/>
                  </a:lnTo>
                  <a:cubicBezTo>
                    <a:pt x="1211" y="3359"/>
                    <a:pt x="1549" y="3458"/>
                    <a:pt x="1888" y="3458"/>
                  </a:cubicBezTo>
                  <a:cubicBezTo>
                    <a:pt x="2330" y="3458"/>
                    <a:pt x="2773" y="3289"/>
                    <a:pt x="3110" y="2951"/>
                  </a:cubicBezTo>
                  <a:cubicBezTo>
                    <a:pt x="3707" y="2356"/>
                    <a:pt x="3776" y="1434"/>
                    <a:pt x="3320" y="760"/>
                  </a:cubicBezTo>
                  <a:lnTo>
                    <a:pt x="2858" y="297"/>
                  </a:lnTo>
                  <a:cubicBezTo>
                    <a:pt x="2566" y="99"/>
                    <a:pt x="2228" y="0"/>
                    <a:pt x="1890" y="0"/>
                  </a:cubicBezTo>
                  <a:close/>
                </a:path>
              </a:pathLst>
            </a:custGeom>
            <a:solidFill>
              <a:srgbClr val="FFD3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7" name="Google Shape;5137;p63"/>
            <p:cNvSpPr/>
            <p:nvPr/>
          </p:nvSpPr>
          <p:spPr>
            <a:xfrm>
              <a:off x="1743081" y="3976065"/>
              <a:ext cx="107871" cy="98760"/>
            </a:xfrm>
            <a:custGeom>
              <a:avLst/>
              <a:gdLst/>
              <a:ahLst/>
              <a:cxnLst/>
              <a:rect l="l" t="t" r="r" b="b"/>
              <a:pathLst>
                <a:path w="3777" h="3458" extrusionOk="0">
                  <a:moveTo>
                    <a:pt x="1890" y="0"/>
                  </a:moveTo>
                  <a:cubicBezTo>
                    <a:pt x="1447" y="0"/>
                    <a:pt x="1005" y="169"/>
                    <a:pt x="667" y="507"/>
                  </a:cubicBezTo>
                  <a:cubicBezTo>
                    <a:pt x="70" y="1102"/>
                    <a:pt x="1" y="2027"/>
                    <a:pt x="457" y="2697"/>
                  </a:cubicBezTo>
                  <a:lnTo>
                    <a:pt x="919" y="3161"/>
                  </a:lnTo>
                  <a:cubicBezTo>
                    <a:pt x="1211" y="3359"/>
                    <a:pt x="1549" y="3458"/>
                    <a:pt x="1888" y="3458"/>
                  </a:cubicBezTo>
                  <a:cubicBezTo>
                    <a:pt x="2330" y="3458"/>
                    <a:pt x="2773" y="3289"/>
                    <a:pt x="3110" y="2951"/>
                  </a:cubicBezTo>
                  <a:cubicBezTo>
                    <a:pt x="3707" y="2356"/>
                    <a:pt x="3776" y="1434"/>
                    <a:pt x="3320" y="760"/>
                  </a:cubicBezTo>
                  <a:lnTo>
                    <a:pt x="2858" y="297"/>
                  </a:lnTo>
                  <a:cubicBezTo>
                    <a:pt x="2566" y="99"/>
                    <a:pt x="2228" y="0"/>
                    <a:pt x="18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8" name="Google Shape;5138;p63"/>
            <p:cNvSpPr/>
            <p:nvPr/>
          </p:nvSpPr>
          <p:spPr>
            <a:xfrm>
              <a:off x="1743081" y="3976036"/>
              <a:ext cx="65317" cy="98732"/>
            </a:xfrm>
            <a:custGeom>
              <a:avLst/>
              <a:gdLst/>
              <a:ahLst/>
              <a:cxnLst/>
              <a:rect l="l" t="t" r="r" b="b"/>
              <a:pathLst>
                <a:path w="2287" h="3457" extrusionOk="0">
                  <a:moveTo>
                    <a:pt x="1890" y="0"/>
                  </a:moveTo>
                  <a:cubicBezTo>
                    <a:pt x="1447" y="0"/>
                    <a:pt x="1004" y="169"/>
                    <a:pt x="667" y="506"/>
                  </a:cubicBezTo>
                  <a:cubicBezTo>
                    <a:pt x="70" y="1101"/>
                    <a:pt x="1" y="2025"/>
                    <a:pt x="457" y="2697"/>
                  </a:cubicBezTo>
                  <a:lnTo>
                    <a:pt x="919" y="3160"/>
                  </a:lnTo>
                  <a:cubicBezTo>
                    <a:pt x="1211" y="3358"/>
                    <a:pt x="1549" y="3456"/>
                    <a:pt x="1887" y="3456"/>
                  </a:cubicBezTo>
                  <a:cubicBezTo>
                    <a:pt x="2021" y="3456"/>
                    <a:pt x="2154" y="3441"/>
                    <a:pt x="2285" y="3410"/>
                  </a:cubicBezTo>
                  <a:cubicBezTo>
                    <a:pt x="1518" y="3235"/>
                    <a:pt x="950" y="2551"/>
                    <a:pt x="950" y="1731"/>
                  </a:cubicBezTo>
                  <a:cubicBezTo>
                    <a:pt x="950" y="911"/>
                    <a:pt x="1520" y="225"/>
                    <a:pt x="2287" y="46"/>
                  </a:cubicBezTo>
                  <a:cubicBezTo>
                    <a:pt x="2156" y="15"/>
                    <a:pt x="2023" y="0"/>
                    <a:pt x="189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9" name="Google Shape;5139;p63"/>
            <p:cNvSpPr/>
            <p:nvPr/>
          </p:nvSpPr>
          <p:spPr>
            <a:xfrm>
              <a:off x="1782037" y="3970267"/>
              <a:ext cx="71029" cy="70115"/>
            </a:xfrm>
            <a:custGeom>
              <a:avLst/>
              <a:gdLst/>
              <a:ahLst/>
              <a:cxnLst/>
              <a:rect l="l" t="t" r="r" b="b"/>
              <a:pathLst>
                <a:path w="2487" h="2455" extrusionOk="0">
                  <a:moveTo>
                    <a:pt x="2346" y="0"/>
                  </a:moveTo>
                  <a:cubicBezTo>
                    <a:pt x="2328" y="0"/>
                    <a:pt x="2309" y="5"/>
                    <a:pt x="2290" y="16"/>
                  </a:cubicBezTo>
                  <a:lnTo>
                    <a:pt x="156" y="1305"/>
                  </a:lnTo>
                  <a:cubicBezTo>
                    <a:pt x="99" y="1340"/>
                    <a:pt x="46" y="1383"/>
                    <a:pt x="1" y="1431"/>
                  </a:cubicBezTo>
                  <a:lnTo>
                    <a:pt x="1025" y="2455"/>
                  </a:lnTo>
                  <a:cubicBezTo>
                    <a:pt x="1074" y="2409"/>
                    <a:pt x="1116" y="2356"/>
                    <a:pt x="1151" y="2300"/>
                  </a:cubicBezTo>
                  <a:lnTo>
                    <a:pt x="2440" y="166"/>
                  </a:lnTo>
                  <a:cubicBezTo>
                    <a:pt x="2487" y="87"/>
                    <a:pt x="2424" y="0"/>
                    <a:pt x="23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0" name="Google Shape;5140;p63"/>
            <p:cNvSpPr/>
            <p:nvPr/>
          </p:nvSpPr>
          <p:spPr>
            <a:xfrm>
              <a:off x="1782037" y="3970181"/>
              <a:ext cx="71029" cy="54350"/>
            </a:xfrm>
            <a:custGeom>
              <a:avLst/>
              <a:gdLst/>
              <a:ahLst/>
              <a:cxnLst/>
              <a:rect l="l" t="t" r="r" b="b"/>
              <a:pathLst>
                <a:path w="2487" h="1903" extrusionOk="0">
                  <a:moveTo>
                    <a:pt x="2346" y="1"/>
                  </a:moveTo>
                  <a:cubicBezTo>
                    <a:pt x="2328" y="1"/>
                    <a:pt x="2308" y="6"/>
                    <a:pt x="2290" y="17"/>
                  </a:cubicBezTo>
                  <a:lnTo>
                    <a:pt x="156" y="1306"/>
                  </a:lnTo>
                  <a:cubicBezTo>
                    <a:pt x="99" y="1341"/>
                    <a:pt x="46" y="1383"/>
                    <a:pt x="1" y="1432"/>
                  </a:cubicBezTo>
                  <a:lnTo>
                    <a:pt x="473" y="1903"/>
                  </a:lnTo>
                  <a:cubicBezTo>
                    <a:pt x="481" y="1899"/>
                    <a:pt x="490" y="1890"/>
                    <a:pt x="499" y="1881"/>
                  </a:cubicBezTo>
                  <a:cubicBezTo>
                    <a:pt x="541" y="1837"/>
                    <a:pt x="590" y="1799"/>
                    <a:pt x="641" y="1768"/>
                  </a:cubicBezTo>
                  <a:lnTo>
                    <a:pt x="1947" y="977"/>
                  </a:lnTo>
                  <a:lnTo>
                    <a:pt x="2438" y="165"/>
                  </a:lnTo>
                  <a:cubicBezTo>
                    <a:pt x="2486" y="87"/>
                    <a:pt x="2422" y="1"/>
                    <a:pt x="2346"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1" name="Google Shape;5141;p63"/>
            <p:cNvSpPr/>
            <p:nvPr/>
          </p:nvSpPr>
          <p:spPr>
            <a:xfrm>
              <a:off x="1740910" y="4010765"/>
              <a:ext cx="70657" cy="69801"/>
            </a:xfrm>
            <a:custGeom>
              <a:avLst/>
              <a:gdLst/>
              <a:ahLst/>
              <a:cxnLst/>
              <a:rect l="l" t="t" r="r" b="b"/>
              <a:pathLst>
                <a:path w="2474" h="2444" extrusionOk="0">
                  <a:moveTo>
                    <a:pt x="1450" y="0"/>
                  </a:moveTo>
                  <a:cubicBezTo>
                    <a:pt x="1410" y="46"/>
                    <a:pt x="1369" y="93"/>
                    <a:pt x="1338" y="146"/>
                  </a:cubicBezTo>
                  <a:lnTo>
                    <a:pt x="50" y="2278"/>
                  </a:lnTo>
                  <a:cubicBezTo>
                    <a:pt x="1" y="2357"/>
                    <a:pt x="65" y="2444"/>
                    <a:pt x="142" y="2444"/>
                  </a:cubicBezTo>
                  <a:cubicBezTo>
                    <a:pt x="160" y="2444"/>
                    <a:pt x="179" y="2439"/>
                    <a:pt x="197" y="2428"/>
                  </a:cubicBezTo>
                  <a:lnTo>
                    <a:pt x="2332" y="1137"/>
                  </a:lnTo>
                  <a:cubicBezTo>
                    <a:pt x="2383" y="1106"/>
                    <a:pt x="2432" y="1066"/>
                    <a:pt x="2474" y="1024"/>
                  </a:cubicBezTo>
                  <a:lnTo>
                    <a:pt x="145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2" name="Google Shape;5142;p63"/>
            <p:cNvSpPr/>
            <p:nvPr/>
          </p:nvSpPr>
          <p:spPr>
            <a:xfrm>
              <a:off x="1740910" y="4010851"/>
              <a:ext cx="54978" cy="69772"/>
            </a:xfrm>
            <a:custGeom>
              <a:avLst/>
              <a:gdLst/>
              <a:ahLst/>
              <a:cxnLst/>
              <a:rect l="l" t="t" r="r" b="b"/>
              <a:pathLst>
                <a:path w="1925" h="2443" extrusionOk="0">
                  <a:moveTo>
                    <a:pt x="1452" y="1"/>
                  </a:moveTo>
                  <a:cubicBezTo>
                    <a:pt x="1410" y="45"/>
                    <a:pt x="1369" y="92"/>
                    <a:pt x="1338" y="145"/>
                  </a:cubicBezTo>
                  <a:lnTo>
                    <a:pt x="50" y="2279"/>
                  </a:lnTo>
                  <a:cubicBezTo>
                    <a:pt x="1" y="2356"/>
                    <a:pt x="65" y="2442"/>
                    <a:pt x="142" y="2442"/>
                  </a:cubicBezTo>
                  <a:cubicBezTo>
                    <a:pt x="160" y="2442"/>
                    <a:pt x="179" y="2438"/>
                    <a:pt x="197" y="2427"/>
                  </a:cubicBezTo>
                  <a:lnTo>
                    <a:pt x="1026" y="1927"/>
                  </a:lnTo>
                  <a:lnTo>
                    <a:pt x="1824" y="603"/>
                  </a:lnTo>
                  <a:cubicBezTo>
                    <a:pt x="1853" y="556"/>
                    <a:pt x="1886" y="512"/>
                    <a:pt x="1924" y="474"/>
                  </a:cubicBezTo>
                  <a:lnTo>
                    <a:pt x="1452" y="1"/>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146"/>
        <p:cNvGrpSpPr/>
        <p:nvPr/>
      </p:nvGrpSpPr>
      <p:grpSpPr>
        <a:xfrm>
          <a:off x="0" y="0"/>
          <a:ext cx="0" cy="0"/>
          <a:chOff x="0" y="0"/>
          <a:chExt cx="0" cy="0"/>
        </a:xfrm>
      </p:grpSpPr>
      <p:sp>
        <p:nvSpPr>
          <p:cNvPr id="5147" name="Google Shape;5147;p64"/>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Globalization explained</a:t>
            </a:r>
            <a:endParaRPr/>
          </a:p>
        </p:txBody>
      </p:sp>
      <p:grpSp>
        <p:nvGrpSpPr>
          <p:cNvPr id="5148" name="Google Shape;5148;p64"/>
          <p:cNvGrpSpPr/>
          <p:nvPr/>
        </p:nvGrpSpPr>
        <p:grpSpPr>
          <a:xfrm>
            <a:off x="2889656" y="1604824"/>
            <a:ext cx="3364682" cy="2779502"/>
            <a:chOff x="3429081" y="1413724"/>
            <a:chExt cx="3364682" cy="2779502"/>
          </a:xfrm>
        </p:grpSpPr>
        <p:sp>
          <p:nvSpPr>
            <p:cNvPr id="5149" name="Google Shape;5149;p64"/>
            <p:cNvSpPr/>
            <p:nvPr/>
          </p:nvSpPr>
          <p:spPr>
            <a:xfrm>
              <a:off x="4189976" y="3116355"/>
              <a:ext cx="2039388" cy="1076870"/>
            </a:xfrm>
            <a:custGeom>
              <a:avLst/>
              <a:gdLst/>
              <a:ahLst/>
              <a:cxnLst/>
              <a:rect l="l" t="t" r="r" b="b"/>
              <a:pathLst>
                <a:path w="59263" h="31293" extrusionOk="0">
                  <a:moveTo>
                    <a:pt x="29489" y="1"/>
                  </a:moveTo>
                  <a:cubicBezTo>
                    <a:pt x="22569" y="1"/>
                    <a:pt x="15658" y="1528"/>
                    <a:pt x="10401" y="4583"/>
                  </a:cubicBezTo>
                  <a:cubicBezTo>
                    <a:pt x="691" y="10220"/>
                    <a:pt x="1" y="19151"/>
                    <a:pt x="8343" y="25284"/>
                  </a:cubicBezTo>
                  <a:cubicBezTo>
                    <a:pt x="9009" y="25771"/>
                    <a:pt x="9730" y="26240"/>
                    <a:pt x="10542" y="26710"/>
                  </a:cubicBezTo>
                  <a:cubicBezTo>
                    <a:pt x="11326" y="27168"/>
                    <a:pt x="12147" y="27585"/>
                    <a:pt x="13000" y="27974"/>
                  </a:cubicBezTo>
                  <a:cubicBezTo>
                    <a:pt x="17876" y="30186"/>
                    <a:pt x="23772" y="31293"/>
                    <a:pt x="29661" y="31293"/>
                  </a:cubicBezTo>
                  <a:cubicBezTo>
                    <a:pt x="36582" y="31293"/>
                    <a:pt x="43495" y="29765"/>
                    <a:pt x="48736" y="26710"/>
                  </a:cubicBezTo>
                  <a:cubicBezTo>
                    <a:pt x="59263" y="20614"/>
                    <a:pt x="59188" y="10679"/>
                    <a:pt x="48627" y="4583"/>
                  </a:cubicBezTo>
                  <a:cubicBezTo>
                    <a:pt x="43336" y="1528"/>
                    <a:pt x="36408" y="1"/>
                    <a:pt x="29489"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0" name="Google Shape;5150;p64"/>
            <p:cNvSpPr/>
            <p:nvPr/>
          </p:nvSpPr>
          <p:spPr>
            <a:xfrm>
              <a:off x="3429081" y="271035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1" name="Google Shape;5151;p64"/>
            <p:cNvSpPr/>
            <p:nvPr/>
          </p:nvSpPr>
          <p:spPr>
            <a:xfrm>
              <a:off x="6107199" y="1658396"/>
              <a:ext cx="310676" cy="298219"/>
            </a:xfrm>
            <a:custGeom>
              <a:avLst/>
              <a:gdLst/>
              <a:ahLst/>
              <a:cxnLst/>
              <a:rect l="l" t="t" r="r" b="b"/>
              <a:pathLst>
                <a:path w="9028" h="8666" extrusionOk="0">
                  <a:moveTo>
                    <a:pt x="2023" y="0"/>
                  </a:moveTo>
                  <a:cubicBezTo>
                    <a:pt x="1552" y="0"/>
                    <a:pt x="1081" y="179"/>
                    <a:pt x="720" y="538"/>
                  </a:cubicBezTo>
                  <a:cubicBezTo>
                    <a:pt x="2" y="1258"/>
                    <a:pt x="1" y="2422"/>
                    <a:pt x="720" y="3142"/>
                  </a:cubicBezTo>
                  <a:lnTo>
                    <a:pt x="5707" y="8127"/>
                  </a:lnTo>
                  <a:cubicBezTo>
                    <a:pt x="6066" y="8486"/>
                    <a:pt x="6536" y="8665"/>
                    <a:pt x="7008" y="8665"/>
                  </a:cubicBezTo>
                  <a:cubicBezTo>
                    <a:pt x="7479" y="8665"/>
                    <a:pt x="7950" y="8486"/>
                    <a:pt x="8311" y="8127"/>
                  </a:cubicBezTo>
                  <a:cubicBezTo>
                    <a:pt x="9028" y="7408"/>
                    <a:pt x="9028" y="6241"/>
                    <a:pt x="8309" y="5522"/>
                  </a:cubicBezTo>
                  <a:cubicBezTo>
                    <a:pt x="8104" y="5318"/>
                    <a:pt x="7859" y="5177"/>
                    <a:pt x="7601" y="5089"/>
                  </a:cubicBezTo>
                  <a:cubicBezTo>
                    <a:pt x="7652" y="5048"/>
                    <a:pt x="7705" y="5013"/>
                    <a:pt x="7753" y="4966"/>
                  </a:cubicBezTo>
                  <a:cubicBezTo>
                    <a:pt x="8472" y="4248"/>
                    <a:pt x="8472" y="3081"/>
                    <a:pt x="7753" y="2362"/>
                  </a:cubicBezTo>
                  <a:cubicBezTo>
                    <a:pt x="7395" y="2004"/>
                    <a:pt x="6928" y="1827"/>
                    <a:pt x="6459" y="1827"/>
                  </a:cubicBezTo>
                  <a:cubicBezTo>
                    <a:pt x="6250" y="1827"/>
                    <a:pt x="6041" y="1862"/>
                    <a:pt x="5841" y="1932"/>
                  </a:cubicBezTo>
                  <a:cubicBezTo>
                    <a:pt x="5761" y="1626"/>
                    <a:pt x="5610" y="1338"/>
                    <a:pt x="5370" y="1098"/>
                  </a:cubicBezTo>
                  <a:cubicBezTo>
                    <a:pt x="5011" y="740"/>
                    <a:pt x="4543" y="563"/>
                    <a:pt x="4075" y="563"/>
                  </a:cubicBezTo>
                  <a:cubicBezTo>
                    <a:pt x="3859" y="563"/>
                    <a:pt x="3644" y="601"/>
                    <a:pt x="3439" y="675"/>
                  </a:cubicBezTo>
                  <a:cubicBezTo>
                    <a:pt x="3402" y="630"/>
                    <a:pt x="3369" y="583"/>
                    <a:pt x="3328" y="539"/>
                  </a:cubicBezTo>
                  <a:cubicBezTo>
                    <a:pt x="2967" y="180"/>
                    <a:pt x="2495" y="0"/>
                    <a:pt x="20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2" name="Google Shape;5152;p64"/>
            <p:cNvSpPr/>
            <p:nvPr/>
          </p:nvSpPr>
          <p:spPr>
            <a:xfrm>
              <a:off x="3943892" y="1489569"/>
              <a:ext cx="198835" cy="190852"/>
            </a:xfrm>
            <a:custGeom>
              <a:avLst/>
              <a:gdLst/>
              <a:ahLst/>
              <a:cxnLst/>
              <a:rect l="l" t="t" r="r" b="b"/>
              <a:pathLst>
                <a:path w="5778" h="5546" extrusionOk="0">
                  <a:moveTo>
                    <a:pt x="4486" y="0"/>
                  </a:moveTo>
                  <a:cubicBezTo>
                    <a:pt x="4184" y="0"/>
                    <a:pt x="3881" y="116"/>
                    <a:pt x="3651" y="346"/>
                  </a:cubicBezTo>
                  <a:cubicBezTo>
                    <a:pt x="3624" y="374"/>
                    <a:pt x="3604" y="405"/>
                    <a:pt x="3580" y="434"/>
                  </a:cubicBezTo>
                  <a:cubicBezTo>
                    <a:pt x="3449" y="386"/>
                    <a:pt x="3310" y="362"/>
                    <a:pt x="3172" y="362"/>
                  </a:cubicBezTo>
                  <a:cubicBezTo>
                    <a:pt x="2872" y="362"/>
                    <a:pt x="2572" y="476"/>
                    <a:pt x="2344" y="705"/>
                  </a:cubicBezTo>
                  <a:cubicBezTo>
                    <a:pt x="2190" y="859"/>
                    <a:pt x="2092" y="1043"/>
                    <a:pt x="2041" y="1236"/>
                  </a:cubicBezTo>
                  <a:cubicBezTo>
                    <a:pt x="1914" y="1191"/>
                    <a:pt x="1781" y="1168"/>
                    <a:pt x="1647" y="1168"/>
                  </a:cubicBezTo>
                  <a:cubicBezTo>
                    <a:pt x="1347" y="1168"/>
                    <a:pt x="1047" y="1282"/>
                    <a:pt x="818" y="1511"/>
                  </a:cubicBezTo>
                  <a:cubicBezTo>
                    <a:pt x="357" y="1972"/>
                    <a:pt x="357" y="2717"/>
                    <a:pt x="818" y="3177"/>
                  </a:cubicBezTo>
                  <a:cubicBezTo>
                    <a:pt x="849" y="3208"/>
                    <a:pt x="882" y="3230"/>
                    <a:pt x="915" y="3255"/>
                  </a:cubicBezTo>
                  <a:cubicBezTo>
                    <a:pt x="751" y="3312"/>
                    <a:pt x="593" y="3401"/>
                    <a:pt x="461" y="3533"/>
                  </a:cubicBezTo>
                  <a:cubicBezTo>
                    <a:pt x="0" y="3995"/>
                    <a:pt x="0" y="4739"/>
                    <a:pt x="461" y="5199"/>
                  </a:cubicBezTo>
                  <a:cubicBezTo>
                    <a:pt x="692" y="5430"/>
                    <a:pt x="993" y="5545"/>
                    <a:pt x="1294" y="5545"/>
                  </a:cubicBezTo>
                  <a:cubicBezTo>
                    <a:pt x="1596" y="5545"/>
                    <a:pt x="1897" y="5430"/>
                    <a:pt x="2128" y="5199"/>
                  </a:cubicBezTo>
                  <a:lnTo>
                    <a:pt x="5317" y="2010"/>
                  </a:lnTo>
                  <a:cubicBezTo>
                    <a:pt x="5778" y="1549"/>
                    <a:pt x="5778" y="804"/>
                    <a:pt x="5317" y="344"/>
                  </a:cubicBezTo>
                  <a:cubicBezTo>
                    <a:pt x="5088" y="115"/>
                    <a:pt x="4787" y="0"/>
                    <a:pt x="44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3" name="Google Shape;5153;p64"/>
            <p:cNvSpPr/>
            <p:nvPr/>
          </p:nvSpPr>
          <p:spPr>
            <a:xfrm>
              <a:off x="3895645" y="1474978"/>
              <a:ext cx="2561598" cy="2410664"/>
            </a:xfrm>
            <a:custGeom>
              <a:avLst/>
              <a:gdLst/>
              <a:ahLst/>
              <a:cxnLst/>
              <a:rect l="l" t="t" r="r" b="b"/>
              <a:pathLst>
                <a:path w="74438" h="70052" extrusionOk="0">
                  <a:moveTo>
                    <a:pt x="37213" y="1"/>
                  </a:moveTo>
                  <a:lnTo>
                    <a:pt x="37191" y="150"/>
                  </a:lnTo>
                  <a:lnTo>
                    <a:pt x="37218" y="466"/>
                  </a:lnTo>
                  <a:cubicBezTo>
                    <a:pt x="37828" y="466"/>
                    <a:pt x="38444" y="481"/>
                    <a:pt x="39045" y="509"/>
                  </a:cubicBezTo>
                  <a:lnTo>
                    <a:pt x="39066" y="42"/>
                  </a:lnTo>
                  <a:cubicBezTo>
                    <a:pt x="38457" y="16"/>
                    <a:pt x="37837" y="1"/>
                    <a:pt x="37215" y="1"/>
                  </a:cubicBezTo>
                  <a:close/>
                  <a:moveTo>
                    <a:pt x="35289" y="48"/>
                  </a:moveTo>
                  <a:cubicBezTo>
                    <a:pt x="34663" y="77"/>
                    <a:pt x="34028" y="122"/>
                    <a:pt x="33405" y="184"/>
                  </a:cubicBezTo>
                  <a:lnTo>
                    <a:pt x="33449" y="648"/>
                  </a:lnTo>
                  <a:cubicBezTo>
                    <a:pt x="34065" y="589"/>
                    <a:pt x="34692" y="544"/>
                    <a:pt x="35311" y="514"/>
                  </a:cubicBezTo>
                  <a:lnTo>
                    <a:pt x="35289" y="48"/>
                  </a:lnTo>
                  <a:close/>
                  <a:moveTo>
                    <a:pt x="40953" y="176"/>
                  </a:moveTo>
                  <a:lnTo>
                    <a:pt x="40909" y="640"/>
                  </a:lnTo>
                  <a:cubicBezTo>
                    <a:pt x="41526" y="699"/>
                    <a:pt x="42151" y="772"/>
                    <a:pt x="42763" y="860"/>
                  </a:cubicBezTo>
                  <a:lnTo>
                    <a:pt x="42829" y="397"/>
                  </a:lnTo>
                  <a:cubicBezTo>
                    <a:pt x="42210" y="310"/>
                    <a:pt x="41579" y="235"/>
                    <a:pt x="40953" y="176"/>
                  </a:cubicBezTo>
                  <a:close/>
                  <a:moveTo>
                    <a:pt x="31529" y="408"/>
                  </a:moveTo>
                  <a:cubicBezTo>
                    <a:pt x="30909" y="498"/>
                    <a:pt x="30281" y="604"/>
                    <a:pt x="29665" y="725"/>
                  </a:cubicBezTo>
                  <a:lnTo>
                    <a:pt x="29755" y="1183"/>
                  </a:lnTo>
                  <a:cubicBezTo>
                    <a:pt x="30363" y="1065"/>
                    <a:pt x="30984" y="959"/>
                    <a:pt x="31597" y="871"/>
                  </a:cubicBezTo>
                  <a:lnTo>
                    <a:pt x="31529" y="408"/>
                  </a:lnTo>
                  <a:close/>
                  <a:moveTo>
                    <a:pt x="44691" y="709"/>
                  </a:moveTo>
                  <a:lnTo>
                    <a:pt x="44603" y="1168"/>
                  </a:lnTo>
                  <a:cubicBezTo>
                    <a:pt x="45212" y="1285"/>
                    <a:pt x="45826" y="1420"/>
                    <a:pt x="46428" y="1566"/>
                  </a:cubicBezTo>
                  <a:lnTo>
                    <a:pt x="46537" y="1111"/>
                  </a:lnTo>
                  <a:cubicBezTo>
                    <a:pt x="45927" y="964"/>
                    <a:pt x="45305" y="829"/>
                    <a:pt x="44691" y="709"/>
                  </a:cubicBezTo>
                  <a:close/>
                  <a:moveTo>
                    <a:pt x="27821" y="1130"/>
                  </a:moveTo>
                  <a:cubicBezTo>
                    <a:pt x="27213" y="1281"/>
                    <a:pt x="26599" y="1446"/>
                    <a:pt x="25996" y="1626"/>
                  </a:cubicBezTo>
                  <a:lnTo>
                    <a:pt x="26131" y="2074"/>
                  </a:lnTo>
                  <a:cubicBezTo>
                    <a:pt x="26725" y="1897"/>
                    <a:pt x="27332" y="1732"/>
                    <a:pt x="27932" y="1584"/>
                  </a:cubicBezTo>
                  <a:lnTo>
                    <a:pt x="27821" y="1130"/>
                  </a:lnTo>
                  <a:close/>
                  <a:moveTo>
                    <a:pt x="48366" y="1604"/>
                  </a:moveTo>
                  <a:lnTo>
                    <a:pt x="48233" y="2052"/>
                  </a:lnTo>
                  <a:cubicBezTo>
                    <a:pt x="48827" y="2229"/>
                    <a:pt x="49425" y="2421"/>
                    <a:pt x="50009" y="2627"/>
                  </a:cubicBezTo>
                  <a:lnTo>
                    <a:pt x="50164" y="2185"/>
                  </a:lnTo>
                  <a:cubicBezTo>
                    <a:pt x="49576" y="1977"/>
                    <a:pt x="48970" y="1783"/>
                    <a:pt x="48366" y="1604"/>
                  </a:cubicBezTo>
                  <a:close/>
                  <a:moveTo>
                    <a:pt x="24198" y="2212"/>
                  </a:moveTo>
                  <a:cubicBezTo>
                    <a:pt x="23608" y="2418"/>
                    <a:pt x="23013" y="2645"/>
                    <a:pt x="22432" y="2883"/>
                  </a:cubicBezTo>
                  <a:lnTo>
                    <a:pt x="22609" y="3316"/>
                  </a:lnTo>
                  <a:cubicBezTo>
                    <a:pt x="23184" y="3079"/>
                    <a:pt x="23771" y="2857"/>
                    <a:pt x="24355" y="2652"/>
                  </a:cubicBezTo>
                  <a:lnTo>
                    <a:pt x="24198" y="2212"/>
                  </a:lnTo>
                  <a:close/>
                  <a:moveTo>
                    <a:pt x="51932" y="2854"/>
                  </a:moveTo>
                  <a:lnTo>
                    <a:pt x="51756" y="3287"/>
                  </a:lnTo>
                  <a:cubicBezTo>
                    <a:pt x="52330" y="3521"/>
                    <a:pt x="52906" y="3771"/>
                    <a:pt x="53468" y="4033"/>
                  </a:cubicBezTo>
                  <a:lnTo>
                    <a:pt x="53665" y="3609"/>
                  </a:lnTo>
                  <a:cubicBezTo>
                    <a:pt x="53096" y="3344"/>
                    <a:pt x="52512" y="3089"/>
                    <a:pt x="51932" y="2854"/>
                  </a:cubicBezTo>
                  <a:close/>
                  <a:moveTo>
                    <a:pt x="20700" y="3641"/>
                  </a:moveTo>
                  <a:cubicBezTo>
                    <a:pt x="20134" y="3907"/>
                    <a:pt x="19563" y="4190"/>
                    <a:pt x="19009" y="4485"/>
                  </a:cubicBezTo>
                  <a:lnTo>
                    <a:pt x="19228" y="4898"/>
                  </a:lnTo>
                  <a:cubicBezTo>
                    <a:pt x="19777" y="4607"/>
                    <a:pt x="20339" y="4327"/>
                    <a:pt x="20897" y="4065"/>
                  </a:cubicBezTo>
                  <a:lnTo>
                    <a:pt x="20700" y="3641"/>
                  </a:lnTo>
                  <a:close/>
                  <a:moveTo>
                    <a:pt x="55357" y="4449"/>
                  </a:moveTo>
                  <a:lnTo>
                    <a:pt x="55139" y="4861"/>
                  </a:lnTo>
                  <a:cubicBezTo>
                    <a:pt x="55687" y="5151"/>
                    <a:pt x="56236" y="5457"/>
                    <a:pt x="56771" y="5776"/>
                  </a:cubicBezTo>
                  <a:lnTo>
                    <a:pt x="57010" y="5373"/>
                  </a:lnTo>
                  <a:cubicBezTo>
                    <a:pt x="56467" y="5051"/>
                    <a:pt x="55910" y="4741"/>
                    <a:pt x="55357" y="4449"/>
                  </a:cubicBezTo>
                  <a:close/>
                  <a:moveTo>
                    <a:pt x="17363" y="5411"/>
                  </a:moveTo>
                  <a:cubicBezTo>
                    <a:pt x="16823" y="5732"/>
                    <a:pt x="16286" y="6073"/>
                    <a:pt x="15766" y="6418"/>
                  </a:cubicBezTo>
                  <a:lnTo>
                    <a:pt x="16025" y="6807"/>
                  </a:lnTo>
                  <a:cubicBezTo>
                    <a:pt x="16537" y="6465"/>
                    <a:pt x="17069" y="6131"/>
                    <a:pt x="17603" y="5814"/>
                  </a:cubicBezTo>
                  <a:lnTo>
                    <a:pt x="17363" y="5411"/>
                  </a:lnTo>
                  <a:close/>
                  <a:moveTo>
                    <a:pt x="58613" y="6381"/>
                  </a:moveTo>
                  <a:lnTo>
                    <a:pt x="58356" y="6770"/>
                  </a:lnTo>
                  <a:cubicBezTo>
                    <a:pt x="58875" y="7114"/>
                    <a:pt x="59390" y="7474"/>
                    <a:pt x="59888" y="7844"/>
                  </a:cubicBezTo>
                  <a:lnTo>
                    <a:pt x="60164" y="7467"/>
                  </a:lnTo>
                  <a:cubicBezTo>
                    <a:pt x="59659" y="7094"/>
                    <a:pt x="59139" y="6728"/>
                    <a:pt x="58613" y="6381"/>
                  </a:cubicBezTo>
                  <a:close/>
                  <a:moveTo>
                    <a:pt x="14223" y="7502"/>
                  </a:moveTo>
                  <a:cubicBezTo>
                    <a:pt x="13720" y="7875"/>
                    <a:pt x="13221" y="8267"/>
                    <a:pt x="12736" y="8665"/>
                  </a:cubicBezTo>
                  <a:lnTo>
                    <a:pt x="13032" y="9025"/>
                  </a:lnTo>
                  <a:cubicBezTo>
                    <a:pt x="13512" y="8633"/>
                    <a:pt x="14005" y="8247"/>
                    <a:pt x="14501" y="7879"/>
                  </a:cubicBezTo>
                  <a:lnTo>
                    <a:pt x="14223" y="7502"/>
                  </a:lnTo>
                  <a:close/>
                  <a:moveTo>
                    <a:pt x="61658" y="8631"/>
                  </a:moveTo>
                  <a:lnTo>
                    <a:pt x="61362" y="8993"/>
                  </a:lnTo>
                  <a:cubicBezTo>
                    <a:pt x="61841" y="9386"/>
                    <a:pt x="62316" y="9797"/>
                    <a:pt x="62776" y="10216"/>
                  </a:cubicBezTo>
                  <a:lnTo>
                    <a:pt x="63090" y="9871"/>
                  </a:lnTo>
                  <a:cubicBezTo>
                    <a:pt x="62627" y="9448"/>
                    <a:pt x="62144" y="9031"/>
                    <a:pt x="61658" y="8631"/>
                  </a:cubicBezTo>
                  <a:close/>
                  <a:moveTo>
                    <a:pt x="11310" y="9901"/>
                  </a:moveTo>
                  <a:cubicBezTo>
                    <a:pt x="10845" y="10326"/>
                    <a:pt x="10388" y="10766"/>
                    <a:pt x="9949" y="11211"/>
                  </a:cubicBezTo>
                  <a:lnTo>
                    <a:pt x="10281" y="11540"/>
                  </a:lnTo>
                  <a:cubicBezTo>
                    <a:pt x="10715" y="11101"/>
                    <a:pt x="11167" y="10667"/>
                    <a:pt x="11626" y="10247"/>
                  </a:cubicBezTo>
                  <a:lnTo>
                    <a:pt x="11310" y="9901"/>
                  </a:lnTo>
                  <a:close/>
                  <a:moveTo>
                    <a:pt x="64458" y="11180"/>
                  </a:moveTo>
                  <a:lnTo>
                    <a:pt x="64126" y="11509"/>
                  </a:lnTo>
                  <a:cubicBezTo>
                    <a:pt x="64561" y="11950"/>
                    <a:pt x="64991" y="12409"/>
                    <a:pt x="65403" y="12871"/>
                  </a:cubicBezTo>
                  <a:lnTo>
                    <a:pt x="65753" y="12561"/>
                  </a:lnTo>
                  <a:cubicBezTo>
                    <a:pt x="65336" y="12090"/>
                    <a:pt x="64899" y="11626"/>
                    <a:pt x="64458" y="11180"/>
                  </a:cubicBezTo>
                  <a:close/>
                  <a:moveTo>
                    <a:pt x="8656" y="12590"/>
                  </a:moveTo>
                  <a:cubicBezTo>
                    <a:pt x="8241" y="13057"/>
                    <a:pt x="7831" y="13544"/>
                    <a:pt x="7440" y="14034"/>
                  </a:cubicBezTo>
                  <a:lnTo>
                    <a:pt x="7806" y="14327"/>
                  </a:lnTo>
                  <a:cubicBezTo>
                    <a:pt x="8191" y="13843"/>
                    <a:pt x="8596" y="13363"/>
                    <a:pt x="9006" y="12901"/>
                  </a:cubicBezTo>
                  <a:lnTo>
                    <a:pt x="8656" y="12590"/>
                  </a:lnTo>
                  <a:close/>
                  <a:moveTo>
                    <a:pt x="66975" y="14007"/>
                  </a:moveTo>
                  <a:lnTo>
                    <a:pt x="66609" y="14299"/>
                  </a:lnTo>
                  <a:cubicBezTo>
                    <a:pt x="66997" y="14785"/>
                    <a:pt x="67376" y="15285"/>
                    <a:pt x="67736" y="15789"/>
                  </a:cubicBezTo>
                  <a:lnTo>
                    <a:pt x="68116" y="15517"/>
                  </a:lnTo>
                  <a:cubicBezTo>
                    <a:pt x="67752" y="15006"/>
                    <a:pt x="67368" y="14500"/>
                    <a:pt x="66975" y="14007"/>
                  </a:cubicBezTo>
                  <a:close/>
                  <a:moveTo>
                    <a:pt x="6302" y="15543"/>
                  </a:moveTo>
                  <a:cubicBezTo>
                    <a:pt x="5935" y="16058"/>
                    <a:pt x="5579" y="16585"/>
                    <a:pt x="5246" y="17111"/>
                  </a:cubicBezTo>
                  <a:lnTo>
                    <a:pt x="5641" y="17361"/>
                  </a:lnTo>
                  <a:cubicBezTo>
                    <a:pt x="5970" y="16842"/>
                    <a:pt x="6321" y="16321"/>
                    <a:pt x="6682" y="15816"/>
                  </a:cubicBezTo>
                  <a:lnTo>
                    <a:pt x="6302" y="15543"/>
                  </a:lnTo>
                  <a:close/>
                  <a:moveTo>
                    <a:pt x="69175" y="17085"/>
                  </a:moveTo>
                  <a:lnTo>
                    <a:pt x="68780" y="17335"/>
                  </a:lnTo>
                  <a:cubicBezTo>
                    <a:pt x="69111" y="17857"/>
                    <a:pt x="69434" y="18394"/>
                    <a:pt x="69738" y="18936"/>
                  </a:cubicBezTo>
                  <a:lnTo>
                    <a:pt x="70147" y="18707"/>
                  </a:lnTo>
                  <a:cubicBezTo>
                    <a:pt x="69839" y="18160"/>
                    <a:pt x="69512" y="17613"/>
                    <a:pt x="69175" y="17085"/>
                  </a:cubicBezTo>
                  <a:close/>
                  <a:moveTo>
                    <a:pt x="4276" y="18732"/>
                  </a:moveTo>
                  <a:cubicBezTo>
                    <a:pt x="3968" y="19281"/>
                    <a:pt x="3673" y="19844"/>
                    <a:pt x="3396" y="20408"/>
                  </a:cubicBezTo>
                  <a:lnTo>
                    <a:pt x="3816" y="20615"/>
                  </a:lnTo>
                  <a:cubicBezTo>
                    <a:pt x="4090" y="20061"/>
                    <a:pt x="4380" y="19505"/>
                    <a:pt x="4684" y="18962"/>
                  </a:cubicBezTo>
                  <a:lnTo>
                    <a:pt x="4276" y="18732"/>
                  </a:lnTo>
                  <a:close/>
                  <a:moveTo>
                    <a:pt x="71026" y="20378"/>
                  </a:moveTo>
                  <a:lnTo>
                    <a:pt x="70605" y="20586"/>
                  </a:lnTo>
                  <a:cubicBezTo>
                    <a:pt x="70880" y="21143"/>
                    <a:pt x="71139" y="21713"/>
                    <a:pt x="71380" y="22280"/>
                  </a:cubicBezTo>
                  <a:lnTo>
                    <a:pt x="71810" y="22097"/>
                  </a:lnTo>
                  <a:cubicBezTo>
                    <a:pt x="71567" y="21522"/>
                    <a:pt x="71302" y="20944"/>
                    <a:pt x="71026" y="20378"/>
                  </a:cubicBezTo>
                  <a:close/>
                  <a:moveTo>
                    <a:pt x="2612" y="22131"/>
                  </a:moveTo>
                  <a:cubicBezTo>
                    <a:pt x="2366" y="22712"/>
                    <a:pt x="2134" y="23304"/>
                    <a:pt x="1923" y="23895"/>
                  </a:cubicBezTo>
                  <a:lnTo>
                    <a:pt x="2365" y="24053"/>
                  </a:lnTo>
                  <a:cubicBezTo>
                    <a:pt x="2573" y="23471"/>
                    <a:pt x="2802" y="22886"/>
                    <a:pt x="3041" y="22312"/>
                  </a:cubicBezTo>
                  <a:lnTo>
                    <a:pt x="2612" y="22131"/>
                  </a:lnTo>
                  <a:close/>
                  <a:moveTo>
                    <a:pt x="72498" y="23857"/>
                  </a:moveTo>
                  <a:lnTo>
                    <a:pt x="72057" y="24014"/>
                  </a:lnTo>
                  <a:cubicBezTo>
                    <a:pt x="72265" y="24596"/>
                    <a:pt x="72460" y="25192"/>
                    <a:pt x="72635" y="25783"/>
                  </a:cubicBezTo>
                  <a:lnTo>
                    <a:pt x="73084" y="25651"/>
                  </a:lnTo>
                  <a:cubicBezTo>
                    <a:pt x="72907" y="25051"/>
                    <a:pt x="72710" y="24448"/>
                    <a:pt x="72498" y="23857"/>
                  </a:cubicBezTo>
                  <a:close/>
                  <a:moveTo>
                    <a:pt x="1341" y="25696"/>
                  </a:moveTo>
                  <a:cubicBezTo>
                    <a:pt x="1161" y="26302"/>
                    <a:pt x="1000" y="26918"/>
                    <a:pt x="858" y="27530"/>
                  </a:cubicBezTo>
                  <a:lnTo>
                    <a:pt x="1313" y="27635"/>
                  </a:lnTo>
                  <a:cubicBezTo>
                    <a:pt x="1452" y="27034"/>
                    <a:pt x="1613" y="26425"/>
                    <a:pt x="1788" y="25828"/>
                  </a:cubicBezTo>
                  <a:lnTo>
                    <a:pt x="1341" y="25696"/>
                  </a:lnTo>
                  <a:close/>
                  <a:moveTo>
                    <a:pt x="73567" y="27480"/>
                  </a:moveTo>
                  <a:lnTo>
                    <a:pt x="73112" y="27587"/>
                  </a:lnTo>
                  <a:cubicBezTo>
                    <a:pt x="73253" y="28189"/>
                    <a:pt x="73380" y="28804"/>
                    <a:pt x="73485" y="29413"/>
                  </a:cubicBezTo>
                  <a:lnTo>
                    <a:pt x="73946" y="29332"/>
                  </a:lnTo>
                  <a:cubicBezTo>
                    <a:pt x="73838" y="28716"/>
                    <a:pt x="73711" y="28090"/>
                    <a:pt x="73567" y="27480"/>
                  </a:cubicBezTo>
                  <a:close/>
                  <a:moveTo>
                    <a:pt x="483" y="29383"/>
                  </a:moveTo>
                  <a:cubicBezTo>
                    <a:pt x="375" y="30004"/>
                    <a:pt x="286" y="30634"/>
                    <a:pt x="214" y="31256"/>
                  </a:cubicBezTo>
                  <a:lnTo>
                    <a:pt x="678" y="31309"/>
                  </a:lnTo>
                  <a:cubicBezTo>
                    <a:pt x="748" y="30696"/>
                    <a:pt x="837" y="30075"/>
                    <a:pt x="944" y="29464"/>
                  </a:cubicBezTo>
                  <a:lnTo>
                    <a:pt x="483" y="29383"/>
                  </a:lnTo>
                  <a:close/>
                  <a:moveTo>
                    <a:pt x="74217" y="31205"/>
                  </a:moveTo>
                  <a:lnTo>
                    <a:pt x="73753" y="31259"/>
                  </a:lnTo>
                  <a:cubicBezTo>
                    <a:pt x="73823" y="31875"/>
                    <a:pt x="73879" y="32500"/>
                    <a:pt x="73914" y="33117"/>
                  </a:cubicBezTo>
                  <a:lnTo>
                    <a:pt x="74379" y="33089"/>
                  </a:lnTo>
                  <a:cubicBezTo>
                    <a:pt x="74343" y="32463"/>
                    <a:pt x="74290" y="31830"/>
                    <a:pt x="74217" y="31205"/>
                  </a:cubicBezTo>
                  <a:close/>
                  <a:moveTo>
                    <a:pt x="53" y="33142"/>
                  </a:moveTo>
                  <a:cubicBezTo>
                    <a:pt x="18" y="33765"/>
                    <a:pt x="1" y="34399"/>
                    <a:pt x="1" y="35022"/>
                  </a:cubicBezTo>
                  <a:lnTo>
                    <a:pt x="1" y="35031"/>
                  </a:lnTo>
                  <a:lnTo>
                    <a:pt x="466" y="35022"/>
                  </a:lnTo>
                  <a:cubicBezTo>
                    <a:pt x="466" y="34406"/>
                    <a:pt x="485" y="33781"/>
                    <a:pt x="520" y="33168"/>
                  </a:cubicBezTo>
                  <a:lnTo>
                    <a:pt x="53" y="33142"/>
                  </a:lnTo>
                  <a:close/>
                  <a:moveTo>
                    <a:pt x="74438" y="34982"/>
                  </a:moveTo>
                  <a:lnTo>
                    <a:pt x="73970" y="35022"/>
                  </a:lnTo>
                  <a:cubicBezTo>
                    <a:pt x="73970" y="35629"/>
                    <a:pt x="73953" y="36242"/>
                    <a:pt x="73918" y="36845"/>
                  </a:cubicBezTo>
                  <a:lnTo>
                    <a:pt x="74385" y="36871"/>
                  </a:lnTo>
                  <a:cubicBezTo>
                    <a:pt x="74420" y="36258"/>
                    <a:pt x="74436" y="35636"/>
                    <a:pt x="74438" y="35022"/>
                  </a:cubicBezTo>
                  <a:lnTo>
                    <a:pt x="74438" y="34982"/>
                  </a:lnTo>
                  <a:close/>
                  <a:moveTo>
                    <a:pt x="521" y="36896"/>
                  </a:moveTo>
                  <a:lnTo>
                    <a:pt x="55" y="36922"/>
                  </a:lnTo>
                  <a:cubicBezTo>
                    <a:pt x="90" y="37550"/>
                    <a:pt x="144" y="38182"/>
                    <a:pt x="216" y="38805"/>
                  </a:cubicBezTo>
                  <a:lnTo>
                    <a:pt x="679" y="38754"/>
                  </a:lnTo>
                  <a:cubicBezTo>
                    <a:pt x="611" y="38140"/>
                    <a:pt x="555" y="37515"/>
                    <a:pt x="521" y="36896"/>
                  </a:cubicBezTo>
                  <a:close/>
                  <a:moveTo>
                    <a:pt x="73763" y="38701"/>
                  </a:moveTo>
                  <a:cubicBezTo>
                    <a:pt x="73695" y="39317"/>
                    <a:pt x="73604" y="39938"/>
                    <a:pt x="73500" y="40548"/>
                  </a:cubicBezTo>
                  <a:lnTo>
                    <a:pt x="73961" y="40627"/>
                  </a:lnTo>
                  <a:cubicBezTo>
                    <a:pt x="74068" y="40009"/>
                    <a:pt x="74157" y="39379"/>
                    <a:pt x="74227" y="38754"/>
                  </a:cubicBezTo>
                  <a:lnTo>
                    <a:pt x="73763" y="38701"/>
                  </a:lnTo>
                  <a:close/>
                  <a:moveTo>
                    <a:pt x="946" y="40598"/>
                  </a:moveTo>
                  <a:lnTo>
                    <a:pt x="485" y="40677"/>
                  </a:lnTo>
                  <a:cubicBezTo>
                    <a:pt x="593" y="41297"/>
                    <a:pt x="719" y="41920"/>
                    <a:pt x="861" y="42532"/>
                  </a:cubicBezTo>
                  <a:lnTo>
                    <a:pt x="1317" y="42425"/>
                  </a:lnTo>
                  <a:cubicBezTo>
                    <a:pt x="1175" y="41824"/>
                    <a:pt x="1051" y="41209"/>
                    <a:pt x="946" y="40598"/>
                  </a:cubicBezTo>
                  <a:close/>
                  <a:moveTo>
                    <a:pt x="73131" y="42378"/>
                  </a:moveTo>
                  <a:cubicBezTo>
                    <a:pt x="72992" y="42981"/>
                    <a:pt x="72831" y="43588"/>
                    <a:pt x="72657" y="44185"/>
                  </a:cubicBezTo>
                  <a:lnTo>
                    <a:pt x="73106" y="44317"/>
                  </a:lnTo>
                  <a:cubicBezTo>
                    <a:pt x="73285" y="43711"/>
                    <a:pt x="73446" y="43095"/>
                    <a:pt x="73586" y="42482"/>
                  </a:cubicBezTo>
                  <a:lnTo>
                    <a:pt x="73131" y="42378"/>
                  </a:lnTo>
                  <a:close/>
                  <a:moveTo>
                    <a:pt x="1793" y="44229"/>
                  </a:moveTo>
                  <a:lnTo>
                    <a:pt x="1344" y="44361"/>
                  </a:lnTo>
                  <a:cubicBezTo>
                    <a:pt x="1519" y="44960"/>
                    <a:pt x="1715" y="45563"/>
                    <a:pt x="1927" y="46156"/>
                  </a:cubicBezTo>
                  <a:lnTo>
                    <a:pt x="2368" y="45999"/>
                  </a:lnTo>
                  <a:cubicBezTo>
                    <a:pt x="2160" y="45415"/>
                    <a:pt x="1966" y="44818"/>
                    <a:pt x="1793" y="44229"/>
                  </a:cubicBezTo>
                  <a:close/>
                  <a:moveTo>
                    <a:pt x="72082" y="45960"/>
                  </a:moveTo>
                  <a:cubicBezTo>
                    <a:pt x="71876" y="46542"/>
                    <a:pt x="71649" y="47127"/>
                    <a:pt x="71408" y="47701"/>
                  </a:cubicBezTo>
                  <a:lnTo>
                    <a:pt x="71839" y="47882"/>
                  </a:lnTo>
                  <a:cubicBezTo>
                    <a:pt x="72082" y="47301"/>
                    <a:pt x="72313" y="46709"/>
                    <a:pt x="72524" y="46118"/>
                  </a:cubicBezTo>
                  <a:lnTo>
                    <a:pt x="72082" y="45960"/>
                  </a:lnTo>
                  <a:close/>
                  <a:moveTo>
                    <a:pt x="3044" y="47736"/>
                  </a:moveTo>
                  <a:lnTo>
                    <a:pt x="2614" y="47917"/>
                  </a:lnTo>
                  <a:cubicBezTo>
                    <a:pt x="2855" y="48491"/>
                    <a:pt x="3118" y="49072"/>
                    <a:pt x="3396" y="49636"/>
                  </a:cubicBezTo>
                  <a:lnTo>
                    <a:pt x="3815" y="49433"/>
                  </a:lnTo>
                  <a:cubicBezTo>
                    <a:pt x="3543" y="48874"/>
                    <a:pt x="3282" y="48303"/>
                    <a:pt x="3044" y="47736"/>
                  </a:cubicBezTo>
                  <a:close/>
                  <a:moveTo>
                    <a:pt x="70637" y="49401"/>
                  </a:moveTo>
                  <a:cubicBezTo>
                    <a:pt x="70366" y="49958"/>
                    <a:pt x="70073" y="50514"/>
                    <a:pt x="69771" y="51054"/>
                  </a:cubicBezTo>
                  <a:lnTo>
                    <a:pt x="70179" y="51282"/>
                  </a:lnTo>
                  <a:cubicBezTo>
                    <a:pt x="70485" y="50734"/>
                    <a:pt x="70780" y="50170"/>
                    <a:pt x="71057" y="49606"/>
                  </a:cubicBezTo>
                  <a:lnTo>
                    <a:pt x="70637" y="49401"/>
                  </a:lnTo>
                  <a:close/>
                  <a:moveTo>
                    <a:pt x="4682" y="51080"/>
                  </a:moveTo>
                  <a:lnTo>
                    <a:pt x="4274" y="51310"/>
                  </a:lnTo>
                  <a:cubicBezTo>
                    <a:pt x="4581" y="51856"/>
                    <a:pt x="4906" y="52403"/>
                    <a:pt x="5243" y="52934"/>
                  </a:cubicBezTo>
                  <a:lnTo>
                    <a:pt x="5638" y="52682"/>
                  </a:lnTo>
                  <a:cubicBezTo>
                    <a:pt x="5306" y="52160"/>
                    <a:pt x="4984" y="51620"/>
                    <a:pt x="4682" y="51080"/>
                  </a:cubicBezTo>
                  <a:close/>
                  <a:moveTo>
                    <a:pt x="68817" y="52657"/>
                  </a:moveTo>
                  <a:cubicBezTo>
                    <a:pt x="68486" y="53180"/>
                    <a:pt x="68136" y="53699"/>
                    <a:pt x="67776" y="54204"/>
                  </a:cubicBezTo>
                  <a:lnTo>
                    <a:pt x="68157" y="54475"/>
                  </a:lnTo>
                  <a:cubicBezTo>
                    <a:pt x="68520" y="53965"/>
                    <a:pt x="68875" y="53436"/>
                    <a:pt x="69212" y="52908"/>
                  </a:cubicBezTo>
                  <a:lnTo>
                    <a:pt x="68817" y="52657"/>
                  </a:lnTo>
                  <a:close/>
                  <a:moveTo>
                    <a:pt x="6681" y="54232"/>
                  </a:moveTo>
                  <a:lnTo>
                    <a:pt x="6301" y="54502"/>
                  </a:lnTo>
                  <a:cubicBezTo>
                    <a:pt x="6662" y="55012"/>
                    <a:pt x="7047" y="55519"/>
                    <a:pt x="7440" y="56014"/>
                  </a:cubicBezTo>
                  <a:lnTo>
                    <a:pt x="7806" y="55723"/>
                  </a:lnTo>
                  <a:cubicBezTo>
                    <a:pt x="7418" y="55234"/>
                    <a:pt x="7039" y="54734"/>
                    <a:pt x="6681" y="54232"/>
                  </a:cubicBezTo>
                  <a:close/>
                  <a:moveTo>
                    <a:pt x="66654" y="55692"/>
                  </a:moveTo>
                  <a:cubicBezTo>
                    <a:pt x="66271" y="56175"/>
                    <a:pt x="65869" y="56653"/>
                    <a:pt x="65455" y="57120"/>
                  </a:cubicBezTo>
                  <a:lnTo>
                    <a:pt x="65804" y="57430"/>
                  </a:lnTo>
                  <a:cubicBezTo>
                    <a:pt x="66221" y="56959"/>
                    <a:pt x="66631" y="56472"/>
                    <a:pt x="67020" y="55982"/>
                  </a:cubicBezTo>
                  <a:lnTo>
                    <a:pt x="66654" y="55692"/>
                  </a:lnTo>
                  <a:close/>
                  <a:moveTo>
                    <a:pt x="9007" y="57149"/>
                  </a:moveTo>
                  <a:lnTo>
                    <a:pt x="8658" y="57459"/>
                  </a:lnTo>
                  <a:cubicBezTo>
                    <a:pt x="9072" y="57926"/>
                    <a:pt x="9506" y="58391"/>
                    <a:pt x="9952" y="58842"/>
                  </a:cubicBezTo>
                  <a:lnTo>
                    <a:pt x="10283" y="58513"/>
                  </a:lnTo>
                  <a:cubicBezTo>
                    <a:pt x="9844" y="58066"/>
                    <a:pt x="9415" y="57608"/>
                    <a:pt x="9007" y="57149"/>
                  </a:cubicBezTo>
                  <a:close/>
                  <a:moveTo>
                    <a:pt x="64182" y="58483"/>
                  </a:moveTo>
                  <a:cubicBezTo>
                    <a:pt x="63749" y="58922"/>
                    <a:pt x="63297" y="59358"/>
                    <a:pt x="62840" y="59777"/>
                  </a:cubicBezTo>
                  <a:lnTo>
                    <a:pt x="63155" y="60122"/>
                  </a:lnTo>
                  <a:cubicBezTo>
                    <a:pt x="63618" y="59698"/>
                    <a:pt x="64076" y="59257"/>
                    <a:pt x="64515" y="58811"/>
                  </a:cubicBezTo>
                  <a:lnTo>
                    <a:pt x="64182" y="58483"/>
                  </a:lnTo>
                  <a:close/>
                  <a:moveTo>
                    <a:pt x="11633" y="59807"/>
                  </a:moveTo>
                  <a:lnTo>
                    <a:pt x="11317" y="60153"/>
                  </a:lnTo>
                  <a:cubicBezTo>
                    <a:pt x="11780" y="60575"/>
                    <a:pt x="12261" y="60992"/>
                    <a:pt x="12747" y="61393"/>
                  </a:cubicBezTo>
                  <a:lnTo>
                    <a:pt x="13045" y="61030"/>
                  </a:lnTo>
                  <a:cubicBezTo>
                    <a:pt x="12565" y="60638"/>
                    <a:pt x="12090" y="60224"/>
                    <a:pt x="11633" y="59807"/>
                  </a:cubicBezTo>
                  <a:close/>
                  <a:moveTo>
                    <a:pt x="61431" y="61000"/>
                  </a:moveTo>
                  <a:cubicBezTo>
                    <a:pt x="60953" y="61395"/>
                    <a:pt x="60458" y="61781"/>
                    <a:pt x="59965" y="62148"/>
                  </a:cubicBezTo>
                  <a:lnTo>
                    <a:pt x="60243" y="62524"/>
                  </a:lnTo>
                  <a:cubicBezTo>
                    <a:pt x="60744" y="62153"/>
                    <a:pt x="61244" y="61761"/>
                    <a:pt x="61730" y="61360"/>
                  </a:cubicBezTo>
                  <a:lnTo>
                    <a:pt x="61431" y="61000"/>
                  </a:lnTo>
                  <a:close/>
                  <a:moveTo>
                    <a:pt x="14518" y="62183"/>
                  </a:moveTo>
                  <a:lnTo>
                    <a:pt x="14241" y="62558"/>
                  </a:lnTo>
                  <a:cubicBezTo>
                    <a:pt x="14744" y="62931"/>
                    <a:pt x="15265" y="63297"/>
                    <a:pt x="15790" y="63646"/>
                  </a:cubicBezTo>
                  <a:lnTo>
                    <a:pt x="16050" y="63259"/>
                  </a:lnTo>
                  <a:cubicBezTo>
                    <a:pt x="15532" y="62913"/>
                    <a:pt x="15016" y="62552"/>
                    <a:pt x="14518" y="62183"/>
                  </a:cubicBezTo>
                  <a:close/>
                  <a:moveTo>
                    <a:pt x="58442" y="63222"/>
                  </a:moveTo>
                  <a:cubicBezTo>
                    <a:pt x="57933" y="63563"/>
                    <a:pt x="57403" y="63897"/>
                    <a:pt x="56867" y="64218"/>
                  </a:cubicBezTo>
                  <a:lnTo>
                    <a:pt x="57106" y="64619"/>
                  </a:lnTo>
                  <a:cubicBezTo>
                    <a:pt x="57649" y="64295"/>
                    <a:pt x="58188" y="63955"/>
                    <a:pt x="58701" y="63611"/>
                  </a:cubicBezTo>
                  <a:lnTo>
                    <a:pt x="58442" y="63222"/>
                  </a:lnTo>
                  <a:close/>
                  <a:moveTo>
                    <a:pt x="17633" y="64254"/>
                  </a:moveTo>
                  <a:lnTo>
                    <a:pt x="17393" y="64656"/>
                  </a:lnTo>
                  <a:cubicBezTo>
                    <a:pt x="17933" y="64978"/>
                    <a:pt x="18489" y="65289"/>
                    <a:pt x="19045" y="65583"/>
                  </a:cubicBezTo>
                  <a:lnTo>
                    <a:pt x="19265" y="65169"/>
                  </a:lnTo>
                  <a:cubicBezTo>
                    <a:pt x="18716" y="64880"/>
                    <a:pt x="18167" y="64573"/>
                    <a:pt x="17633" y="64254"/>
                  </a:cubicBezTo>
                  <a:close/>
                  <a:moveTo>
                    <a:pt x="55245" y="65133"/>
                  </a:moveTo>
                  <a:cubicBezTo>
                    <a:pt x="54697" y="65424"/>
                    <a:pt x="54135" y="65706"/>
                    <a:pt x="53575" y="65967"/>
                  </a:cubicBezTo>
                  <a:lnTo>
                    <a:pt x="53772" y="66391"/>
                  </a:lnTo>
                  <a:cubicBezTo>
                    <a:pt x="54340" y="66125"/>
                    <a:pt x="54909" y="65841"/>
                    <a:pt x="55465" y="65547"/>
                  </a:cubicBezTo>
                  <a:lnTo>
                    <a:pt x="55245" y="65133"/>
                  </a:lnTo>
                  <a:close/>
                  <a:moveTo>
                    <a:pt x="20934" y="66000"/>
                  </a:moveTo>
                  <a:lnTo>
                    <a:pt x="20736" y="66425"/>
                  </a:lnTo>
                  <a:cubicBezTo>
                    <a:pt x="21303" y="66690"/>
                    <a:pt x="21885" y="66944"/>
                    <a:pt x="22469" y="67181"/>
                  </a:cubicBezTo>
                  <a:lnTo>
                    <a:pt x="22644" y="66748"/>
                  </a:lnTo>
                  <a:cubicBezTo>
                    <a:pt x="22071" y="66513"/>
                    <a:pt x="21494" y="66262"/>
                    <a:pt x="20934" y="66000"/>
                  </a:cubicBezTo>
                  <a:close/>
                  <a:moveTo>
                    <a:pt x="51867" y="66719"/>
                  </a:moveTo>
                  <a:cubicBezTo>
                    <a:pt x="51297" y="66953"/>
                    <a:pt x="50710" y="67178"/>
                    <a:pt x="50122" y="67385"/>
                  </a:cubicBezTo>
                  <a:lnTo>
                    <a:pt x="50277" y="67825"/>
                  </a:lnTo>
                  <a:cubicBezTo>
                    <a:pt x="50871" y="67614"/>
                    <a:pt x="51465" y="67389"/>
                    <a:pt x="52044" y="67152"/>
                  </a:cubicBezTo>
                  <a:lnTo>
                    <a:pt x="51867" y="66719"/>
                  </a:lnTo>
                  <a:close/>
                  <a:moveTo>
                    <a:pt x="24393" y="67411"/>
                  </a:moveTo>
                  <a:lnTo>
                    <a:pt x="24238" y="67851"/>
                  </a:lnTo>
                  <a:cubicBezTo>
                    <a:pt x="24829" y="68059"/>
                    <a:pt x="25433" y="68255"/>
                    <a:pt x="26036" y="68435"/>
                  </a:cubicBezTo>
                  <a:lnTo>
                    <a:pt x="26169" y="67986"/>
                  </a:lnTo>
                  <a:cubicBezTo>
                    <a:pt x="25575" y="67809"/>
                    <a:pt x="24978" y="67617"/>
                    <a:pt x="24393" y="67411"/>
                  </a:cubicBezTo>
                  <a:close/>
                  <a:moveTo>
                    <a:pt x="48346" y="67964"/>
                  </a:moveTo>
                  <a:cubicBezTo>
                    <a:pt x="47756" y="68142"/>
                    <a:pt x="47150" y="68306"/>
                    <a:pt x="46545" y="68455"/>
                  </a:cubicBezTo>
                  <a:lnTo>
                    <a:pt x="46656" y="68910"/>
                  </a:lnTo>
                  <a:cubicBezTo>
                    <a:pt x="47269" y="68758"/>
                    <a:pt x="47882" y="68590"/>
                    <a:pt x="48480" y="68413"/>
                  </a:cubicBezTo>
                  <a:lnTo>
                    <a:pt x="48346" y="67964"/>
                  </a:lnTo>
                  <a:close/>
                  <a:moveTo>
                    <a:pt x="27971" y="68476"/>
                  </a:moveTo>
                  <a:lnTo>
                    <a:pt x="27860" y="68929"/>
                  </a:lnTo>
                  <a:cubicBezTo>
                    <a:pt x="28472" y="69080"/>
                    <a:pt x="29093" y="69215"/>
                    <a:pt x="29705" y="69333"/>
                  </a:cubicBezTo>
                  <a:lnTo>
                    <a:pt x="29796" y="68875"/>
                  </a:lnTo>
                  <a:cubicBezTo>
                    <a:pt x="29190" y="68758"/>
                    <a:pt x="28577" y="68624"/>
                    <a:pt x="27971" y="68476"/>
                  </a:cubicBezTo>
                  <a:close/>
                  <a:moveTo>
                    <a:pt x="44722" y="68861"/>
                  </a:moveTo>
                  <a:cubicBezTo>
                    <a:pt x="44115" y="68979"/>
                    <a:pt x="43494" y="69083"/>
                    <a:pt x="42883" y="69172"/>
                  </a:cubicBezTo>
                  <a:lnTo>
                    <a:pt x="42950" y="69636"/>
                  </a:lnTo>
                  <a:cubicBezTo>
                    <a:pt x="43570" y="69544"/>
                    <a:pt x="44196" y="69439"/>
                    <a:pt x="44811" y="69319"/>
                  </a:cubicBezTo>
                  <a:lnTo>
                    <a:pt x="44722" y="68861"/>
                  </a:lnTo>
                  <a:close/>
                  <a:moveTo>
                    <a:pt x="31635" y="69184"/>
                  </a:moveTo>
                  <a:lnTo>
                    <a:pt x="31569" y="69646"/>
                  </a:lnTo>
                  <a:cubicBezTo>
                    <a:pt x="32189" y="69737"/>
                    <a:pt x="32820" y="69812"/>
                    <a:pt x="33446" y="69872"/>
                  </a:cubicBezTo>
                  <a:lnTo>
                    <a:pt x="33488" y="69405"/>
                  </a:lnTo>
                  <a:cubicBezTo>
                    <a:pt x="32871" y="69346"/>
                    <a:pt x="32248" y="69272"/>
                    <a:pt x="31635" y="69184"/>
                  </a:cubicBezTo>
                  <a:close/>
                  <a:moveTo>
                    <a:pt x="41028" y="69398"/>
                  </a:moveTo>
                  <a:cubicBezTo>
                    <a:pt x="40414" y="69459"/>
                    <a:pt x="39788" y="69504"/>
                    <a:pt x="39167" y="69535"/>
                  </a:cubicBezTo>
                  <a:lnTo>
                    <a:pt x="39190" y="70002"/>
                  </a:lnTo>
                  <a:cubicBezTo>
                    <a:pt x="39819" y="69971"/>
                    <a:pt x="40454" y="69924"/>
                    <a:pt x="41071" y="69864"/>
                  </a:cubicBezTo>
                  <a:lnTo>
                    <a:pt x="41028" y="69398"/>
                  </a:lnTo>
                  <a:close/>
                  <a:moveTo>
                    <a:pt x="35351" y="69540"/>
                  </a:moveTo>
                  <a:lnTo>
                    <a:pt x="35329" y="70005"/>
                  </a:lnTo>
                  <a:cubicBezTo>
                    <a:pt x="35958" y="70037"/>
                    <a:pt x="36594" y="70052"/>
                    <a:pt x="37218" y="70052"/>
                  </a:cubicBezTo>
                  <a:lnTo>
                    <a:pt x="37298" y="70052"/>
                  </a:lnTo>
                  <a:lnTo>
                    <a:pt x="37298" y="69583"/>
                  </a:lnTo>
                  <a:lnTo>
                    <a:pt x="37218" y="69583"/>
                  </a:lnTo>
                  <a:cubicBezTo>
                    <a:pt x="36602" y="69583"/>
                    <a:pt x="35973" y="69569"/>
                    <a:pt x="35351" y="6954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4" name="Google Shape;5154;p64"/>
            <p:cNvSpPr/>
            <p:nvPr/>
          </p:nvSpPr>
          <p:spPr>
            <a:xfrm>
              <a:off x="4042071" y="1760017"/>
              <a:ext cx="2268678" cy="2269917"/>
            </a:xfrm>
            <a:custGeom>
              <a:avLst/>
              <a:gdLst/>
              <a:ahLst/>
              <a:cxnLst/>
              <a:rect l="l" t="t" r="r" b="b"/>
              <a:pathLst>
                <a:path w="65926" h="65962" extrusionOk="0">
                  <a:moveTo>
                    <a:pt x="32963" y="0"/>
                  </a:moveTo>
                  <a:cubicBezTo>
                    <a:pt x="14787" y="0"/>
                    <a:pt x="0" y="14799"/>
                    <a:pt x="0" y="32977"/>
                  </a:cubicBezTo>
                  <a:cubicBezTo>
                    <a:pt x="0" y="51164"/>
                    <a:pt x="14787" y="65962"/>
                    <a:pt x="32963" y="65962"/>
                  </a:cubicBezTo>
                  <a:cubicBezTo>
                    <a:pt x="51138" y="65962"/>
                    <a:pt x="65925" y="51166"/>
                    <a:pt x="65924" y="32977"/>
                  </a:cubicBezTo>
                  <a:cubicBezTo>
                    <a:pt x="65924" y="14796"/>
                    <a:pt x="51138" y="0"/>
                    <a:pt x="329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5" name="Google Shape;5155;p64"/>
            <p:cNvSpPr/>
            <p:nvPr/>
          </p:nvSpPr>
          <p:spPr>
            <a:xfrm>
              <a:off x="4042174" y="1792571"/>
              <a:ext cx="982855" cy="2002463"/>
            </a:xfrm>
            <a:custGeom>
              <a:avLst/>
              <a:gdLst/>
              <a:ahLst/>
              <a:cxnLst/>
              <a:rect l="l" t="t" r="r" b="b"/>
              <a:pathLst>
                <a:path w="28561" h="58190" extrusionOk="0">
                  <a:moveTo>
                    <a:pt x="8439" y="11763"/>
                  </a:moveTo>
                  <a:cubicBezTo>
                    <a:pt x="8852" y="11763"/>
                    <a:pt x="9307" y="11911"/>
                    <a:pt x="9788" y="12206"/>
                  </a:cubicBezTo>
                  <a:cubicBezTo>
                    <a:pt x="10129" y="12406"/>
                    <a:pt x="10508" y="12593"/>
                    <a:pt x="10912" y="12792"/>
                  </a:cubicBezTo>
                  <a:cubicBezTo>
                    <a:pt x="12123" y="13388"/>
                    <a:pt x="13497" y="14065"/>
                    <a:pt x="13558" y="15212"/>
                  </a:cubicBezTo>
                  <a:cubicBezTo>
                    <a:pt x="13592" y="15808"/>
                    <a:pt x="13326" y="16355"/>
                    <a:pt x="13018" y="16987"/>
                  </a:cubicBezTo>
                  <a:cubicBezTo>
                    <a:pt x="12726" y="17587"/>
                    <a:pt x="12382" y="18296"/>
                    <a:pt x="12306" y="19142"/>
                  </a:cubicBezTo>
                  <a:cubicBezTo>
                    <a:pt x="11734" y="18549"/>
                    <a:pt x="11018" y="18017"/>
                    <a:pt x="10399" y="17557"/>
                  </a:cubicBezTo>
                  <a:cubicBezTo>
                    <a:pt x="10202" y="17410"/>
                    <a:pt x="10018" y="17275"/>
                    <a:pt x="9858" y="17148"/>
                  </a:cubicBezTo>
                  <a:cubicBezTo>
                    <a:pt x="9510" y="16876"/>
                    <a:pt x="9105" y="16620"/>
                    <a:pt x="8676" y="16349"/>
                  </a:cubicBezTo>
                  <a:cubicBezTo>
                    <a:pt x="7429" y="15563"/>
                    <a:pt x="6252" y="14820"/>
                    <a:pt x="6442" y="13809"/>
                  </a:cubicBezTo>
                  <a:lnTo>
                    <a:pt x="6711" y="12369"/>
                  </a:lnTo>
                  <a:lnTo>
                    <a:pt x="7820" y="11888"/>
                  </a:lnTo>
                  <a:cubicBezTo>
                    <a:pt x="8013" y="11804"/>
                    <a:pt x="8220" y="11763"/>
                    <a:pt x="8439" y="11763"/>
                  </a:cubicBezTo>
                  <a:close/>
                  <a:moveTo>
                    <a:pt x="12993" y="22482"/>
                  </a:moveTo>
                  <a:cubicBezTo>
                    <a:pt x="13399" y="23655"/>
                    <a:pt x="13969" y="24927"/>
                    <a:pt x="14655" y="25644"/>
                  </a:cubicBezTo>
                  <a:cubicBezTo>
                    <a:pt x="14379" y="25391"/>
                    <a:pt x="14091" y="25143"/>
                    <a:pt x="13775" y="24924"/>
                  </a:cubicBezTo>
                  <a:cubicBezTo>
                    <a:pt x="13585" y="24791"/>
                    <a:pt x="13343" y="24589"/>
                    <a:pt x="13109" y="24396"/>
                  </a:cubicBezTo>
                  <a:cubicBezTo>
                    <a:pt x="12622" y="23992"/>
                    <a:pt x="12117" y="23575"/>
                    <a:pt x="11621" y="23344"/>
                  </a:cubicBezTo>
                  <a:lnTo>
                    <a:pt x="11545" y="23312"/>
                  </a:lnTo>
                  <a:lnTo>
                    <a:pt x="11545" y="23312"/>
                  </a:lnTo>
                  <a:cubicBezTo>
                    <a:pt x="11587" y="23314"/>
                    <a:pt x="11628" y="23317"/>
                    <a:pt x="11671" y="23317"/>
                  </a:cubicBezTo>
                  <a:cubicBezTo>
                    <a:pt x="12094" y="23317"/>
                    <a:pt x="12619" y="23152"/>
                    <a:pt x="12993" y="22482"/>
                  </a:cubicBezTo>
                  <a:close/>
                  <a:moveTo>
                    <a:pt x="9833" y="22203"/>
                  </a:moveTo>
                  <a:cubicBezTo>
                    <a:pt x="9953" y="22203"/>
                    <a:pt x="10034" y="22208"/>
                    <a:pt x="10085" y="22216"/>
                  </a:cubicBezTo>
                  <a:cubicBezTo>
                    <a:pt x="10111" y="22255"/>
                    <a:pt x="10142" y="22315"/>
                    <a:pt x="10183" y="22385"/>
                  </a:cubicBezTo>
                  <a:cubicBezTo>
                    <a:pt x="10331" y="22655"/>
                    <a:pt x="10483" y="22931"/>
                    <a:pt x="10777" y="23072"/>
                  </a:cubicBezTo>
                  <a:cubicBezTo>
                    <a:pt x="10828" y="23099"/>
                    <a:pt x="10881" y="23123"/>
                    <a:pt x="10931" y="23146"/>
                  </a:cubicBezTo>
                  <a:cubicBezTo>
                    <a:pt x="10860" y="23142"/>
                    <a:pt x="10792" y="23136"/>
                    <a:pt x="10720" y="23136"/>
                  </a:cubicBezTo>
                  <a:cubicBezTo>
                    <a:pt x="9495" y="23136"/>
                    <a:pt x="9071" y="24298"/>
                    <a:pt x="8789" y="25066"/>
                  </a:cubicBezTo>
                  <a:cubicBezTo>
                    <a:pt x="8669" y="25396"/>
                    <a:pt x="8518" y="25809"/>
                    <a:pt x="8366" y="25961"/>
                  </a:cubicBezTo>
                  <a:cubicBezTo>
                    <a:pt x="8025" y="26303"/>
                    <a:pt x="7532" y="26508"/>
                    <a:pt x="7053" y="26508"/>
                  </a:cubicBezTo>
                  <a:cubicBezTo>
                    <a:pt x="6704" y="26508"/>
                    <a:pt x="6419" y="26399"/>
                    <a:pt x="6287" y="26216"/>
                  </a:cubicBezTo>
                  <a:cubicBezTo>
                    <a:pt x="6119" y="25982"/>
                    <a:pt x="6212" y="25597"/>
                    <a:pt x="6281" y="25391"/>
                  </a:cubicBezTo>
                  <a:cubicBezTo>
                    <a:pt x="6799" y="23885"/>
                    <a:pt x="7500" y="22339"/>
                    <a:pt x="8773" y="22271"/>
                  </a:cubicBezTo>
                  <a:cubicBezTo>
                    <a:pt x="8863" y="22267"/>
                    <a:pt x="8980" y="22257"/>
                    <a:pt x="9113" y="22245"/>
                  </a:cubicBezTo>
                  <a:cubicBezTo>
                    <a:pt x="9331" y="22227"/>
                    <a:pt x="9601" y="22203"/>
                    <a:pt x="9833" y="22203"/>
                  </a:cubicBezTo>
                  <a:close/>
                  <a:moveTo>
                    <a:pt x="25087" y="1"/>
                  </a:moveTo>
                  <a:cubicBezTo>
                    <a:pt x="10702" y="3552"/>
                    <a:pt x="0" y="16567"/>
                    <a:pt x="0" y="32031"/>
                  </a:cubicBezTo>
                  <a:cubicBezTo>
                    <a:pt x="0" y="35420"/>
                    <a:pt x="514" y="38690"/>
                    <a:pt x="1466" y="41768"/>
                  </a:cubicBezTo>
                  <a:cubicBezTo>
                    <a:pt x="1511" y="41785"/>
                    <a:pt x="1560" y="41804"/>
                    <a:pt x="1601" y="41819"/>
                  </a:cubicBezTo>
                  <a:cubicBezTo>
                    <a:pt x="2116" y="42011"/>
                    <a:pt x="2631" y="42194"/>
                    <a:pt x="3149" y="42375"/>
                  </a:cubicBezTo>
                  <a:cubicBezTo>
                    <a:pt x="3645" y="42549"/>
                    <a:pt x="3990" y="42729"/>
                    <a:pt x="4356" y="42922"/>
                  </a:cubicBezTo>
                  <a:cubicBezTo>
                    <a:pt x="4654" y="43077"/>
                    <a:pt x="4961" y="43238"/>
                    <a:pt x="5371" y="43412"/>
                  </a:cubicBezTo>
                  <a:cubicBezTo>
                    <a:pt x="6754" y="44002"/>
                    <a:pt x="6756" y="44071"/>
                    <a:pt x="6814" y="45804"/>
                  </a:cubicBezTo>
                  <a:lnTo>
                    <a:pt x="6815" y="45834"/>
                  </a:lnTo>
                  <a:cubicBezTo>
                    <a:pt x="6828" y="46223"/>
                    <a:pt x="7037" y="46494"/>
                    <a:pt x="7203" y="46712"/>
                  </a:cubicBezTo>
                  <a:cubicBezTo>
                    <a:pt x="7337" y="46884"/>
                    <a:pt x="7421" y="46998"/>
                    <a:pt x="7427" y="47124"/>
                  </a:cubicBezTo>
                  <a:cubicBezTo>
                    <a:pt x="7489" y="48362"/>
                    <a:pt x="7558" y="49641"/>
                    <a:pt x="7475" y="50862"/>
                  </a:cubicBezTo>
                  <a:cubicBezTo>
                    <a:pt x="7431" y="51449"/>
                    <a:pt x="7305" y="52030"/>
                    <a:pt x="7172" y="52549"/>
                  </a:cubicBezTo>
                  <a:cubicBezTo>
                    <a:pt x="8847" y="54653"/>
                    <a:pt x="10774" y="56548"/>
                    <a:pt x="12909" y="58189"/>
                  </a:cubicBezTo>
                  <a:lnTo>
                    <a:pt x="12991" y="58053"/>
                  </a:lnTo>
                  <a:cubicBezTo>
                    <a:pt x="13157" y="57775"/>
                    <a:pt x="13318" y="57499"/>
                    <a:pt x="13469" y="57240"/>
                  </a:cubicBezTo>
                  <a:lnTo>
                    <a:pt x="13484" y="57216"/>
                  </a:lnTo>
                  <a:cubicBezTo>
                    <a:pt x="13747" y="56763"/>
                    <a:pt x="13974" y="56371"/>
                    <a:pt x="14143" y="56122"/>
                  </a:cubicBezTo>
                  <a:cubicBezTo>
                    <a:pt x="14385" y="55765"/>
                    <a:pt x="14622" y="55396"/>
                    <a:pt x="14863" y="55026"/>
                  </a:cubicBezTo>
                  <a:cubicBezTo>
                    <a:pt x="15460" y="54107"/>
                    <a:pt x="16309" y="53153"/>
                    <a:pt x="17056" y="52312"/>
                  </a:cubicBezTo>
                  <a:lnTo>
                    <a:pt x="17210" y="52139"/>
                  </a:lnTo>
                  <a:cubicBezTo>
                    <a:pt x="17434" y="51886"/>
                    <a:pt x="17706" y="51608"/>
                    <a:pt x="17997" y="51316"/>
                  </a:cubicBezTo>
                  <a:cubicBezTo>
                    <a:pt x="18202" y="51109"/>
                    <a:pt x="18432" y="50891"/>
                    <a:pt x="18670" y="50669"/>
                  </a:cubicBezTo>
                  <a:cubicBezTo>
                    <a:pt x="19857" y="49551"/>
                    <a:pt x="21334" y="48161"/>
                    <a:pt x="21187" y="46501"/>
                  </a:cubicBezTo>
                  <a:cubicBezTo>
                    <a:pt x="21014" y="44568"/>
                    <a:pt x="17848" y="43592"/>
                    <a:pt x="15539" y="42880"/>
                  </a:cubicBezTo>
                  <a:cubicBezTo>
                    <a:pt x="15280" y="42799"/>
                    <a:pt x="15034" y="42725"/>
                    <a:pt x="14800" y="42649"/>
                  </a:cubicBezTo>
                  <a:cubicBezTo>
                    <a:pt x="14227" y="42466"/>
                    <a:pt x="13734" y="42308"/>
                    <a:pt x="13419" y="42172"/>
                  </a:cubicBezTo>
                  <a:cubicBezTo>
                    <a:pt x="11415" y="41306"/>
                    <a:pt x="9961" y="40431"/>
                    <a:pt x="8277" y="39418"/>
                  </a:cubicBezTo>
                  <a:lnTo>
                    <a:pt x="8152" y="39342"/>
                  </a:lnTo>
                  <a:cubicBezTo>
                    <a:pt x="8048" y="39279"/>
                    <a:pt x="7906" y="39199"/>
                    <a:pt x="7743" y="39107"/>
                  </a:cubicBezTo>
                  <a:cubicBezTo>
                    <a:pt x="6872" y="38621"/>
                    <a:pt x="6527" y="38355"/>
                    <a:pt x="6389" y="38223"/>
                  </a:cubicBezTo>
                  <a:cubicBezTo>
                    <a:pt x="6556" y="38109"/>
                    <a:pt x="7021" y="37869"/>
                    <a:pt x="8301" y="37541"/>
                  </a:cubicBezTo>
                  <a:cubicBezTo>
                    <a:pt x="8502" y="37490"/>
                    <a:pt x="8672" y="37446"/>
                    <a:pt x="8805" y="37407"/>
                  </a:cubicBezTo>
                  <a:cubicBezTo>
                    <a:pt x="8945" y="37363"/>
                    <a:pt x="9081" y="37322"/>
                    <a:pt x="9213" y="37282"/>
                  </a:cubicBezTo>
                  <a:cubicBezTo>
                    <a:pt x="9431" y="37216"/>
                    <a:pt x="9646" y="37172"/>
                    <a:pt x="9857" y="37129"/>
                  </a:cubicBezTo>
                  <a:cubicBezTo>
                    <a:pt x="10449" y="37004"/>
                    <a:pt x="11062" y="36877"/>
                    <a:pt x="11678" y="36311"/>
                  </a:cubicBezTo>
                  <a:cubicBezTo>
                    <a:pt x="12028" y="35995"/>
                    <a:pt x="12130" y="35638"/>
                    <a:pt x="12211" y="35352"/>
                  </a:cubicBezTo>
                  <a:cubicBezTo>
                    <a:pt x="12268" y="35153"/>
                    <a:pt x="12316" y="34981"/>
                    <a:pt x="12439" y="34820"/>
                  </a:cubicBezTo>
                  <a:cubicBezTo>
                    <a:pt x="12841" y="34298"/>
                    <a:pt x="13222" y="33805"/>
                    <a:pt x="13684" y="33420"/>
                  </a:cubicBezTo>
                  <a:cubicBezTo>
                    <a:pt x="13764" y="33351"/>
                    <a:pt x="13991" y="33344"/>
                    <a:pt x="14193" y="33335"/>
                  </a:cubicBezTo>
                  <a:cubicBezTo>
                    <a:pt x="14503" y="33322"/>
                    <a:pt x="14859" y="33310"/>
                    <a:pt x="15165" y="33113"/>
                  </a:cubicBezTo>
                  <a:cubicBezTo>
                    <a:pt x="16345" y="32346"/>
                    <a:pt x="17201" y="30685"/>
                    <a:pt x="17317" y="29587"/>
                  </a:cubicBezTo>
                  <a:cubicBezTo>
                    <a:pt x="17397" y="28820"/>
                    <a:pt x="17052" y="28066"/>
                    <a:pt x="16263" y="27279"/>
                  </a:cubicBezTo>
                  <a:cubicBezTo>
                    <a:pt x="16060" y="27077"/>
                    <a:pt x="15863" y="26867"/>
                    <a:pt x="15656" y="26647"/>
                  </a:cubicBezTo>
                  <a:cubicBezTo>
                    <a:pt x="15403" y="26380"/>
                    <a:pt x="15146" y="26109"/>
                    <a:pt x="14875" y="25844"/>
                  </a:cubicBezTo>
                  <a:lnTo>
                    <a:pt x="14875" y="25844"/>
                  </a:lnTo>
                  <a:cubicBezTo>
                    <a:pt x="14912" y="25873"/>
                    <a:pt x="14947" y="25903"/>
                    <a:pt x="14983" y="25930"/>
                  </a:cubicBezTo>
                  <a:cubicBezTo>
                    <a:pt x="15767" y="26517"/>
                    <a:pt x="17267" y="26726"/>
                    <a:pt x="18312" y="26726"/>
                  </a:cubicBezTo>
                  <a:cubicBezTo>
                    <a:pt x="19293" y="26726"/>
                    <a:pt x="20034" y="26565"/>
                    <a:pt x="20515" y="26246"/>
                  </a:cubicBezTo>
                  <a:cubicBezTo>
                    <a:pt x="21456" y="25619"/>
                    <a:pt x="21744" y="24312"/>
                    <a:pt x="21978" y="23256"/>
                  </a:cubicBezTo>
                  <a:cubicBezTo>
                    <a:pt x="22035" y="23000"/>
                    <a:pt x="22088" y="22761"/>
                    <a:pt x="22143" y="22574"/>
                  </a:cubicBezTo>
                  <a:cubicBezTo>
                    <a:pt x="22417" y="21631"/>
                    <a:pt x="22743" y="20637"/>
                    <a:pt x="23266" y="19759"/>
                  </a:cubicBezTo>
                  <a:cubicBezTo>
                    <a:pt x="23511" y="19331"/>
                    <a:pt x="23870" y="18958"/>
                    <a:pt x="24247" y="18560"/>
                  </a:cubicBezTo>
                  <a:cubicBezTo>
                    <a:pt x="24379" y="18424"/>
                    <a:pt x="24612" y="18264"/>
                    <a:pt x="24859" y="18097"/>
                  </a:cubicBezTo>
                  <a:cubicBezTo>
                    <a:pt x="25289" y="17805"/>
                    <a:pt x="25735" y="17502"/>
                    <a:pt x="25962" y="17110"/>
                  </a:cubicBezTo>
                  <a:cubicBezTo>
                    <a:pt x="26737" y="15787"/>
                    <a:pt x="26603" y="14372"/>
                    <a:pt x="26475" y="13003"/>
                  </a:cubicBezTo>
                  <a:cubicBezTo>
                    <a:pt x="26369" y="11873"/>
                    <a:pt x="26269" y="10810"/>
                    <a:pt x="26748" y="9999"/>
                  </a:cubicBezTo>
                  <a:cubicBezTo>
                    <a:pt x="26930" y="9689"/>
                    <a:pt x="26900" y="9399"/>
                    <a:pt x="26876" y="9187"/>
                  </a:cubicBezTo>
                  <a:cubicBezTo>
                    <a:pt x="26857" y="9026"/>
                    <a:pt x="26857" y="8974"/>
                    <a:pt x="26885" y="8933"/>
                  </a:cubicBezTo>
                  <a:cubicBezTo>
                    <a:pt x="27621" y="7819"/>
                    <a:pt x="28385" y="6668"/>
                    <a:pt x="28468" y="4851"/>
                  </a:cubicBezTo>
                  <a:cubicBezTo>
                    <a:pt x="28560" y="2794"/>
                    <a:pt x="27422" y="1164"/>
                    <a:pt x="25087" y="1"/>
                  </a:cubicBez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6" name="Google Shape;5156;p64"/>
            <p:cNvSpPr/>
            <p:nvPr/>
          </p:nvSpPr>
          <p:spPr>
            <a:xfrm>
              <a:off x="4761085" y="2160200"/>
              <a:ext cx="1542919" cy="1600904"/>
            </a:xfrm>
            <a:custGeom>
              <a:avLst/>
              <a:gdLst/>
              <a:ahLst/>
              <a:cxnLst/>
              <a:rect l="l" t="t" r="r" b="b"/>
              <a:pathLst>
                <a:path w="44836" h="46521" extrusionOk="0">
                  <a:moveTo>
                    <a:pt x="7270" y="23323"/>
                  </a:moveTo>
                  <a:cubicBezTo>
                    <a:pt x="8550" y="24032"/>
                    <a:pt x="9996" y="24529"/>
                    <a:pt x="11366" y="25002"/>
                  </a:cubicBezTo>
                  <a:lnTo>
                    <a:pt x="12249" y="25307"/>
                  </a:lnTo>
                  <a:cubicBezTo>
                    <a:pt x="12306" y="25328"/>
                    <a:pt x="12361" y="25344"/>
                    <a:pt x="12418" y="25364"/>
                  </a:cubicBezTo>
                  <a:cubicBezTo>
                    <a:pt x="12360" y="25363"/>
                    <a:pt x="12303" y="25359"/>
                    <a:pt x="12241" y="25359"/>
                  </a:cubicBezTo>
                  <a:cubicBezTo>
                    <a:pt x="11687" y="25359"/>
                    <a:pt x="11087" y="25452"/>
                    <a:pt x="10502" y="25541"/>
                  </a:cubicBezTo>
                  <a:cubicBezTo>
                    <a:pt x="9946" y="25628"/>
                    <a:pt x="9369" y="25717"/>
                    <a:pt x="8870" y="25717"/>
                  </a:cubicBezTo>
                  <a:cubicBezTo>
                    <a:pt x="7971" y="25717"/>
                    <a:pt x="7554" y="25440"/>
                    <a:pt x="7334" y="24699"/>
                  </a:cubicBezTo>
                  <a:cubicBezTo>
                    <a:pt x="7318" y="24642"/>
                    <a:pt x="7333" y="24460"/>
                    <a:pt x="7343" y="24340"/>
                  </a:cubicBezTo>
                  <a:cubicBezTo>
                    <a:pt x="7365" y="24075"/>
                    <a:pt x="7394" y="23698"/>
                    <a:pt x="7270" y="23323"/>
                  </a:cubicBezTo>
                  <a:close/>
                  <a:moveTo>
                    <a:pt x="22402" y="1"/>
                  </a:moveTo>
                  <a:cubicBezTo>
                    <a:pt x="21606" y="1"/>
                    <a:pt x="20964" y="238"/>
                    <a:pt x="20496" y="708"/>
                  </a:cubicBezTo>
                  <a:cubicBezTo>
                    <a:pt x="19776" y="1429"/>
                    <a:pt x="19450" y="2981"/>
                    <a:pt x="19454" y="4121"/>
                  </a:cubicBezTo>
                  <a:cubicBezTo>
                    <a:pt x="19457" y="4920"/>
                    <a:pt x="19375" y="5726"/>
                    <a:pt x="19293" y="6516"/>
                  </a:cubicBezTo>
                  <a:cubicBezTo>
                    <a:pt x="19208" y="7331"/>
                    <a:pt x="19124" y="8169"/>
                    <a:pt x="19126" y="9043"/>
                  </a:cubicBezTo>
                  <a:cubicBezTo>
                    <a:pt x="19126" y="9236"/>
                    <a:pt x="19135" y="9419"/>
                    <a:pt x="19144" y="9591"/>
                  </a:cubicBezTo>
                  <a:cubicBezTo>
                    <a:pt x="19179" y="10273"/>
                    <a:pt x="19179" y="10273"/>
                    <a:pt x="18944" y="10352"/>
                  </a:cubicBezTo>
                  <a:cubicBezTo>
                    <a:pt x="18834" y="10387"/>
                    <a:pt x="18742" y="10408"/>
                    <a:pt x="18659" y="10408"/>
                  </a:cubicBezTo>
                  <a:cubicBezTo>
                    <a:pt x="18393" y="10408"/>
                    <a:pt x="18209" y="10195"/>
                    <a:pt x="17786" y="9552"/>
                  </a:cubicBezTo>
                  <a:lnTo>
                    <a:pt x="17693" y="9411"/>
                  </a:lnTo>
                  <a:cubicBezTo>
                    <a:pt x="17568" y="9223"/>
                    <a:pt x="17443" y="9006"/>
                    <a:pt x="17333" y="8813"/>
                  </a:cubicBezTo>
                  <a:cubicBezTo>
                    <a:pt x="16803" y="7896"/>
                    <a:pt x="16143" y="6753"/>
                    <a:pt x="14707" y="6753"/>
                  </a:cubicBezTo>
                  <a:cubicBezTo>
                    <a:pt x="14511" y="6753"/>
                    <a:pt x="14306" y="6776"/>
                    <a:pt x="14094" y="6822"/>
                  </a:cubicBezTo>
                  <a:cubicBezTo>
                    <a:pt x="12375" y="7207"/>
                    <a:pt x="11227" y="8011"/>
                    <a:pt x="10483" y="9353"/>
                  </a:cubicBezTo>
                  <a:cubicBezTo>
                    <a:pt x="10315" y="9657"/>
                    <a:pt x="10247" y="10103"/>
                    <a:pt x="10176" y="10573"/>
                  </a:cubicBezTo>
                  <a:cubicBezTo>
                    <a:pt x="10132" y="10854"/>
                    <a:pt x="10061" y="11328"/>
                    <a:pt x="9982" y="11436"/>
                  </a:cubicBezTo>
                  <a:cubicBezTo>
                    <a:pt x="9776" y="11716"/>
                    <a:pt x="9530" y="11998"/>
                    <a:pt x="9287" y="12276"/>
                  </a:cubicBezTo>
                  <a:cubicBezTo>
                    <a:pt x="8781" y="12857"/>
                    <a:pt x="8259" y="13458"/>
                    <a:pt x="7912" y="14203"/>
                  </a:cubicBezTo>
                  <a:cubicBezTo>
                    <a:pt x="7810" y="14419"/>
                    <a:pt x="7757" y="14653"/>
                    <a:pt x="7707" y="14860"/>
                  </a:cubicBezTo>
                  <a:cubicBezTo>
                    <a:pt x="7696" y="14911"/>
                    <a:pt x="7674" y="15005"/>
                    <a:pt x="7649" y="15092"/>
                  </a:cubicBezTo>
                  <a:cubicBezTo>
                    <a:pt x="7618" y="15060"/>
                    <a:pt x="7589" y="15029"/>
                    <a:pt x="7567" y="15006"/>
                  </a:cubicBezTo>
                  <a:cubicBezTo>
                    <a:pt x="7342" y="14766"/>
                    <a:pt x="7004" y="14406"/>
                    <a:pt x="6462" y="14296"/>
                  </a:cubicBezTo>
                  <a:cubicBezTo>
                    <a:pt x="6327" y="14272"/>
                    <a:pt x="6195" y="14260"/>
                    <a:pt x="6065" y="14260"/>
                  </a:cubicBezTo>
                  <a:cubicBezTo>
                    <a:pt x="5504" y="14260"/>
                    <a:pt x="5001" y="14486"/>
                    <a:pt x="4629" y="14917"/>
                  </a:cubicBezTo>
                  <a:cubicBezTo>
                    <a:pt x="3953" y="15697"/>
                    <a:pt x="3289" y="17189"/>
                    <a:pt x="3416" y="18080"/>
                  </a:cubicBezTo>
                  <a:cubicBezTo>
                    <a:pt x="3672" y="19929"/>
                    <a:pt x="4514" y="21237"/>
                    <a:pt x="5655" y="22220"/>
                  </a:cubicBezTo>
                  <a:cubicBezTo>
                    <a:pt x="5595" y="22217"/>
                    <a:pt x="5538" y="22206"/>
                    <a:pt x="5476" y="22206"/>
                  </a:cubicBezTo>
                  <a:cubicBezTo>
                    <a:pt x="4432" y="22206"/>
                    <a:pt x="3251" y="22810"/>
                    <a:pt x="2841" y="23550"/>
                  </a:cubicBezTo>
                  <a:cubicBezTo>
                    <a:pt x="2411" y="24314"/>
                    <a:pt x="2143" y="25241"/>
                    <a:pt x="1886" y="26135"/>
                  </a:cubicBezTo>
                  <a:cubicBezTo>
                    <a:pt x="1709" y="26754"/>
                    <a:pt x="1541" y="27338"/>
                    <a:pt x="1331" y="27831"/>
                  </a:cubicBezTo>
                  <a:cubicBezTo>
                    <a:pt x="0" y="30978"/>
                    <a:pt x="534" y="33162"/>
                    <a:pt x="2967" y="34511"/>
                  </a:cubicBezTo>
                  <a:cubicBezTo>
                    <a:pt x="3775" y="34953"/>
                    <a:pt x="4679" y="35004"/>
                    <a:pt x="5287" y="35004"/>
                  </a:cubicBezTo>
                  <a:cubicBezTo>
                    <a:pt x="5653" y="35004"/>
                    <a:pt x="6004" y="34984"/>
                    <a:pt x="6342" y="34963"/>
                  </a:cubicBezTo>
                  <a:cubicBezTo>
                    <a:pt x="6631" y="34946"/>
                    <a:pt x="6910" y="34932"/>
                    <a:pt x="7145" y="34932"/>
                  </a:cubicBezTo>
                  <a:cubicBezTo>
                    <a:pt x="7279" y="34932"/>
                    <a:pt x="7399" y="34937"/>
                    <a:pt x="7497" y="34947"/>
                  </a:cubicBezTo>
                  <a:cubicBezTo>
                    <a:pt x="8784" y="35100"/>
                    <a:pt x="9375" y="35418"/>
                    <a:pt x="9682" y="36131"/>
                  </a:cubicBezTo>
                  <a:cubicBezTo>
                    <a:pt x="10079" y="37057"/>
                    <a:pt x="9798" y="38314"/>
                    <a:pt x="9524" y="39533"/>
                  </a:cubicBezTo>
                  <a:cubicBezTo>
                    <a:pt x="9340" y="40359"/>
                    <a:pt x="9165" y="41139"/>
                    <a:pt x="9157" y="41906"/>
                  </a:cubicBezTo>
                  <a:cubicBezTo>
                    <a:pt x="9143" y="43399"/>
                    <a:pt x="9448" y="44409"/>
                    <a:pt x="10117" y="45086"/>
                  </a:cubicBezTo>
                  <a:lnTo>
                    <a:pt x="10158" y="45124"/>
                  </a:lnTo>
                  <a:cubicBezTo>
                    <a:pt x="10707" y="45680"/>
                    <a:pt x="11539" y="46520"/>
                    <a:pt x="12724" y="46520"/>
                  </a:cubicBezTo>
                  <a:cubicBezTo>
                    <a:pt x="13124" y="46520"/>
                    <a:pt x="13789" y="46489"/>
                    <a:pt x="14234" y="46431"/>
                  </a:cubicBezTo>
                  <a:cubicBezTo>
                    <a:pt x="17210" y="46046"/>
                    <a:pt x="17524" y="43209"/>
                    <a:pt x="17735" y="41334"/>
                  </a:cubicBezTo>
                  <a:lnTo>
                    <a:pt x="17747" y="41212"/>
                  </a:lnTo>
                  <a:cubicBezTo>
                    <a:pt x="17845" y="40352"/>
                    <a:pt x="17943" y="39461"/>
                    <a:pt x="18271" y="38795"/>
                  </a:cubicBezTo>
                  <a:cubicBezTo>
                    <a:pt x="18456" y="38418"/>
                    <a:pt x="18549" y="38037"/>
                    <a:pt x="18636" y="37669"/>
                  </a:cubicBezTo>
                  <a:cubicBezTo>
                    <a:pt x="18710" y="37363"/>
                    <a:pt x="18778" y="37075"/>
                    <a:pt x="18900" y="36794"/>
                  </a:cubicBezTo>
                  <a:cubicBezTo>
                    <a:pt x="19444" y="35525"/>
                    <a:pt x="20007" y="34214"/>
                    <a:pt x="20737" y="33170"/>
                  </a:cubicBezTo>
                  <a:cubicBezTo>
                    <a:pt x="20920" y="32908"/>
                    <a:pt x="21192" y="32653"/>
                    <a:pt x="21483" y="32386"/>
                  </a:cubicBezTo>
                  <a:cubicBezTo>
                    <a:pt x="22190" y="31729"/>
                    <a:pt x="23061" y="30918"/>
                    <a:pt x="22963" y="29557"/>
                  </a:cubicBezTo>
                  <a:lnTo>
                    <a:pt x="22963" y="29557"/>
                  </a:lnTo>
                  <a:cubicBezTo>
                    <a:pt x="23178" y="29759"/>
                    <a:pt x="23456" y="30030"/>
                    <a:pt x="23508" y="30135"/>
                  </a:cubicBezTo>
                  <a:cubicBezTo>
                    <a:pt x="23614" y="30388"/>
                    <a:pt x="23633" y="30762"/>
                    <a:pt x="23650" y="31158"/>
                  </a:cubicBezTo>
                  <a:cubicBezTo>
                    <a:pt x="23699" y="32130"/>
                    <a:pt x="23785" y="33938"/>
                    <a:pt x="26180" y="33938"/>
                  </a:cubicBezTo>
                  <a:lnTo>
                    <a:pt x="26266" y="33938"/>
                  </a:lnTo>
                  <a:cubicBezTo>
                    <a:pt x="28433" y="33897"/>
                    <a:pt x="28712" y="32037"/>
                    <a:pt x="28900" y="30807"/>
                  </a:cubicBezTo>
                  <a:cubicBezTo>
                    <a:pt x="28996" y="30171"/>
                    <a:pt x="29096" y="29512"/>
                    <a:pt x="29368" y="29250"/>
                  </a:cubicBezTo>
                  <a:cubicBezTo>
                    <a:pt x="29464" y="29160"/>
                    <a:pt x="29527" y="29133"/>
                    <a:pt x="29545" y="29133"/>
                  </a:cubicBezTo>
                  <a:cubicBezTo>
                    <a:pt x="29571" y="29133"/>
                    <a:pt x="29805" y="29155"/>
                    <a:pt x="30369" y="29893"/>
                  </a:cubicBezTo>
                  <a:cubicBezTo>
                    <a:pt x="30750" y="30408"/>
                    <a:pt x="30750" y="30408"/>
                    <a:pt x="30629" y="31215"/>
                  </a:cubicBezTo>
                  <a:lnTo>
                    <a:pt x="30620" y="31284"/>
                  </a:lnTo>
                  <a:cubicBezTo>
                    <a:pt x="30333" y="33278"/>
                    <a:pt x="30862" y="35016"/>
                    <a:pt x="32107" y="36182"/>
                  </a:cubicBezTo>
                  <a:cubicBezTo>
                    <a:pt x="32344" y="36402"/>
                    <a:pt x="32566" y="36703"/>
                    <a:pt x="32783" y="36991"/>
                  </a:cubicBezTo>
                  <a:cubicBezTo>
                    <a:pt x="33186" y="37533"/>
                    <a:pt x="33533" y="38001"/>
                    <a:pt x="34009" y="38001"/>
                  </a:cubicBezTo>
                  <a:cubicBezTo>
                    <a:pt x="34450" y="38001"/>
                    <a:pt x="34663" y="37524"/>
                    <a:pt x="34865" y="37063"/>
                  </a:cubicBezTo>
                  <a:cubicBezTo>
                    <a:pt x="34916" y="36946"/>
                    <a:pt x="34995" y="36770"/>
                    <a:pt x="35028" y="36728"/>
                  </a:cubicBezTo>
                  <a:cubicBezTo>
                    <a:pt x="35805" y="35849"/>
                    <a:pt x="35631" y="33907"/>
                    <a:pt x="35302" y="31262"/>
                  </a:cubicBezTo>
                  <a:cubicBezTo>
                    <a:pt x="35223" y="30624"/>
                    <a:pt x="35103" y="29658"/>
                    <a:pt x="35138" y="29462"/>
                  </a:cubicBezTo>
                  <a:cubicBezTo>
                    <a:pt x="35262" y="28779"/>
                    <a:pt x="35769" y="28226"/>
                    <a:pt x="36355" y="27588"/>
                  </a:cubicBezTo>
                  <a:cubicBezTo>
                    <a:pt x="36617" y="27303"/>
                    <a:pt x="36888" y="27009"/>
                    <a:pt x="37154" y="26674"/>
                  </a:cubicBezTo>
                  <a:cubicBezTo>
                    <a:pt x="37262" y="26538"/>
                    <a:pt x="37527" y="26367"/>
                    <a:pt x="37760" y="26214"/>
                  </a:cubicBezTo>
                  <a:cubicBezTo>
                    <a:pt x="38067" y="26015"/>
                    <a:pt x="38358" y="25827"/>
                    <a:pt x="38521" y="25600"/>
                  </a:cubicBezTo>
                  <a:cubicBezTo>
                    <a:pt x="38968" y="24971"/>
                    <a:pt x="39476" y="24607"/>
                    <a:pt x="40115" y="24149"/>
                  </a:cubicBezTo>
                  <a:cubicBezTo>
                    <a:pt x="40366" y="23969"/>
                    <a:pt x="40625" y="23784"/>
                    <a:pt x="40898" y="23566"/>
                  </a:cubicBezTo>
                  <a:cubicBezTo>
                    <a:pt x="41758" y="22879"/>
                    <a:pt x="42292" y="21979"/>
                    <a:pt x="42806" y="21108"/>
                  </a:cubicBezTo>
                  <a:cubicBezTo>
                    <a:pt x="43119" y="20580"/>
                    <a:pt x="43407" y="20279"/>
                    <a:pt x="43807" y="19859"/>
                  </a:cubicBezTo>
                  <a:lnTo>
                    <a:pt x="43985" y="19672"/>
                  </a:lnTo>
                  <a:cubicBezTo>
                    <a:pt x="44130" y="19518"/>
                    <a:pt x="44206" y="19263"/>
                    <a:pt x="44326" y="18826"/>
                  </a:cubicBezTo>
                  <a:cubicBezTo>
                    <a:pt x="44370" y="18667"/>
                    <a:pt x="44436" y="18430"/>
                    <a:pt x="44474" y="18348"/>
                  </a:cubicBezTo>
                  <a:cubicBezTo>
                    <a:pt x="44645" y="18162"/>
                    <a:pt x="44758" y="17983"/>
                    <a:pt x="44835" y="17815"/>
                  </a:cubicBezTo>
                  <a:cubicBezTo>
                    <a:pt x="44244" y="12220"/>
                    <a:pt x="42240" y="7041"/>
                    <a:pt x="39192" y="2636"/>
                  </a:cubicBezTo>
                  <a:cubicBezTo>
                    <a:pt x="38879" y="2476"/>
                    <a:pt x="38557" y="2349"/>
                    <a:pt x="38225" y="2349"/>
                  </a:cubicBezTo>
                  <a:cubicBezTo>
                    <a:pt x="38194" y="2349"/>
                    <a:pt x="38162" y="2351"/>
                    <a:pt x="38139" y="2352"/>
                  </a:cubicBezTo>
                  <a:cubicBezTo>
                    <a:pt x="37833" y="2371"/>
                    <a:pt x="37526" y="2436"/>
                    <a:pt x="37230" y="2498"/>
                  </a:cubicBezTo>
                  <a:cubicBezTo>
                    <a:pt x="36930" y="2563"/>
                    <a:pt x="36619" y="2623"/>
                    <a:pt x="36383" y="2623"/>
                  </a:cubicBezTo>
                  <a:cubicBezTo>
                    <a:pt x="36294" y="2623"/>
                    <a:pt x="36238" y="2614"/>
                    <a:pt x="36209" y="2607"/>
                  </a:cubicBezTo>
                  <a:cubicBezTo>
                    <a:pt x="36050" y="2566"/>
                    <a:pt x="35855" y="2393"/>
                    <a:pt x="35646" y="2207"/>
                  </a:cubicBezTo>
                  <a:cubicBezTo>
                    <a:pt x="35499" y="2079"/>
                    <a:pt x="35350" y="1944"/>
                    <a:pt x="35176" y="1820"/>
                  </a:cubicBezTo>
                  <a:lnTo>
                    <a:pt x="34736" y="924"/>
                  </a:lnTo>
                  <a:lnTo>
                    <a:pt x="34055" y="1166"/>
                  </a:lnTo>
                  <a:cubicBezTo>
                    <a:pt x="33488" y="1366"/>
                    <a:pt x="32778" y="1373"/>
                    <a:pt x="32026" y="1384"/>
                  </a:cubicBezTo>
                  <a:cubicBezTo>
                    <a:pt x="31276" y="1392"/>
                    <a:pt x="30544" y="1708"/>
                    <a:pt x="29837" y="2016"/>
                  </a:cubicBezTo>
                  <a:cubicBezTo>
                    <a:pt x="29590" y="2124"/>
                    <a:pt x="29356" y="2225"/>
                    <a:pt x="29125" y="2313"/>
                  </a:cubicBezTo>
                  <a:cubicBezTo>
                    <a:pt x="28446" y="2570"/>
                    <a:pt x="27644" y="2899"/>
                    <a:pt x="26847" y="3400"/>
                  </a:cubicBezTo>
                  <a:cubicBezTo>
                    <a:pt x="26244" y="3770"/>
                    <a:pt x="25549" y="4219"/>
                    <a:pt x="24966" y="4768"/>
                  </a:cubicBezTo>
                  <a:cubicBezTo>
                    <a:pt x="24718" y="5009"/>
                    <a:pt x="24528" y="5322"/>
                    <a:pt x="24344" y="5626"/>
                  </a:cubicBezTo>
                  <a:cubicBezTo>
                    <a:pt x="24233" y="5809"/>
                    <a:pt x="24026" y="6147"/>
                    <a:pt x="23928" y="6213"/>
                  </a:cubicBezTo>
                  <a:cubicBezTo>
                    <a:pt x="23710" y="6341"/>
                    <a:pt x="23493" y="6404"/>
                    <a:pt x="23310" y="6404"/>
                  </a:cubicBezTo>
                  <a:cubicBezTo>
                    <a:pt x="23102" y="6404"/>
                    <a:pt x="22938" y="6324"/>
                    <a:pt x="22863" y="6169"/>
                  </a:cubicBezTo>
                  <a:cubicBezTo>
                    <a:pt x="22758" y="5953"/>
                    <a:pt x="22841" y="5635"/>
                    <a:pt x="23077" y="5338"/>
                  </a:cubicBezTo>
                  <a:cubicBezTo>
                    <a:pt x="23274" y="5089"/>
                    <a:pt x="23602" y="4816"/>
                    <a:pt x="23950" y="4526"/>
                  </a:cubicBezTo>
                  <a:cubicBezTo>
                    <a:pt x="24841" y="3784"/>
                    <a:pt x="26061" y="2769"/>
                    <a:pt x="25801" y="1256"/>
                  </a:cubicBezTo>
                  <a:lnTo>
                    <a:pt x="25720" y="787"/>
                  </a:lnTo>
                  <a:lnTo>
                    <a:pt x="25271" y="630"/>
                  </a:lnTo>
                  <a:cubicBezTo>
                    <a:pt x="24432" y="337"/>
                    <a:pt x="23347" y="1"/>
                    <a:pt x="22402" y="1"/>
                  </a:cubicBez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7" name="Google Shape;5157;p64"/>
            <p:cNvSpPr/>
            <p:nvPr/>
          </p:nvSpPr>
          <p:spPr>
            <a:xfrm>
              <a:off x="5816689" y="3358821"/>
              <a:ext cx="391305" cy="401972"/>
            </a:xfrm>
            <a:custGeom>
              <a:avLst/>
              <a:gdLst/>
              <a:ahLst/>
              <a:cxnLst/>
              <a:rect l="l" t="t" r="r" b="b"/>
              <a:pathLst>
                <a:path w="11371" h="11681" extrusionOk="0">
                  <a:moveTo>
                    <a:pt x="8963" y="1"/>
                  </a:moveTo>
                  <a:cubicBezTo>
                    <a:pt x="8703" y="1"/>
                    <a:pt x="8487" y="30"/>
                    <a:pt x="8290" y="91"/>
                  </a:cubicBezTo>
                  <a:cubicBezTo>
                    <a:pt x="8166" y="132"/>
                    <a:pt x="8058" y="168"/>
                    <a:pt x="7964" y="192"/>
                  </a:cubicBezTo>
                  <a:cubicBezTo>
                    <a:pt x="5364" y="965"/>
                    <a:pt x="4113" y="3054"/>
                    <a:pt x="3143" y="4953"/>
                  </a:cubicBezTo>
                  <a:cubicBezTo>
                    <a:pt x="3038" y="5161"/>
                    <a:pt x="2773" y="5531"/>
                    <a:pt x="2489" y="5926"/>
                  </a:cubicBezTo>
                  <a:cubicBezTo>
                    <a:pt x="1438" y="7391"/>
                    <a:pt x="1" y="9395"/>
                    <a:pt x="917" y="10820"/>
                  </a:cubicBezTo>
                  <a:cubicBezTo>
                    <a:pt x="1227" y="11304"/>
                    <a:pt x="2052" y="11554"/>
                    <a:pt x="2678" y="11680"/>
                  </a:cubicBezTo>
                  <a:cubicBezTo>
                    <a:pt x="6353" y="8564"/>
                    <a:pt x="9338" y="4659"/>
                    <a:pt x="11370" y="228"/>
                  </a:cubicBezTo>
                  <a:lnTo>
                    <a:pt x="11104" y="176"/>
                  </a:lnTo>
                  <a:cubicBezTo>
                    <a:pt x="10958" y="149"/>
                    <a:pt x="10798" y="134"/>
                    <a:pt x="10625" y="134"/>
                  </a:cubicBezTo>
                  <a:cubicBezTo>
                    <a:pt x="10390" y="134"/>
                    <a:pt x="10125" y="103"/>
                    <a:pt x="9844" y="70"/>
                  </a:cubicBezTo>
                  <a:cubicBezTo>
                    <a:pt x="9552" y="36"/>
                    <a:pt x="9250" y="1"/>
                    <a:pt x="8963" y="1"/>
                  </a:cubicBezTo>
                  <a:close/>
                </a:path>
              </a:pathLst>
            </a:custGeom>
            <a:solidFill>
              <a:srgbClr val="16C5D5">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8" name="Google Shape;5158;p64"/>
            <p:cNvSpPr/>
            <p:nvPr/>
          </p:nvSpPr>
          <p:spPr>
            <a:xfrm>
              <a:off x="4042071" y="2232053"/>
              <a:ext cx="720701" cy="1554516"/>
            </a:xfrm>
            <a:custGeom>
              <a:avLst/>
              <a:gdLst/>
              <a:ahLst/>
              <a:cxnLst/>
              <a:rect l="l" t="t" r="r" b="b"/>
              <a:pathLst>
                <a:path w="20943" h="45173" extrusionOk="0">
                  <a:moveTo>
                    <a:pt x="6225" y="1"/>
                  </a:moveTo>
                  <a:cubicBezTo>
                    <a:pt x="2312" y="5423"/>
                    <a:pt x="0" y="12078"/>
                    <a:pt x="0" y="19262"/>
                  </a:cubicBezTo>
                  <a:cubicBezTo>
                    <a:pt x="0" y="22466"/>
                    <a:pt x="461" y="25562"/>
                    <a:pt x="1315" y="28494"/>
                  </a:cubicBezTo>
                  <a:cubicBezTo>
                    <a:pt x="1459" y="28561"/>
                    <a:pt x="1599" y="28624"/>
                    <a:pt x="1744" y="28671"/>
                  </a:cubicBezTo>
                  <a:cubicBezTo>
                    <a:pt x="2256" y="28861"/>
                    <a:pt x="2770" y="29044"/>
                    <a:pt x="3283" y="29225"/>
                  </a:cubicBezTo>
                  <a:cubicBezTo>
                    <a:pt x="4204" y="29548"/>
                    <a:pt x="4615" y="29885"/>
                    <a:pt x="5531" y="30273"/>
                  </a:cubicBezTo>
                  <a:cubicBezTo>
                    <a:pt x="7160" y="30971"/>
                    <a:pt x="7160" y="31241"/>
                    <a:pt x="7220" y="33055"/>
                  </a:cubicBezTo>
                  <a:cubicBezTo>
                    <a:pt x="7236" y="33570"/>
                    <a:pt x="7804" y="33819"/>
                    <a:pt x="7832" y="34337"/>
                  </a:cubicBezTo>
                  <a:cubicBezTo>
                    <a:pt x="7898" y="35586"/>
                    <a:pt x="7964" y="36877"/>
                    <a:pt x="7880" y="38126"/>
                  </a:cubicBezTo>
                  <a:cubicBezTo>
                    <a:pt x="7830" y="38824"/>
                    <a:pt x="7669" y="39518"/>
                    <a:pt x="7494" y="40175"/>
                  </a:cubicBezTo>
                  <a:cubicBezTo>
                    <a:pt x="9008" y="42018"/>
                    <a:pt x="10716" y="43695"/>
                    <a:pt x="12590" y="45172"/>
                  </a:cubicBezTo>
                  <a:lnTo>
                    <a:pt x="12647" y="45077"/>
                  </a:lnTo>
                  <a:cubicBezTo>
                    <a:pt x="12817" y="44793"/>
                    <a:pt x="12980" y="44513"/>
                    <a:pt x="13134" y="44248"/>
                  </a:cubicBezTo>
                  <a:cubicBezTo>
                    <a:pt x="13402" y="43784"/>
                    <a:pt x="13633" y="43386"/>
                    <a:pt x="13810" y="43128"/>
                  </a:cubicBezTo>
                  <a:cubicBezTo>
                    <a:pt x="14050" y="42773"/>
                    <a:pt x="14287" y="42407"/>
                    <a:pt x="14525" y="42040"/>
                  </a:cubicBezTo>
                  <a:cubicBezTo>
                    <a:pt x="15182" y="41029"/>
                    <a:pt x="16129" y="39983"/>
                    <a:pt x="16909" y="39107"/>
                  </a:cubicBezTo>
                  <a:cubicBezTo>
                    <a:pt x="17137" y="38846"/>
                    <a:pt x="17416" y="38565"/>
                    <a:pt x="17710" y="38267"/>
                  </a:cubicBezTo>
                  <a:cubicBezTo>
                    <a:pt x="18910" y="37054"/>
                    <a:pt x="20942" y="35544"/>
                    <a:pt x="20786" y="33774"/>
                  </a:cubicBezTo>
                  <a:cubicBezTo>
                    <a:pt x="20619" y="31916"/>
                    <a:pt x="16846" y="30966"/>
                    <a:pt x="14682" y="30273"/>
                  </a:cubicBezTo>
                  <a:cubicBezTo>
                    <a:pt x="14097" y="30087"/>
                    <a:pt x="13592" y="29924"/>
                    <a:pt x="13261" y="29780"/>
                  </a:cubicBezTo>
                  <a:cubicBezTo>
                    <a:pt x="11182" y="28881"/>
                    <a:pt x="9708" y="27986"/>
                    <a:pt x="7943" y="26925"/>
                  </a:cubicBezTo>
                  <a:cubicBezTo>
                    <a:pt x="7842" y="26862"/>
                    <a:pt x="7708" y="26786"/>
                    <a:pt x="7550" y="26698"/>
                  </a:cubicBezTo>
                  <a:cubicBezTo>
                    <a:pt x="7155" y="26476"/>
                    <a:pt x="5953" y="25803"/>
                    <a:pt x="5926" y="25467"/>
                  </a:cubicBezTo>
                  <a:cubicBezTo>
                    <a:pt x="5899" y="25143"/>
                    <a:pt x="6667" y="24779"/>
                    <a:pt x="8208" y="24387"/>
                  </a:cubicBezTo>
                  <a:cubicBezTo>
                    <a:pt x="8401" y="24337"/>
                    <a:pt x="8565" y="24295"/>
                    <a:pt x="8689" y="24257"/>
                  </a:cubicBezTo>
                  <a:cubicBezTo>
                    <a:pt x="8833" y="24213"/>
                    <a:pt x="8969" y="24170"/>
                    <a:pt x="9100" y="24131"/>
                  </a:cubicBezTo>
                  <a:cubicBezTo>
                    <a:pt x="9942" y="23876"/>
                    <a:pt x="10669" y="23927"/>
                    <a:pt x="11409" y="23247"/>
                  </a:cubicBezTo>
                  <a:cubicBezTo>
                    <a:pt x="11890" y="22811"/>
                    <a:pt x="11741" y="22302"/>
                    <a:pt x="12122" y="21809"/>
                  </a:cubicBezTo>
                  <a:cubicBezTo>
                    <a:pt x="12539" y="21268"/>
                    <a:pt x="12934" y="20758"/>
                    <a:pt x="13430" y="20344"/>
                  </a:cubicBezTo>
                  <a:cubicBezTo>
                    <a:pt x="13794" y="20042"/>
                    <a:pt x="14512" y="20290"/>
                    <a:pt x="14948" y="20009"/>
                  </a:cubicBezTo>
                  <a:cubicBezTo>
                    <a:pt x="15996" y="19332"/>
                    <a:pt x="16809" y="17818"/>
                    <a:pt x="16917" y="16782"/>
                  </a:cubicBezTo>
                  <a:cubicBezTo>
                    <a:pt x="16983" y="16145"/>
                    <a:pt x="16678" y="15499"/>
                    <a:pt x="15981" y="14805"/>
                  </a:cubicBezTo>
                  <a:cubicBezTo>
                    <a:pt x="15772" y="14596"/>
                    <a:pt x="15570" y="14381"/>
                    <a:pt x="15365" y="14163"/>
                  </a:cubicBezTo>
                  <a:cubicBezTo>
                    <a:pt x="14811" y="13575"/>
                    <a:pt x="14236" y="12965"/>
                    <a:pt x="13544" y="12486"/>
                  </a:cubicBezTo>
                  <a:cubicBezTo>
                    <a:pt x="13342" y="12343"/>
                    <a:pt x="13105" y="12148"/>
                    <a:pt x="12853" y="11939"/>
                  </a:cubicBezTo>
                  <a:cubicBezTo>
                    <a:pt x="12385" y="11552"/>
                    <a:pt x="11901" y="11151"/>
                    <a:pt x="11462" y="10946"/>
                  </a:cubicBezTo>
                  <a:cubicBezTo>
                    <a:pt x="11195" y="10829"/>
                    <a:pt x="10954" y="10773"/>
                    <a:pt x="10724" y="10773"/>
                  </a:cubicBezTo>
                  <a:cubicBezTo>
                    <a:pt x="9784" y="10773"/>
                    <a:pt x="9447" y="11695"/>
                    <a:pt x="9174" y="12435"/>
                  </a:cubicBezTo>
                  <a:cubicBezTo>
                    <a:pt x="9026" y="12840"/>
                    <a:pt x="8872" y="13262"/>
                    <a:pt x="8659" y="13477"/>
                  </a:cubicBezTo>
                  <a:cubicBezTo>
                    <a:pt x="8242" y="13894"/>
                    <a:pt x="7643" y="14143"/>
                    <a:pt x="7059" y="14143"/>
                  </a:cubicBezTo>
                  <a:cubicBezTo>
                    <a:pt x="6574" y="14143"/>
                    <a:pt x="6174" y="13974"/>
                    <a:pt x="5965" y="13682"/>
                  </a:cubicBezTo>
                  <a:cubicBezTo>
                    <a:pt x="5705" y="13320"/>
                    <a:pt x="5789" y="12833"/>
                    <a:pt x="5907" y="12489"/>
                  </a:cubicBezTo>
                  <a:cubicBezTo>
                    <a:pt x="6467" y="10857"/>
                    <a:pt x="7247" y="9178"/>
                    <a:pt x="8759" y="9098"/>
                  </a:cubicBezTo>
                  <a:cubicBezTo>
                    <a:pt x="8847" y="9094"/>
                    <a:pt x="8958" y="9085"/>
                    <a:pt x="9084" y="9073"/>
                  </a:cubicBezTo>
                  <a:cubicBezTo>
                    <a:pt x="9310" y="9054"/>
                    <a:pt x="9589" y="9029"/>
                    <a:pt x="9838" y="9029"/>
                  </a:cubicBezTo>
                  <a:cubicBezTo>
                    <a:pt x="10202" y="9029"/>
                    <a:pt x="10312" y="9080"/>
                    <a:pt x="10328" y="9091"/>
                  </a:cubicBezTo>
                  <a:cubicBezTo>
                    <a:pt x="10383" y="9132"/>
                    <a:pt x="10487" y="9320"/>
                    <a:pt x="10544" y="9423"/>
                  </a:cubicBezTo>
                  <a:cubicBezTo>
                    <a:pt x="10672" y="9655"/>
                    <a:pt x="10781" y="9854"/>
                    <a:pt x="10970" y="9944"/>
                  </a:cubicBezTo>
                  <a:cubicBezTo>
                    <a:pt x="11222" y="10075"/>
                    <a:pt x="11453" y="10141"/>
                    <a:pt x="11674" y="10141"/>
                  </a:cubicBezTo>
                  <a:cubicBezTo>
                    <a:pt x="12275" y="10141"/>
                    <a:pt x="12691" y="9692"/>
                    <a:pt x="12907" y="8808"/>
                  </a:cubicBezTo>
                  <a:cubicBezTo>
                    <a:pt x="13255" y="7410"/>
                    <a:pt x="11475" y="6086"/>
                    <a:pt x="10173" y="5119"/>
                  </a:cubicBezTo>
                  <a:cubicBezTo>
                    <a:pt x="9968" y="4965"/>
                    <a:pt x="9776" y="4823"/>
                    <a:pt x="9611" y="4694"/>
                  </a:cubicBezTo>
                  <a:cubicBezTo>
                    <a:pt x="9279" y="4432"/>
                    <a:pt x="8881" y="4184"/>
                    <a:pt x="8462" y="3919"/>
                  </a:cubicBezTo>
                  <a:cubicBezTo>
                    <a:pt x="7157" y="3094"/>
                    <a:pt x="5807" y="2241"/>
                    <a:pt x="6047" y="961"/>
                  </a:cubicBezTo>
                  <a:lnTo>
                    <a:pt x="62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9" name="Google Shape;5159;p64"/>
            <p:cNvSpPr/>
            <p:nvPr/>
          </p:nvSpPr>
          <p:spPr>
            <a:xfrm>
              <a:off x="4889238" y="2174274"/>
              <a:ext cx="1411394" cy="1279835"/>
            </a:xfrm>
            <a:custGeom>
              <a:avLst/>
              <a:gdLst/>
              <a:ahLst/>
              <a:cxnLst/>
              <a:rect l="l" t="t" r="r" b="b"/>
              <a:pathLst>
                <a:path w="41014" h="37191" extrusionOk="0">
                  <a:moveTo>
                    <a:pt x="18674" y="1"/>
                  </a:moveTo>
                  <a:cubicBezTo>
                    <a:pt x="18032" y="1"/>
                    <a:pt x="17478" y="167"/>
                    <a:pt x="17056" y="590"/>
                  </a:cubicBezTo>
                  <a:cubicBezTo>
                    <a:pt x="16449" y="1197"/>
                    <a:pt x="16128" y="2631"/>
                    <a:pt x="16131" y="3713"/>
                  </a:cubicBezTo>
                  <a:cubicBezTo>
                    <a:pt x="16134" y="4533"/>
                    <a:pt x="16051" y="5352"/>
                    <a:pt x="15967" y="6144"/>
                  </a:cubicBezTo>
                  <a:cubicBezTo>
                    <a:pt x="15885" y="6948"/>
                    <a:pt x="15798" y="7782"/>
                    <a:pt x="15802" y="8635"/>
                  </a:cubicBezTo>
                  <a:cubicBezTo>
                    <a:pt x="15802" y="8821"/>
                    <a:pt x="15811" y="8996"/>
                    <a:pt x="15819" y="9165"/>
                  </a:cubicBezTo>
                  <a:cubicBezTo>
                    <a:pt x="15860" y="9952"/>
                    <a:pt x="15849" y="10164"/>
                    <a:pt x="15338" y="10332"/>
                  </a:cubicBezTo>
                  <a:cubicBezTo>
                    <a:pt x="15182" y="10383"/>
                    <a:pt x="15037" y="10408"/>
                    <a:pt x="14911" y="10408"/>
                  </a:cubicBezTo>
                  <a:cubicBezTo>
                    <a:pt x="14427" y="10408"/>
                    <a:pt x="14143" y="10013"/>
                    <a:pt x="13720" y="9370"/>
                  </a:cubicBezTo>
                  <a:lnTo>
                    <a:pt x="13626" y="9229"/>
                  </a:lnTo>
                  <a:cubicBezTo>
                    <a:pt x="13499" y="9035"/>
                    <a:pt x="13375" y="8818"/>
                    <a:pt x="13253" y="8609"/>
                  </a:cubicBezTo>
                  <a:cubicBezTo>
                    <a:pt x="12751" y="7738"/>
                    <a:pt x="12182" y="6751"/>
                    <a:pt x="10978" y="6751"/>
                  </a:cubicBezTo>
                  <a:cubicBezTo>
                    <a:pt x="10813" y="6751"/>
                    <a:pt x="10637" y="6771"/>
                    <a:pt x="10454" y="6811"/>
                  </a:cubicBezTo>
                  <a:cubicBezTo>
                    <a:pt x="8936" y="7147"/>
                    <a:pt x="7840" y="7825"/>
                    <a:pt x="7113" y="9138"/>
                  </a:cubicBezTo>
                  <a:cubicBezTo>
                    <a:pt x="6841" y="9630"/>
                    <a:pt x="6852" y="10904"/>
                    <a:pt x="6582" y="11267"/>
                  </a:cubicBezTo>
                  <a:cubicBezTo>
                    <a:pt x="6365" y="11561"/>
                    <a:pt x="6112" y="11849"/>
                    <a:pt x="5869" y="12130"/>
                  </a:cubicBezTo>
                  <a:cubicBezTo>
                    <a:pt x="5382" y="12689"/>
                    <a:pt x="4877" y="13269"/>
                    <a:pt x="4555" y="13964"/>
                  </a:cubicBezTo>
                  <a:cubicBezTo>
                    <a:pt x="4473" y="14139"/>
                    <a:pt x="4427" y="14342"/>
                    <a:pt x="4380" y="14540"/>
                  </a:cubicBezTo>
                  <a:cubicBezTo>
                    <a:pt x="4298" y="14897"/>
                    <a:pt x="4229" y="15153"/>
                    <a:pt x="4078" y="15190"/>
                  </a:cubicBezTo>
                  <a:cubicBezTo>
                    <a:pt x="4049" y="15197"/>
                    <a:pt x="4021" y="15200"/>
                    <a:pt x="3998" y="15200"/>
                  </a:cubicBezTo>
                  <a:cubicBezTo>
                    <a:pt x="3866" y="15200"/>
                    <a:pt x="3742" y="15075"/>
                    <a:pt x="3552" y="14874"/>
                  </a:cubicBezTo>
                  <a:cubicBezTo>
                    <a:pt x="3340" y="14648"/>
                    <a:pt x="3076" y="14366"/>
                    <a:pt x="2671" y="14284"/>
                  </a:cubicBezTo>
                  <a:cubicBezTo>
                    <a:pt x="2560" y="14264"/>
                    <a:pt x="2452" y="14254"/>
                    <a:pt x="2347" y="14254"/>
                  </a:cubicBezTo>
                  <a:cubicBezTo>
                    <a:pt x="1901" y="14254"/>
                    <a:pt x="1510" y="14431"/>
                    <a:pt x="1217" y="14771"/>
                  </a:cubicBezTo>
                  <a:cubicBezTo>
                    <a:pt x="550" y="15542"/>
                    <a:pt x="1" y="16923"/>
                    <a:pt x="99" y="17614"/>
                  </a:cubicBezTo>
                  <a:cubicBezTo>
                    <a:pt x="699" y="21942"/>
                    <a:pt x="4634" y="23119"/>
                    <a:pt x="8231" y="24366"/>
                  </a:cubicBezTo>
                  <a:lnTo>
                    <a:pt x="8664" y="24516"/>
                  </a:lnTo>
                  <a:cubicBezTo>
                    <a:pt x="9745" y="24892"/>
                    <a:pt x="10836" y="25100"/>
                    <a:pt x="11891" y="25296"/>
                  </a:cubicBezTo>
                  <a:cubicBezTo>
                    <a:pt x="13315" y="25564"/>
                    <a:pt x="14656" y="25816"/>
                    <a:pt x="16001" y="26458"/>
                  </a:cubicBezTo>
                  <a:cubicBezTo>
                    <a:pt x="17138" y="26986"/>
                    <a:pt x="18138" y="27486"/>
                    <a:pt x="18883" y="28252"/>
                  </a:cubicBezTo>
                  <a:cubicBezTo>
                    <a:pt x="18991" y="28367"/>
                    <a:pt x="19139" y="28503"/>
                    <a:pt x="19310" y="28660"/>
                  </a:cubicBezTo>
                  <a:cubicBezTo>
                    <a:pt x="19599" y="28923"/>
                    <a:pt x="20077" y="29362"/>
                    <a:pt x="20162" y="29571"/>
                  </a:cubicBezTo>
                  <a:cubicBezTo>
                    <a:pt x="20295" y="29887"/>
                    <a:pt x="20315" y="30297"/>
                    <a:pt x="20334" y="30730"/>
                  </a:cubicBezTo>
                  <a:cubicBezTo>
                    <a:pt x="20384" y="31740"/>
                    <a:pt x="20450" y="33125"/>
                    <a:pt x="22454" y="33125"/>
                  </a:cubicBezTo>
                  <a:lnTo>
                    <a:pt x="22536" y="33125"/>
                  </a:lnTo>
                  <a:cubicBezTo>
                    <a:pt x="24362" y="33091"/>
                    <a:pt x="24592" y="31564"/>
                    <a:pt x="24778" y="30339"/>
                  </a:cubicBezTo>
                  <a:cubicBezTo>
                    <a:pt x="24889" y="29602"/>
                    <a:pt x="24993" y="28907"/>
                    <a:pt x="25367" y="28547"/>
                  </a:cubicBezTo>
                  <a:cubicBezTo>
                    <a:pt x="25528" y="28395"/>
                    <a:pt x="25679" y="28320"/>
                    <a:pt x="25824" y="28320"/>
                  </a:cubicBezTo>
                  <a:cubicBezTo>
                    <a:pt x="26267" y="28320"/>
                    <a:pt x="26800" y="29018"/>
                    <a:pt x="26971" y="29244"/>
                  </a:cubicBezTo>
                  <a:cubicBezTo>
                    <a:pt x="27452" y="29895"/>
                    <a:pt x="27435" y="30022"/>
                    <a:pt x="27307" y="30866"/>
                  </a:cubicBezTo>
                  <a:lnTo>
                    <a:pt x="27299" y="30935"/>
                  </a:lnTo>
                  <a:cubicBezTo>
                    <a:pt x="27032" y="32793"/>
                    <a:pt x="27515" y="34408"/>
                    <a:pt x="28661" y="35479"/>
                  </a:cubicBezTo>
                  <a:cubicBezTo>
                    <a:pt x="29318" y="36094"/>
                    <a:pt x="29835" y="37191"/>
                    <a:pt x="30288" y="37191"/>
                  </a:cubicBezTo>
                  <a:cubicBezTo>
                    <a:pt x="30567" y="37191"/>
                    <a:pt x="30814" y="36269"/>
                    <a:pt x="31002" y="36056"/>
                  </a:cubicBezTo>
                  <a:cubicBezTo>
                    <a:pt x="31666" y="35305"/>
                    <a:pt x="31484" y="33366"/>
                    <a:pt x="31180" y="30907"/>
                  </a:cubicBezTo>
                  <a:cubicBezTo>
                    <a:pt x="31078" y="30088"/>
                    <a:pt x="30974" y="29244"/>
                    <a:pt x="31019" y="28986"/>
                  </a:cubicBezTo>
                  <a:cubicBezTo>
                    <a:pt x="31224" y="27861"/>
                    <a:pt x="32229" y="27135"/>
                    <a:pt x="33117" y="26018"/>
                  </a:cubicBezTo>
                  <a:cubicBezTo>
                    <a:pt x="33413" y="25644"/>
                    <a:pt x="34232" y="25293"/>
                    <a:pt x="34470" y="24960"/>
                  </a:cubicBezTo>
                  <a:cubicBezTo>
                    <a:pt x="34956" y="24277"/>
                    <a:pt x="35514" y="23877"/>
                    <a:pt x="36157" y="23415"/>
                  </a:cubicBezTo>
                  <a:cubicBezTo>
                    <a:pt x="36405" y="23238"/>
                    <a:pt x="36659" y="23055"/>
                    <a:pt x="36924" y="22846"/>
                  </a:cubicBezTo>
                  <a:cubicBezTo>
                    <a:pt x="37727" y="22206"/>
                    <a:pt x="38241" y="21337"/>
                    <a:pt x="38737" y="20497"/>
                  </a:cubicBezTo>
                  <a:cubicBezTo>
                    <a:pt x="39123" y="19846"/>
                    <a:pt x="39486" y="19501"/>
                    <a:pt x="39972" y="18989"/>
                  </a:cubicBezTo>
                  <a:cubicBezTo>
                    <a:pt x="40134" y="18818"/>
                    <a:pt x="40290" y="17845"/>
                    <a:pt x="40441" y="17687"/>
                  </a:cubicBezTo>
                  <a:cubicBezTo>
                    <a:pt x="40830" y="17279"/>
                    <a:pt x="40845" y="16917"/>
                    <a:pt x="41013" y="16557"/>
                  </a:cubicBezTo>
                  <a:cubicBezTo>
                    <a:pt x="40349" y="11590"/>
                    <a:pt x="38577" y="6970"/>
                    <a:pt x="35951" y="2953"/>
                  </a:cubicBezTo>
                  <a:cubicBezTo>
                    <a:pt x="35447" y="2694"/>
                    <a:pt x="34952" y="2351"/>
                    <a:pt x="34498" y="2351"/>
                  </a:cubicBezTo>
                  <a:cubicBezTo>
                    <a:pt x="34478" y="2351"/>
                    <a:pt x="34457" y="2351"/>
                    <a:pt x="34437" y="2353"/>
                  </a:cubicBezTo>
                  <a:cubicBezTo>
                    <a:pt x="34163" y="2369"/>
                    <a:pt x="33872" y="2432"/>
                    <a:pt x="33590" y="2492"/>
                  </a:cubicBezTo>
                  <a:cubicBezTo>
                    <a:pt x="33270" y="2560"/>
                    <a:pt x="32934" y="2624"/>
                    <a:pt x="32659" y="2624"/>
                  </a:cubicBezTo>
                  <a:cubicBezTo>
                    <a:pt x="32558" y="2624"/>
                    <a:pt x="32466" y="2616"/>
                    <a:pt x="32386" y="2596"/>
                  </a:cubicBezTo>
                  <a:cubicBezTo>
                    <a:pt x="32131" y="2531"/>
                    <a:pt x="31898" y="2325"/>
                    <a:pt x="31654" y="2107"/>
                  </a:cubicBezTo>
                  <a:cubicBezTo>
                    <a:pt x="31490" y="1964"/>
                    <a:pt x="31325" y="1817"/>
                    <a:pt x="31135" y="1690"/>
                  </a:cubicBezTo>
                  <a:lnTo>
                    <a:pt x="30807" y="1023"/>
                  </a:lnTo>
                  <a:lnTo>
                    <a:pt x="30466" y="1144"/>
                  </a:lnTo>
                  <a:cubicBezTo>
                    <a:pt x="29835" y="1367"/>
                    <a:pt x="29094" y="1375"/>
                    <a:pt x="28307" y="1386"/>
                  </a:cubicBezTo>
                  <a:cubicBezTo>
                    <a:pt x="27392" y="1396"/>
                    <a:pt x="26449" y="1946"/>
                    <a:pt x="25543" y="2288"/>
                  </a:cubicBezTo>
                  <a:cubicBezTo>
                    <a:pt x="24885" y="2539"/>
                    <a:pt x="24106" y="2859"/>
                    <a:pt x="23334" y="3343"/>
                  </a:cubicBezTo>
                  <a:cubicBezTo>
                    <a:pt x="22748" y="3702"/>
                    <a:pt x="22075" y="4138"/>
                    <a:pt x="21524" y="4656"/>
                  </a:cubicBezTo>
                  <a:cubicBezTo>
                    <a:pt x="21313" y="4862"/>
                    <a:pt x="21136" y="5153"/>
                    <a:pt x="20964" y="5434"/>
                  </a:cubicBezTo>
                  <a:cubicBezTo>
                    <a:pt x="20785" y="5728"/>
                    <a:pt x="20582" y="6062"/>
                    <a:pt x="20411" y="6160"/>
                  </a:cubicBezTo>
                  <a:cubicBezTo>
                    <a:pt x="20128" y="6326"/>
                    <a:pt x="19841" y="6414"/>
                    <a:pt x="19581" y="6414"/>
                  </a:cubicBezTo>
                  <a:cubicBezTo>
                    <a:pt x="19218" y="6414"/>
                    <a:pt x="18914" y="6239"/>
                    <a:pt x="18772" y="5945"/>
                  </a:cubicBezTo>
                  <a:cubicBezTo>
                    <a:pt x="18598" y="5582"/>
                    <a:pt x="18694" y="5112"/>
                    <a:pt x="19032" y="4686"/>
                  </a:cubicBezTo>
                  <a:cubicBezTo>
                    <a:pt x="19256" y="4404"/>
                    <a:pt x="19600" y="4117"/>
                    <a:pt x="19964" y="3814"/>
                  </a:cubicBezTo>
                  <a:cubicBezTo>
                    <a:pt x="20825" y="3097"/>
                    <a:pt x="21896" y="2206"/>
                    <a:pt x="21676" y="922"/>
                  </a:cubicBezTo>
                  <a:lnTo>
                    <a:pt x="21635" y="686"/>
                  </a:lnTo>
                  <a:lnTo>
                    <a:pt x="21410" y="607"/>
                  </a:lnTo>
                  <a:cubicBezTo>
                    <a:pt x="20418" y="261"/>
                    <a:pt x="19477" y="1"/>
                    <a:pt x="186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0" name="Google Shape;5160;p64"/>
            <p:cNvSpPr/>
            <p:nvPr/>
          </p:nvSpPr>
          <p:spPr>
            <a:xfrm>
              <a:off x="5833551" y="3372724"/>
              <a:ext cx="368351" cy="376163"/>
            </a:xfrm>
            <a:custGeom>
              <a:avLst/>
              <a:gdLst/>
              <a:ahLst/>
              <a:cxnLst/>
              <a:rect l="l" t="t" r="r" b="b"/>
              <a:pathLst>
                <a:path w="10704" h="10931" extrusionOk="0">
                  <a:moveTo>
                    <a:pt x="8473" y="1"/>
                  </a:moveTo>
                  <a:cubicBezTo>
                    <a:pt x="8276" y="1"/>
                    <a:pt x="8092" y="19"/>
                    <a:pt x="7931" y="71"/>
                  </a:cubicBezTo>
                  <a:cubicBezTo>
                    <a:pt x="7799" y="113"/>
                    <a:pt x="7683" y="150"/>
                    <a:pt x="7590" y="176"/>
                  </a:cubicBezTo>
                  <a:cubicBezTo>
                    <a:pt x="5249" y="871"/>
                    <a:pt x="4040" y="2725"/>
                    <a:pt x="3016" y="4732"/>
                  </a:cubicBezTo>
                  <a:cubicBezTo>
                    <a:pt x="2898" y="4966"/>
                    <a:pt x="2634" y="5333"/>
                    <a:pt x="2330" y="5756"/>
                  </a:cubicBezTo>
                  <a:cubicBezTo>
                    <a:pt x="1348" y="7126"/>
                    <a:pt x="1" y="9003"/>
                    <a:pt x="769" y="10197"/>
                  </a:cubicBezTo>
                  <a:cubicBezTo>
                    <a:pt x="1013" y="10578"/>
                    <a:pt x="1877" y="10826"/>
                    <a:pt x="2586" y="10931"/>
                  </a:cubicBezTo>
                  <a:cubicBezTo>
                    <a:pt x="5976" y="7967"/>
                    <a:pt x="8753" y="4317"/>
                    <a:pt x="10703" y="202"/>
                  </a:cubicBezTo>
                  <a:lnTo>
                    <a:pt x="10536" y="169"/>
                  </a:lnTo>
                  <a:cubicBezTo>
                    <a:pt x="10416" y="145"/>
                    <a:pt x="10282" y="134"/>
                    <a:pt x="10135" y="134"/>
                  </a:cubicBezTo>
                  <a:cubicBezTo>
                    <a:pt x="9614" y="134"/>
                    <a:pt x="8998" y="1"/>
                    <a:pt x="84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1" name="Google Shape;5161;p64"/>
            <p:cNvSpPr/>
            <p:nvPr/>
          </p:nvSpPr>
          <p:spPr>
            <a:xfrm>
              <a:off x="4776674" y="2938335"/>
              <a:ext cx="765781" cy="808763"/>
            </a:xfrm>
            <a:custGeom>
              <a:avLst/>
              <a:gdLst/>
              <a:ahLst/>
              <a:cxnLst/>
              <a:rect l="l" t="t" r="r" b="b"/>
              <a:pathLst>
                <a:path w="22253" h="23502" extrusionOk="0">
                  <a:moveTo>
                    <a:pt x="5022" y="0"/>
                  </a:moveTo>
                  <a:cubicBezTo>
                    <a:pt x="4125" y="0"/>
                    <a:pt x="3079" y="521"/>
                    <a:pt x="2739" y="1136"/>
                  </a:cubicBezTo>
                  <a:cubicBezTo>
                    <a:pt x="2333" y="1860"/>
                    <a:pt x="2074" y="2763"/>
                    <a:pt x="1821" y="3636"/>
                  </a:cubicBezTo>
                  <a:cubicBezTo>
                    <a:pt x="1639" y="4267"/>
                    <a:pt x="1468" y="4861"/>
                    <a:pt x="1250" y="5377"/>
                  </a:cubicBezTo>
                  <a:cubicBezTo>
                    <a:pt x="296" y="7633"/>
                    <a:pt x="1" y="10044"/>
                    <a:pt x="2706" y="11544"/>
                  </a:cubicBezTo>
                  <a:cubicBezTo>
                    <a:pt x="3360" y="11900"/>
                    <a:pt x="4108" y="11985"/>
                    <a:pt x="4831" y="11985"/>
                  </a:cubicBezTo>
                  <a:cubicBezTo>
                    <a:pt x="5501" y="11985"/>
                    <a:pt x="6148" y="11912"/>
                    <a:pt x="6680" y="11912"/>
                  </a:cubicBezTo>
                  <a:cubicBezTo>
                    <a:pt x="6825" y="11912"/>
                    <a:pt x="6962" y="11918"/>
                    <a:pt x="7088" y="11932"/>
                  </a:cubicBezTo>
                  <a:cubicBezTo>
                    <a:pt x="8287" y="12072"/>
                    <a:pt x="9172" y="12368"/>
                    <a:pt x="9597" y="13355"/>
                  </a:cubicBezTo>
                  <a:cubicBezTo>
                    <a:pt x="10044" y="14404"/>
                    <a:pt x="9750" y="15725"/>
                    <a:pt x="9464" y="17004"/>
                  </a:cubicBezTo>
                  <a:cubicBezTo>
                    <a:pt x="9282" y="17810"/>
                    <a:pt x="9112" y="18571"/>
                    <a:pt x="9107" y="19295"/>
                  </a:cubicBezTo>
                  <a:cubicBezTo>
                    <a:pt x="9093" y="20675"/>
                    <a:pt x="9361" y="21592"/>
                    <a:pt x="9949" y="22188"/>
                  </a:cubicBezTo>
                  <a:cubicBezTo>
                    <a:pt x="10466" y="22708"/>
                    <a:pt x="11225" y="23501"/>
                    <a:pt x="12267" y="23501"/>
                  </a:cubicBezTo>
                  <a:cubicBezTo>
                    <a:pt x="12283" y="23501"/>
                    <a:pt x="12301" y="23502"/>
                    <a:pt x="12318" y="23502"/>
                  </a:cubicBezTo>
                  <a:cubicBezTo>
                    <a:pt x="12691" y="23502"/>
                    <a:pt x="13310" y="23472"/>
                    <a:pt x="13730" y="23416"/>
                  </a:cubicBezTo>
                  <a:cubicBezTo>
                    <a:pt x="16448" y="23065"/>
                    <a:pt x="16684" y="20417"/>
                    <a:pt x="16891" y="18555"/>
                  </a:cubicBezTo>
                  <a:cubicBezTo>
                    <a:pt x="16992" y="17659"/>
                    <a:pt x="17098" y="16733"/>
                    <a:pt x="17455" y="16003"/>
                  </a:cubicBezTo>
                  <a:cubicBezTo>
                    <a:pt x="17768" y="15371"/>
                    <a:pt x="17791" y="14686"/>
                    <a:pt x="18075" y="14025"/>
                  </a:cubicBezTo>
                  <a:cubicBezTo>
                    <a:pt x="18628" y="12738"/>
                    <a:pt x="19200" y="11406"/>
                    <a:pt x="19954" y="10327"/>
                  </a:cubicBezTo>
                  <a:cubicBezTo>
                    <a:pt x="20160" y="10030"/>
                    <a:pt x="20450" y="9760"/>
                    <a:pt x="20757" y="9477"/>
                  </a:cubicBezTo>
                  <a:cubicBezTo>
                    <a:pt x="21456" y="8826"/>
                    <a:pt x="22252" y="8088"/>
                    <a:pt x="22096" y="6837"/>
                  </a:cubicBezTo>
                  <a:cubicBezTo>
                    <a:pt x="21848" y="4859"/>
                    <a:pt x="19006" y="4457"/>
                    <a:pt x="17126" y="4189"/>
                  </a:cubicBezTo>
                  <a:cubicBezTo>
                    <a:pt x="16801" y="4144"/>
                    <a:pt x="16494" y="4100"/>
                    <a:pt x="16248" y="4055"/>
                  </a:cubicBezTo>
                  <a:cubicBezTo>
                    <a:pt x="15860" y="3981"/>
                    <a:pt x="15469" y="3882"/>
                    <a:pt x="15055" y="3777"/>
                  </a:cubicBezTo>
                  <a:cubicBezTo>
                    <a:pt x="14425" y="3617"/>
                    <a:pt x="13774" y="3450"/>
                    <a:pt x="13130" y="3384"/>
                  </a:cubicBezTo>
                  <a:lnTo>
                    <a:pt x="12729" y="3285"/>
                  </a:lnTo>
                  <a:cubicBezTo>
                    <a:pt x="12463" y="3194"/>
                    <a:pt x="12154" y="3150"/>
                    <a:pt x="11785" y="3150"/>
                  </a:cubicBezTo>
                  <a:cubicBezTo>
                    <a:pt x="11262" y="3150"/>
                    <a:pt x="10676" y="3243"/>
                    <a:pt x="10109" y="3330"/>
                  </a:cubicBezTo>
                  <a:cubicBezTo>
                    <a:pt x="9537" y="3420"/>
                    <a:pt x="8946" y="3512"/>
                    <a:pt x="8416" y="3512"/>
                  </a:cubicBezTo>
                  <a:cubicBezTo>
                    <a:pt x="7338" y="3512"/>
                    <a:pt x="6763" y="3120"/>
                    <a:pt x="6492" y="2204"/>
                  </a:cubicBezTo>
                  <a:cubicBezTo>
                    <a:pt x="6453" y="2078"/>
                    <a:pt x="6470" y="1892"/>
                    <a:pt x="6485" y="1698"/>
                  </a:cubicBezTo>
                  <a:cubicBezTo>
                    <a:pt x="6516" y="1303"/>
                    <a:pt x="6559" y="763"/>
                    <a:pt x="6119" y="368"/>
                  </a:cubicBezTo>
                  <a:cubicBezTo>
                    <a:pt x="5844" y="126"/>
                    <a:pt x="5465" y="0"/>
                    <a:pt x="50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2" name="Google Shape;5162;p64"/>
            <p:cNvSpPr/>
            <p:nvPr/>
          </p:nvSpPr>
          <p:spPr>
            <a:xfrm>
              <a:off x="4280549" y="1798421"/>
              <a:ext cx="730474" cy="900231"/>
            </a:xfrm>
            <a:custGeom>
              <a:avLst/>
              <a:gdLst/>
              <a:ahLst/>
              <a:cxnLst/>
              <a:rect l="l" t="t" r="r" b="b"/>
              <a:pathLst>
                <a:path w="21227" h="26160" extrusionOk="0">
                  <a:moveTo>
                    <a:pt x="17547" y="1"/>
                  </a:moveTo>
                  <a:cubicBezTo>
                    <a:pt x="10489" y="1879"/>
                    <a:pt x="4361" y="6049"/>
                    <a:pt x="1" y="11662"/>
                  </a:cubicBezTo>
                  <a:lnTo>
                    <a:pt x="732" y="11344"/>
                  </a:lnTo>
                  <a:cubicBezTo>
                    <a:pt x="978" y="11237"/>
                    <a:pt x="1239" y="11184"/>
                    <a:pt x="1513" y="11184"/>
                  </a:cubicBezTo>
                  <a:cubicBezTo>
                    <a:pt x="2000" y="11184"/>
                    <a:pt x="2526" y="11351"/>
                    <a:pt x="3069" y="11683"/>
                  </a:cubicBezTo>
                  <a:cubicBezTo>
                    <a:pt x="3396" y="11879"/>
                    <a:pt x="3769" y="12063"/>
                    <a:pt x="4164" y="12258"/>
                  </a:cubicBezTo>
                  <a:cubicBezTo>
                    <a:pt x="5475" y="12903"/>
                    <a:pt x="6962" y="13636"/>
                    <a:pt x="7038" y="15017"/>
                  </a:cubicBezTo>
                  <a:cubicBezTo>
                    <a:pt x="7077" y="15718"/>
                    <a:pt x="6776" y="16338"/>
                    <a:pt x="6457" y="16992"/>
                  </a:cubicBezTo>
                  <a:cubicBezTo>
                    <a:pt x="6069" y="17790"/>
                    <a:pt x="5629" y="18694"/>
                    <a:pt x="5810" y="19837"/>
                  </a:cubicBezTo>
                  <a:cubicBezTo>
                    <a:pt x="6006" y="21057"/>
                    <a:pt x="7035" y="24518"/>
                    <a:pt x="8301" y="25446"/>
                  </a:cubicBezTo>
                  <a:cubicBezTo>
                    <a:pt x="8962" y="25939"/>
                    <a:pt x="10327" y="26160"/>
                    <a:pt x="11386" y="26160"/>
                  </a:cubicBezTo>
                  <a:cubicBezTo>
                    <a:pt x="12005" y="26160"/>
                    <a:pt x="12851" y="26090"/>
                    <a:pt x="13366" y="25749"/>
                  </a:cubicBezTo>
                  <a:cubicBezTo>
                    <a:pt x="14170" y="25212"/>
                    <a:pt x="14441" y="23992"/>
                    <a:pt x="14656" y="23013"/>
                  </a:cubicBezTo>
                  <a:cubicBezTo>
                    <a:pt x="14715" y="22749"/>
                    <a:pt x="14770" y="22499"/>
                    <a:pt x="14829" y="22302"/>
                  </a:cubicBezTo>
                  <a:cubicBezTo>
                    <a:pt x="15110" y="21332"/>
                    <a:pt x="15445" y="20311"/>
                    <a:pt x="15989" y="19399"/>
                  </a:cubicBezTo>
                  <a:cubicBezTo>
                    <a:pt x="16260" y="18928"/>
                    <a:pt x="16633" y="18534"/>
                    <a:pt x="17031" y="18120"/>
                  </a:cubicBezTo>
                  <a:cubicBezTo>
                    <a:pt x="17429" y="17703"/>
                    <a:pt x="18381" y="17272"/>
                    <a:pt x="18687" y="16745"/>
                  </a:cubicBezTo>
                  <a:cubicBezTo>
                    <a:pt x="19396" y="15535"/>
                    <a:pt x="19271" y="14188"/>
                    <a:pt x="19146" y="12881"/>
                  </a:cubicBezTo>
                  <a:cubicBezTo>
                    <a:pt x="19032" y="11686"/>
                    <a:pt x="18927" y="10556"/>
                    <a:pt x="19471" y="9635"/>
                  </a:cubicBezTo>
                  <a:cubicBezTo>
                    <a:pt x="19701" y="9247"/>
                    <a:pt x="19395" y="8893"/>
                    <a:pt x="19622" y="8551"/>
                  </a:cubicBezTo>
                  <a:cubicBezTo>
                    <a:pt x="20362" y="7433"/>
                    <a:pt x="21061" y="6378"/>
                    <a:pt x="21139" y="4675"/>
                  </a:cubicBezTo>
                  <a:cubicBezTo>
                    <a:pt x="21227" y="2669"/>
                    <a:pt x="20018" y="1101"/>
                    <a:pt x="175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3" name="Google Shape;5163;p64"/>
            <p:cNvSpPr/>
            <p:nvPr/>
          </p:nvSpPr>
          <p:spPr>
            <a:xfrm>
              <a:off x="4800247" y="2939436"/>
              <a:ext cx="729545" cy="784984"/>
            </a:xfrm>
            <a:custGeom>
              <a:avLst/>
              <a:gdLst/>
              <a:ahLst/>
              <a:cxnLst/>
              <a:rect l="l" t="t" r="r" b="b"/>
              <a:pathLst>
                <a:path w="21200" h="22811" extrusionOk="0">
                  <a:moveTo>
                    <a:pt x="15491" y="4420"/>
                  </a:moveTo>
                  <a:cubicBezTo>
                    <a:pt x="14471" y="4229"/>
                    <a:pt x="13403" y="3856"/>
                    <a:pt x="12376" y="3753"/>
                  </a:cubicBezTo>
                  <a:lnTo>
                    <a:pt x="11931" y="3642"/>
                  </a:lnTo>
                  <a:cubicBezTo>
                    <a:pt x="10095" y="3009"/>
                    <a:pt x="6312" y="5295"/>
                    <a:pt x="5422" y="2289"/>
                  </a:cubicBezTo>
                  <a:cubicBezTo>
                    <a:pt x="5267" y="1771"/>
                    <a:pt x="5640" y="1061"/>
                    <a:pt x="5171" y="641"/>
                  </a:cubicBezTo>
                  <a:cubicBezTo>
                    <a:pt x="4442" y="1"/>
                    <a:pt x="2787" y="624"/>
                    <a:pt x="2413" y="1303"/>
                  </a:cubicBezTo>
                  <a:cubicBezTo>
                    <a:pt x="1749" y="2485"/>
                    <a:pt x="1482" y="4230"/>
                    <a:pt x="944" y="5503"/>
                  </a:cubicBezTo>
                  <a:cubicBezTo>
                    <a:pt x="0" y="7734"/>
                    <a:pt x="88" y="9014"/>
                    <a:pt x="2489" y="10346"/>
                  </a:cubicBezTo>
                  <a:cubicBezTo>
                    <a:pt x="3699" y="11003"/>
                    <a:pt x="5122" y="11352"/>
                    <a:pt x="6457" y="11497"/>
                  </a:cubicBezTo>
                  <a:cubicBezTo>
                    <a:pt x="7592" y="11630"/>
                    <a:pt x="8751" y="11908"/>
                    <a:pt x="9291" y="13165"/>
                  </a:cubicBezTo>
                  <a:cubicBezTo>
                    <a:pt x="10079" y="15006"/>
                    <a:pt x="8850" y="17404"/>
                    <a:pt x="8831" y="19267"/>
                  </a:cubicBezTo>
                  <a:cubicBezTo>
                    <a:pt x="8806" y="21980"/>
                    <a:pt x="9914" y="22811"/>
                    <a:pt x="12723" y="22442"/>
                  </a:cubicBezTo>
                  <a:cubicBezTo>
                    <a:pt x="16335" y="21976"/>
                    <a:pt x="14972" y="18161"/>
                    <a:pt x="16138" y="15793"/>
                  </a:cubicBezTo>
                  <a:cubicBezTo>
                    <a:pt x="17046" y="13951"/>
                    <a:pt x="17762" y="11743"/>
                    <a:pt x="18937" y="10063"/>
                  </a:cubicBezTo>
                  <a:cubicBezTo>
                    <a:pt x="19665" y="9013"/>
                    <a:pt x="21200" y="8388"/>
                    <a:pt x="21008" y="6855"/>
                  </a:cubicBezTo>
                  <a:cubicBezTo>
                    <a:pt x="20761" y="4870"/>
                    <a:pt x="17089" y="4717"/>
                    <a:pt x="15491" y="442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4" name="Google Shape;5164;p64"/>
            <p:cNvSpPr/>
            <p:nvPr/>
          </p:nvSpPr>
          <p:spPr>
            <a:xfrm>
              <a:off x="4300096" y="1805166"/>
              <a:ext cx="697335" cy="888015"/>
            </a:xfrm>
            <a:custGeom>
              <a:avLst/>
              <a:gdLst/>
              <a:ahLst/>
              <a:cxnLst/>
              <a:rect l="l" t="t" r="r" b="b"/>
              <a:pathLst>
                <a:path w="20264" h="25805" extrusionOk="0">
                  <a:moveTo>
                    <a:pt x="17226" y="16341"/>
                  </a:moveTo>
                  <a:cubicBezTo>
                    <a:pt x="18504" y="14166"/>
                    <a:pt x="16779" y="11317"/>
                    <a:pt x="18013" y="9231"/>
                  </a:cubicBezTo>
                  <a:cubicBezTo>
                    <a:pt x="18998" y="7556"/>
                    <a:pt x="20069" y="6540"/>
                    <a:pt x="20164" y="4458"/>
                  </a:cubicBezTo>
                  <a:cubicBezTo>
                    <a:pt x="20264" y="2195"/>
                    <a:pt x="18533" y="852"/>
                    <a:pt x="16413" y="1"/>
                  </a:cubicBezTo>
                  <a:cubicBezTo>
                    <a:pt x="14670" y="497"/>
                    <a:pt x="12967" y="1134"/>
                    <a:pt x="11323" y="1922"/>
                  </a:cubicBezTo>
                  <a:cubicBezTo>
                    <a:pt x="6916" y="4008"/>
                    <a:pt x="3062" y="7055"/>
                    <a:pt x="0" y="10776"/>
                  </a:cubicBezTo>
                  <a:cubicBezTo>
                    <a:pt x="798" y="10431"/>
                    <a:pt x="1734" y="10546"/>
                    <a:pt x="2707" y="11140"/>
                  </a:cubicBezTo>
                  <a:cubicBezTo>
                    <a:pt x="4158" y="12008"/>
                    <a:pt x="6760" y="12735"/>
                    <a:pt x="6872" y="14798"/>
                  </a:cubicBezTo>
                  <a:cubicBezTo>
                    <a:pt x="6970" y="16526"/>
                    <a:pt x="5339" y="17673"/>
                    <a:pt x="5639" y="19575"/>
                  </a:cubicBezTo>
                  <a:cubicBezTo>
                    <a:pt x="5850" y="20883"/>
                    <a:pt x="6880" y="24122"/>
                    <a:pt x="7972" y="24922"/>
                  </a:cubicBezTo>
                  <a:cubicBezTo>
                    <a:pt x="8858" y="25585"/>
                    <a:pt x="11675" y="25804"/>
                    <a:pt x="12568" y="25213"/>
                  </a:cubicBezTo>
                  <a:cubicBezTo>
                    <a:pt x="13437" y="24634"/>
                    <a:pt x="13598" y="22909"/>
                    <a:pt x="13867" y="21989"/>
                  </a:cubicBezTo>
                  <a:cubicBezTo>
                    <a:pt x="14169" y="20954"/>
                    <a:pt x="14512" y="19924"/>
                    <a:pt x="15065" y="18997"/>
                  </a:cubicBezTo>
                  <a:cubicBezTo>
                    <a:pt x="15648" y="17981"/>
                    <a:pt x="16654" y="17327"/>
                    <a:pt x="17226" y="1634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5" name="Google Shape;5165;p64"/>
            <p:cNvSpPr/>
            <p:nvPr/>
          </p:nvSpPr>
          <p:spPr>
            <a:xfrm>
              <a:off x="4013405" y="2262680"/>
              <a:ext cx="708381" cy="1513565"/>
            </a:xfrm>
            <a:custGeom>
              <a:avLst/>
              <a:gdLst/>
              <a:ahLst/>
              <a:cxnLst/>
              <a:rect l="l" t="t" r="r" b="b"/>
              <a:pathLst>
                <a:path w="20585" h="43983" extrusionOk="0">
                  <a:moveTo>
                    <a:pt x="13935" y="29258"/>
                  </a:moveTo>
                  <a:cubicBezTo>
                    <a:pt x="11951" y="28401"/>
                    <a:pt x="9856" y="27478"/>
                    <a:pt x="8024" y="26376"/>
                  </a:cubicBezTo>
                  <a:cubicBezTo>
                    <a:pt x="7489" y="26045"/>
                    <a:pt x="5872" y="25282"/>
                    <a:pt x="5815" y="24610"/>
                  </a:cubicBezTo>
                  <a:cubicBezTo>
                    <a:pt x="5733" y="23624"/>
                    <a:pt x="8131" y="23204"/>
                    <a:pt x="8862" y="22980"/>
                  </a:cubicBezTo>
                  <a:cubicBezTo>
                    <a:pt x="9887" y="22659"/>
                    <a:pt x="10646" y="22509"/>
                    <a:pt x="11432" y="21788"/>
                  </a:cubicBezTo>
                  <a:cubicBezTo>
                    <a:pt x="12391" y="20917"/>
                    <a:pt x="12998" y="19715"/>
                    <a:pt x="14005" y="18875"/>
                  </a:cubicBezTo>
                  <a:cubicBezTo>
                    <a:pt x="15717" y="17449"/>
                    <a:pt x="18854" y="16518"/>
                    <a:pt x="16529" y="14202"/>
                  </a:cubicBezTo>
                  <a:cubicBezTo>
                    <a:pt x="15759" y="13434"/>
                    <a:pt x="15057" y="12558"/>
                    <a:pt x="14145" y="11929"/>
                  </a:cubicBezTo>
                  <a:cubicBezTo>
                    <a:pt x="13560" y="11516"/>
                    <a:pt x="12739" y="10711"/>
                    <a:pt x="12134" y="10429"/>
                  </a:cubicBezTo>
                  <a:cubicBezTo>
                    <a:pt x="10457" y="9694"/>
                    <a:pt x="10596" y="12048"/>
                    <a:pt x="9780" y="12877"/>
                  </a:cubicBezTo>
                  <a:cubicBezTo>
                    <a:pt x="8353" y="14305"/>
                    <a:pt x="5581" y="13754"/>
                    <a:pt x="6359" y="11471"/>
                  </a:cubicBezTo>
                  <a:cubicBezTo>
                    <a:pt x="6924" y="9826"/>
                    <a:pt x="7790" y="7898"/>
                    <a:pt x="9575" y="7806"/>
                  </a:cubicBezTo>
                  <a:cubicBezTo>
                    <a:pt x="9993" y="7785"/>
                    <a:pt x="10991" y="7637"/>
                    <a:pt x="11366" y="7851"/>
                  </a:cubicBezTo>
                  <a:cubicBezTo>
                    <a:pt x="11630" y="7997"/>
                    <a:pt x="11810" y="8610"/>
                    <a:pt x="11993" y="8698"/>
                  </a:cubicBezTo>
                  <a:cubicBezTo>
                    <a:pt x="12633" y="9032"/>
                    <a:pt x="13099" y="8837"/>
                    <a:pt x="13348" y="7823"/>
                  </a:cubicBezTo>
                  <a:cubicBezTo>
                    <a:pt x="13683" y="6486"/>
                    <a:pt x="11313" y="5004"/>
                    <a:pt x="10197" y="4128"/>
                  </a:cubicBezTo>
                  <a:cubicBezTo>
                    <a:pt x="8836" y="3061"/>
                    <a:pt x="6106" y="2022"/>
                    <a:pt x="6485" y="0"/>
                  </a:cubicBezTo>
                  <a:cubicBezTo>
                    <a:pt x="5508" y="1456"/>
                    <a:pt x="4630" y="2967"/>
                    <a:pt x="3891" y="4574"/>
                  </a:cubicBezTo>
                  <a:cubicBezTo>
                    <a:pt x="3891" y="4574"/>
                    <a:pt x="3891" y="4577"/>
                    <a:pt x="3888" y="4577"/>
                  </a:cubicBezTo>
                  <a:cubicBezTo>
                    <a:pt x="671" y="11566"/>
                    <a:pt x="1" y="19498"/>
                    <a:pt x="2009" y="26923"/>
                  </a:cubicBezTo>
                  <a:cubicBezTo>
                    <a:pt x="2026" y="26983"/>
                    <a:pt x="2046" y="27039"/>
                    <a:pt x="2058" y="27099"/>
                  </a:cubicBezTo>
                  <a:cubicBezTo>
                    <a:pt x="2251" y="27210"/>
                    <a:pt x="2463" y="27315"/>
                    <a:pt x="2723" y="27403"/>
                  </a:cubicBezTo>
                  <a:cubicBezTo>
                    <a:pt x="4167" y="27942"/>
                    <a:pt x="5633" y="28402"/>
                    <a:pt x="7069" y="29010"/>
                  </a:cubicBezTo>
                  <a:cubicBezTo>
                    <a:pt x="8934" y="29807"/>
                    <a:pt x="8937" y="29895"/>
                    <a:pt x="9003" y="31882"/>
                  </a:cubicBezTo>
                  <a:cubicBezTo>
                    <a:pt x="9061" y="33666"/>
                    <a:pt x="9241" y="35475"/>
                    <a:pt x="9121" y="37269"/>
                  </a:cubicBezTo>
                  <a:cubicBezTo>
                    <a:pt x="9061" y="38066"/>
                    <a:pt x="8871" y="38853"/>
                    <a:pt x="8658" y="39628"/>
                  </a:cubicBezTo>
                  <a:cubicBezTo>
                    <a:pt x="10004" y="41219"/>
                    <a:pt x="11505" y="42670"/>
                    <a:pt x="13135" y="43982"/>
                  </a:cubicBezTo>
                  <a:cubicBezTo>
                    <a:pt x="13603" y="43198"/>
                    <a:pt x="14021" y="42437"/>
                    <a:pt x="14311" y="42015"/>
                  </a:cubicBezTo>
                  <a:cubicBezTo>
                    <a:pt x="15222" y="40663"/>
                    <a:pt x="16090" y="39168"/>
                    <a:pt x="17171" y="37952"/>
                  </a:cubicBezTo>
                  <a:cubicBezTo>
                    <a:pt x="18330" y="36635"/>
                    <a:pt x="20584" y="34912"/>
                    <a:pt x="20407" y="32920"/>
                  </a:cubicBezTo>
                  <a:cubicBezTo>
                    <a:pt x="20222" y="30856"/>
                    <a:pt x="15471" y="29924"/>
                    <a:pt x="13935" y="2925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6" name="Google Shape;5166;p64"/>
            <p:cNvSpPr/>
            <p:nvPr/>
          </p:nvSpPr>
          <p:spPr>
            <a:xfrm>
              <a:off x="4919452" y="2176718"/>
              <a:ext cx="1376397" cy="1324021"/>
            </a:xfrm>
            <a:custGeom>
              <a:avLst/>
              <a:gdLst/>
              <a:ahLst/>
              <a:cxnLst/>
              <a:rect l="l" t="t" r="r" b="b"/>
              <a:pathLst>
                <a:path w="39997" h="38475" extrusionOk="0">
                  <a:moveTo>
                    <a:pt x="39262" y="12288"/>
                  </a:moveTo>
                  <a:lnTo>
                    <a:pt x="39262" y="12276"/>
                  </a:lnTo>
                  <a:cubicBezTo>
                    <a:pt x="38409" y="9129"/>
                    <a:pt x="37107" y="6173"/>
                    <a:pt x="35431" y="3468"/>
                  </a:cubicBezTo>
                  <a:cubicBezTo>
                    <a:pt x="34826" y="3274"/>
                    <a:pt x="34207" y="3174"/>
                    <a:pt x="33585" y="3220"/>
                  </a:cubicBezTo>
                  <a:cubicBezTo>
                    <a:pt x="32917" y="3259"/>
                    <a:pt x="32075" y="3619"/>
                    <a:pt x="31408" y="3451"/>
                  </a:cubicBezTo>
                  <a:cubicBezTo>
                    <a:pt x="30830" y="3304"/>
                    <a:pt x="30454" y="2729"/>
                    <a:pt x="29945" y="2437"/>
                  </a:cubicBezTo>
                  <a:lnTo>
                    <a:pt x="29726" y="1989"/>
                  </a:lnTo>
                  <a:cubicBezTo>
                    <a:pt x="28277" y="2503"/>
                    <a:pt x="26418" y="1982"/>
                    <a:pt x="24810" y="2590"/>
                  </a:cubicBezTo>
                  <a:cubicBezTo>
                    <a:pt x="24053" y="2879"/>
                    <a:pt x="23355" y="3182"/>
                    <a:pt x="22668" y="3613"/>
                  </a:cubicBezTo>
                  <a:cubicBezTo>
                    <a:pt x="22074" y="3977"/>
                    <a:pt x="21443" y="4387"/>
                    <a:pt x="20931" y="4870"/>
                  </a:cubicBezTo>
                  <a:cubicBezTo>
                    <a:pt x="20523" y="5268"/>
                    <a:pt x="20192" y="6173"/>
                    <a:pt x="19739" y="6434"/>
                  </a:cubicBezTo>
                  <a:cubicBezTo>
                    <a:pt x="18043" y="7433"/>
                    <a:pt x="16672" y="5828"/>
                    <a:pt x="17838" y="4359"/>
                  </a:cubicBezTo>
                  <a:cubicBezTo>
                    <a:pt x="18643" y="3342"/>
                    <a:pt x="20662" y="2440"/>
                    <a:pt x="20399" y="918"/>
                  </a:cubicBezTo>
                  <a:cubicBezTo>
                    <a:pt x="17778" y="1"/>
                    <a:pt x="15652" y="926"/>
                    <a:pt x="15658" y="3638"/>
                  </a:cubicBezTo>
                  <a:cubicBezTo>
                    <a:pt x="15667" y="5313"/>
                    <a:pt x="15323" y="6892"/>
                    <a:pt x="15331" y="8560"/>
                  </a:cubicBezTo>
                  <a:cubicBezTo>
                    <a:pt x="15336" y="9578"/>
                    <a:pt x="15593" y="10312"/>
                    <a:pt x="14587" y="10645"/>
                  </a:cubicBezTo>
                  <a:cubicBezTo>
                    <a:pt x="13411" y="11023"/>
                    <a:pt x="12966" y="10214"/>
                    <a:pt x="12412" y="9379"/>
                  </a:cubicBezTo>
                  <a:cubicBezTo>
                    <a:pt x="11685" y="8279"/>
                    <a:pt x="11231" y="6792"/>
                    <a:pt x="9666" y="7133"/>
                  </a:cubicBezTo>
                  <a:cubicBezTo>
                    <a:pt x="7787" y="7552"/>
                    <a:pt x="7032" y="10096"/>
                    <a:pt x="6026" y="11439"/>
                  </a:cubicBezTo>
                  <a:cubicBezTo>
                    <a:pt x="5367" y="12324"/>
                    <a:pt x="4497" y="13083"/>
                    <a:pt x="4040" y="14068"/>
                  </a:cubicBezTo>
                  <a:cubicBezTo>
                    <a:pt x="3830" y="14513"/>
                    <a:pt x="3873" y="15373"/>
                    <a:pt x="3294" y="15514"/>
                  </a:cubicBezTo>
                  <a:cubicBezTo>
                    <a:pt x="2563" y="15695"/>
                    <a:pt x="2348" y="14744"/>
                    <a:pt x="1714" y="14614"/>
                  </a:cubicBezTo>
                  <a:cubicBezTo>
                    <a:pt x="223" y="14345"/>
                    <a:pt x="1" y="16397"/>
                    <a:pt x="157" y="17489"/>
                  </a:cubicBezTo>
                  <a:cubicBezTo>
                    <a:pt x="747" y="21737"/>
                    <a:pt x="4252" y="22786"/>
                    <a:pt x="7911" y="24064"/>
                  </a:cubicBezTo>
                  <a:cubicBezTo>
                    <a:pt x="10368" y="24921"/>
                    <a:pt x="12857" y="24861"/>
                    <a:pt x="15287" y="26020"/>
                  </a:cubicBezTo>
                  <a:cubicBezTo>
                    <a:pt x="16366" y="26522"/>
                    <a:pt x="17474" y="27060"/>
                    <a:pt x="18293" y="27904"/>
                  </a:cubicBezTo>
                  <a:cubicBezTo>
                    <a:pt x="18618" y="28249"/>
                    <a:pt x="19480" y="28930"/>
                    <a:pt x="19651" y="29341"/>
                  </a:cubicBezTo>
                  <a:cubicBezTo>
                    <a:pt x="20179" y="30598"/>
                    <a:pt x="19212" y="32690"/>
                    <a:pt x="21647" y="32646"/>
                  </a:cubicBezTo>
                  <a:cubicBezTo>
                    <a:pt x="24094" y="32601"/>
                    <a:pt x="22996" y="29336"/>
                    <a:pt x="24207" y="28178"/>
                  </a:cubicBezTo>
                  <a:cubicBezTo>
                    <a:pt x="25025" y="27404"/>
                    <a:pt x="25775" y="28091"/>
                    <a:pt x="26415" y="28927"/>
                  </a:cubicBezTo>
                  <a:cubicBezTo>
                    <a:pt x="27012" y="29731"/>
                    <a:pt x="26957" y="29979"/>
                    <a:pt x="26817" y="30918"/>
                  </a:cubicBezTo>
                  <a:cubicBezTo>
                    <a:pt x="26605" y="32390"/>
                    <a:pt x="26858" y="33987"/>
                    <a:pt x="28058" y="35107"/>
                  </a:cubicBezTo>
                  <a:cubicBezTo>
                    <a:pt x="31655" y="38475"/>
                    <a:pt x="29516" y="30086"/>
                    <a:pt x="29739" y="28836"/>
                  </a:cubicBezTo>
                  <a:cubicBezTo>
                    <a:pt x="30033" y="27218"/>
                    <a:pt x="31768" y="25433"/>
                    <a:pt x="32719" y="24109"/>
                  </a:cubicBezTo>
                  <a:cubicBezTo>
                    <a:pt x="33442" y="23094"/>
                    <a:pt x="34311" y="22656"/>
                    <a:pt x="35252" y="21911"/>
                  </a:cubicBezTo>
                  <a:cubicBezTo>
                    <a:pt x="36586" y="20848"/>
                    <a:pt x="37086" y="19061"/>
                    <a:pt x="38258" y="17824"/>
                  </a:cubicBezTo>
                  <a:cubicBezTo>
                    <a:pt x="38949" y="17095"/>
                    <a:pt x="39528" y="16519"/>
                    <a:pt x="39996" y="15939"/>
                  </a:cubicBezTo>
                  <a:cubicBezTo>
                    <a:pt x="39815" y="14710"/>
                    <a:pt x="39584" y="13495"/>
                    <a:pt x="39262" y="1228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7" name="Google Shape;5167;p64"/>
            <p:cNvSpPr/>
            <p:nvPr/>
          </p:nvSpPr>
          <p:spPr>
            <a:xfrm>
              <a:off x="5861597" y="3386936"/>
              <a:ext cx="331943" cy="349321"/>
            </a:xfrm>
            <a:custGeom>
              <a:avLst/>
              <a:gdLst/>
              <a:ahLst/>
              <a:cxnLst/>
              <a:rect l="l" t="t" r="r" b="b"/>
              <a:pathLst>
                <a:path w="9646" h="10151" extrusionOk="0">
                  <a:moveTo>
                    <a:pt x="6890" y="692"/>
                  </a:moveTo>
                  <a:cubicBezTo>
                    <a:pt x="4710" y="1340"/>
                    <a:pt x="4119" y="2506"/>
                    <a:pt x="3103" y="4503"/>
                  </a:cubicBezTo>
                  <a:cubicBezTo>
                    <a:pt x="2588" y="5520"/>
                    <a:pt x="1" y="8269"/>
                    <a:pt x="835" y="9566"/>
                  </a:cubicBezTo>
                  <a:cubicBezTo>
                    <a:pt x="1062" y="9920"/>
                    <a:pt x="1527" y="10092"/>
                    <a:pt x="2071" y="10151"/>
                  </a:cubicBezTo>
                  <a:cubicBezTo>
                    <a:pt x="5201" y="7353"/>
                    <a:pt x="7780" y="3974"/>
                    <a:pt x="9645" y="155"/>
                  </a:cubicBezTo>
                  <a:cubicBezTo>
                    <a:pt x="8845" y="0"/>
                    <a:pt x="7436" y="537"/>
                    <a:pt x="6890" y="69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8" name="Google Shape;5168;p64"/>
            <p:cNvSpPr/>
            <p:nvPr/>
          </p:nvSpPr>
          <p:spPr>
            <a:xfrm>
              <a:off x="4581934" y="1759913"/>
              <a:ext cx="1226909" cy="645751"/>
            </a:xfrm>
            <a:custGeom>
              <a:avLst/>
              <a:gdLst/>
              <a:ahLst/>
              <a:cxnLst/>
              <a:rect l="l" t="t" r="r" b="b"/>
              <a:pathLst>
                <a:path w="35653" h="18765" extrusionOk="0">
                  <a:moveTo>
                    <a:pt x="17152" y="0"/>
                  </a:moveTo>
                  <a:cubicBezTo>
                    <a:pt x="13317" y="0"/>
                    <a:pt x="9523" y="787"/>
                    <a:pt x="6553" y="2387"/>
                  </a:cubicBezTo>
                  <a:cubicBezTo>
                    <a:pt x="138" y="5835"/>
                    <a:pt x="0" y="11766"/>
                    <a:pt x="6213" y="15630"/>
                  </a:cubicBezTo>
                  <a:cubicBezTo>
                    <a:pt x="9550" y="17707"/>
                    <a:pt x="14040" y="18765"/>
                    <a:pt x="18476" y="18765"/>
                  </a:cubicBezTo>
                  <a:cubicBezTo>
                    <a:pt x="22301" y="18765"/>
                    <a:pt x="26087" y="17978"/>
                    <a:pt x="29058" y="16381"/>
                  </a:cubicBezTo>
                  <a:cubicBezTo>
                    <a:pt x="35469" y="12931"/>
                    <a:pt x="35652" y="7004"/>
                    <a:pt x="29437" y="3136"/>
                  </a:cubicBezTo>
                  <a:cubicBezTo>
                    <a:pt x="26101" y="1058"/>
                    <a:pt x="21599" y="0"/>
                    <a:pt x="17152" y="0"/>
                  </a:cubicBezTo>
                  <a:close/>
                </a:path>
              </a:pathLst>
            </a:custGeom>
            <a:solidFill>
              <a:srgbClr val="FFFFFF">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9" name="Google Shape;5169;p64"/>
            <p:cNvSpPr/>
            <p:nvPr/>
          </p:nvSpPr>
          <p:spPr>
            <a:xfrm>
              <a:off x="4038939" y="2706636"/>
              <a:ext cx="2292939" cy="1323298"/>
            </a:xfrm>
            <a:custGeom>
              <a:avLst/>
              <a:gdLst/>
              <a:ahLst/>
              <a:cxnLst/>
              <a:rect l="l" t="t" r="r" b="b"/>
              <a:pathLst>
                <a:path w="66631" h="38454" extrusionOk="0">
                  <a:moveTo>
                    <a:pt x="546" y="0"/>
                  </a:moveTo>
                  <a:cubicBezTo>
                    <a:pt x="142" y="2417"/>
                    <a:pt x="0" y="4893"/>
                    <a:pt x="150" y="7393"/>
                  </a:cubicBezTo>
                  <a:cubicBezTo>
                    <a:pt x="720" y="17093"/>
                    <a:pt x="5699" y="26237"/>
                    <a:pt x="13499" y="31993"/>
                  </a:cubicBezTo>
                  <a:cubicBezTo>
                    <a:pt x="19190" y="36196"/>
                    <a:pt x="26104" y="38453"/>
                    <a:pt x="33143" y="38453"/>
                  </a:cubicBezTo>
                  <a:cubicBezTo>
                    <a:pt x="33775" y="38453"/>
                    <a:pt x="34408" y="38435"/>
                    <a:pt x="35042" y="38398"/>
                  </a:cubicBezTo>
                  <a:cubicBezTo>
                    <a:pt x="35042" y="38399"/>
                    <a:pt x="35043" y="38399"/>
                    <a:pt x="35044" y="38399"/>
                  </a:cubicBezTo>
                  <a:cubicBezTo>
                    <a:pt x="35047" y="38399"/>
                    <a:pt x="35052" y="38396"/>
                    <a:pt x="35055" y="38395"/>
                  </a:cubicBezTo>
                  <a:cubicBezTo>
                    <a:pt x="42752" y="37940"/>
                    <a:pt x="50082" y="34780"/>
                    <a:pt x="55696" y="29503"/>
                  </a:cubicBezTo>
                  <a:cubicBezTo>
                    <a:pt x="62859" y="22776"/>
                    <a:pt x="66631" y="13283"/>
                    <a:pt x="66051" y="3494"/>
                  </a:cubicBezTo>
                  <a:cubicBezTo>
                    <a:pt x="66050" y="3488"/>
                    <a:pt x="66050" y="3488"/>
                    <a:pt x="66048" y="3487"/>
                  </a:cubicBezTo>
                  <a:cubicBezTo>
                    <a:pt x="66034" y="3245"/>
                    <a:pt x="65988" y="3017"/>
                    <a:pt x="65969" y="2779"/>
                  </a:cubicBezTo>
                  <a:cubicBezTo>
                    <a:pt x="65514" y="7367"/>
                    <a:pt x="62227" y="11807"/>
                    <a:pt x="56072" y="15121"/>
                  </a:cubicBezTo>
                  <a:cubicBezTo>
                    <a:pt x="50055" y="18358"/>
                    <a:pt x="42389" y="19950"/>
                    <a:pt x="34640" y="19950"/>
                  </a:cubicBezTo>
                  <a:cubicBezTo>
                    <a:pt x="25653" y="19950"/>
                    <a:pt x="16555" y="17808"/>
                    <a:pt x="9791" y="13604"/>
                  </a:cubicBezTo>
                  <a:cubicBezTo>
                    <a:pt x="3551" y="9721"/>
                    <a:pt x="483" y="4814"/>
                    <a:pt x="54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0" name="Google Shape;5170;p64"/>
            <p:cNvSpPr/>
            <p:nvPr/>
          </p:nvSpPr>
          <p:spPr>
            <a:xfrm>
              <a:off x="4528216" y="1417853"/>
              <a:ext cx="142709" cy="172820"/>
            </a:xfrm>
            <a:custGeom>
              <a:avLst/>
              <a:gdLst/>
              <a:ahLst/>
              <a:cxnLst/>
              <a:rect l="l" t="t" r="r" b="b"/>
              <a:pathLst>
                <a:path w="4147" h="5022" extrusionOk="0">
                  <a:moveTo>
                    <a:pt x="1269" y="0"/>
                  </a:moveTo>
                  <a:cubicBezTo>
                    <a:pt x="1238" y="0"/>
                    <a:pt x="1209" y="5"/>
                    <a:pt x="1184" y="16"/>
                  </a:cubicBezTo>
                  <a:lnTo>
                    <a:pt x="116" y="507"/>
                  </a:lnTo>
                  <a:cubicBezTo>
                    <a:pt x="43" y="539"/>
                    <a:pt x="0" y="631"/>
                    <a:pt x="21" y="707"/>
                  </a:cubicBezTo>
                  <a:lnTo>
                    <a:pt x="1133" y="4928"/>
                  </a:lnTo>
                  <a:cubicBezTo>
                    <a:pt x="1149" y="4986"/>
                    <a:pt x="1195" y="5022"/>
                    <a:pt x="1248" y="5022"/>
                  </a:cubicBezTo>
                  <a:cubicBezTo>
                    <a:pt x="1266" y="5022"/>
                    <a:pt x="1285" y="5017"/>
                    <a:pt x="1304" y="5008"/>
                  </a:cubicBezTo>
                  <a:lnTo>
                    <a:pt x="4147" y="3705"/>
                  </a:lnTo>
                  <a:lnTo>
                    <a:pt x="1487" y="30"/>
                  </a:lnTo>
                  <a:cubicBezTo>
                    <a:pt x="1401" y="16"/>
                    <a:pt x="1329" y="0"/>
                    <a:pt x="12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1" name="Google Shape;5171;p64"/>
            <p:cNvSpPr/>
            <p:nvPr/>
          </p:nvSpPr>
          <p:spPr>
            <a:xfrm>
              <a:off x="4787514" y="1451061"/>
              <a:ext cx="46939" cy="46147"/>
            </a:xfrm>
            <a:custGeom>
              <a:avLst/>
              <a:gdLst/>
              <a:ahLst/>
              <a:cxnLst/>
              <a:rect l="l" t="t" r="r" b="b"/>
              <a:pathLst>
                <a:path w="1364" h="1341" extrusionOk="0">
                  <a:moveTo>
                    <a:pt x="534" y="0"/>
                  </a:moveTo>
                  <a:cubicBezTo>
                    <a:pt x="507" y="0"/>
                    <a:pt x="480" y="5"/>
                    <a:pt x="457" y="16"/>
                  </a:cubicBezTo>
                  <a:lnTo>
                    <a:pt x="127" y="165"/>
                  </a:lnTo>
                  <a:cubicBezTo>
                    <a:pt x="56" y="200"/>
                    <a:pt x="0" y="291"/>
                    <a:pt x="7" y="371"/>
                  </a:cubicBezTo>
                  <a:lnTo>
                    <a:pt x="85" y="1245"/>
                  </a:lnTo>
                  <a:cubicBezTo>
                    <a:pt x="90" y="1305"/>
                    <a:pt x="128" y="1340"/>
                    <a:pt x="177" y="1340"/>
                  </a:cubicBezTo>
                  <a:cubicBezTo>
                    <a:pt x="194" y="1340"/>
                    <a:pt x="211" y="1336"/>
                    <a:pt x="230" y="1328"/>
                  </a:cubicBezTo>
                  <a:lnTo>
                    <a:pt x="1293" y="842"/>
                  </a:lnTo>
                  <a:lnTo>
                    <a:pt x="1337" y="822"/>
                  </a:lnTo>
                  <a:cubicBezTo>
                    <a:pt x="1364" y="810"/>
                    <a:pt x="1337" y="754"/>
                    <a:pt x="1283" y="696"/>
                  </a:cubicBezTo>
                  <a:lnTo>
                    <a:pt x="689" y="62"/>
                  </a:lnTo>
                  <a:cubicBezTo>
                    <a:pt x="651" y="23"/>
                    <a:pt x="591" y="0"/>
                    <a:pt x="5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2" name="Google Shape;5172;p64"/>
            <p:cNvSpPr/>
            <p:nvPr/>
          </p:nvSpPr>
          <p:spPr>
            <a:xfrm>
              <a:off x="4413622" y="1467923"/>
              <a:ext cx="463640" cy="241060"/>
            </a:xfrm>
            <a:custGeom>
              <a:avLst/>
              <a:gdLst/>
              <a:ahLst/>
              <a:cxnLst/>
              <a:rect l="l" t="t" r="r" b="b"/>
              <a:pathLst>
                <a:path w="13473" h="7005" extrusionOk="0">
                  <a:moveTo>
                    <a:pt x="12770" y="0"/>
                  </a:moveTo>
                  <a:cubicBezTo>
                    <a:pt x="12310" y="0"/>
                    <a:pt x="11729" y="171"/>
                    <a:pt x="11294" y="377"/>
                  </a:cubicBezTo>
                  <a:lnTo>
                    <a:pt x="3054" y="4298"/>
                  </a:lnTo>
                  <a:cubicBezTo>
                    <a:pt x="2303" y="4649"/>
                    <a:pt x="0" y="6270"/>
                    <a:pt x="257" y="6809"/>
                  </a:cubicBezTo>
                  <a:cubicBezTo>
                    <a:pt x="322" y="6948"/>
                    <a:pt x="547" y="7004"/>
                    <a:pt x="858" y="7004"/>
                  </a:cubicBezTo>
                  <a:cubicBezTo>
                    <a:pt x="1769" y="7004"/>
                    <a:pt x="3420" y="6526"/>
                    <a:pt x="3976" y="6263"/>
                  </a:cubicBezTo>
                  <a:lnTo>
                    <a:pt x="9739" y="3552"/>
                  </a:lnTo>
                  <a:lnTo>
                    <a:pt x="13472" y="313"/>
                  </a:lnTo>
                  <a:cubicBezTo>
                    <a:pt x="13366" y="88"/>
                    <a:pt x="13099" y="0"/>
                    <a:pt x="12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3" name="Google Shape;5173;p64"/>
            <p:cNvSpPr/>
            <p:nvPr/>
          </p:nvSpPr>
          <p:spPr>
            <a:xfrm>
              <a:off x="4811913" y="1482962"/>
              <a:ext cx="97009" cy="28218"/>
            </a:xfrm>
            <a:custGeom>
              <a:avLst/>
              <a:gdLst/>
              <a:ahLst/>
              <a:cxnLst/>
              <a:rect l="l" t="t" r="r" b="b"/>
              <a:pathLst>
                <a:path w="2819" h="820" extrusionOk="0">
                  <a:moveTo>
                    <a:pt x="1228" y="0"/>
                  </a:moveTo>
                  <a:lnTo>
                    <a:pt x="1139" y="41"/>
                  </a:lnTo>
                  <a:lnTo>
                    <a:pt x="77" y="527"/>
                  </a:lnTo>
                  <a:cubicBezTo>
                    <a:pt x="1" y="560"/>
                    <a:pt x="7" y="596"/>
                    <a:pt x="87" y="606"/>
                  </a:cubicBezTo>
                  <a:lnTo>
                    <a:pt x="868" y="707"/>
                  </a:lnTo>
                  <a:lnTo>
                    <a:pt x="2138" y="818"/>
                  </a:lnTo>
                  <a:cubicBezTo>
                    <a:pt x="2149" y="819"/>
                    <a:pt x="2160" y="819"/>
                    <a:pt x="2172" y="819"/>
                  </a:cubicBezTo>
                  <a:cubicBezTo>
                    <a:pt x="2250" y="819"/>
                    <a:pt x="2353" y="799"/>
                    <a:pt x="2416" y="771"/>
                  </a:cubicBezTo>
                  <a:lnTo>
                    <a:pt x="2747" y="622"/>
                  </a:lnTo>
                  <a:cubicBezTo>
                    <a:pt x="2819" y="590"/>
                    <a:pt x="2816" y="541"/>
                    <a:pt x="2740" y="515"/>
                  </a:cubicBezTo>
                  <a:lnTo>
                    <a:pt x="12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4" name="Google Shape;5174;p64"/>
            <p:cNvSpPr/>
            <p:nvPr/>
          </p:nvSpPr>
          <p:spPr>
            <a:xfrm>
              <a:off x="4792435" y="1413724"/>
              <a:ext cx="65281" cy="80284"/>
            </a:xfrm>
            <a:custGeom>
              <a:avLst/>
              <a:gdLst/>
              <a:ahLst/>
              <a:cxnLst/>
              <a:rect l="l" t="t" r="r" b="b"/>
              <a:pathLst>
                <a:path w="1897" h="2333" extrusionOk="0">
                  <a:moveTo>
                    <a:pt x="1738" y="1"/>
                  </a:moveTo>
                  <a:cubicBezTo>
                    <a:pt x="1722" y="1"/>
                    <a:pt x="1704" y="5"/>
                    <a:pt x="1686" y="14"/>
                  </a:cubicBezTo>
                  <a:lnTo>
                    <a:pt x="1357" y="161"/>
                  </a:lnTo>
                  <a:cubicBezTo>
                    <a:pt x="1282" y="195"/>
                    <a:pt x="1191" y="277"/>
                    <a:pt x="1150" y="349"/>
                  </a:cubicBezTo>
                  <a:lnTo>
                    <a:pt x="0" y="2332"/>
                  </a:lnTo>
                  <a:cubicBezTo>
                    <a:pt x="0" y="2332"/>
                    <a:pt x="495" y="2034"/>
                    <a:pt x="1124" y="1815"/>
                  </a:cubicBezTo>
                  <a:cubicBezTo>
                    <a:pt x="1615" y="1645"/>
                    <a:pt x="1879" y="1642"/>
                    <a:pt x="1896" y="1642"/>
                  </a:cubicBezTo>
                  <a:cubicBezTo>
                    <a:pt x="1896" y="1642"/>
                    <a:pt x="1897" y="1642"/>
                    <a:pt x="1897" y="1642"/>
                  </a:cubicBezTo>
                  <a:lnTo>
                    <a:pt x="1826" y="98"/>
                  </a:lnTo>
                  <a:cubicBezTo>
                    <a:pt x="1823" y="38"/>
                    <a:pt x="1787" y="1"/>
                    <a:pt x="17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5" name="Google Shape;5175;p64"/>
            <p:cNvSpPr/>
            <p:nvPr/>
          </p:nvSpPr>
          <p:spPr>
            <a:xfrm>
              <a:off x="4636375" y="1584100"/>
              <a:ext cx="297152" cy="101620"/>
            </a:xfrm>
            <a:custGeom>
              <a:avLst/>
              <a:gdLst/>
              <a:ahLst/>
              <a:cxnLst/>
              <a:rect l="l" t="t" r="r" b="b"/>
              <a:pathLst>
                <a:path w="8635" h="2953" extrusionOk="0">
                  <a:moveTo>
                    <a:pt x="2833" y="0"/>
                  </a:moveTo>
                  <a:lnTo>
                    <a:pt x="2449" y="176"/>
                  </a:lnTo>
                  <a:lnTo>
                    <a:pt x="75" y="1260"/>
                  </a:lnTo>
                  <a:cubicBezTo>
                    <a:pt x="0" y="1294"/>
                    <a:pt x="6" y="1335"/>
                    <a:pt x="83" y="1352"/>
                  </a:cubicBezTo>
                  <a:lnTo>
                    <a:pt x="7214" y="2944"/>
                  </a:lnTo>
                  <a:cubicBezTo>
                    <a:pt x="7239" y="2950"/>
                    <a:pt x="7269" y="2953"/>
                    <a:pt x="7299" y="2953"/>
                  </a:cubicBezTo>
                  <a:cubicBezTo>
                    <a:pt x="7366" y="2953"/>
                    <a:pt x="7439" y="2940"/>
                    <a:pt x="7489" y="2918"/>
                  </a:cubicBezTo>
                  <a:lnTo>
                    <a:pt x="8562" y="2430"/>
                  </a:lnTo>
                  <a:cubicBezTo>
                    <a:pt x="8635" y="2398"/>
                    <a:pt x="8634" y="2347"/>
                    <a:pt x="8560" y="2318"/>
                  </a:cubicBezTo>
                  <a:lnTo>
                    <a:pt x="28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6" name="Google Shape;5176;p64"/>
            <p:cNvSpPr/>
            <p:nvPr/>
          </p:nvSpPr>
          <p:spPr>
            <a:xfrm>
              <a:off x="4451889" y="1651342"/>
              <a:ext cx="38198" cy="21129"/>
            </a:xfrm>
            <a:custGeom>
              <a:avLst/>
              <a:gdLst/>
              <a:ahLst/>
              <a:cxnLst/>
              <a:rect l="l" t="t" r="r" b="b"/>
              <a:pathLst>
                <a:path w="1110" h="614" extrusionOk="0">
                  <a:moveTo>
                    <a:pt x="357" y="1"/>
                  </a:moveTo>
                  <a:cubicBezTo>
                    <a:pt x="235" y="96"/>
                    <a:pt x="116" y="191"/>
                    <a:pt x="0" y="289"/>
                  </a:cubicBezTo>
                  <a:cubicBezTo>
                    <a:pt x="167" y="395"/>
                    <a:pt x="548" y="594"/>
                    <a:pt x="1076" y="614"/>
                  </a:cubicBezTo>
                  <a:lnTo>
                    <a:pt x="1109" y="289"/>
                  </a:lnTo>
                  <a:cubicBezTo>
                    <a:pt x="1109" y="289"/>
                    <a:pt x="725" y="231"/>
                    <a:pt x="3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7" name="Google Shape;5177;p64"/>
            <p:cNvSpPr/>
            <p:nvPr/>
          </p:nvSpPr>
          <p:spPr>
            <a:xfrm>
              <a:off x="4655749" y="1598691"/>
              <a:ext cx="6504" cy="13352"/>
            </a:xfrm>
            <a:custGeom>
              <a:avLst/>
              <a:gdLst/>
              <a:ahLst/>
              <a:cxnLst/>
              <a:rect l="l" t="t" r="r" b="b"/>
              <a:pathLst>
                <a:path w="189" h="388" extrusionOk="0">
                  <a:moveTo>
                    <a:pt x="104" y="0"/>
                  </a:moveTo>
                  <a:cubicBezTo>
                    <a:pt x="102" y="0"/>
                    <a:pt x="99" y="0"/>
                    <a:pt x="97" y="1"/>
                  </a:cubicBezTo>
                  <a:cubicBezTo>
                    <a:pt x="46" y="12"/>
                    <a:pt x="5" y="105"/>
                    <a:pt x="2" y="211"/>
                  </a:cubicBezTo>
                  <a:cubicBezTo>
                    <a:pt x="0" y="311"/>
                    <a:pt x="37" y="388"/>
                    <a:pt x="85" y="388"/>
                  </a:cubicBezTo>
                  <a:cubicBezTo>
                    <a:pt x="87" y="388"/>
                    <a:pt x="90" y="387"/>
                    <a:pt x="92" y="387"/>
                  </a:cubicBezTo>
                  <a:cubicBezTo>
                    <a:pt x="144" y="375"/>
                    <a:pt x="185" y="283"/>
                    <a:pt x="188" y="176"/>
                  </a:cubicBezTo>
                  <a:cubicBezTo>
                    <a:pt x="189" y="74"/>
                    <a:pt x="154" y="0"/>
                    <a:pt x="1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8" name="Google Shape;5178;p64"/>
            <p:cNvSpPr/>
            <p:nvPr/>
          </p:nvSpPr>
          <p:spPr>
            <a:xfrm>
              <a:off x="4679253" y="1587403"/>
              <a:ext cx="6470" cy="13352"/>
            </a:xfrm>
            <a:custGeom>
              <a:avLst/>
              <a:gdLst/>
              <a:ahLst/>
              <a:cxnLst/>
              <a:rect l="l" t="t" r="r" b="b"/>
              <a:pathLst>
                <a:path w="188" h="388" extrusionOk="0">
                  <a:moveTo>
                    <a:pt x="104" y="1"/>
                  </a:moveTo>
                  <a:cubicBezTo>
                    <a:pt x="102" y="1"/>
                    <a:pt x="100" y="1"/>
                    <a:pt x="99" y="1"/>
                  </a:cubicBezTo>
                  <a:cubicBezTo>
                    <a:pt x="49" y="13"/>
                    <a:pt x="5" y="106"/>
                    <a:pt x="3" y="212"/>
                  </a:cubicBezTo>
                  <a:cubicBezTo>
                    <a:pt x="1" y="313"/>
                    <a:pt x="36" y="388"/>
                    <a:pt x="83" y="388"/>
                  </a:cubicBezTo>
                  <a:cubicBezTo>
                    <a:pt x="86" y="388"/>
                    <a:pt x="89" y="388"/>
                    <a:pt x="91" y="387"/>
                  </a:cubicBezTo>
                  <a:cubicBezTo>
                    <a:pt x="141" y="378"/>
                    <a:pt x="183" y="285"/>
                    <a:pt x="186" y="178"/>
                  </a:cubicBezTo>
                  <a:cubicBezTo>
                    <a:pt x="188" y="76"/>
                    <a:pt x="150" y="1"/>
                    <a:pt x="1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9" name="Google Shape;5179;p64"/>
            <p:cNvSpPr/>
            <p:nvPr/>
          </p:nvSpPr>
          <p:spPr>
            <a:xfrm>
              <a:off x="4702756" y="1576323"/>
              <a:ext cx="6435" cy="13318"/>
            </a:xfrm>
            <a:custGeom>
              <a:avLst/>
              <a:gdLst/>
              <a:ahLst/>
              <a:cxnLst/>
              <a:rect l="l" t="t" r="r" b="b"/>
              <a:pathLst>
                <a:path w="187" h="387" extrusionOk="0">
                  <a:moveTo>
                    <a:pt x="106" y="0"/>
                  </a:moveTo>
                  <a:cubicBezTo>
                    <a:pt x="103" y="0"/>
                    <a:pt x="100" y="0"/>
                    <a:pt x="97" y="1"/>
                  </a:cubicBezTo>
                  <a:cubicBezTo>
                    <a:pt x="46" y="11"/>
                    <a:pt x="4" y="103"/>
                    <a:pt x="2" y="210"/>
                  </a:cubicBezTo>
                  <a:cubicBezTo>
                    <a:pt x="1" y="310"/>
                    <a:pt x="36" y="386"/>
                    <a:pt x="83" y="386"/>
                  </a:cubicBezTo>
                  <a:cubicBezTo>
                    <a:pt x="85" y="386"/>
                    <a:pt x="88" y="386"/>
                    <a:pt x="90" y="386"/>
                  </a:cubicBezTo>
                  <a:cubicBezTo>
                    <a:pt x="141" y="377"/>
                    <a:pt x="184" y="280"/>
                    <a:pt x="185" y="175"/>
                  </a:cubicBezTo>
                  <a:cubicBezTo>
                    <a:pt x="187" y="76"/>
                    <a:pt x="152"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0" name="Google Shape;5180;p64"/>
            <p:cNvSpPr/>
            <p:nvPr/>
          </p:nvSpPr>
          <p:spPr>
            <a:xfrm>
              <a:off x="4726191" y="1565139"/>
              <a:ext cx="6504" cy="13283"/>
            </a:xfrm>
            <a:custGeom>
              <a:avLst/>
              <a:gdLst/>
              <a:ahLst/>
              <a:cxnLst/>
              <a:rect l="l" t="t" r="r" b="b"/>
              <a:pathLst>
                <a:path w="189" h="386" extrusionOk="0">
                  <a:moveTo>
                    <a:pt x="107" y="0"/>
                  </a:moveTo>
                  <a:cubicBezTo>
                    <a:pt x="103" y="0"/>
                    <a:pt x="100" y="0"/>
                    <a:pt x="97" y="1"/>
                  </a:cubicBezTo>
                  <a:cubicBezTo>
                    <a:pt x="47" y="10"/>
                    <a:pt x="3" y="104"/>
                    <a:pt x="2" y="209"/>
                  </a:cubicBezTo>
                  <a:cubicBezTo>
                    <a:pt x="0" y="310"/>
                    <a:pt x="35" y="385"/>
                    <a:pt x="82" y="385"/>
                  </a:cubicBezTo>
                  <a:cubicBezTo>
                    <a:pt x="85" y="385"/>
                    <a:pt x="88" y="385"/>
                    <a:pt x="91" y="385"/>
                  </a:cubicBezTo>
                  <a:cubicBezTo>
                    <a:pt x="141" y="374"/>
                    <a:pt x="184" y="281"/>
                    <a:pt x="186" y="175"/>
                  </a:cubicBezTo>
                  <a:cubicBezTo>
                    <a:pt x="189" y="76"/>
                    <a:pt x="153" y="0"/>
                    <a:pt x="1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1" name="Google Shape;5181;p64"/>
            <p:cNvSpPr/>
            <p:nvPr/>
          </p:nvSpPr>
          <p:spPr>
            <a:xfrm>
              <a:off x="4749695" y="1553851"/>
              <a:ext cx="6470" cy="13318"/>
            </a:xfrm>
            <a:custGeom>
              <a:avLst/>
              <a:gdLst/>
              <a:ahLst/>
              <a:cxnLst/>
              <a:rect l="l" t="t" r="r" b="b"/>
              <a:pathLst>
                <a:path w="188" h="387" extrusionOk="0">
                  <a:moveTo>
                    <a:pt x="106" y="1"/>
                  </a:moveTo>
                  <a:cubicBezTo>
                    <a:pt x="103" y="1"/>
                    <a:pt x="101" y="1"/>
                    <a:pt x="98" y="2"/>
                  </a:cubicBezTo>
                  <a:cubicBezTo>
                    <a:pt x="49" y="10"/>
                    <a:pt x="5" y="104"/>
                    <a:pt x="2" y="211"/>
                  </a:cubicBezTo>
                  <a:cubicBezTo>
                    <a:pt x="0" y="311"/>
                    <a:pt x="37" y="387"/>
                    <a:pt x="82" y="387"/>
                  </a:cubicBezTo>
                  <a:cubicBezTo>
                    <a:pt x="85" y="387"/>
                    <a:pt x="87" y="387"/>
                    <a:pt x="90" y="386"/>
                  </a:cubicBezTo>
                  <a:cubicBezTo>
                    <a:pt x="139" y="376"/>
                    <a:pt x="182" y="284"/>
                    <a:pt x="185" y="177"/>
                  </a:cubicBezTo>
                  <a:cubicBezTo>
                    <a:pt x="187" y="77"/>
                    <a:pt x="151" y="1"/>
                    <a:pt x="1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2" name="Google Shape;5182;p64"/>
            <p:cNvSpPr/>
            <p:nvPr/>
          </p:nvSpPr>
          <p:spPr>
            <a:xfrm>
              <a:off x="4538505" y="1654714"/>
              <a:ext cx="6470" cy="13249"/>
            </a:xfrm>
            <a:custGeom>
              <a:avLst/>
              <a:gdLst/>
              <a:ahLst/>
              <a:cxnLst/>
              <a:rect l="l" t="t" r="r" b="b"/>
              <a:pathLst>
                <a:path w="188" h="385" extrusionOk="0">
                  <a:moveTo>
                    <a:pt x="106" y="0"/>
                  </a:moveTo>
                  <a:cubicBezTo>
                    <a:pt x="103" y="0"/>
                    <a:pt x="101" y="0"/>
                    <a:pt x="98" y="1"/>
                  </a:cubicBezTo>
                  <a:cubicBezTo>
                    <a:pt x="47" y="10"/>
                    <a:pt x="4" y="103"/>
                    <a:pt x="3" y="209"/>
                  </a:cubicBezTo>
                  <a:cubicBezTo>
                    <a:pt x="0" y="310"/>
                    <a:pt x="35" y="385"/>
                    <a:pt x="83" y="385"/>
                  </a:cubicBezTo>
                  <a:cubicBezTo>
                    <a:pt x="85" y="385"/>
                    <a:pt x="88" y="385"/>
                    <a:pt x="91" y="384"/>
                  </a:cubicBezTo>
                  <a:cubicBezTo>
                    <a:pt x="142" y="376"/>
                    <a:pt x="183" y="282"/>
                    <a:pt x="186" y="177"/>
                  </a:cubicBezTo>
                  <a:cubicBezTo>
                    <a:pt x="187" y="77"/>
                    <a:pt x="151"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3" name="Google Shape;5183;p64"/>
            <p:cNvSpPr/>
            <p:nvPr/>
          </p:nvSpPr>
          <p:spPr>
            <a:xfrm>
              <a:off x="4562009" y="1643496"/>
              <a:ext cx="6401" cy="13318"/>
            </a:xfrm>
            <a:custGeom>
              <a:avLst/>
              <a:gdLst/>
              <a:ahLst/>
              <a:cxnLst/>
              <a:rect l="l" t="t" r="r" b="b"/>
              <a:pathLst>
                <a:path w="186" h="387" extrusionOk="0">
                  <a:moveTo>
                    <a:pt x="103" y="0"/>
                  </a:moveTo>
                  <a:cubicBezTo>
                    <a:pt x="101" y="0"/>
                    <a:pt x="99" y="0"/>
                    <a:pt x="97" y="1"/>
                  </a:cubicBezTo>
                  <a:cubicBezTo>
                    <a:pt x="47" y="11"/>
                    <a:pt x="3" y="105"/>
                    <a:pt x="2" y="211"/>
                  </a:cubicBezTo>
                  <a:cubicBezTo>
                    <a:pt x="0" y="310"/>
                    <a:pt x="34" y="386"/>
                    <a:pt x="82" y="386"/>
                  </a:cubicBezTo>
                  <a:cubicBezTo>
                    <a:pt x="84" y="386"/>
                    <a:pt x="87" y="386"/>
                    <a:pt x="89" y="386"/>
                  </a:cubicBezTo>
                  <a:cubicBezTo>
                    <a:pt x="139" y="375"/>
                    <a:pt x="183" y="282"/>
                    <a:pt x="184" y="176"/>
                  </a:cubicBezTo>
                  <a:cubicBezTo>
                    <a:pt x="186" y="76"/>
                    <a:pt x="150"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4" name="Google Shape;5184;p64"/>
            <p:cNvSpPr/>
            <p:nvPr/>
          </p:nvSpPr>
          <p:spPr>
            <a:xfrm>
              <a:off x="4585410" y="1632312"/>
              <a:ext cx="6470" cy="13249"/>
            </a:xfrm>
            <a:custGeom>
              <a:avLst/>
              <a:gdLst/>
              <a:ahLst/>
              <a:cxnLst/>
              <a:rect l="l" t="t" r="r" b="b"/>
              <a:pathLst>
                <a:path w="188" h="385" extrusionOk="0">
                  <a:moveTo>
                    <a:pt x="106" y="0"/>
                  </a:moveTo>
                  <a:cubicBezTo>
                    <a:pt x="103" y="0"/>
                    <a:pt x="100" y="0"/>
                    <a:pt x="97" y="1"/>
                  </a:cubicBezTo>
                  <a:cubicBezTo>
                    <a:pt x="47" y="10"/>
                    <a:pt x="3" y="103"/>
                    <a:pt x="2" y="209"/>
                  </a:cubicBezTo>
                  <a:cubicBezTo>
                    <a:pt x="1" y="310"/>
                    <a:pt x="36" y="385"/>
                    <a:pt x="82" y="385"/>
                  </a:cubicBezTo>
                  <a:cubicBezTo>
                    <a:pt x="85" y="385"/>
                    <a:pt x="87" y="385"/>
                    <a:pt x="90" y="384"/>
                  </a:cubicBezTo>
                  <a:cubicBezTo>
                    <a:pt x="141" y="375"/>
                    <a:pt x="183" y="282"/>
                    <a:pt x="185" y="177"/>
                  </a:cubicBezTo>
                  <a:cubicBezTo>
                    <a:pt x="188" y="76"/>
                    <a:pt x="153"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5" name="Google Shape;5185;p64"/>
            <p:cNvSpPr/>
            <p:nvPr/>
          </p:nvSpPr>
          <p:spPr>
            <a:xfrm>
              <a:off x="4608913" y="1621128"/>
              <a:ext cx="6470" cy="13318"/>
            </a:xfrm>
            <a:custGeom>
              <a:avLst/>
              <a:gdLst/>
              <a:ahLst/>
              <a:cxnLst/>
              <a:rect l="l" t="t" r="r" b="b"/>
              <a:pathLst>
                <a:path w="188" h="387" extrusionOk="0">
                  <a:moveTo>
                    <a:pt x="105" y="0"/>
                  </a:moveTo>
                  <a:cubicBezTo>
                    <a:pt x="102" y="0"/>
                    <a:pt x="100" y="1"/>
                    <a:pt x="97" y="1"/>
                  </a:cubicBezTo>
                  <a:cubicBezTo>
                    <a:pt x="46" y="11"/>
                    <a:pt x="5" y="104"/>
                    <a:pt x="2" y="210"/>
                  </a:cubicBezTo>
                  <a:cubicBezTo>
                    <a:pt x="1" y="310"/>
                    <a:pt x="36" y="387"/>
                    <a:pt x="82" y="387"/>
                  </a:cubicBezTo>
                  <a:cubicBezTo>
                    <a:pt x="85" y="387"/>
                    <a:pt x="87" y="386"/>
                    <a:pt x="90" y="386"/>
                  </a:cubicBezTo>
                  <a:cubicBezTo>
                    <a:pt x="141" y="374"/>
                    <a:pt x="184" y="282"/>
                    <a:pt x="185" y="175"/>
                  </a:cubicBezTo>
                  <a:cubicBezTo>
                    <a:pt x="188" y="75"/>
                    <a:pt x="151" y="0"/>
                    <a:pt x="1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6" name="Google Shape;5186;p64"/>
            <p:cNvSpPr/>
            <p:nvPr/>
          </p:nvSpPr>
          <p:spPr>
            <a:xfrm>
              <a:off x="4632279" y="1609875"/>
              <a:ext cx="6538" cy="13283"/>
            </a:xfrm>
            <a:custGeom>
              <a:avLst/>
              <a:gdLst/>
              <a:ahLst/>
              <a:cxnLst/>
              <a:rect l="l" t="t" r="r" b="b"/>
              <a:pathLst>
                <a:path w="190" h="386" extrusionOk="0">
                  <a:moveTo>
                    <a:pt x="106" y="1"/>
                  </a:moveTo>
                  <a:cubicBezTo>
                    <a:pt x="103" y="1"/>
                    <a:pt x="100" y="1"/>
                    <a:pt x="97" y="2"/>
                  </a:cubicBezTo>
                  <a:cubicBezTo>
                    <a:pt x="47" y="11"/>
                    <a:pt x="3" y="104"/>
                    <a:pt x="2" y="210"/>
                  </a:cubicBezTo>
                  <a:cubicBezTo>
                    <a:pt x="1" y="311"/>
                    <a:pt x="36" y="386"/>
                    <a:pt x="83" y="386"/>
                  </a:cubicBezTo>
                  <a:cubicBezTo>
                    <a:pt x="86" y="386"/>
                    <a:pt x="89" y="386"/>
                    <a:pt x="91" y="385"/>
                  </a:cubicBezTo>
                  <a:cubicBezTo>
                    <a:pt x="142" y="376"/>
                    <a:pt x="185" y="281"/>
                    <a:pt x="186" y="177"/>
                  </a:cubicBezTo>
                  <a:cubicBezTo>
                    <a:pt x="189" y="77"/>
                    <a:pt x="153" y="1"/>
                    <a:pt x="1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7" name="Google Shape;5187;p64"/>
            <p:cNvSpPr/>
            <p:nvPr/>
          </p:nvSpPr>
          <p:spPr>
            <a:xfrm>
              <a:off x="6491346" y="3025364"/>
              <a:ext cx="109604" cy="124814"/>
            </a:xfrm>
            <a:custGeom>
              <a:avLst/>
              <a:gdLst/>
              <a:ahLst/>
              <a:cxnLst/>
              <a:rect l="l" t="t" r="r" b="b"/>
              <a:pathLst>
                <a:path w="3185" h="3627" extrusionOk="0">
                  <a:moveTo>
                    <a:pt x="845" y="0"/>
                  </a:moveTo>
                  <a:cubicBezTo>
                    <a:pt x="820" y="0"/>
                    <a:pt x="795" y="7"/>
                    <a:pt x="775" y="21"/>
                  </a:cubicBezTo>
                  <a:lnTo>
                    <a:pt x="97" y="509"/>
                  </a:lnTo>
                  <a:cubicBezTo>
                    <a:pt x="52" y="541"/>
                    <a:pt x="33" y="611"/>
                    <a:pt x="1" y="699"/>
                  </a:cubicBezTo>
                  <a:lnTo>
                    <a:pt x="1334" y="3626"/>
                  </a:lnTo>
                  <a:lnTo>
                    <a:pt x="3133" y="2332"/>
                  </a:lnTo>
                  <a:cubicBezTo>
                    <a:pt x="3181" y="2298"/>
                    <a:pt x="3184" y="2238"/>
                    <a:pt x="3142" y="2199"/>
                  </a:cubicBezTo>
                  <a:lnTo>
                    <a:pt x="931" y="35"/>
                  </a:lnTo>
                  <a:cubicBezTo>
                    <a:pt x="909" y="12"/>
                    <a:pt x="877" y="0"/>
                    <a:pt x="8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8" name="Google Shape;5188;p64"/>
            <p:cNvSpPr/>
            <p:nvPr/>
          </p:nvSpPr>
          <p:spPr>
            <a:xfrm>
              <a:off x="6430642" y="3192747"/>
              <a:ext cx="34619" cy="34585"/>
            </a:xfrm>
            <a:custGeom>
              <a:avLst/>
              <a:gdLst/>
              <a:ahLst/>
              <a:cxnLst/>
              <a:rect l="l" t="t" r="r" b="b"/>
              <a:pathLst>
                <a:path w="1006" h="1005" extrusionOk="0">
                  <a:moveTo>
                    <a:pt x="366" y="1"/>
                  </a:moveTo>
                  <a:cubicBezTo>
                    <a:pt x="334" y="1"/>
                    <a:pt x="303" y="9"/>
                    <a:pt x="280" y="27"/>
                  </a:cubicBezTo>
                  <a:lnTo>
                    <a:pt x="73" y="179"/>
                  </a:lnTo>
                  <a:cubicBezTo>
                    <a:pt x="25" y="211"/>
                    <a:pt x="0" y="283"/>
                    <a:pt x="18" y="335"/>
                  </a:cubicBezTo>
                  <a:lnTo>
                    <a:pt x="199" y="925"/>
                  </a:lnTo>
                  <a:cubicBezTo>
                    <a:pt x="213" y="972"/>
                    <a:pt x="236" y="1005"/>
                    <a:pt x="251" y="1005"/>
                  </a:cubicBezTo>
                  <a:cubicBezTo>
                    <a:pt x="254" y="1005"/>
                    <a:pt x="256" y="1004"/>
                    <a:pt x="258" y="1002"/>
                  </a:cubicBezTo>
                  <a:lnTo>
                    <a:pt x="286" y="983"/>
                  </a:lnTo>
                  <a:lnTo>
                    <a:pt x="959" y="496"/>
                  </a:lnTo>
                  <a:cubicBezTo>
                    <a:pt x="1005" y="464"/>
                    <a:pt x="1004" y="410"/>
                    <a:pt x="959" y="378"/>
                  </a:cubicBezTo>
                  <a:lnTo>
                    <a:pt x="448" y="25"/>
                  </a:lnTo>
                  <a:cubicBezTo>
                    <a:pt x="426" y="9"/>
                    <a:pt x="396" y="1"/>
                    <a:pt x="3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9" name="Google Shape;5189;p64"/>
            <p:cNvSpPr/>
            <p:nvPr/>
          </p:nvSpPr>
          <p:spPr>
            <a:xfrm>
              <a:off x="6415432" y="3049212"/>
              <a:ext cx="314048" cy="204720"/>
            </a:xfrm>
            <a:custGeom>
              <a:avLst/>
              <a:gdLst/>
              <a:ahLst/>
              <a:cxnLst/>
              <a:rect l="l" t="t" r="r" b="b"/>
              <a:pathLst>
                <a:path w="9126" h="5949" extrusionOk="0">
                  <a:moveTo>
                    <a:pt x="8646" y="1"/>
                  </a:moveTo>
                  <a:cubicBezTo>
                    <a:pt x="8079" y="1"/>
                    <a:pt x="6751" y="642"/>
                    <a:pt x="6350" y="926"/>
                  </a:cubicBezTo>
                  <a:lnTo>
                    <a:pt x="1046" y="4629"/>
                  </a:lnTo>
                  <a:cubicBezTo>
                    <a:pt x="567" y="4966"/>
                    <a:pt x="0" y="5602"/>
                    <a:pt x="245" y="5949"/>
                  </a:cubicBezTo>
                  <a:lnTo>
                    <a:pt x="3548" y="4786"/>
                  </a:lnTo>
                  <a:lnTo>
                    <a:pt x="7238" y="2183"/>
                  </a:lnTo>
                  <a:cubicBezTo>
                    <a:pt x="7717" y="1848"/>
                    <a:pt x="9125" y="433"/>
                    <a:pt x="8878" y="82"/>
                  </a:cubicBezTo>
                  <a:cubicBezTo>
                    <a:pt x="8838" y="25"/>
                    <a:pt x="8757" y="1"/>
                    <a:pt x="86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0" name="Google Shape;5190;p64"/>
            <p:cNvSpPr/>
            <p:nvPr/>
          </p:nvSpPr>
          <p:spPr>
            <a:xfrm>
              <a:off x="6426960" y="3222582"/>
              <a:ext cx="34688" cy="58914"/>
            </a:xfrm>
            <a:custGeom>
              <a:avLst/>
              <a:gdLst/>
              <a:ahLst/>
              <a:cxnLst/>
              <a:rect l="l" t="t" r="r" b="b"/>
              <a:pathLst>
                <a:path w="1008" h="1712" extrusionOk="0">
                  <a:moveTo>
                    <a:pt x="988" y="1"/>
                  </a:moveTo>
                  <a:cubicBezTo>
                    <a:pt x="979" y="1"/>
                    <a:pt x="966" y="6"/>
                    <a:pt x="950" y="18"/>
                  </a:cubicBezTo>
                  <a:lnTo>
                    <a:pt x="277" y="504"/>
                  </a:lnTo>
                  <a:lnTo>
                    <a:pt x="221" y="544"/>
                  </a:lnTo>
                  <a:lnTo>
                    <a:pt x="8" y="1654"/>
                  </a:lnTo>
                  <a:cubicBezTo>
                    <a:pt x="1" y="1691"/>
                    <a:pt x="11" y="1712"/>
                    <a:pt x="33" y="1712"/>
                  </a:cubicBezTo>
                  <a:cubicBezTo>
                    <a:pt x="43" y="1712"/>
                    <a:pt x="56" y="1707"/>
                    <a:pt x="72" y="1696"/>
                  </a:cubicBezTo>
                  <a:lnTo>
                    <a:pt x="278" y="1544"/>
                  </a:lnTo>
                  <a:cubicBezTo>
                    <a:pt x="324" y="1511"/>
                    <a:pt x="381" y="1442"/>
                    <a:pt x="404" y="1391"/>
                  </a:cubicBezTo>
                  <a:lnTo>
                    <a:pt x="782" y="570"/>
                  </a:lnTo>
                  <a:lnTo>
                    <a:pt x="994" y="53"/>
                  </a:lnTo>
                  <a:cubicBezTo>
                    <a:pt x="1007" y="19"/>
                    <a:pt x="1004" y="1"/>
                    <a:pt x="9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1" name="Google Shape;5191;p64"/>
            <p:cNvSpPr/>
            <p:nvPr/>
          </p:nvSpPr>
          <p:spPr>
            <a:xfrm>
              <a:off x="6391756" y="3207097"/>
              <a:ext cx="71199" cy="31900"/>
            </a:xfrm>
            <a:custGeom>
              <a:avLst/>
              <a:gdLst/>
              <a:ahLst/>
              <a:cxnLst/>
              <a:rect l="l" t="t" r="r" b="b"/>
              <a:pathLst>
                <a:path w="2069" h="927" extrusionOk="0">
                  <a:moveTo>
                    <a:pt x="2068" y="0"/>
                  </a:moveTo>
                  <a:lnTo>
                    <a:pt x="443" y="13"/>
                  </a:lnTo>
                  <a:cubicBezTo>
                    <a:pt x="386" y="13"/>
                    <a:pt x="301" y="41"/>
                    <a:pt x="255" y="76"/>
                  </a:cubicBezTo>
                  <a:lnTo>
                    <a:pt x="48" y="225"/>
                  </a:lnTo>
                  <a:cubicBezTo>
                    <a:pt x="1" y="259"/>
                    <a:pt x="4" y="310"/>
                    <a:pt x="51" y="341"/>
                  </a:cubicBezTo>
                  <a:lnTo>
                    <a:pt x="978" y="926"/>
                  </a:lnTo>
                  <a:cubicBezTo>
                    <a:pt x="978" y="926"/>
                    <a:pt x="1069" y="764"/>
                    <a:pt x="1357" y="511"/>
                  </a:cubicBezTo>
                  <a:cubicBezTo>
                    <a:pt x="1711" y="201"/>
                    <a:pt x="2068" y="0"/>
                    <a:pt x="20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2" name="Google Shape;5192;p64"/>
            <p:cNvSpPr/>
            <p:nvPr/>
          </p:nvSpPr>
          <p:spPr>
            <a:xfrm>
              <a:off x="6518876" y="3158678"/>
              <a:ext cx="82315" cy="195257"/>
            </a:xfrm>
            <a:custGeom>
              <a:avLst/>
              <a:gdLst/>
              <a:ahLst/>
              <a:cxnLst/>
              <a:rect l="l" t="t" r="r" b="b"/>
              <a:pathLst>
                <a:path w="2392" h="5674" extrusionOk="0">
                  <a:moveTo>
                    <a:pt x="2366" y="1"/>
                  </a:moveTo>
                  <a:cubicBezTo>
                    <a:pt x="2356" y="1"/>
                    <a:pt x="2342" y="6"/>
                    <a:pt x="2326" y="17"/>
                  </a:cubicBezTo>
                  <a:lnTo>
                    <a:pt x="826" y="1100"/>
                  </a:lnTo>
                  <a:lnTo>
                    <a:pt x="583" y="1275"/>
                  </a:lnTo>
                  <a:lnTo>
                    <a:pt x="4" y="5618"/>
                  </a:lnTo>
                  <a:cubicBezTo>
                    <a:pt x="0" y="5653"/>
                    <a:pt x="12" y="5674"/>
                    <a:pt x="33" y="5674"/>
                  </a:cubicBezTo>
                  <a:cubicBezTo>
                    <a:pt x="45" y="5674"/>
                    <a:pt x="58" y="5668"/>
                    <a:pt x="74" y="5656"/>
                  </a:cubicBezTo>
                  <a:lnTo>
                    <a:pt x="750" y="5166"/>
                  </a:lnTo>
                  <a:cubicBezTo>
                    <a:pt x="795" y="5131"/>
                    <a:pt x="847" y="5062"/>
                    <a:pt x="863" y="5006"/>
                  </a:cubicBezTo>
                  <a:lnTo>
                    <a:pt x="2381" y="57"/>
                  </a:lnTo>
                  <a:cubicBezTo>
                    <a:pt x="2392" y="20"/>
                    <a:pt x="2385" y="1"/>
                    <a:pt x="2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3" name="Google Shape;5193;p64"/>
            <p:cNvSpPr/>
            <p:nvPr/>
          </p:nvSpPr>
          <p:spPr>
            <a:xfrm>
              <a:off x="6671943" y="3055888"/>
              <a:ext cx="13731" cy="26739"/>
            </a:xfrm>
            <a:custGeom>
              <a:avLst/>
              <a:gdLst/>
              <a:ahLst/>
              <a:cxnLst/>
              <a:rect l="l" t="t" r="r" b="b"/>
              <a:pathLst>
                <a:path w="399" h="777" extrusionOk="0">
                  <a:moveTo>
                    <a:pt x="388" y="1"/>
                  </a:moveTo>
                  <a:lnTo>
                    <a:pt x="388" y="1"/>
                  </a:lnTo>
                  <a:cubicBezTo>
                    <a:pt x="290" y="37"/>
                    <a:pt x="189" y="77"/>
                    <a:pt x="87" y="119"/>
                  </a:cubicBezTo>
                  <a:cubicBezTo>
                    <a:pt x="99" y="425"/>
                    <a:pt x="1" y="682"/>
                    <a:pt x="1" y="682"/>
                  </a:cubicBezTo>
                  <a:lnTo>
                    <a:pt x="213" y="776"/>
                  </a:lnTo>
                  <a:cubicBezTo>
                    <a:pt x="387" y="442"/>
                    <a:pt x="399" y="140"/>
                    <a:pt x="3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4" name="Google Shape;5194;p64"/>
            <p:cNvSpPr/>
            <p:nvPr/>
          </p:nvSpPr>
          <p:spPr>
            <a:xfrm>
              <a:off x="6573420" y="3161087"/>
              <a:ext cx="9842" cy="5678"/>
            </a:xfrm>
            <a:custGeom>
              <a:avLst/>
              <a:gdLst/>
              <a:ahLst/>
              <a:cxnLst/>
              <a:rect l="l" t="t" r="r" b="b"/>
              <a:pathLst>
                <a:path w="286" h="165" extrusionOk="0">
                  <a:moveTo>
                    <a:pt x="74" y="0"/>
                  </a:moveTo>
                  <a:cubicBezTo>
                    <a:pt x="51" y="0"/>
                    <a:pt x="32" y="6"/>
                    <a:pt x="22" y="17"/>
                  </a:cubicBezTo>
                  <a:cubicBezTo>
                    <a:pt x="0" y="45"/>
                    <a:pt x="33" y="96"/>
                    <a:pt x="98" y="133"/>
                  </a:cubicBezTo>
                  <a:cubicBezTo>
                    <a:pt x="136" y="154"/>
                    <a:pt x="177" y="165"/>
                    <a:pt x="209" y="165"/>
                  </a:cubicBezTo>
                  <a:cubicBezTo>
                    <a:pt x="233" y="165"/>
                    <a:pt x="252" y="159"/>
                    <a:pt x="262" y="148"/>
                  </a:cubicBezTo>
                  <a:cubicBezTo>
                    <a:pt x="286" y="120"/>
                    <a:pt x="251" y="67"/>
                    <a:pt x="185" y="32"/>
                  </a:cubicBezTo>
                  <a:cubicBezTo>
                    <a:pt x="147" y="11"/>
                    <a:pt x="106" y="0"/>
                    <a:pt x="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5" name="Google Shape;5195;p64"/>
            <p:cNvSpPr/>
            <p:nvPr/>
          </p:nvSpPr>
          <p:spPr>
            <a:xfrm>
              <a:off x="6558278" y="3171583"/>
              <a:ext cx="9773" cy="5678"/>
            </a:xfrm>
            <a:custGeom>
              <a:avLst/>
              <a:gdLst/>
              <a:ahLst/>
              <a:cxnLst/>
              <a:rect l="l" t="t" r="r" b="b"/>
              <a:pathLst>
                <a:path w="284" h="165" extrusionOk="0">
                  <a:moveTo>
                    <a:pt x="73" y="1"/>
                  </a:moveTo>
                  <a:cubicBezTo>
                    <a:pt x="50" y="1"/>
                    <a:pt x="31" y="7"/>
                    <a:pt x="21" y="18"/>
                  </a:cubicBezTo>
                  <a:cubicBezTo>
                    <a:pt x="0" y="45"/>
                    <a:pt x="34" y="96"/>
                    <a:pt x="100" y="132"/>
                  </a:cubicBezTo>
                  <a:cubicBezTo>
                    <a:pt x="138" y="154"/>
                    <a:pt x="178" y="164"/>
                    <a:pt x="209" y="164"/>
                  </a:cubicBezTo>
                  <a:cubicBezTo>
                    <a:pt x="232" y="164"/>
                    <a:pt x="251" y="159"/>
                    <a:pt x="261" y="147"/>
                  </a:cubicBezTo>
                  <a:cubicBezTo>
                    <a:pt x="284" y="121"/>
                    <a:pt x="250" y="69"/>
                    <a:pt x="184" y="33"/>
                  </a:cubicBezTo>
                  <a:cubicBezTo>
                    <a:pt x="146" y="12"/>
                    <a:pt x="106" y="1"/>
                    <a:pt x="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6" name="Google Shape;5196;p64"/>
            <p:cNvSpPr/>
            <p:nvPr/>
          </p:nvSpPr>
          <p:spPr>
            <a:xfrm>
              <a:off x="6543171" y="3182044"/>
              <a:ext cx="9876" cy="5747"/>
            </a:xfrm>
            <a:custGeom>
              <a:avLst/>
              <a:gdLst/>
              <a:ahLst/>
              <a:cxnLst/>
              <a:rect l="l" t="t" r="r" b="b"/>
              <a:pathLst>
                <a:path w="287" h="167" extrusionOk="0">
                  <a:moveTo>
                    <a:pt x="75" y="1"/>
                  </a:moveTo>
                  <a:cubicBezTo>
                    <a:pt x="52" y="1"/>
                    <a:pt x="33" y="6"/>
                    <a:pt x="24" y="19"/>
                  </a:cubicBezTo>
                  <a:cubicBezTo>
                    <a:pt x="0" y="48"/>
                    <a:pt x="34" y="99"/>
                    <a:pt x="100" y="134"/>
                  </a:cubicBezTo>
                  <a:cubicBezTo>
                    <a:pt x="138" y="155"/>
                    <a:pt x="178" y="166"/>
                    <a:pt x="211" y="166"/>
                  </a:cubicBezTo>
                  <a:cubicBezTo>
                    <a:pt x="234" y="166"/>
                    <a:pt x="253" y="160"/>
                    <a:pt x="264" y="149"/>
                  </a:cubicBezTo>
                  <a:cubicBezTo>
                    <a:pt x="287" y="121"/>
                    <a:pt x="252" y="68"/>
                    <a:pt x="186" y="33"/>
                  </a:cubicBezTo>
                  <a:cubicBezTo>
                    <a:pt x="148" y="12"/>
                    <a:pt x="107" y="1"/>
                    <a:pt x="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7" name="Google Shape;5197;p64"/>
            <p:cNvSpPr/>
            <p:nvPr/>
          </p:nvSpPr>
          <p:spPr>
            <a:xfrm>
              <a:off x="6527961" y="3192609"/>
              <a:ext cx="9842" cy="5747"/>
            </a:xfrm>
            <a:custGeom>
              <a:avLst/>
              <a:gdLst/>
              <a:ahLst/>
              <a:cxnLst/>
              <a:rect l="l" t="t" r="r" b="b"/>
              <a:pathLst>
                <a:path w="286" h="167" extrusionOk="0">
                  <a:moveTo>
                    <a:pt x="74" y="0"/>
                  </a:moveTo>
                  <a:cubicBezTo>
                    <a:pt x="52" y="0"/>
                    <a:pt x="34" y="6"/>
                    <a:pt x="24" y="17"/>
                  </a:cubicBezTo>
                  <a:cubicBezTo>
                    <a:pt x="0" y="45"/>
                    <a:pt x="35" y="98"/>
                    <a:pt x="101" y="134"/>
                  </a:cubicBezTo>
                  <a:cubicBezTo>
                    <a:pt x="140" y="155"/>
                    <a:pt x="181" y="166"/>
                    <a:pt x="212" y="166"/>
                  </a:cubicBezTo>
                  <a:cubicBezTo>
                    <a:pt x="235" y="166"/>
                    <a:pt x="253" y="161"/>
                    <a:pt x="262" y="149"/>
                  </a:cubicBezTo>
                  <a:cubicBezTo>
                    <a:pt x="286" y="120"/>
                    <a:pt x="251" y="69"/>
                    <a:pt x="185" y="32"/>
                  </a:cubicBezTo>
                  <a:cubicBezTo>
                    <a:pt x="146" y="11"/>
                    <a:pt x="106" y="0"/>
                    <a:pt x="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8" name="Google Shape;5198;p64"/>
            <p:cNvSpPr/>
            <p:nvPr/>
          </p:nvSpPr>
          <p:spPr>
            <a:xfrm>
              <a:off x="6512854" y="3203105"/>
              <a:ext cx="9911" cy="5747"/>
            </a:xfrm>
            <a:custGeom>
              <a:avLst/>
              <a:gdLst/>
              <a:ahLst/>
              <a:cxnLst/>
              <a:rect l="l" t="t" r="r" b="b"/>
              <a:pathLst>
                <a:path w="288" h="167" extrusionOk="0">
                  <a:moveTo>
                    <a:pt x="76" y="0"/>
                  </a:moveTo>
                  <a:cubicBezTo>
                    <a:pt x="53" y="0"/>
                    <a:pt x="34" y="6"/>
                    <a:pt x="24" y="18"/>
                  </a:cubicBezTo>
                  <a:cubicBezTo>
                    <a:pt x="0" y="47"/>
                    <a:pt x="36" y="100"/>
                    <a:pt x="101" y="135"/>
                  </a:cubicBezTo>
                  <a:cubicBezTo>
                    <a:pt x="140" y="155"/>
                    <a:pt x="181" y="166"/>
                    <a:pt x="212" y="166"/>
                  </a:cubicBezTo>
                  <a:cubicBezTo>
                    <a:pt x="235" y="166"/>
                    <a:pt x="254" y="161"/>
                    <a:pt x="264" y="148"/>
                  </a:cubicBezTo>
                  <a:cubicBezTo>
                    <a:pt x="287" y="121"/>
                    <a:pt x="254" y="69"/>
                    <a:pt x="188" y="33"/>
                  </a:cubicBezTo>
                  <a:cubicBezTo>
                    <a:pt x="149" y="11"/>
                    <a:pt x="108" y="0"/>
                    <a:pt x="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9" name="Google Shape;5199;p64"/>
            <p:cNvSpPr/>
            <p:nvPr/>
          </p:nvSpPr>
          <p:spPr>
            <a:xfrm>
              <a:off x="6648990" y="3108402"/>
              <a:ext cx="9842" cy="5644"/>
            </a:xfrm>
            <a:custGeom>
              <a:avLst/>
              <a:gdLst/>
              <a:ahLst/>
              <a:cxnLst/>
              <a:rect l="l" t="t" r="r" b="b"/>
              <a:pathLst>
                <a:path w="286" h="164" extrusionOk="0">
                  <a:moveTo>
                    <a:pt x="74" y="1"/>
                  </a:moveTo>
                  <a:cubicBezTo>
                    <a:pt x="51" y="1"/>
                    <a:pt x="32" y="6"/>
                    <a:pt x="22" y="18"/>
                  </a:cubicBezTo>
                  <a:cubicBezTo>
                    <a:pt x="1" y="44"/>
                    <a:pt x="36" y="96"/>
                    <a:pt x="101" y="132"/>
                  </a:cubicBezTo>
                  <a:cubicBezTo>
                    <a:pt x="140" y="153"/>
                    <a:pt x="181" y="164"/>
                    <a:pt x="213" y="164"/>
                  </a:cubicBezTo>
                  <a:cubicBezTo>
                    <a:pt x="235" y="164"/>
                    <a:pt x="253" y="158"/>
                    <a:pt x="262" y="147"/>
                  </a:cubicBezTo>
                  <a:cubicBezTo>
                    <a:pt x="286" y="121"/>
                    <a:pt x="251" y="66"/>
                    <a:pt x="185" y="33"/>
                  </a:cubicBezTo>
                  <a:cubicBezTo>
                    <a:pt x="147" y="12"/>
                    <a:pt x="106" y="1"/>
                    <a:pt x="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0" name="Google Shape;5200;p64"/>
            <p:cNvSpPr/>
            <p:nvPr/>
          </p:nvSpPr>
          <p:spPr>
            <a:xfrm>
              <a:off x="6633883" y="3118897"/>
              <a:ext cx="9842" cy="5712"/>
            </a:xfrm>
            <a:custGeom>
              <a:avLst/>
              <a:gdLst/>
              <a:ahLst/>
              <a:cxnLst/>
              <a:rect l="l" t="t" r="r" b="b"/>
              <a:pathLst>
                <a:path w="286" h="166" extrusionOk="0">
                  <a:moveTo>
                    <a:pt x="75" y="1"/>
                  </a:moveTo>
                  <a:cubicBezTo>
                    <a:pt x="51" y="1"/>
                    <a:pt x="32" y="6"/>
                    <a:pt x="23" y="17"/>
                  </a:cubicBezTo>
                  <a:cubicBezTo>
                    <a:pt x="1" y="45"/>
                    <a:pt x="36" y="96"/>
                    <a:pt x="102" y="133"/>
                  </a:cubicBezTo>
                  <a:cubicBezTo>
                    <a:pt x="140" y="154"/>
                    <a:pt x="180" y="165"/>
                    <a:pt x="211" y="165"/>
                  </a:cubicBezTo>
                  <a:cubicBezTo>
                    <a:pt x="234" y="165"/>
                    <a:pt x="253" y="159"/>
                    <a:pt x="262" y="148"/>
                  </a:cubicBezTo>
                  <a:cubicBezTo>
                    <a:pt x="286" y="120"/>
                    <a:pt x="251" y="67"/>
                    <a:pt x="185" y="32"/>
                  </a:cubicBezTo>
                  <a:cubicBezTo>
                    <a:pt x="147" y="11"/>
                    <a:pt x="107" y="1"/>
                    <a:pt x="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1" name="Google Shape;5201;p64"/>
            <p:cNvSpPr/>
            <p:nvPr/>
          </p:nvSpPr>
          <p:spPr>
            <a:xfrm>
              <a:off x="6618775" y="3129428"/>
              <a:ext cx="9842" cy="5712"/>
            </a:xfrm>
            <a:custGeom>
              <a:avLst/>
              <a:gdLst/>
              <a:ahLst/>
              <a:cxnLst/>
              <a:rect l="l" t="t" r="r" b="b"/>
              <a:pathLst>
                <a:path w="286" h="166" extrusionOk="0">
                  <a:moveTo>
                    <a:pt x="73" y="0"/>
                  </a:moveTo>
                  <a:cubicBezTo>
                    <a:pt x="51" y="0"/>
                    <a:pt x="32" y="6"/>
                    <a:pt x="23" y="17"/>
                  </a:cubicBezTo>
                  <a:cubicBezTo>
                    <a:pt x="1" y="45"/>
                    <a:pt x="34" y="98"/>
                    <a:pt x="100" y="134"/>
                  </a:cubicBezTo>
                  <a:cubicBezTo>
                    <a:pt x="138" y="155"/>
                    <a:pt x="179" y="166"/>
                    <a:pt x="211" y="166"/>
                  </a:cubicBezTo>
                  <a:cubicBezTo>
                    <a:pt x="234" y="166"/>
                    <a:pt x="253" y="160"/>
                    <a:pt x="263" y="147"/>
                  </a:cubicBezTo>
                  <a:cubicBezTo>
                    <a:pt x="286" y="120"/>
                    <a:pt x="251" y="68"/>
                    <a:pt x="185" y="32"/>
                  </a:cubicBezTo>
                  <a:cubicBezTo>
                    <a:pt x="146" y="11"/>
                    <a:pt x="105" y="0"/>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2" name="Google Shape;5202;p64"/>
            <p:cNvSpPr/>
            <p:nvPr/>
          </p:nvSpPr>
          <p:spPr>
            <a:xfrm>
              <a:off x="6603634" y="3139992"/>
              <a:ext cx="9911" cy="5678"/>
            </a:xfrm>
            <a:custGeom>
              <a:avLst/>
              <a:gdLst/>
              <a:ahLst/>
              <a:cxnLst/>
              <a:rect l="l" t="t" r="r" b="b"/>
              <a:pathLst>
                <a:path w="288" h="165" extrusionOk="0">
                  <a:moveTo>
                    <a:pt x="74" y="0"/>
                  </a:moveTo>
                  <a:cubicBezTo>
                    <a:pt x="52" y="0"/>
                    <a:pt x="33" y="6"/>
                    <a:pt x="24" y="17"/>
                  </a:cubicBezTo>
                  <a:cubicBezTo>
                    <a:pt x="0" y="45"/>
                    <a:pt x="35" y="96"/>
                    <a:pt x="101" y="133"/>
                  </a:cubicBezTo>
                  <a:cubicBezTo>
                    <a:pt x="140" y="154"/>
                    <a:pt x="181" y="165"/>
                    <a:pt x="213" y="165"/>
                  </a:cubicBezTo>
                  <a:cubicBezTo>
                    <a:pt x="236" y="165"/>
                    <a:pt x="254" y="159"/>
                    <a:pt x="264" y="148"/>
                  </a:cubicBezTo>
                  <a:cubicBezTo>
                    <a:pt x="287" y="120"/>
                    <a:pt x="252" y="67"/>
                    <a:pt x="186" y="32"/>
                  </a:cubicBezTo>
                  <a:cubicBezTo>
                    <a:pt x="148" y="12"/>
                    <a:pt x="106" y="0"/>
                    <a:pt x="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3" name="Google Shape;5203;p64"/>
            <p:cNvSpPr/>
            <p:nvPr/>
          </p:nvSpPr>
          <p:spPr>
            <a:xfrm>
              <a:off x="6588527" y="3150454"/>
              <a:ext cx="9911" cy="5712"/>
            </a:xfrm>
            <a:custGeom>
              <a:avLst/>
              <a:gdLst/>
              <a:ahLst/>
              <a:cxnLst/>
              <a:rect l="l" t="t" r="r" b="b"/>
              <a:pathLst>
                <a:path w="288" h="166" extrusionOk="0">
                  <a:moveTo>
                    <a:pt x="76" y="0"/>
                  </a:moveTo>
                  <a:cubicBezTo>
                    <a:pt x="53" y="0"/>
                    <a:pt x="34" y="6"/>
                    <a:pt x="25" y="18"/>
                  </a:cubicBezTo>
                  <a:cubicBezTo>
                    <a:pt x="0" y="47"/>
                    <a:pt x="35" y="100"/>
                    <a:pt x="101" y="135"/>
                  </a:cubicBezTo>
                  <a:cubicBezTo>
                    <a:pt x="140" y="155"/>
                    <a:pt x="182" y="165"/>
                    <a:pt x="214" y="165"/>
                  </a:cubicBezTo>
                  <a:cubicBezTo>
                    <a:pt x="236" y="165"/>
                    <a:pt x="254" y="160"/>
                    <a:pt x="264" y="149"/>
                  </a:cubicBezTo>
                  <a:cubicBezTo>
                    <a:pt x="287" y="122"/>
                    <a:pt x="252" y="69"/>
                    <a:pt x="186" y="32"/>
                  </a:cubicBezTo>
                  <a:cubicBezTo>
                    <a:pt x="148" y="11"/>
                    <a:pt x="107" y="0"/>
                    <a:pt x="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4" name="Google Shape;5204;p64"/>
            <p:cNvSpPr/>
            <p:nvPr/>
          </p:nvSpPr>
          <p:spPr>
            <a:xfrm>
              <a:off x="3653141" y="2474695"/>
              <a:ext cx="3140622" cy="980722"/>
            </a:xfrm>
            <a:custGeom>
              <a:avLst/>
              <a:gdLst/>
              <a:ahLst/>
              <a:cxnLst/>
              <a:rect l="l" t="t" r="r" b="b"/>
              <a:pathLst>
                <a:path w="91264" h="28499" extrusionOk="0">
                  <a:moveTo>
                    <a:pt x="75836" y="0"/>
                  </a:moveTo>
                  <a:lnTo>
                    <a:pt x="75697" y="446"/>
                  </a:lnTo>
                  <a:cubicBezTo>
                    <a:pt x="76304" y="637"/>
                    <a:pt x="76895" y="834"/>
                    <a:pt x="77473" y="1035"/>
                  </a:cubicBezTo>
                  <a:lnTo>
                    <a:pt x="77627" y="594"/>
                  </a:lnTo>
                  <a:cubicBezTo>
                    <a:pt x="77044" y="389"/>
                    <a:pt x="76449" y="192"/>
                    <a:pt x="75836" y="0"/>
                  </a:cubicBezTo>
                  <a:close/>
                  <a:moveTo>
                    <a:pt x="13204" y="738"/>
                  </a:moveTo>
                  <a:cubicBezTo>
                    <a:pt x="12603" y="953"/>
                    <a:pt x="12009" y="1178"/>
                    <a:pt x="11440" y="1406"/>
                  </a:cubicBezTo>
                  <a:lnTo>
                    <a:pt x="11614" y="1839"/>
                  </a:lnTo>
                  <a:cubicBezTo>
                    <a:pt x="12177" y="1612"/>
                    <a:pt x="12765" y="1390"/>
                    <a:pt x="13362" y="1178"/>
                  </a:cubicBezTo>
                  <a:lnTo>
                    <a:pt x="13204" y="738"/>
                  </a:lnTo>
                  <a:close/>
                  <a:moveTo>
                    <a:pt x="79398" y="1247"/>
                  </a:moveTo>
                  <a:lnTo>
                    <a:pt x="79229" y="1683"/>
                  </a:lnTo>
                  <a:cubicBezTo>
                    <a:pt x="79821" y="1915"/>
                    <a:pt x="80401" y="2157"/>
                    <a:pt x="80955" y="2400"/>
                  </a:cubicBezTo>
                  <a:lnTo>
                    <a:pt x="81144" y="1971"/>
                  </a:lnTo>
                  <a:cubicBezTo>
                    <a:pt x="80584" y="1725"/>
                    <a:pt x="79997" y="1481"/>
                    <a:pt x="79398" y="1247"/>
                  </a:cubicBezTo>
                  <a:close/>
                  <a:moveTo>
                    <a:pt x="9703" y="2146"/>
                  </a:moveTo>
                  <a:cubicBezTo>
                    <a:pt x="9115" y="2413"/>
                    <a:pt x="8541" y="2691"/>
                    <a:pt x="8000" y="2970"/>
                  </a:cubicBezTo>
                  <a:lnTo>
                    <a:pt x="8214" y="3386"/>
                  </a:lnTo>
                  <a:cubicBezTo>
                    <a:pt x="8748" y="3109"/>
                    <a:pt x="9315" y="2837"/>
                    <a:pt x="9896" y="2574"/>
                  </a:cubicBezTo>
                  <a:lnTo>
                    <a:pt x="9703" y="2146"/>
                  </a:lnTo>
                  <a:close/>
                  <a:moveTo>
                    <a:pt x="82857" y="2774"/>
                  </a:moveTo>
                  <a:lnTo>
                    <a:pt x="82646" y="3193"/>
                  </a:lnTo>
                  <a:cubicBezTo>
                    <a:pt x="83218" y="3481"/>
                    <a:pt x="83771" y="3776"/>
                    <a:pt x="84289" y="4076"/>
                  </a:cubicBezTo>
                  <a:lnTo>
                    <a:pt x="84525" y="3670"/>
                  </a:lnTo>
                  <a:cubicBezTo>
                    <a:pt x="83998" y="3367"/>
                    <a:pt x="83438" y="3065"/>
                    <a:pt x="82857" y="2774"/>
                  </a:cubicBezTo>
                  <a:close/>
                  <a:moveTo>
                    <a:pt x="6345" y="3890"/>
                  </a:moveTo>
                  <a:cubicBezTo>
                    <a:pt x="5782" y="4227"/>
                    <a:pt x="5248" y="4575"/>
                    <a:pt x="4755" y="4926"/>
                  </a:cubicBezTo>
                  <a:lnTo>
                    <a:pt x="5029" y="5307"/>
                  </a:lnTo>
                  <a:cubicBezTo>
                    <a:pt x="5508" y="4966"/>
                    <a:pt x="6032" y="4623"/>
                    <a:pt x="6587" y="4290"/>
                  </a:cubicBezTo>
                  <a:lnTo>
                    <a:pt x="6345" y="3890"/>
                  </a:lnTo>
                  <a:close/>
                  <a:moveTo>
                    <a:pt x="86128" y="4680"/>
                  </a:moveTo>
                  <a:lnTo>
                    <a:pt x="85865" y="5065"/>
                  </a:lnTo>
                  <a:cubicBezTo>
                    <a:pt x="86398" y="5430"/>
                    <a:pt x="86895" y="5807"/>
                    <a:pt x="87344" y="6183"/>
                  </a:cubicBezTo>
                  <a:lnTo>
                    <a:pt x="87644" y="5825"/>
                  </a:lnTo>
                  <a:cubicBezTo>
                    <a:pt x="87185" y="5438"/>
                    <a:pt x="86676" y="5054"/>
                    <a:pt x="86128" y="4680"/>
                  </a:cubicBezTo>
                  <a:close/>
                  <a:moveTo>
                    <a:pt x="3263" y="6108"/>
                  </a:moveTo>
                  <a:cubicBezTo>
                    <a:pt x="2762" y="6553"/>
                    <a:pt x="2310" y="7010"/>
                    <a:pt x="1923" y="7469"/>
                  </a:cubicBezTo>
                  <a:lnTo>
                    <a:pt x="2280" y="7770"/>
                  </a:lnTo>
                  <a:cubicBezTo>
                    <a:pt x="2654" y="7330"/>
                    <a:pt x="3090" y="6887"/>
                    <a:pt x="3573" y="6458"/>
                  </a:cubicBezTo>
                  <a:lnTo>
                    <a:pt x="3263" y="6108"/>
                  </a:lnTo>
                  <a:close/>
                  <a:moveTo>
                    <a:pt x="89025" y="7143"/>
                  </a:moveTo>
                  <a:lnTo>
                    <a:pt x="88680" y="7457"/>
                  </a:lnTo>
                  <a:cubicBezTo>
                    <a:pt x="89117" y="7936"/>
                    <a:pt x="89491" y="8426"/>
                    <a:pt x="89792" y="8913"/>
                  </a:cubicBezTo>
                  <a:lnTo>
                    <a:pt x="90188" y="8669"/>
                  </a:lnTo>
                  <a:cubicBezTo>
                    <a:pt x="89872" y="8157"/>
                    <a:pt x="89480" y="7643"/>
                    <a:pt x="89025" y="7143"/>
                  </a:cubicBezTo>
                  <a:close/>
                  <a:moveTo>
                    <a:pt x="827" y="9048"/>
                  </a:moveTo>
                  <a:cubicBezTo>
                    <a:pt x="502" y="9640"/>
                    <a:pt x="268" y="10247"/>
                    <a:pt x="129" y="10852"/>
                  </a:cubicBezTo>
                  <a:lnTo>
                    <a:pt x="584" y="10957"/>
                  </a:lnTo>
                  <a:cubicBezTo>
                    <a:pt x="714" y="10394"/>
                    <a:pt x="934" y="9826"/>
                    <a:pt x="1236" y="9272"/>
                  </a:cubicBezTo>
                  <a:lnTo>
                    <a:pt x="827" y="9048"/>
                  </a:lnTo>
                  <a:close/>
                  <a:moveTo>
                    <a:pt x="90995" y="10424"/>
                  </a:moveTo>
                  <a:lnTo>
                    <a:pt x="90547" y="10559"/>
                  </a:lnTo>
                  <a:cubicBezTo>
                    <a:pt x="90712" y="11106"/>
                    <a:pt x="90796" y="11662"/>
                    <a:pt x="90796" y="12212"/>
                  </a:cubicBezTo>
                  <a:lnTo>
                    <a:pt x="90794" y="12337"/>
                  </a:lnTo>
                  <a:lnTo>
                    <a:pt x="91262" y="12347"/>
                  </a:lnTo>
                  <a:lnTo>
                    <a:pt x="91264" y="12212"/>
                  </a:lnTo>
                  <a:cubicBezTo>
                    <a:pt x="91264" y="11615"/>
                    <a:pt x="91175" y="11013"/>
                    <a:pt x="90995" y="10424"/>
                  </a:cubicBezTo>
                  <a:close/>
                  <a:moveTo>
                    <a:pt x="465" y="12743"/>
                  </a:moveTo>
                  <a:lnTo>
                    <a:pt x="0" y="12789"/>
                  </a:lnTo>
                  <a:cubicBezTo>
                    <a:pt x="62" y="13416"/>
                    <a:pt x="222" y="14045"/>
                    <a:pt x="480" y="14661"/>
                  </a:cubicBezTo>
                  <a:lnTo>
                    <a:pt x="912" y="14480"/>
                  </a:lnTo>
                  <a:cubicBezTo>
                    <a:pt x="672" y="13908"/>
                    <a:pt x="522" y="13323"/>
                    <a:pt x="465" y="12743"/>
                  </a:cubicBezTo>
                  <a:close/>
                  <a:moveTo>
                    <a:pt x="90472" y="14097"/>
                  </a:moveTo>
                  <a:cubicBezTo>
                    <a:pt x="90284" y="14638"/>
                    <a:pt x="90011" y="15182"/>
                    <a:pt x="89662" y="15715"/>
                  </a:cubicBezTo>
                  <a:lnTo>
                    <a:pt x="90054" y="15971"/>
                  </a:lnTo>
                  <a:cubicBezTo>
                    <a:pt x="90424" y="15408"/>
                    <a:pt x="90715" y="14828"/>
                    <a:pt x="90914" y="14249"/>
                  </a:cubicBezTo>
                  <a:lnTo>
                    <a:pt x="90472" y="14097"/>
                  </a:lnTo>
                  <a:close/>
                  <a:moveTo>
                    <a:pt x="1811" y="16059"/>
                  </a:moveTo>
                  <a:lnTo>
                    <a:pt x="1432" y="16334"/>
                  </a:lnTo>
                  <a:cubicBezTo>
                    <a:pt x="1785" y="16819"/>
                    <a:pt x="2206" y="17304"/>
                    <a:pt x="2685" y="17778"/>
                  </a:cubicBezTo>
                  <a:lnTo>
                    <a:pt x="3014" y="17446"/>
                  </a:lnTo>
                  <a:cubicBezTo>
                    <a:pt x="2552" y="16989"/>
                    <a:pt x="2148" y="16524"/>
                    <a:pt x="1811" y="16059"/>
                  </a:cubicBezTo>
                  <a:close/>
                  <a:moveTo>
                    <a:pt x="88518" y="17146"/>
                  </a:moveTo>
                  <a:cubicBezTo>
                    <a:pt x="88118" y="17566"/>
                    <a:pt x="87663" y="17987"/>
                    <a:pt x="87160" y="18397"/>
                  </a:cubicBezTo>
                  <a:lnTo>
                    <a:pt x="87457" y="18758"/>
                  </a:lnTo>
                  <a:cubicBezTo>
                    <a:pt x="87973" y="18335"/>
                    <a:pt x="88444" y="17901"/>
                    <a:pt x="88857" y="17468"/>
                  </a:cubicBezTo>
                  <a:lnTo>
                    <a:pt x="88518" y="17146"/>
                  </a:lnTo>
                  <a:close/>
                  <a:moveTo>
                    <a:pt x="4408" y="18657"/>
                  </a:moveTo>
                  <a:lnTo>
                    <a:pt x="4122" y="19027"/>
                  </a:lnTo>
                  <a:cubicBezTo>
                    <a:pt x="4598" y="19399"/>
                    <a:pt x="5121" y="19766"/>
                    <a:pt x="5674" y="20120"/>
                  </a:cubicBezTo>
                  <a:lnTo>
                    <a:pt x="5925" y="19725"/>
                  </a:lnTo>
                  <a:cubicBezTo>
                    <a:pt x="5384" y="19378"/>
                    <a:pt x="4875" y="19020"/>
                    <a:pt x="4408" y="18657"/>
                  </a:cubicBezTo>
                  <a:close/>
                  <a:moveTo>
                    <a:pt x="85668" y="19495"/>
                  </a:moveTo>
                  <a:cubicBezTo>
                    <a:pt x="85175" y="19826"/>
                    <a:pt x="84641" y="20154"/>
                    <a:pt x="84082" y="20470"/>
                  </a:cubicBezTo>
                  <a:lnTo>
                    <a:pt x="84313" y="20876"/>
                  </a:lnTo>
                  <a:cubicBezTo>
                    <a:pt x="84879" y="20555"/>
                    <a:pt x="85423" y="20221"/>
                    <a:pt x="85928" y="19884"/>
                  </a:cubicBezTo>
                  <a:lnTo>
                    <a:pt x="85668" y="19495"/>
                  </a:lnTo>
                  <a:close/>
                  <a:moveTo>
                    <a:pt x="7528" y="20676"/>
                  </a:moveTo>
                  <a:lnTo>
                    <a:pt x="7304" y="21086"/>
                  </a:lnTo>
                  <a:cubicBezTo>
                    <a:pt x="7833" y="21378"/>
                    <a:pt x="8401" y="21668"/>
                    <a:pt x="8988" y="21949"/>
                  </a:cubicBezTo>
                  <a:lnTo>
                    <a:pt x="9190" y="21527"/>
                  </a:lnTo>
                  <a:cubicBezTo>
                    <a:pt x="8610" y="21249"/>
                    <a:pt x="8051" y="20964"/>
                    <a:pt x="7528" y="20676"/>
                  </a:cubicBezTo>
                  <a:close/>
                  <a:moveTo>
                    <a:pt x="82433" y="21340"/>
                  </a:moveTo>
                  <a:cubicBezTo>
                    <a:pt x="81891" y="21608"/>
                    <a:pt x="81321" y="21871"/>
                    <a:pt x="80737" y="22123"/>
                  </a:cubicBezTo>
                  <a:lnTo>
                    <a:pt x="80921" y="22553"/>
                  </a:lnTo>
                  <a:cubicBezTo>
                    <a:pt x="81511" y="22297"/>
                    <a:pt x="82089" y="22029"/>
                    <a:pt x="82639" y="21759"/>
                  </a:cubicBezTo>
                  <a:lnTo>
                    <a:pt x="82433" y="21340"/>
                  </a:lnTo>
                  <a:close/>
                  <a:moveTo>
                    <a:pt x="10893" y="22291"/>
                  </a:moveTo>
                  <a:lnTo>
                    <a:pt x="10713" y="22723"/>
                  </a:lnTo>
                  <a:cubicBezTo>
                    <a:pt x="11280" y="22963"/>
                    <a:pt x="11871" y="23197"/>
                    <a:pt x="12468" y="23422"/>
                  </a:cubicBezTo>
                  <a:lnTo>
                    <a:pt x="12631" y="22983"/>
                  </a:lnTo>
                  <a:cubicBezTo>
                    <a:pt x="12040" y="22759"/>
                    <a:pt x="11454" y="22530"/>
                    <a:pt x="10893" y="22291"/>
                  </a:cubicBezTo>
                  <a:close/>
                  <a:moveTo>
                    <a:pt x="79005" y="22831"/>
                  </a:moveTo>
                  <a:cubicBezTo>
                    <a:pt x="78440" y="23051"/>
                    <a:pt x="77849" y="23266"/>
                    <a:pt x="77248" y="23473"/>
                  </a:cubicBezTo>
                  <a:lnTo>
                    <a:pt x="77400" y="23915"/>
                  </a:lnTo>
                  <a:cubicBezTo>
                    <a:pt x="78006" y="23707"/>
                    <a:pt x="78601" y="23489"/>
                    <a:pt x="79173" y="23269"/>
                  </a:cubicBezTo>
                  <a:lnTo>
                    <a:pt x="79005" y="22831"/>
                  </a:lnTo>
                  <a:close/>
                  <a:moveTo>
                    <a:pt x="14394" y="23612"/>
                  </a:moveTo>
                  <a:lnTo>
                    <a:pt x="14246" y="24054"/>
                  </a:lnTo>
                  <a:cubicBezTo>
                    <a:pt x="14831" y="24252"/>
                    <a:pt x="15431" y="24443"/>
                    <a:pt x="16042" y="24629"/>
                  </a:cubicBezTo>
                  <a:lnTo>
                    <a:pt x="16177" y="24180"/>
                  </a:lnTo>
                  <a:cubicBezTo>
                    <a:pt x="15570" y="23996"/>
                    <a:pt x="14973" y="23805"/>
                    <a:pt x="14394" y="23612"/>
                  </a:cubicBezTo>
                  <a:close/>
                  <a:moveTo>
                    <a:pt x="75469" y="24056"/>
                  </a:moveTo>
                  <a:cubicBezTo>
                    <a:pt x="74882" y="24237"/>
                    <a:pt x="74284" y="24414"/>
                    <a:pt x="73671" y="24585"/>
                  </a:cubicBezTo>
                  <a:lnTo>
                    <a:pt x="73796" y="25034"/>
                  </a:lnTo>
                  <a:cubicBezTo>
                    <a:pt x="74414" y="24863"/>
                    <a:pt x="75015" y="24685"/>
                    <a:pt x="75606" y="24502"/>
                  </a:cubicBezTo>
                  <a:lnTo>
                    <a:pt x="75469" y="24056"/>
                  </a:lnTo>
                  <a:close/>
                  <a:moveTo>
                    <a:pt x="17978" y="24698"/>
                  </a:moveTo>
                  <a:lnTo>
                    <a:pt x="17855" y="25150"/>
                  </a:lnTo>
                  <a:cubicBezTo>
                    <a:pt x="18452" y="25312"/>
                    <a:pt x="19061" y="25470"/>
                    <a:pt x="19681" y="25624"/>
                  </a:cubicBezTo>
                  <a:lnTo>
                    <a:pt x="19792" y="25168"/>
                  </a:lnTo>
                  <a:cubicBezTo>
                    <a:pt x="19175" y="25017"/>
                    <a:pt x="18571" y="24860"/>
                    <a:pt x="17978" y="24698"/>
                  </a:cubicBezTo>
                  <a:close/>
                  <a:moveTo>
                    <a:pt x="71861" y="25067"/>
                  </a:moveTo>
                  <a:cubicBezTo>
                    <a:pt x="71262" y="25217"/>
                    <a:pt x="70655" y="25364"/>
                    <a:pt x="70036" y="25503"/>
                  </a:cubicBezTo>
                  <a:lnTo>
                    <a:pt x="70142" y="25958"/>
                  </a:lnTo>
                  <a:cubicBezTo>
                    <a:pt x="70761" y="25816"/>
                    <a:pt x="71372" y="25671"/>
                    <a:pt x="71975" y="25522"/>
                  </a:cubicBezTo>
                  <a:lnTo>
                    <a:pt x="71861" y="25067"/>
                  </a:lnTo>
                  <a:close/>
                  <a:moveTo>
                    <a:pt x="21617" y="25595"/>
                  </a:moveTo>
                  <a:lnTo>
                    <a:pt x="21517" y="26051"/>
                  </a:lnTo>
                  <a:cubicBezTo>
                    <a:pt x="22121" y="26184"/>
                    <a:pt x="22739" y="26315"/>
                    <a:pt x="23362" y="26439"/>
                  </a:cubicBezTo>
                  <a:lnTo>
                    <a:pt x="23451" y="25980"/>
                  </a:lnTo>
                  <a:cubicBezTo>
                    <a:pt x="22831" y="25855"/>
                    <a:pt x="22219" y="25728"/>
                    <a:pt x="21617" y="25595"/>
                  </a:cubicBezTo>
                  <a:close/>
                  <a:moveTo>
                    <a:pt x="68203" y="25895"/>
                  </a:moveTo>
                  <a:cubicBezTo>
                    <a:pt x="67599" y="26019"/>
                    <a:pt x="66984" y="26138"/>
                    <a:pt x="66363" y="26250"/>
                  </a:cubicBezTo>
                  <a:lnTo>
                    <a:pt x="66448" y="26711"/>
                  </a:lnTo>
                  <a:cubicBezTo>
                    <a:pt x="67072" y="26598"/>
                    <a:pt x="67688" y="26477"/>
                    <a:pt x="68295" y="26353"/>
                  </a:cubicBezTo>
                  <a:lnTo>
                    <a:pt x="68203" y="25895"/>
                  </a:lnTo>
                  <a:close/>
                  <a:moveTo>
                    <a:pt x="25295" y="26328"/>
                  </a:moveTo>
                  <a:lnTo>
                    <a:pt x="25213" y="26789"/>
                  </a:lnTo>
                  <a:cubicBezTo>
                    <a:pt x="25826" y="26898"/>
                    <a:pt x="26443" y="27001"/>
                    <a:pt x="27071" y="27102"/>
                  </a:cubicBezTo>
                  <a:lnTo>
                    <a:pt x="27144" y="26638"/>
                  </a:lnTo>
                  <a:cubicBezTo>
                    <a:pt x="26521" y="26540"/>
                    <a:pt x="25903" y="26436"/>
                    <a:pt x="25295" y="26328"/>
                  </a:cubicBezTo>
                  <a:close/>
                  <a:moveTo>
                    <a:pt x="64516" y="26572"/>
                  </a:moveTo>
                  <a:cubicBezTo>
                    <a:pt x="63905" y="26672"/>
                    <a:pt x="63287" y="26767"/>
                    <a:pt x="62661" y="26856"/>
                  </a:cubicBezTo>
                  <a:lnTo>
                    <a:pt x="62727" y="27318"/>
                  </a:lnTo>
                  <a:cubicBezTo>
                    <a:pt x="63356" y="27228"/>
                    <a:pt x="63976" y="27132"/>
                    <a:pt x="64591" y="27033"/>
                  </a:cubicBezTo>
                  <a:lnTo>
                    <a:pt x="64516" y="26572"/>
                  </a:lnTo>
                  <a:close/>
                  <a:moveTo>
                    <a:pt x="29001" y="26914"/>
                  </a:moveTo>
                  <a:lnTo>
                    <a:pt x="28936" y="27377"/>
                  </a:lnTo>
                  <a:cubicBezTo>
                    <a:pt x="29552" y="27463"/>
                    <a:pt x="30174" y="27545"/>
                    <a:pt x="30803" y="27623"/>
                  </a:cubicBezTo>
                  <a:lnTo>
                    <a:pt x="30860" y="27157"/>
                  </a:lnTo>
                  <a:cubicBezTo>
                    <a:pt x="30234" y="27081"/>
                    <a:pt x="29612" y="27001"/>
                    <a:pt x="29001" y="26914"/>
                  </a:cubicBezTo>
                  <a:close/>
                  <a:moveTo>
                    <a:pt x="60803" y="27105"/>
                  </a:moveTo>
                  <a:cubicBezTo>
                    <a:pt x="60189" y="27184"/>
                    <a:pt x="59567" y="27257"/>
                    <a:pt x="58939" y="27324"/>
                  </a:cubicBezTo>
                  <a:lnTo>
                    <a:pt x="58990" y="27789"/>
                  </a:lnTo>
                  <a:cubicBezTo>
                    <a:pt x="59619" y="27721"/>
                    <a:pt x="60244" y="27646"/>
                    <a:pt x="60862" y="27570"/>
                  </a:cubicBezTo>
                  <a:lnTo>
                    <a:pt x="60803" y="27105"/>
                  </a:lnTo>
                  <a:close/>
                  <a:moveTo>
                    <a:pt x="32724" y="27369"/>
                  </a:moveTo>
                  <a:lnTo>
                    <a:pt x="32674" y="27835"/>
                  </a:lnTo>
                  <a:cubicBezTo>
                    <a:pt x="33293" y="27901"/>
                    <a:pt x="33918" y="27960"/>
                    <a:pt x="34549" y="28018"/>
                  </a:cubicBezTo>
                  <a:lnTo>
                    <a:pt x="34591" y="27551"/>
                  </a:lnTo>
                  <a:cubicBezTo>
                    <a:pt x="33963" y="27494"/>
                    <a:pt x="33340" y="27435"/>
                    <a:pt x="32724" y="27369"/>
                  </a:cubicBezTo>
                  <a:close/>
                  <a:moveTo>
                    <a:pt x="57072" y="27513"/>
                  </a:moveTo>
                  <a:cubicBezTo>
                    <a:pt x="56453" y="27570"/>
                    <a:pt x="55830" y="27623"/>
                    <a:pt x="55202" y="27669"/>
                  </a:cubicBezTo>
                  <a:lnTo>
                    <a:pt x="55239" y="28136"/>
                  </a:lnTo>
                  <a:cubicBezTo>
                    <a:pt x="55871" y="28089"/>
                    <a:pt x="56496" y="28035"/>
                    <a:pt x="57116" y="27980"/>
                  </a:cubicBezTo>
                  <a:lnTo>
                    <a:pt x="57072" y="27513"/>
                  </a:lnTo>
                  <a:close/>
                  <a:moveTo>
                    <a:pt x="36459" y="27702"/>
                  </a:moveTo>
                  <a:lnTo>
                    <a:pt x="36427" y="28167"/>
                  </a:lnTo>
                  <a:cubicBezTo>
                    <a:pt x="37049" y="28214"/>
                    <a:pt x="37674" y="28253"/>
                    <a:pt x="38304" y="28290"/>
                  </a:cubicBezTo>
                  <a:lnTo>
                    <a:pt x="38332" y="27823"/>
                  </a:lnTo>
                  <a:cubicBezTo>
                    <a:pt x="37703" y="27786"/>
                    <a:pt x="37080" y="27747"/>
                    <a:pt x="36459" y="27702"/>
                  </a:cubicBezTo>
                  <a:close/>
                  <a:moveTo>
                    <a:pt x="53331" y="27798"/>
                  </a:moveTo>
                  <a:cubicBezTo>
                    <a:pt x="52711" y="27836"/>
                    <a:pt x="52088" y="27870"/>
                    <a:pt x="51459" y="27899"/>
                  </a:cubicBezTo>
                  <a:lnTo>
                    <a:pt x="51480" y="28364"/>
                  </a:lnTo>
                  <a:cubicBezTo>
                    <a:pt x="52111" y="28335"/>
                    <a:pt x="52739" y="28303"/>
                    <a:pt x="53361" y="28265"/>
                  </a:cubicBezTo>
                  <a:lnTo>
                    <a:pt x="53331" y="27798"/>
                  </a:lnTo>
                  <a:close/>
                  <a:moveTo>
                    <a:pt x="40208" y="27917"/>
                  </a:moveTo>
                  <a:lnTo>
                    <a:pt x="40187" y="28385"/>
                  </a:lnTo>
                  <a:cubicBezTo>
                    <a:pt x="40810" y="28413"/>
                    <a:pt x="41438" y="28433"/>
                    <a:pt x="42069" y="28451"/>
                  </a:cubicBezTo>
                  <a:lnTo>
                    <a:pt x="42082" y="27982"/>
                  </a:lnTo>
                  <a:cubicBezTo>
                    <a:pt x="41453" y="27965"/>
                    <a:pt x="40829" y="27943"/>
                    <a:pt x="40208" y="27917"/>
                  </a:cubicBezTo>
                  <a:close/>
                  <a:moveTo>
                    <a:pt x="49586" y="27969"/>
                  </a:moveTo>
                  <a:cubicBezTo>
                    <a:pt x="48964" y="27990"/>
                    <a:pt x="48338" y="28004"/>
                    <a:pt x="47709" y="28013"/>
                  </a:cubicBezTo>
                  <a:lnTo>
                    <a:pt x="47716" y="28481"/>
                  </a:lnTo>
                  <a:cubicBezTo>
                    <a:pt x="48347" y="28471"/>
                    <a:pt x="48974" y="28456"/>
                    <a:pt x="49600" y="28437"/>
                  </a:cubicBezTo>
                  <a:lnTo>
                    <a:pt x="49586" y="27969"/>
                  </a:lnTo>
                  <a:close/>
                  <a:moveTo>
                    <a:pt x="43957" y="28019"/>
                  </a:moveTo>
                  <a:lnTo>
                    <a:pt x="43950" y="28487"/>
                  </a:lnTo>
                  <a:cubicBezTo>
                    <a:pt x="44505" y="28495"/>
                    <a:pt x="45061" y="28499"/>
                    <a:pt x="45618" y="28499"/>
                  </a:cubicBezTo>
                  <a:lnTo>
                    <a:pt x="45835" y="28499"/>
                  </a:lnTo>
                  <a:lnTo>
                    <a:pt x="45835" y="28031"/>
                  </a:lnTo>
                  <a:lnTo>
                    <a:pt x="45620" y="28031"/>
                  </a:lnTo>
                  <a:cubicBezTo>
                    <a:pt x="45064" y="28031"/>
                    <a:pt x="44511" y="28026"/>
                    <a:pt x="43957" y="2801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05" name="Google Shape;5205;p64"/>
          <p:cNvSpPr txBox="1"/>
          <p:nvPr/>
        </p:nvSpPr>
        <p:spPr>
          <a:xfrm>
            <a:off x="720000" y="1693738"/>
            <a:ext cx="2082600" cy="446400"/>
          </a:xfrm>
          <a:prstGeom prst="rect">
            <a:avLst/>
          </a:prstGeom>
          <a:solidFill>
            <a:schemeClr val="dk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dk1"/>
                </a:solidFill>
                <a:latin typeface="Chau Philomene One"/>
                <a:ea typeface="Chau Philomene One"/>
                <a:cs typeface="Chau Philomene One"/>
                <a:sym typeface="Chau Philomene One"/>
              </a:rPr>
              <a:t>Characteristic A</a:t>
            </a:r>
            <a:endParaRPr sz="2000" b="1">
              <a:solidFill>
                <a:schemeClr val="dk1"/>
              </a:solidFill>
              <a:latin typeface="Chau Philomene One"/>
              <a:ea typeface="Chau Philomene One"/>
              <a:cs typeface="Chau Philomene One"/>
              <a:sym typeface="Chau Philomene One"/>
            </a:endParaRPr>
          </a:p>
        </p:txBody>
      </p:sp>
      <p:sp>
        <p:nvSpPr>
          <p:cNvPr id="5206" name="Google Shape;5206;p64"/>
          <p:cNvSpPr txBox="1"/>
          <p:nvPr/>
        </p:nvSpPr>
        <p:spPr>
          <a:xfrm>
            <a:off x="720019" y="2101140"/>
            <a:ext cx="2082600" cy="62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Dosis"/>
                <a:ea typeface="Dosis"/>
                <a:cs typeface="Dosis"/>
                <a:sym typeface="Dosis"/>
              </a:rPr>
              <a:t>The </a:t>
            </a:r>
            <a:r>
              <a:rPr lang="en" b="1">
                <a:solidFill>
                  <a:schemeClr val="dk1"/>
                </a:solidFill>
                <a:latin typeface="Dosis"/>
                <a:ea typeface="Dosis"/>
                <a:cs typeface="Dosis"/>
                <a:sym typeface="Dosis"/>
              </a:rPr>
              <a:t>Sun </a:t>
            </a:r>
            <a:r>
              <a:rPr lang="en">
                <a:solidFill>
                  <a:schemeClr val="dk1"/>
                </a:solidFill>
                <a:latin typeface="Dosis"/>
                <a:ea typeface="Dosis"/>
                <a:cs typeface="Dosis"/>
                <a:sym typeface="Dosis"/>
              </a:rPr>
              <a:t>is the star at the center of the Solar System</a:t>
            </a:r>
            <a:endParaRPr>
              <a:solidFill>
                <a:schemeClr val="dk1"/>
              </a:solidFill>
              <a:latin typeface="Dosis"/>
              <a:ea typeface="Dosis"/>
              <a:cs typeface="Dosis"/>
              <a:sym typeface="Dosis"/>
            </a:endParaRPr>
          </a:p>
          <a:p>
            <a:pPr marL="0" lvl="0" indent="0" algn="ctr" rtl="0">
              <a:spcBef>
                <a:spcPts val="0"/>
              </a:spcBef>
              <a:spcAft>
                <a:spcPts val="0"/>
              </a:spcAft>
              <a:buClr>
                <a:schemeClr val="dk1"/>
              </a:buClr>
              <a:buSzPts val="1100"/>
              <a:buFont typeface="Arial"/>
              <a:buNone/>
            </a:pPr>
            <a:endParaRPr>
              <a:solidFill>
                <a:schemeClr val="dk1"/>
              </a:solidFill>
              <a:latin typeface="Dosis"/>
              <a:ea typeface="Dosis"/>
              <a:cs typeface="Dosis"/>
              <a:sym typeface="Dosis"/>
            </a:endParaRPr>
          </a:p>
        </p:txBody>
      </p:sp>
      <p:cxnSp>
        <p:nvCxnSpPr>
          <p:cNvPr id="5207" name="Google Shape;5207;p64"/>
          <p:cNvCxnSpPr>
            <a:stCxn id="5205" idx="0"/>
          </p:cNvCxnSpPr>
          <p:nvPr/>
        </p:nvCxnSpPr>
        <p:spPr>
          <a:xfrm rot="-5400000" flipH="1">
            <a:off x="2576850" y="878187"/>
            <a:ext cx="742500" cy="2373600"/>
          </a:xfrm>
          <a:prstGeom prst="curvedConnector4">
            <a:avLst>
              <a:gd name="adj1" fmla="val -32071"/>
              <a:gd name="adj2" fmla="val 71935"/>
            </a:avLst>
          </a:prstGeom>
          <a:noFill/>
          <a:ln w="19050" cap="flat" cmpd="sng">
            <a:solidFill>
              <a:schemeClr val="dk2"/>
            </a:solidFill>
            <a:prstDash val="dash"/>
            <a:round/>
            <a:headEnd type="none" w="med" len="med"/>
            <a:tailEnd type="none" w="med" len="med"/>
          </a:ln>
        </p:spPr>
      </p:cxnSp>
      <p:sp>
        <p:nvSpPr>
          <p:cNvPr id="5208" name="Google Shape;5208;p64"/>
          <p:cNvSpPr txBox="1"/>
          <p:nvPr/>
        </p:nvSpPr>
        <p:spPr>
          <a:xfrm>
            <a:off x="720000" y="3264913"/>
            <a:ext cx="2082600" cy="446400"/>
          </a:xfrm>
          <a:prstGeom prst="rect">
            <a:avLst/>
          </a:prstGeom>
          <a:solidFill>
            <a:schemeClr val="dk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dk1"/>
                </a:solidFill>
                <a:latin typeface="Chau Philomene One"/>
                <a:ea typeface="Chau Philomene One"/>
                <a:cs typeface="Chau Philomene One"/>
                <a:sym typeface="Chau Philomene One"/>
              </a:rPr>
              <a:t>Characteristic B</a:t>
            </a:r>
            <a:endParaRPr sz="2000" b="1">
              <a:solidFill>
                <a:schemeClr val="dk1"/>
              </a:solidFill>
              <a:latin typeface="Chau Philomene One"/>
              <a:ea typeface="Chau Philomene One"/>
              <a:cs typeface="Chau Philomene One"/>
              <a:sym typeface="Chau Philomene One"/>
            </a:endParaRPr>
          </a:p>
        </p:txBody>
      </p:sp>
      <p:sp>
        <p:nvSpPr>
          <p:cNvPr id="5209" name="Google Shape;5209;p64"/>
          <p:cNvSpPr txBox="1"/>
          <p:nvPr/>
        </p:nvSpPr>
        <p:spPr>
          <a:xfrm>
            <a:off x="720019" y="3672315"/>
            <a:ext cx="2082600" cy="62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Dosis"/>
                <a:ea typeface="Dosis"/>
                <a:cs typeface="Dosis"/>
                <a:sym typeface="Dosis"/>
              </a:rPr>
              <a:t>Pluto </a:t>
            </a:r>
            <a:r>
              <a:rPr lang="en">
                <a:solidFill>
                  <a:schemeClr val="dk1"/>
                </a:solidFill>
                <a:latin typeface="Dosis"/>
                <a:ea typeface="Dosis"/>
                <a:cs typeface="Dosis"/>
                <a:sym typeface="Dosis"/>
              </a:rPr>
              <a:t>is now considered a dwarf planet</a:t>
            </a:r>
            <a:endParaRPr>
              <a:solidFill>
                <a:schemeClr val="dk1"/>
              </a:solidFill>
              <a:latin typeface="Dosis"/>
              <a:ea typeface="Dosis"/>
              <a:cs typeface="Dosis"/>
              <a:sym typeface="Dosis"/>
            </a:endParaRPr>
          </a:p>
        </p:txBody>
      </p:sp>
      <p:sp>
        <p:nvSpPr>
          <p:cNvPr id="5210" name="Google Shape;5210;p64"/>
          <p:cNvSpPr txBox="1"/>
          <p:nvPr/>
        </p:nvSpPr>
        <p:spPr>
          <a:xfrm>
            <a:off x="6341375" y="1693738"/>
            <a:ext cx="2082600" cy="446400"/>
          </a:xfrm>
          <a:prstGeom prst="rect">
            <a:avLst/>
          </a:prstGeom>
          <a:solidFill>
            <a:schemeClr val="dk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dk1"/>
                </a:solidFill>
                <a:latin typeface="Chau Philomene One"/>
                <a:ea typeface="Chau Philomene One"/>
                <a:cs typeface="Chau Philomene One"/>
                <a:sym typeface="Chau Philomene One"/>
              </a:rPr>
              <a:t>Characteristic C</a:t>
            </a:r>
            <a:endParaRPr sz="2000" b="1">
              <a:solidFill>
                <a:schemeClr val="dk1"/>
              </a:solidFill>
              <a:latin typeface="Chau Philomene One"/>
              <a:ea typeface="Chau Philomene One"/>
              <a:cs typeface="Chau Philomene One"/>
              <a:sym typeface="Chau Philomene One"/>
            </a:endParaRPr>
          </a:p>
        </p:txBody>
      </p:sp>
      <p:sp>
        <p:nvSpPr>
          <p:cNvPr id="5211" name="Google Shape;5211;p64"/>
          <p:cNvSpPr txBox="1"/>
          <p:nvPr/>
        </p:nvSpPr>
        <p:spPr>
          <a:xfrm>
            <a:off x="6341394" y="2101140"/>
            <a:ext cx="2082600" cy="62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Dosis"/>
                <a:ea typeface="Dosis"/>
                <a:cs typeface="Dosis"/>
                <a:sym typeface="Dosis"/>
              </a:rPr>
              <a:t>Ceres </a:t>
            </a:r>
            <a:r>
              <a:rPr lang="en">
                <a:solidFill>
                  <a:schemeClr val="dk1"/>
                </a:solidFill>
                <a:latin typeface="Dosis"/>
                <a:ea typeface="Dosis"/>
                <a:cs typeface="Dosis"/>
                <a:sym typeface="Dosis"/>
              </a:rPr>
              <a:t>is located in the main asteroid belt</a:t>
            </a:r>
            <a:endParaRPr b="1">
              <a:solidFill>
                <a:schemeClr val="dk1"/>
              </a:solidFill>
              <a:latin typeface="Dosis"/>
              <a:ea typeface="Dosis"/>
              <a:cs typeface="Dosis"/>
              <a:sym typeface="Dosis"/>
            </a:endParaRPr>
          </a:p>
        </p:txBody>
      </p:sp>
      <p:sp>
        <p:nvSpPr>
          <p:cNvPr id="5212" name="Google Shape;5212;p64"/>
          <p:cNvSpPr txBox="1"/>
          <p:nvPr/>
        </p:nvSpPr>
        <p:spPr>
          <a:xfrm>
            <a:off x="6341375" y="3264913"/>
            <a:ext cx="2082600" cy="446400"/>
          </a:xfrm>
          <a:prstGeom prst="rect">
            <a:avLst/>
          </a:prstGeom>
          <a:solidFill>
            <a:schemeClr val="dk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dk1"/>
                </a:solidFill>
                <a:latin typeface="Chau Philomene One"/>
                <a:ea typeface="Chau Philomene One"/>
                <a:cs typeface="Chau Philomene One"/>
                <a:sym typeface="Chau Philomene One"/>
              </a:rPr>
              <a:t>Characteristic D</a:t>
            </a:r>
            <a:endParaRPr sz="2000" b="1">
              <a:solidFill>
                <a:schemeClr val="dk1"/>
              </a:solidFill>
              <a:latin typeface="Chau Philomene One"/>
              <a:ea typeface="Chau Philomene One"/>
              <a:cs typeface="Chau Philomene One"/>
              <a:sym typeface="Chau Philomene One"/>
            </a:endParaRPr>
          </a:p>
        </p:txBody>
      </p:sp>
      <p:sp>
        <p:nvSpPr>
          <p:cNvPr id="5213" name="Google Shape;5213;p64"/>
          <p:cNvSpPr txBox="1"/>
          <p:nvPr/>
        </p:nvSpPr>
        <p:spPr>
          <a:xfrm>
            <a:off x="6341394" y="3672315"/>
            <a:ext cx="2082600" cy="62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Dosis"/>
                <a:ea typeface="Dosis"/>
                <a:cs typeface="Dosis"/>
                <a:sym typeface="Dosis"/>
              </a:rPr>
              <a:t>The </a:t>
            </a:r>
            <a:r>
              <a:rPr lang="en" b="1">
                <a:solidFill>
                  <a:schemeClr val="dk1"/>
                </a:solidFill>
                <a:latin typeface="Dosis"/>
                <a:ea typeface="Dosis"/>
                <a:cs typeface="Dosis"/>
                <a:sym typeface="Dosis"/>
              </a:rPr>
              <a:t>Moon</a:t>
            </a:r>
            <a:r>
              <a:rPr lang="en">
                <a:solidFill>
                  <a:schemeClr val="dk1"/>
                </a:solidFill>
                <a:latin typeface="Dosis"/>
                <a:ea typeface="Dosis"/>
                <a:cs typeface="Dosis"/>
                <a:sym typeface="Dosis"/>
              </a:rPr>
              <a:t> is Earth’s only natural satellite</a:t>
            </a:r>
            <a:endParaRPr b="1">
              <a:solidFill>
                <a:schemeClr val="dk1"/>
              </a:solidFill>
              <a:latin typeface="Dosis"/>
              <a:ea typeface="Dosis"/>
              <a:cs typeface="Dosis"/>
              <a:sym typeface="Dosis"/>
            </a:endParaRPr>
          </a:p>
        </p:txBody>
      </p:sp>
      <p:cxnSp>
        <p:nvCxnSpPr>
          <p:cNvPr id="5214" name="Google Shape;5214;p64"/>
          <p:cNvCxnSpPr>
            <a:stCxn id="5209" idx="2"/>
          </p:cNvCxnSpPr>
          <p:nvPr/>
        </p:nvCxnSpPr>
        <p:spPr>
          <a:xfrm rot="-5400000">
            <a:off x="2589769" y="2962665"/>
            <a:ext cx="504300" cy="2161200"/>
          </a:xfrm>
          <a:prstGeom prst="curvedConnector4">
            <a:avLst>
              <a:gd name="adj1" fmla="val -47219"/>
              <a:gd name="adj2" fmla="val 74091"/>
            </a:avLst>
          </a:prstGeom>
          <a:noFill/>
          <a:ln w="19050" cap="flat" cmpd="sng">
            <a:solidFill>
              <a:schemeClr val="dk2"/>
            </a:solidFill>
            <a:prstDash val="dash"/>
            <a:round/>
            <a:headEnd type="none" w="med" len="med"/>
            <a:tailEnd type="none" w="med" len="med"/>
          </a:ln>
        </p:spPr>
      </p:cxnSp>
      <p:cxnSp>
        <p:nvCxnSpPr>
          <p:cNvPr id="5215" name="Google Shape;5215;p64"/>
          <p:cNvCxnSpPr>
            <a:stCxn id="5210" idx="0"/>
          </p:cNvCxnSpPr>
          <p:nvPr/>
        </p:nvCxnSpPr>
        <p:spPr>
          <a:xfrm rot="5400000">
            <a:off x="5692175" y="1097338"/>
            <a:ext cx="1094100" cy="2286900"/>
          </a:xfrm>
          <a:prstGeom prst="curvedConnector4">
            <a:avLst>
              <a:gd name="adj1" fmla="val -21764"/>
              <a:gd name="adj2" fmla="val 72767"/>
            </a:avLst>
          </a:prstGeom>
          <a:noFill/>
          <a:ln w="19050" cap="flat" cmpd="sng">
            <a:solidFill>
              <a:schemeClr val="dk2"/>
            </a:solidFill>
            <a:prstDash val="dash"/>
            <a:round/>
            <a:headEnd type="none" w="med" len="med"/>
            <a:tailEnd type="none" w="med" len="med"/>
          </a:ln>
        </p:spPr>
      </p:cxnSp>
      <p:cxnSp>
        <p:nvCxnSpPr>
          <p:cNvPr id="5216" name="Google Shape;5216;p64"/>
          <p:cNvCxnSpPr>
            <a:stCxn id="5213" idx="2"/>
          </p:cNvCxnSpPr>
          <p:nvPr/>
        </p:nvCxnSpPr>
        <p:spPr>
          <a:xfrm rot="5400000" flipH="1">
            <a:off x="5618094" y="2530815"/>
            <a:ext cx="865200" cy="2664000"/>
          </a:xfrm>
          <a:prstGeom prst="curvedConnector4">
            <a:avLst>
              <a:gd name="adj1" fmla="val -27523"/>
              <a:gd name="adj2" fmla="val 69544"/>
            </a:avLst>
          </a:prstGeom>
          <a:noFill/>
          <a:ln w="19050" cap="flat" cmpd="sng">
            <a:solidFill>
              <a:schemeClr val="dk2"/>
            </a:solidFill>
            <a:prstDash val="dash"/>
            <a:round/>
            <a:headEnd type="none" w="med" len="med"/>
            <a:tailEnd type="none" w="med" len="med"/>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220"/>
        <p:cNvGrpSpPr/>
        <p:nvPr/>
      </p:nvGrpSpPr>
      <p:grpSpPr>
        <a:xfrm>
          <a:off x="0" y="0"/>
          <a:ext cx="0" cy="0"/>
          <a:chOff x="0" y="0"/>
          <a:chExt cx="0" cy="0"/>
        </a:xfrm>
      </p:grpSpPr>
      <p:sp>
        <p:nvSpPr>
          <p:cNvPr id="5221" name="Google Shape;5221;p65"/>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How globalization affects people?</a:t>
            </a:r>
            <a:endParaRPr/>
          </a:p>
        </p:txBody>
      </p:sp>
      <p:sp>
        <p:nvSpPr>
          <p:cNvPr id="5222" name="Google Shape;5222;p65"/>
          <p:cNvSpPr txBox="1"/>
          <p:nvPr/>
        </p:nvSpPr>
        <p:spPr>
          <a:xfrm>
            <a:off x="6443575" y="3564348"/>
            <a:ext cx="1980300" cy="422700"/>
          </a:xfrm>
          <a:prstGeom prst="rect">
            <a:avLst/>
          </a:prstGeom>
          <a:solidFill>
            <a:schemeClr val="dk2"/>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dk1"/>
                </a:solidFill>
                <a:latin typeface="Chau Philomene One"/>
                <a:ea typeface="Chau Philomene One"/>
                <a:cs typeface="Chau Philomene One"/>
                <a:sym typeface="Chau Philomene One"/>
              </a:rPr>
              <a:t>Other</a:t>
            </a:r>
            <a:endParaRPr sz="2000" b="1">
              <a:solidFill>
                <a:schemeClr val="dk1"/>
              </a:solidFill>
              <a:latin typeface="Chau Philomene One"/>
              <a:ea typeface="Chau Philomene One"/>
              <a:cs typeface="Chau Philomene One"/>
              <a:sym typeface="Chau Philomene One"/>
            </a:endParaRPr>
          </a:p>
        </p:txBody>
      </p:sp>
      <p:sp>
        <p:nvSpPr>
          <p:cNvPr id="5223" name="Google Shape;5223;p65"/>
          <p:cNvSpPr txBox="1"/>
          <p:nvPr/>
        </p:nvSpPr>
        <p:spPr>
          <a:xfrm>
            <a:off x="6443592" y="3987098"/>
            <a:ext cx="1980300" cy="6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330E00"/>
              </a:buClr>
              <a:buSzPts val="1100"/>
              <a:buFont typeface="Arial"/>
              <a:buNone/>
            </a:pPr>
            <a:r>
              <a:rPr lang="en" b="1">
                <a:solidFill>
                  <a:schemeClr val="dk1"/>
                </a:solidFill>
                <a:latin typeface="Dosis"/>
                <a:ea typeface="Dosis"/>
                <a:cs typeface="Dosis"/>
                <a:sym typeface="Dosis"/>
              </a:rPr>
              <a:t>Earth</a:t>
            </a:r>
            <a:r>
              <a:rPr lang="en">
                <a:solidFill>
                  <a:schemeClr val="dk1"/>
                </a:solidFill>
                <a:latin typeface="Dosis"/>
                <a:ea typeface="Dosis"/>
                <a:cs typeface="Dosis"/>
                <a:sym typeface="Dosis"/>
              </a:rPr>
              <a:t> is the only planet that harbors life</a:t>
            </a:r>
            <a:endParaRPr b="1">
              <a:solidFill>
                <a:schemeClr val="dk1"/>
              </a:solidFill>
              <a:latin typeface="Dosis"/>
              <a:ea typeface="Dosis"/>
              <a:cs typeface="Dosis"/>
              <a:sym typeface="Dosis"/>
            </a:endParaRPr>
          </a:p>
        </p:txBody>
      </p:sp>
      <p:sp>
        <p:nvSpPr>
          <p:cNvPr id="5224" name="Google Shape;5224;p65"/>
          <p:cNvSpPr/>
          <p:nvPr/>
        </p:nvSpPr>
        <p:spPr>
          <a:xfrm>
            <a:off x="5385725" y="3564350"/>
            <a:ext cx="888000" cy="8880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a:solidFill>
                  <a:schemeClr val="accent1"/>
                </a:solidFill>
                <a:latin typeface="Chau Philomene One"/>
                <a:ea typeface="Chau Philomene One"/>
                <a:cs typeface="Chau Philomene One"/>
                <a:sym typeface="Chau Philomene One"/>
              </a:rPr>
              <a:t>35%</a:t>
            </a:r>
            <a:endParaRPr sz="2500" b="1">
              <a:solidFill>
                <a:schemeClr val="accent1"/>
              </a:solidFill>
              <a:latin typeface="Chau Philomene One"/>
              <a:ea typeface="Chau Philomene One"/>
              <a:cs typeface="Chau Philomene One"/>
              <a:sym typeface="Chau Philomene One"/>
            </a:endParaRPr>
          </a:p>
        </p:txBody>
      </p:sp>
      <p:sp>
        <p:nvSpPr>
          <p:cNvPr id="5225" name="Google Shape;5225;p65"/>
          <p:cNvSpPr txBox="1"/>
          <p:nvPr/>
        </p:nvSpPr>
        <p:spPr>
          <a:xfrm>
            <a:off x="6443575" y="1248550"/>
            <a:ext cx="1980300" cy="422700"/>
          </a:xfrm>
          <a:prstGeom prst="rect">
            <a:avLst/>
          </a:prstGeom>
          <a:solidFill>
            <a:schemeClr val="dk2"/>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dk1"/>
                </a:solidFill>
                <a:latin typeface="Chau Philomene One"/>
                <a:ea typeface="Chau Philomene One"/>
                <a:cs typeface="Chau Philomene One"/>
                <a:sym typeface="Chau Philomene One"/>
              </a:rPr>
              <a:t>Men</a:t>
            </a:r>
            <a:endParaRPr sz="2000" b="1">
              <a:solidFill>
                <a:schemeClr val="dk1"/>
              </a:solidFill>
              <a:latin typeface="Chau Philomene One"/>
              <a:ea typeface="Chau Philomene One"/>
              <a:cs typeface="Chau Philomene One"/>
              <a:sym typeface="Chau Philomene One"/>
            </a:endParaRPr>
          </a:p>
        </p:txBody>
      </p:sp>
      <p:sp>
        <p:nvSpPr>
          <p:cNvPr id="5226" name="Google Shape;5226;p65"/>
          <p:cNvSpPr txBox="1"/>
          <p:nvPr/>
        </p:nvSpPr>
        <p:spPr>
          <a:xfrm>
            <a:off x="6443592" y="1671401"/>
            <a:ext cx="1980300" cy="6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330E00"/>
              </a:buClr>
              <a:buSzPts val="1100"/>
              <a:buFont typeface="Arial"/>
              <a:buNone/>
            </a:pPr>
            <a:r>
              <a:rPr lang="en" b="1">
                <a:solidFill>
                  <a:schemeClr val="dk1"/>
                </a:solidFill>
                <a:latin typeface="Dosis"/>
                <a:ea typeface="Dosis"/>
                <a:cs typeface="Dosis"/>
                <a:sym typeface="Dosis"/>
              </a:rPr>
              <a:t>Mercury</a:t>
            </a:r>
            <a:r>
              <a:rPr lang="en">
                <a:solidFill>
                  <a:schemeClr val="dk1"/>
                </a:solidFill>
                <a:latin typeface="Dosis"/>
                <a:ea typeface="Dosis"/>
                <a:cs typeface="Dosis"/>
                <a:sym typeface="Dosis"/>
              </a:rPr>
              <a:t> is the closest planet to the Sun</a:t>
            </a:r>
            <a:endParaRPr b="1">
              <a:solidFill>
                <a:schemeClr val="dk1"/>
              </a:solidFill>
              <a:latin typeface="Dosis"/>
              <a:ea typeface="Dosis"/>
              <a:cs typeface="Dosis"/>
              <a:sym typeface="Dosis"/>
            </a:endParaRPr>
          </a:p>
        </p:txBody>
      </p:sp>
      <p:sp>
        <p:nvSpPr>
          <p:cNvPr id="5227" name="Google Shape;5227;p65"/>
          <p:cNvSpPr/>
          <p:nvPr/>
        </p:nvSpPr>
        <p:spPr>
          <a:xfrm>
            <a:off x="5385725" y="1250750"/>
            <a:ext cx="888000" cy="8880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a:solidFill>
                  <a:schemeClr val="lt2"/>
                </a:solidFill>
                <a:latin typeface="Chau Philomene One"/>
                <a:ea typeface="Chau Philomene One"/>
                <a:cs typeface="Chau Philomene One"/>
                <a:sym typeface="Chau Philomene One"/>
              </a:rPr>
              <a:t>43%</a:t>
            </a:r>
            <a:endParaRPr sz="2500" b="1">
              <a:solidFill>
                <a:schemeClr val="lt2"/>
              </a:solidFill>
              <a:latin typeface="Chau Philomene One"/>
              <a:ea typeface="Chau Philomene One"/>
              <a:cs typeface="Chau Philomene One"/>
              <a:sym typeface="Chau Philomene One"/>
            </a:endParaRPr>
          </a:p>
        </p:txBody>
      </p:sp>
      <p:sp>
        <p:nvSpPr>
          <p:cNvPr id="5228" name="Google Shape;5228;p65"/>
          <p:cNvSpPr txBox="1"/>
          <p:nvPr/>
        </p:nvSpPr>
        <p:spPr>
          <a:xfrm>
            <a:off x="6443575" y="2406503"/>
            <a:ext cx="1980300" cy="422700"/>
          </a:xfrm>
          <a:prstGeom prst="rect">
            <a:avLst/>
          </a:prstGeom>
          <a:solidFill>
            <a:schemeClr val="dk2"/>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dk1"/>
                </a:solidFill>
                <a:latin typeface="Chau Philomene One"/>
                <a:ea typeface="Chau Philomene One"/>
                <a:cs typeface="Chau Philomene One"/>
                <a:sym typeface="Chau Philomene One"/>
              </a:rPr>
              <a:t>Women</a:t>
            </a:r>
            <a:endParaRPr sz="2000" b="1">
              <a:solidFill>
                <a:schemeClr val="dk1"/>
              </a:solidFill>
              <a:latin typeface="Chau Philomene One"/>
              <a:ea typeface="Chau Philomene One"/>
              <a:cs typeface="Chau Philomene One"/>
              <a:sym typeface="Chau Philomene One"/>
            </a:endParaRPr>
          </a:p>
        </p:txBody>
      </p:sp>
      <p:sp>
        <p:nvSpPr>
          <p:cNvPr id="5229" name="Google Shape;5229;p65"/>
          <p:cNvSpPr txBox="1"/>
          <p:nvPr/>
        </p:nvSpPr>
        <p:spPr>
          <a:xfrm>
            <a:off x="6443592" y="2829254"/>
            <a:ext cx="1980300" cy="6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330E00"/>
              </a:buClr>
              <a:buSzPts val="1100"/>
              <a:buFont typeface="Arial"/>
              <a:buNone/>
            </a:pPr>
            <a:r>
              <a:rPr lang="en" b="1">
                <a:solidFill>
                  <a:schemeClr val="dk1"/>
                </a:solidFill>
                <a:latin typeface="Dosis"/>
                <a:ea typeface="Dosis"/>
                <a:cs typeface="Dosis"/>
                <a:sym typeface="Dosis"/>
              </a:rPr>
              <a:t>Venus</a:t>
            </a:r>
            <a:r>
              <a:rPr lang="en">
                <a:solidFill>
                  <a:schemeClr val="dk1"/>
                </a:solidFill>
                <a:latin typeface="Dosis"/>
                <a:ea typeface="Dosis"/>
                <a:cs typeface="Dosis"/>
                <a:sym typeface="Dosis"/>
              </a:rPr>
              <a:t> is the second planet from the Sun</a:t>
            </a:r>
            <a:endParaRPr b="1">
              <a:solidFill>
                <a:schemeClr val="dk1"/>
              </a:solidFill>
              <a:latin typeface="Dosis"/>
              <a:ea typeface="Dosis"/>
              <a:cs typeface="Dosis"/>
              <a:sym typeface="Dosis"/>
            </a:endParaRPr>
          </a:p>
        </p:txBody>
      </p:sp>
      <p:sp>
        <p:nvSpPr>
          <p:cNvPr id="5230" name="Google Shape;5230;p65"/>
          <p:cNvSpPr/>
          <p:nvPr/>
        </p:nvSpPr>
        <p:spPr>
          <a:xfrm>
            <a:off x="5385725" y="2407555"/>
            <a:ext cx="888000" cy="8880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a:solidFill>
                  <a:schemeClr val="accent5"/>
                </a:solidFill>
                <a:latin typeface="Chau Philomene One"/>
                <a:ea typeface="Chau Philomene One"/>
                <a:cs typeface="Chau Philomene One"/>
                <a:sym typeface="Chau Philomene One"/>
              </a:rPr>
              <a:t>22%</a:t>
            </a:r>
            <a:endParaRPr sz="2500" b="1">
              <a:solidFill>
                <a:schemeClr val="accent5"/>
              </a:solidFill>
              <a:latin typeface="Chau Philomene One"/>
              <a:ea typeface="Chau Philomene One"/>
              <a:cs typeface="Chau Philomene One"/>
              <a:sym typeface="Chau Philomene One"/>
            </a:endParaRPr>
          </a:p>
        </p:txBody>
      </p:sp>
      <p:sp>
        <p:nvSpPr>
          <p:cNvPr id="5231" name="Google Shape;5231;p65"/>
          <p:cNvSpPr txBox="1"/>
          <p:nvPr/>
        </p:nvSpPr>
        <p:spPr>
          <a:xfrm>
            <a:off x="720000" y="4049400"/>
            <a:ext cx="4296000" cy="55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Dosis"/>
                <a:ea typeface="Dosis"/>
                <a:cs typeface="Dosis"/>
                <a:sym typeface="Dosis"/>
              </a:rPr>
              <a:t>Follow the link in the graph to modify its data and then paste the new one here. </a:t>
            </a:r>
            <a:r>
              <a:rPr lang="en" sz="1200" b="1">
                <a:solidFill>
                  <a:schemeClr val="dk1"/>
                </a:solidFill>
                <a:uFill>
                  <a:noFill/>
                </a:uFill>
                <a:latin typeface="Dosis"/>
                <a:ea typeface="Dosis"/>
                <a:cs typeface="Dosis"/>
                <a:sym typeface="Dosi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b="1">
              <a:solidFill>
                <a:schemeClr val="dk1"/>
              </a:solidFill>
              <a:latin typeface="Dosis"/>
              <a:ea typeface="Dosis"/>
              <a:cs typeface="Dosis"/>
              <a:sym typeface="Dosis"/>
            </a:endParaRPr>
          </a:p>
        </p:txBody>
      </p:sp>
      <p:pic>
        <p:nvPicPr>
          <p:cNvPr id="5232" name="Google Shape;5232;p65" title="Gráfico">
            <a:hlinkClick r:id="rId4"/>
          </p:cNvPr>
          <p:cNvPicPr preferRelativeResize="0"/>
          <p:nvPr/>
        </p:nvPicPr>
        <p:blipFill>
          <a:blip r:embed="rId5">
            <a:alphaModFix/>
          </a:blip>
          <a:stretch>
            <a:fillRect/>
          </a:stretch>
        </p:blipFill>
        <p:spPr>
          <a:xfrm>
            <a:off x="1486200" y="1248550"/>
            <a:ext cx="3360000" cy="2386025"/>
          </a:xfrm>
          <a:prstGeom prst="rect">
            <a:avLst/>
          </a:prstGeom>
          <a:noFill/>
          <a:ln>
            <a:noFill/>
          </a:ln>
        </p:spPr>
      </p:pic>
      <p:sp>
        <p:nvSpPr>
          <p:cNvPr id="5233" name="Google Shape;5233;p65"/>
          <p:cNvSpPr txBox="1"/>
          <p:nvPr/>
        </p:nvSpPr>
        <p:spPr>
          <a:xfrm>
            <a:off x="720000" y="1627123"/>
            <a:ext cx="766200" cy="371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rgbClr val="330E00"/>
              </a:buClr>
              <a:buSzPts val="1100"/>
              <a:buFont typeface="Arial"/>
              <a:buNone/>
            </a:pPr>
            <a:r>
              <a:rPr lang="en" sz="1200">
                <a:solidFill>
                  <a:schemeClr val="dk1"/>
                </a:solidFill>
                <a:latin typeface="Dosis"/>
                <a:ea typeface="Dosis"/>
                <a:cs typeface="Dosis"/>
                <a:sym typeface="Dosis"/>
              </a:rPr>
              <a:t>Men</a:t>
            </a:r>
            <a:endParaRPr sz="1200">
              <a:solidFill>
                <a:schemeClr val="dk1"/>
              </a:solidFill>
              <a:latin typeface="Dosis"/>
              <a:ea typeface="Dosis"/>
              <a:cs typeface="Dosis"/>
              <a:sym typeface="Dosis"/>
            </a:endParaRPr>
          </a:p>
        </p:txBody>
      </p:sp>
      <p:sp>
        <p:nvSpPr>
          <p:cNvPr id="5234" name="Google Shape;5234;p65"/>
          <p:cNvSpPr txBox="1"/>
          <p:nvPr/>
        </p:nvSpPr>
        <p:spPr>
          <a:xfrm>
            <a:off x="720000" y="2906368"/>
            <a:ext cx="766200" cy="371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rgbClr val="330E00"/>
              </a:buClr>
              <a:buSzPts val="1100"/>
              <a:buFont typeface="Arial"/>
              <a:buNone/>
            </a:pPr>
            <a:r>
              <a:rPr lang="en" sz="1200">
                <a:solidFill>
                  <a:schemeClr val="dk1"/>
                </a:solidFill>
                <a:latin typeface="Dosis"/>
                <a:ea typeface="Dosis"/>
                <a:cs typeface="Dosis"/>
                <a:sym typeface="Dosis"/>
              </a:rPr>
              <a:t>Other</a:t>
            </a:r>
            <a:endParaRPr sz="1200">
              <a:solidFill>
                <a:schemeClr val="dk1"/>
              </a:solidFill>
              <a:latin typeface="Dosis"/>
              <a:ea typeface="Dosis"/>
              <a:cs typeface="Dosis"/>
              <a:sym typeface="Dosis"/>
            </a:endParaRPr>
          </a:p>
        </p:txBody>
      </p:sp>
      <p:sp>
        <p:nvSpPr>
          <p:cNvPr id="5235" name="Google Shape;5235;p65"/>
          <p:cNvSpPr txBox="1"/>
          <p:nvPr/>
        </p:nvSpPr>
        <p:spPr>
          <a:xfrm>
            <a:off x="720000" y="2266743"/>
            <a:ext cx="766200" cy="371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rgbClr val="330E00"/>
              </a:buClr>
              <a:buSzPts val="1100"/>
              <a:buFont typeface="Arial"/>
              <a:buNone/>
            </a:pPr>
            <a:r>
              <a:rPr lang="en" sz="1200">
                <a:solidFill>
                  <a:schemeClr val="dk1"/>
                </a:solidFill>
                <a:latin typeface="Dosis"/>
                <a:ea typeface="Dosis"/>
                <a:cs typeface="Dosis"/>
                <a:sym typeface="Dosis"/>
              </a:rPr>
              <a:t>Women</a:t>
            </a:r>
            <a:endParaRPr sz="1200">
              <a:solidFill>
                <a:schemeClr val="dk1"/>
              </a:solidFill>
              <a:latin typeface="Dosis"/>
              <a:ea typeface="Dosis"/>
              <a:cs typeface="Dosis"/>
              <a:sym typeface="Dosis"/>
            </a:endParaRPr>
          </a:p>
        </p:txBody>
      </p:sp>
      <p:sp>
        <p:nvSpPr>
          <p:cNvPr id="5236" name="Google Shape;5236;p65"/>
          <p:cNvSpPr txBox="1"/>
          <p:nvPr/>
        </p:nvSpPr>
        <p:spPr>
          <a:xfrm>
            <a:off x="1293350" y="3546000"/>
            <a:ext cx="5325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330E00"/>
              </a:buClr>
              <a:buSzPts val="1100"/>
              <a:buFont typeface="Arial"/>
              <a:buNone/>
            </a:pPr>
            <a:r>
              <a:rPr lang="en" sz="1200">
                <a:solidFill>
                  <a:schemeClr val="dk1"/>
                </a:solidFill>
                <a:latin typeface="Dosis"/>
                <a:ea typeface="Dosis"/>
                <a:cs typeface="Dosis"/>
                <a:sym typeface="Dosis"/>
              </a:rPr>
              <a:t>0</a:t>
            </a:r>
            <a:endParaRPr sz="1200">
              <a:solidFill>
                <a:schemeClr val="dk1"/>
              </a:solidFill>
              <a:latin typeface="Dosis"/>
              <a:ea typeface="Dosis"/>
              <a:cs typeface="Dosis"/>
              <a:sym typeface="Dosis"/>
            </a:endParaRPr>
          </a:p>
        </p:txBody>
      </p:sp>
      <p:sp>
        <p:nvSpPr>
          <p:cNvPr id="5237" name="Google Shape;5237;p65"/>
          <p:cNvSpPr txBox="1"/>
          <p:nvPr/>
        </p:nvSpPr>
        <p:spPr>
          <a:xfrm>
            <a:off x="4483475" y="3546000"/>
            <a:ext cx="5325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330E00"/>
              </a:buClr>
              <a:buSzPts val="1100"/>
              <a:buFont typeface="Arial"/>
              <a:buNone/>
            </a:pPr>
            <a:r>
              <a:rPr lang="en" sz="1200">
                <a:solidFill>
                  <a:schemeClr val="dk1"/>
                </a:solidFill>
                <a:latin typeface="Dosis"/>
                <a:ea typeface="Dosis"/>
                <a:cs typeface="Dosis"/>
                <a:sym typeface="Dosis"/>
              </a:rPr>
              <a:t>100</a:t>
            </a:r>
            <a:endParaRPr sz="1200">
              <a:solidFill>
                <a:schemeClr val="dk1"/>
              </a:solidFill>
              <a:latin typeface="Dosis"/>
              <a:ea typeface="Dosis"/>
              <a:cs typeface="Dosis"/>
              <a:sym typeface="Dosis"/>
            </a:endParaRPr>
          </a:p>
        </p:txBody>
      </p:sp>
      <p:sp>
        <p:nvSpPr>
          <p:cNvPr id="5238" name="Google Shape;5238;p65"/>
          <p:cNvSpPr txBox="1"/>
          <p:nvPr/>
        </p:nvSpPr>
        <p:spPr>
          <a:xfrm>
            <a:off x="2090881" y="3546000"/>
            <a:ext cx="5325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330E00"/>
              </a:buClr>
              <a:buSzPts val="1100"/>
              <a:buFont typeface="Arial"/>
              <a:buNone/>
            </a:pPr>
            <a:r>
              <a:rPr lang="en" sz="1200">
                <a:solidFill>
                  <a:schemeClr val="dk1"/>
                </a:solidFill>
                <a:latin typeface="Dosis"/>
                <a:ea typeface="Dosis"/>
                <a:cs typeface="Dosis"/>
                <a:sym typeface="Dosis"/>
              </a:rPr>
              <a:t>25</a:t>
            </a:r>
            <a:endParaRPr sz="1200">
              <a:solidFill>
                <a:schemeClr val="dk1"/>
              </a:solidFill>
              <a:latin typeface="Dosis"/>
              <a:ea typeface="Dosis"/>
              <a:cs typeface="Dosis"/>
              <a:sym typeface="Dosis"/>
            </a:endParaRPr>
          </a:p>
        </p:txBody>
      </p:sp>
      <p:sp>
        <p:nvSpPr>
          <p:cNvPr id="5239" name="Google Shape;5239;p65"/>
          <p:cNvSpPr txBox="1"/>
          <p:nvPr/>
        </p:nvSpPr>
        <p:spPr>
          <a:xfrm>
            <a:off x="2888412" y="3546000"/>
            <a:ext cx="5325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330E00"/>
              </a:buClr>
              <a:buSzPts val="1100"/>
              <a:buFont typeface="Arial"/>
              <a:buNone/>
            </a:pPr>
            <a:r>
              <a:rPr lang="en" sz="1200">
                <a:solidFill>
                  <a:schemeClr val="dk1"/>
                </a:solidFill>
                <a:latin typeface="Dosis"/>
                <a:ea typeface="Dosis"/>
                <a:cs typeface="Dosis"/>
                <a:sym typeface="Dosis"/>
              </a:rPr>
              <a:t>50</a:t>
            </a:r>
            <a:endParaRPr sz="1200">
              <a:solidFill>
                <a:schemeClr val="dk1"/>
              </a:solidFill>
              <a:latin typeface="Dosis"/>
              <a:ea typeface="Dosis"/>
              <a:cs typeface="Dosis"/>
              <a:sym typeface="Dosis"/>
            </a:endParaRPr>
          </a:p>
        </p:txBody>
      </p:sp>
      <p:sp>
        <p:nvSpPr>
          <p:cNvPr id="5240" name="Google Shape;5240;p65"/>
          <p:cNvSpPr txBox="1"/>
          <p:nvPr/>
        </p:nvSpPr>
        <p:spPr>
          <a:xfrm>
            <a:off x="3685944" y="3546000"/>
            <a:ext cx="532500" cy="37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330E00"/>
              </a:buClr>
              <a:buSzPts val="1100"/>
              <a:buFont typeface="Arial"/>
              <a:buNone/>
            </a:pPr>
            <a:r>
              <a:rPr lang="en" sz="1200">
                <a:solidFill>
                  <a:schemeClr val="dk1"/>
                </a:solidFill>
                <a:latin typeface="Dosis"/>
                <a:ea typeface="Dosis"/>
                <a:cs typeface="Dosis"/>
                <a:sym typeface="Dosis"/>
              </a:rPr>
              <a:t>75</a:t>
            </a:r>
            <a:endParaRPr sz="1200">
              <a:solidFill>
                <a:schemeClr val="dk1"/>
              </a:solidFill>
              <a:latin typeface="Dosis"/>
              <a:ea typeface="Dosis"/>
              <a:cs typeface="Dosis"/>
              <a:sym typeface="Dosi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244"/>
        <p:cNvGrpSpPr/>
        <p:nvPr/>
      </p:nvGrpSpPr>
      <p:grpSpPr>
        <a:xfrm>
          <a:off x="0" y="0"/>
          <a:ext cx="0" cy="0"/>
          <a:chOff x="0" y="0"/>
          <a:chExt cx="0" cy="0"/>
        </a:xfrm>
      </p:grpSpPr>
      <p:sp>
        <p:nvSpPr>
          <p:cNvPr id="5245" name="Google Shape;5245;p66"/>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Region’s revolution</a:t>
            </a:r>
            <a:endParaRPr/>
          </a:p>
        </p:txBody>
      </p:sp>
      <p:sp>
        <p:nvSpPr>
          <p:cNvPr id="5246" name="Google Shape;5246;p66"/>
          <p:cNvSpPr txBox="1"/>
          <p:nvPr/>
        </p:nvSpPr>
        <p:spPr>
          <a:xfrm>
            <a:off x="6602975" y="1577300"/>
            <a:ext cx="1821000" cy="422700"/>
          </a:xfrm>
          <a:prstGeom prst="rect">
            <a:avLst/>
          </a:prstGeom>
          <a:solidFill>
            <a:schemeClr val="dk2"/>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dk1"/>
                </a:solidFill>
                <a:latin typeface="Chau Philomene One"/>
                <a:ea typeface="Chau Philomene One"/>
                <a:cs typeface="Chau Philomene One"/>
                <a:sym typeface="Chau Philomene One"/>
              </a:rPr>
              <a:t>Mercury</a:t>
            </a:r>
            <a:endParaRPr sz="2000" b="1">
              <a:solidFill>
                <a:schemeClr val="dk1"/>
              </a:solidFill>
              <a:latin typeface="Chau Philomene One"/>
              <a:ea typeface="Chau Philomene One"/>
              <a:cs typeface="Chau Philomene One"/>
              <a:sym typeface="Chau Philomene One"/>
            </a:endParaRPr>
          </a:p>
        </p:txBody>
      </p:sp>
      <p:sp>
        <p:nvSpPr>
          <p:cNvPr id="5247" name="Google Shape;5247;p66"/>
          <p:cNvSpPr txBox="1"/>
          <p:nvPr/>
        </p:nvSpPr>
        <p:spPr>
          <a:xfrm>
            <a:off x="6602991" y="2000150"/>
            <a:ext cx="1821000" cy="6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330E00"/>
              </a:buClr>
              <a:buSzPts val="1100"/>
              <a:buFont typeface="Arial"/>
              <a:buNone/>
            </a:pPr>
            <a:r>
              <a:rPr lang="en" b="1">
                <a:solidFill>
                  <a:schemeClr val="dk1"/>
                </a:solidFill>
                <a:latin typeface="Dosis"/>
                <a:ea typeface="Dosis"/>
                <a:cs typeface="Dosis"/>
                <a:sym typeface="Dosis"/>
              </a:rPr>
              <a:t>Mercury</a:t>
            </a:r>
            <a:r>
              <a:rPr lang="en">
                <a:solidFill>
                  <a:schemeClr val="dk1"/>
                </a:solidFill>
                <a:latin typeface="Dosis"/>
                <a:ea typeface="Dosis"/>
                <a:cs typeface="Dosis"/>
                <a:sym typeface="Dosis"/>
              </a:rPr>
              <a:t> is the closest planet to the Sun</a:t>
            </a:r>
            <a:endParaRPr b="1">
              <a:solidFill>
                <a:schemeClr val="dk1"/>
              </a:solidFill>
              <a:latin typeface="Dosis"/>
              <a:ea typeface="Dosis"/>
              <a:cs typeface="Dosis"/>
              <a:sym typeface="Dosis"/>
            </a:endParaRPr>
          </a:p>
        </p:txBody>
      </p:sp>
      <p:sp>
        <p:nvSpPr>
          <p:cNvPr id="5248" name="Google Shape;5248;p66"/>
          <p:cNvSpPr/>
          <p:nvPr/>
        </p:nvSpPr>
        <p:spPr>
          <a:xfrm>
            <a:off x="5621325" y="1579500"/>
            <a:ext cx="888000" cy="8880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a:solidFill>
                  <a:schemeClr val="lt2"/>
                </a:solidFill>
                <a:latin typeface="Chau Philomene One"/>
                <a:ea typeface="Chau Philomene One"/>
                <a:cs typeface="Chau Philomene One"/>
                <a:sym typeface="Chau Philomene One"/>
              </a:rPr>
              <a:t>47%</a:t>
            </a:r>
            <a:endParaRPr sz="2500" b="1">
              <a:solidFill>
                <a:schemeClr val="lt2"/>
              </a:solidFill>
              <a:latin typeface="Chau Philomene One"/>
              <a:ea typeface="Chau Philomene One"/>
              <a:cs typeface="Chau Philomene One"/>
              <a:sym typeface="Chau Philomene One"/>
            </a:endParaRPr>
          </a:p>
        </p:txBody>
      </p:sp>
      <p:sp>
        <p:nvSpPr>
          <p:cNvPr id="5249" name="Google Shape;5249;p66"/>
          <p:cNvSpPr txBox="1"/>
          <p:nvPr/>
        </p:nvSpPr>
        <p:spPr>
          <a:xfrm>
            <a:off x="6602975" y="2887651"/>
            <a:ext cx="1821000" cy="422700"/>
          </a:xfrm>
          <a:prstGeom prst="rect">
            <a:avLst/>
          </a:prstGeom>
          <a:solidFill>
            <a:schemeClr val="dk2"/>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dk1"/>
                </a:solidFill>
                <a:latin typeface="Chau Philomene One"/>
                <a:ea typeface="Chau Philomene One"/>
                <a:cs typeface="Chau Philomene One"/>
                <a:sym typeface="Chau Philomene One"/>
              </a:rPr>
              <a:t>Venus</a:t>
            </a:r>
            <a:endParaRPr sz="2000" b="1">
              <a:solidFill>
                <a:schemeClr val="dk1"/>
              </a:solidFill>
              <a:latin typeface="Chau Philomene One"/>
              <a:ea typeface="Chau Philomene One"/>
              <a:cs typeface="Chau Philomene One"/>
              <a:sym typeface="Chau Philomene One"/>
            </a:endParaRPr>
          </a:p>
        </p:txBody>
      </p:sp>
      <p:sp>
        <p:nvSpPr>
          <p:cNvPr id="5250" name="Google Shape;5250;p66"/>
          <p:cNvSpPr txBox="1"/>
          <p:nvPr/>
        </p:nvSpPr>
        <p:spPr>
          <a:xfrm>
            <a:off x="6602991" y="3310401"/>
            <a:ext cx="1821000" cy="62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330E00"/>
              </a:buClr>
              <a:buSzPts val="1100"/>
              <a:buFont typeface="Arial"/>
              <a:buNone/>
            </a:pPr>
            <a:r>
              <a:rPr lang="en" b="1">
                <a:solidFill>
                  <a:schemeClr val="dk1"/>
                </a:solidFill>
                <a:latin typeface="Dosis"/>
                <a:ea typeface="Dosis"/>
                <a:cs typeface="Dosis"/>
                <a:sym typeface="Dosis"/>
              </a:rPr>
              <a:t>Venus</a:t>
            </a:r>
            <a:r>
              <a:rPr lang="en">
                <a:solidFill>
                  <a:schemeClr val="dk1"/>
                </a:solidFill>
                <a:latin typeface="Dosis"/>
                <a:ea typeface="Dosis"/>
                <a:cs typeface="Dosis"/>
                <a:sym typeface="Dosis"/>
              </a:rPr>
              <a:t> has extremely high temperatures</a:t>
            </a:r>
            <a:endParaRPr b="1">
              <a:solidFill>
                <a:schemeClr val="dk1"/>
              </a:solidFill>
              <a:latin typeface="Dosis"/>
              <a:ea typeface="Dosis"/>
              <a:cs typeface="Dosis"/>
              <a:sym typeface="Dosis"/>
            </a:endParaRPr>
          </a:p>
        </p:txBody>
      </p:sp>
      <p:sp>
        <p:nvSpPr>
          <p:cNvPr id="5251" name="Google Shape;5251;p66"/>
          <p:cNvSpPr/>
          <p:nvPr/>
        </p:nvSpPr>
        <p:spPr>
          <a:xfrm>
            <a:off x="5621325" y="2888705"/>
            <a:ext cx="888000" cy="8880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a:solidFill>
                  <a:schemeClr val="accent5"/>
                </a:solidFill>
                <a:latin typeface="Chau Philomene One"/>
                <a:ea typeface="Chau Philomene One"/>
                <a:cs typeface="Chau Philomene One"/>
                <a:sym typeface="Chau Philomene One"/>
              </a:rPr>
              <a:t>26%</a:t>
            </a:r>
            <a:endParaRPr sz="2500" b="1">
              <a:solidFill>
                <a:schemeClr val="accent5"/>
              </a:solidFill>
              <a:latin typeface="Chau Philomene One"/>
              <a:ea typeface="Chau Philomene One"/>
              <a:cs typeface="Chau Philomene One"/>
              <a:sym typeface="Chau Philomene One"/>
            </a:endParaRPr>
          </a:p>
        </p:txBody>
      </p:sp>
      <p:sp>
        <p:nvSpPr>
          <p:cNvPr id="5252" name="Google Shape;5252;p66"/>
          <p:cNvSpPr txBox="1"/>
          <p:nvPr/>
        </p:nvSpPr>
        <p:spPr>
          <a:xfrm>
            <a:off x="720000" y="4221050"/>
            <a:ext cx="7704000" cy="38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Dosis"/>
                <a:ea typeface="Dosis"/>
                <a:cs typeface="Dosis"/>
                <a:sym typeface="Dosis"/>
              </a:rPr>
              <a:t>Follow the link in the graph to modify its data and then paste the new one here. </a:t>
            </a:r>
            <a:r>
              <a:rPr lang="en" sz="1200" b="1">
                <a:solidFill>
                  <a:schemeClr val="dk1"/>
                </a:solidFill>
                <a:uFill>
                  <a:noFill/>
                </a:uFill>
                <a:latin typeface="Dosis"/>
                <a:ea typeface="Dosis"/>
                <a:cs typeface="Dosis"/>
                <a:sym typeface="Dosi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b="1">
              <a:solidFill>
                <a:schemeClr val="dk1"/>
              </a:solidFill>
              <a:latin typeface="Dosis"/>
              <a:ea typeface="Dosis"/>
              <a:cs typeface="Dosis"/>
              <a:sym typeface="Dosis"/>
            </a:endParaRPr>
          </a:p>
        </p:txBody>
      </p:sp>
      <p:sp>
        <p:nvSpPr>
          <p:cNvPr id="5253" name="Google Shape;5253;p66"/>
          <p:cNvSpPr txBox="1"/>
          <p:nvPr/>
        </p:nvSpPr>
        <p:spPr>
          <a:xfrm flipH="1">
            <a:off x="720016" y="1577300"/>
            <a:ext cx="1821000" cy="422700"/>
          </a:xfrm>
          <a:prstGeom prst="rect">
            <a:avLst/>
          </a:prstGeom>
          <a:solidFill>
            <a:schemeClr val="dk2"/>
          </a:solid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000" b="1">
                <a:solidFill>
                  <a:schemeClr val="dk1"/>
                </a:solidFill>
                <a:latin typeface="Chau Philomene One"/>
                <a:ea typeface="Chau Philomene One"/>
                <a:cs typeface="Chau Philomene One"/>
                <a:sym typeface="Chau Philomene One"/>
              </a:rPr>
              <a:t>Jupiter</a:t>
            </a:r>
            <a:endParaRPr sz="2000" b="1">
              <a:solidFill>
                <a:schemeClr val="dk1"/>
              </a:solidFill>
              <a:latin typeface="Chau Philomene One"/>
              <a:ea typeface="Chau Philomene One"/>
              <a:cs typeface="Chau Philomene One"/>
              <a:sym typeface="Chau Philomene One"/>
            </a:endParaRPr>
          </a:p>
        </p:txBody>
      </p:sp>
      <p:sp>
        <p:nvSpPr>
          <p:cNvPr id="5254" name="Google Shape;5254;p66"/>
          <p:cNvSpPr txBox="1"/>
          <p:nvPr/>
        </p:nvSpPr>
        <p:spPr>
          <a:xfrm flipH="1">
            <a:off x="720000" y="2000150"/>
            <a:ext cx="1821000" cy="6231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chemeClr val="dk1"/>
                </a:solidFill>
                <a:latin typeface="Dosis"/>
                <a:ea typeface="Dosis"/>
                <a:cs typeface="Dosis"/>
                <a:sym typeface="Dosis"/>
              </a:rPr>
              <a:t>Jupiter</a:t>
            </a:r>
            <a:r>
              <a:rPr lang="en">
                <a:solidFill>
                  <a:schemeClr val="dk1"/>
                </a:solidFill>
                <a:latin typeface="Dosis"/>
                <a:ea typeface="Dosis"/>
                <a:cs typeface="Dosis"/>
                <a:sym typeface="Dosis"/>
              </a:rPr>
              <a:t> is the biggest planet in the System</a:t>
            </a:r>
            <a:endParaRPr>
              <a:solidFill>
                <a:schemeClr val="dk1"/>
              </a:solidFill>
              <a:latin typeface="Dosis"/>
              <a:ea typeface="Dosis"/>
              <a:cs typeface="Dosis"/>
              <a:sym typeface="Dosis"/>
            </a:endParaRPr>
          </a:p>
        </p:txBody>
      </p:sp>
      <p:sp>
        <p:nvSpPr>
          <p:cNvPr id="5255" name="Google Shape;5255;p66"/>
          <p:cNvSpPr/>
          <p:nvPr/>
        </p:nvSpPr>
        <p:spPr>
          <a:xfrm flipH="1">
            <a:off x="2634666" y="1579500"/>
            <a:ext cx="888000" cy="8880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a:solidFill>
                  <a:schemeClr val="accent3"/>
                </a:solidFill>
                <a:latin typeface="Chau Philomene One"/>
                <a:ea typeface="Chau Philomene One"/>
                <a:cs typeface="Chau Philomene One"/>
                <a:sym typeface="Chau Philomene One"/>
              </a:rPr>
              <a:t>18%</a:t>
            </a:r>
            <a:endParaRPr sz="2500" b="1">
              <a:solidFill>
                <a:schemeClr val="accent3"/>
              </a:solidFill>
              <a:latin typeface="Chau Philomene One"/>
              <a:ea typeface="Chau Philomene One"/>
              <a:cs typeface="Chau Philomene One"/>
              <a:sym typeface="Chau Philomene One"/>
            </a:endParaRPr>
          </a:p>
        </p:txBody>
      </p:sp>
      <p:sp>
        <p:nvSpPr>
          <p:cNvPr id="5256" name="Google Shape;5256;p66"/>
          <p:cNvSpPr txBox="1"/>
          <p:nvPr/>
        </p:nvSpPr>
        <p:spPr>
          <a:xfrm flipH="1">
            <a:off x="720016" y="2887651"/>
            <a:ext cx="1821000" cy="422700"/>
          </a:xfrm>
          <a:prstGeom prst="rect">
            <a:avLst/>
          </a:prstGeom>
          <a:solidFill>
            <a:schemeClr val="dk2"/>
          </a:solid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000" b="1">
                <a:solidFill>
                  <a:schemeClr val="dk1"/>
                </a:solidFill>
                <a:latin typeface="Chau Philomene One"/>
                <a:ea typeface="Chau Philomene One"/>
                <a:cs typeface="Chau Philomene One"/>
                <a:sym typeface="Chau Philomene One"/>
              </a:rPr>
              <a:t>Earth</a:t>
            </a:r>
            <a:endParaRPr sz="2000" b="1">
              <a:solidFill>
                <a:schemeClr val="dk1"/>
              </a:solidFill>
              <a:latin typeface="Chau Philomene One"/>
              <a:ea typeface="Chau Philomene One"/>
              <a:cs typeface="Chau Philomene One"/>
              <a:sym typeface="Chau Philomene One"/>
            </a:endParaRPr>
          </a:p>
        </p:txBody>
      </p:sp>
      <p:sp>
        <p:nvSpPr>
          <p:cNvPr id="5257" name="Google Shape;5257;p66"/>
          <p:cNvSpPr txBox="1"/>
          <p:nvPr/>
        </p:nvSpPr>
        <p:spPr>
          <a:xfrm flipH="1">
            <a:off x="720000" y="3310401"/>
            <a:ext cx="1821000" cy="6231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chemeClr val="dk1"/>
                </a:solidFill>
                <a:latin typeface="Dosis"/>
                <a:ea typeface="Dosis"/>
                <a:cs typeface="Dosis"/>
                <a:sym typeface="Dosis"/>
              </a:rPr>
              <a:t>Earth </a:t>
            </a:r>
            <a:r>
              <a:rPr lang="en">
                <a:solidFill>
                  <a:schemeClr val="dk1"/>
                </a:solidFill>
                <a:latin typeface="Dosis"/>
                <a:ea typeface="Dosis"/>
                <a:cs typeface="Dosis"/>
                <a:sym typeface="Dosis"/>
              </a:rPr>
              <a:t>is the third planet from the Sun</a:t>
            </a:r>
            <a:endParaRPr b="1">
              <a:solidFill>
                <a:schemeClr val="dk1"/>
              </a:solidFill>
              <a:latin typeface="Dosis"/>
              <a:ea typeface="Dosis"/>
              <a:cs typeface="Dosis"/>
              <a:sym typeface="Dosis"/>
            </a:endParaRPr>
          </a:p>
        </p:txBody>
      </p:sp>
      <p:sp>
        <p:nvSpPr>
          <p:cNvPr id="5258" name="Google Shape;5258;p66"/>
          <p:cNvSpPr/>
          <p:nvPr/>
        </p:nvSpPr>
        <p:spPr>
          <a:xfrm flipH="1">
            <a:off x="2634666" y="2888705"/>
            <a:ext cx="888000" cy="8880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a:solidFill>
                  <a:schemeClr val="accent1"/>
                </a:solidFill>
                <a:latin typeface="Chau Philomene One"/>
                <a:ea typeface="Chau Philomene One"/>
                <a:cs typeface="Chau Philomene One"/>
                <a:sym typeface="Chau Philomene One"/>
              </a:rPr>
              <a:t>09%</a:t>
            </a:r>
            <a:endParaRPr sz="2500" b="1">
              <a:solidFill>
                <a:schemeClr val="accent1"/>
              </a:solidFill>
              <a:latin typeface="Chau Philomene One"/>
              <a:ea typeface="Chau Philomene One"/>
              <a:cs typeface="Chau Philomene One"/>
              <a:sym typeface="Chau Philomene One"/>
            </a:endParaRPr>
          </a:p>
        </p:txBody>
      </p:sp>
      <p:pic>
        <p:nvPicPr>
          <p:cNvPr id="5259" name="Google Shape;5259;p66" title="Gráfico">
            <a:hlinkClick r:id="rId4"/>
          </p:cNvPr>
          <p:cNvPicPr preferRelativeResize="0"/>
          <p:nvPr/>
        </p:nvPicPr>
        <p:blipFill>
          <a:blip r:embed="rId5">
            <a:alphaModFix/>
          </a:blip>
          <a:stretch>
            <a:fillRect/>
          </a:stretch>
        </p:blipFill>
        <p:spPr>
          <a:xfrm>
            <a:off x="3522676" y="1654226"/>
            <a:ext cx="2098649" cy="205150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263"/>
        <p:cNvGrpSpPr/>
        <p:nvPr/>
      </p:nvGrpSpPr>
      <p:grpSpPr>
        <a:xfrm>
          <a:off x="0" y="0"/>
          <a:ext cx="0" cy="0"/>
          <a:chOff x="0" y="0"/>
          <a:chExt cx="0" cy="0"/>
        </a:xfrm>
      </p:grpSpPr>
      <p:sp>
        <p:nvSpPr>
          <p:cNvPr id="5264" name="Google Shape;5264;p67"/>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team</a:t>
            </a:r>
            <a:endParaRPr/>
          </a:p>
        </p:txBody>
      </p:sp>
      <p:sp>
        <p:nvSpPr>
          <p:cNvPr id="5265" name="Google Shape;5265;p67"/>
          <p:cNvSpPr txBox="1"/>
          <p:nvPr/>
        </p:nvSpPr>
        <p:spPr>
          <a:xfrm>
            <a:off x="719998" y="1631850"/>
            <a:ext cx="1875300" cy="459900"/>
          </a:xfrm>
          <a:prstGeom prst="rect">
            <a:avLst/>
          </a:prstGeom>
          <a:solidFill>
            <a:schemeClr val="dk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dk1"/>
                </a:solidFill>
                <a:latin typeface="Chau Philomene One"/>
                <a:ea typeface="Chau Philomene One"/>
                <a:cs typeface="Chau Philomene One"/>
                <a:sym typeface="Chau Philomene One"/>
              </a:rPr>
              <a:t>Simon Luhr</a:t>
            </a:r>
            <a:endParaRPr sz="2000" b="1">
              <a:solidFill>
                <a:schemeClr val="dk1"/>
              </a:solidFill>
              <a:latin typeface="Chau Philomene One"/>
              <a:ea typeface="Chau Philomene One"/>
              <a:cs typeface="Chau Philomene One"/>
              <a:sym typeface="Chau Philomene One"/>
            </a:endParaRPr>
          </a:p>
        </p:txBody>
      </p:sp>
      <p:sp>
        <p:nvSpPr>
          <p:cNvPr id="5266" name="Google Shape;5266;p67"/>
          <p:cNvSpPr txBox="1"/>
          <p:nvPr/>
        </p:nvSpPr>
        <p:spPr>
          <a:xfrm>
            <a:off x="720008" y="3980399"/>
            <a:ext cx="1875300" cy="62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Dosis"/>
                <a:ea typeface="Dosis"/>
                <a:cs typeface="Dosis"/>
                <a:sym typeface="Dosis"/>
              </a:rPr>
              <a:t>You can speak a bit about this person here</a:t>
            </a:r>
            <a:endParaRPr>
              <a:solidFill>
                <a:schemeClr val="dk1"/>
              </a:solidFill>
              <a:latin typeface="Dosis"/>
              <a:ea typeface="Dosis"/>
              <a:cs typeface="Dosis"/>
              <a:sym typeface="Dosis"/>
            </a:endParaRPr>
          </a:p>
        </p:txBody>
      </p:sp>
      <p:pic>
        <p:nvPicPr>
          <p:cNvPr id="5267" name="Google Shape;5267;p67"/>
          <p:cNvPicPr preferRelativeResize="0"/>
          <p:nvPr/>
        </p:nvPicPr>
        <p:blipFill rotWithShape="1">
          <a:blip r:embed="rId3">
            <a:alphaModFix/>
          </a:blip>
          <a:srcRect l="33279"/>
          <a:stretch/>
        </p:blipFill>
        <p:spPr>
          <a:xfrm>
            <a:off x="864450" y="2319075"/>
            <a:ext cx="1586400" cy="1586400"/>
          </a:xfrm>
          <a:prstGeom prst="roundRect">
            <a:avLst>
              <a:gd name="adj" fmla="val 16667"/>
            </a:avLst>
          </a:prstGeom>
          <a:noFill/>
          <a:ln w="19050" cap="flat" cmpd="sng">
            <a:solidFill>
              <a:schemeClr val="dk2"/>
            </a:solidFill>
            <a:prstDash val="dash"/>
            <a:round/>
            <a:headEnd type="none" w="sm" len="sm"/>
            <a:tailEnd type="none" w="sm" len="sm"/>
          </a:ln>
        </p:spPr>
      </p:pic>
      <p:sp>
        <p:nvSpPr>
          <p:cNvPr id="5268" name="Google Shape;5268;p67"/>
          <p:cNvSpPr txBox="1"/>
          <p:nvPr/>
        </p:nvSpPr>
        <p:spPr>
          <a:xfrm>
            <a:off x="2662898" y="1631850"/>
            <a:ext cx="1875300" cy="459900"/>
          </a:xfrm>
          <a:prstGeom prst="rect">
            <a:avLst/>
          </a:prstGeom>
          <a:solidFill>
            <a:schemeClr val="dk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dk1"/>
                </a:solidFill>
                <a:latin typeface="Chau Philomene One"/>
                <a:ea typeface="Chau Philomene One"/>
                <a:cs typeface="Chau Philomene One"/>
                <a:sym typeface="Chau Philomene One"/>
              </a:rPr>
              <a:t>Benjamin Sikes</a:t>
            </a:r>
            <a:endParaRPr sz="2000" b="1">
              <a:solidFill>
                <a:schemeClr val="dk1"/>
              </a:solidFill>
              <a:latin typeface="Chau Philomene One"/>
              <a:ea typeface="Chau Philomene One"/>
              <a:cs typeface="Chau Philomene One"/>
              <a:sym typeface="Chau Philomene One"/>
            </a:endParaRPr>
          </a:p>
        </p:txBody>
      </p:sp>
      <p:sp>
        <p:nvSpPr>
          <p:cNvPr id="5269" name="Google Shape;5269;p67"/>
          <p:cNvSpPr txBox="1"/>
          <p:nvPr/>
        </p:nvSpPr>
        <p:spPr>
          <a:xfrm>
            <a:off x="2662908" y="3980399"/>
            <a:ext cx="1875300" cy="62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Dosis"/>
                <a:ea typeface="Dosis"/>
                <a:cs typeface="Dosis"/>
                <a:sym typeface="Dosis"/>
              </a:rPr>
              <a:t>You can speak a bit about this person here</a:t>
            </a:r>
            <a:endParaRPr>
              <a:solidFill>
                <a:schemeClr val="dk1"/>
              </a:solidFill>
              <a:latin typeface="Dosis"/>
              <a:ea typeface="Dosis"/>
              <a:cs typeface="Dosis"/>
              <a:sym typeface="Dosis"/>
            </a:endParaRPr>
          </a:p>
        </p:txBody>
      </p:sp>
      <p:pic>
        <p:nvPicPr>
          <p:cNvPr id="5270" name="Google Shape;5270;p67"/>
          <p:cNvPicPr preferRelativeResize="0"/>
          <p:nvPr/>
        </p:nvPicPr>
        <p:blipFill rotWithShape="1">
          <a:blip r:embed="rId4">
            <a:alphaModFix/>
          </a:blip>
          <a:srcRect t="13934" b="13941"/>
          <a:stretch/>
        </p:blipFill>
        <p:spPr>
          <a:xfrm>
            <a:off x="2807350" y="2319075"/>
            <a:ext cx="1586400" cy="1586400"/>
          </a:xfrm>
          <a:prstGeom prst="roundRect">
            <a:avLst>
              <a:gd name="adj" fmla="val 16667"/>
            </a:avLst>
          </a:prstGeom>
          <a:noFill/>
          <a:ln w="19050" cap="flat" cmpd="sng">
            <a:solidFill>
              <a:schemeClr val="dk2"/>
            </a:solidFill>
            <a:prstDash val="dash"/>
            <a:round/>
            <a:headEnd type="none" w="sm" len="sm"/>
            <a:tailEnd type="none" w="sm" len="sm"/>
          </a:ln>
        </p:spPr>
      </p:pic>
      <p:sp>
        <p:nvSpPr>
          <p:cNvPr id="5271" name="Google Shape;5271;p67"/>
          <p:cNvSpPr txBox="1"/>
          <p:nvPr/>
        </p:nvSpPr>
        <p:spPr>
          <a:xfrm>
            <a:off x="4605798" y="1631850"/>
            <a:ext cx="1875300" cy="459900"/>
          </a:xfrm>
          <a:prstGeom prst="rect">
            <a:avLst/>
          </a:prstGeom>
          <a:solidFill>
            <a:schemeClr val="dk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dk1"/>
                </a:solidFill>
                <a:latin typeface="Chau Philomene One"/>
                <a:ea typeface="Chau Philomene One"/>
                <a:cs typeface="Chau Philomene One"/>
                <a:sym typeface="Chau Philomene One"/>
              </a:rPr>
              <a:t>Ana Alvarado</a:t>
            </a:r>
            <a:endParaRPr sz="2000" b="1">
              <a:solidFill>
                <a:schemeClr val="dk1"/>
              </a:solidFill>
              <a:latin typeface="Chau Philomene One"/>
              <a:ea typeface="Chau Philomene One"/>
              <a:cs typeface="Chau Philomene One"/>
              <a:sym typeface="Chau Philomene One"/>
            </a:endParaRPr>
          </a:p>
        </p:txBody>
      </p:sp>
      <p:sp>
        <p:nvSpPr>
          <p:cNvPr id="5272" name="Google Shape;5272;p67"/>
          <p:cNvSpPr txBox="1"/>
          <p:nvPr/>
        </p:nvSpPr>
        <p:spPr>
          <a:xfrm>
            <a:off x="4605808" y="3980399"/>
            <a:ext cx="1875300" cy="62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Dosis"/>
                <a:ea typeface="Dosis"/>
                <a:cs typeface="Dosis"/>
                <a:sym typeface="Dosis"/>
              </a:rPr>
              <a:t>You can speak a bit about this person here</a:t>
            </a:r>
            <a:endParaRPr>
              <a:solidFill>
                <a:schemeClr val="dk1"/>
              </a:solidFill>
              <a:latin typeface="Dosis"/>
              <a:ea typeface="Dosis"/>
              <a:cs typeface="Dosis"/>
              <a:sym typeface="Dosis"/>
            </a:endParaRPr>
          </a:p>
        </p:txBody>
      </p:sp>
      <p:pic>
        <p:nvPicPr>
          <p:cNvPr id="5273" name="Google Shape;5273;p67"/>
          <p:cNvPicPr preferRelativeResize="0"/>
          <p:nvPr/>
        </p:nvPicPr>
        <p:blipFill rotWithShape="1">
          <a:blip r:embed="rId5">
            <a:alphaModFix/>
          </a:blip>
          <a:srcRect l="16639" r="16639"/>
          <a:stretch/>
        </p:blipFill>
        <p:spPr>
          <a:xfrm>
            <a:off x="4750250" y="2319075"/>
            <a:ext cx="1586400" cy="1586400"/>
          </a:xfrm>
          <a:prstGeom prst="roundRect">
            <a:avLst>
              <a:gd name="adj" fmla="val 16667"/>
            </a:avLst>
          </a:prstGeom>
          <a:noFill/>
          <a:ln w="19050" cap="flat" cmpd="sng">
            <a:solidFill>
              <a:schemeClr val="dk2"/>
            </a:solidFill>
            <a:prstDash val="dash"/>
            <a:round/>
            <a:headEnd type="none" w="sm" len="sm"/>
            <a:tailEnd type="none" w="sm" len="sm"/>
          </a:ln>
        </p:spPr>
      </p:pic>
      <p:sp>
        <p:nvSpPr>
          <p:cNvPr id="5274" name="Google Shape;5274;p67"/>
          <p:cNvSpPr txBox="1"/>
          <p:nvPr/>
        </p:nvSpPr>
        <p:spPr>
          <a:xfrm>
            <a:off x="6548698" y="1631850"/>
            <a:ext cx="1875300" cy="459900"/>
          </a:xfrm>
          <a:prstGeom prst="rect">
            <a:avLst/>
          </a:prstGeom>
          <a:solidFill>
            <a:schemeClr val="dk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a:solidFill>
                  <a:schemeClr val="dk1"/>
                </a:solidFill>
                <a:latin typeface="Chau Philomene One"/>
                <a:ea typeface="Chau Philomene One"/>
                <a:cs typeface="Chau Philomene One"/>
                <a:sym typeface="Chau Philomene One"/>
              </a:rPr>
              <a:t>Regina Schell</a:t>
            </a:r>
            <a:endParaRPr sz="2000" b="1">
              <a:solidFill>
                <a:schemeClr val="dk1"/>
              </a:solidFill>
              <a:latin typeface="Chau Philomene One"/>
              <a:ea typeface="Chau Philomene One"/>
              <a:cs typeface="Chau Philomene One"/>
              <a:sym typeface="Chau Philomene One"/>
            </a:endParaRPr>
          </a:p>
        </p:txBody>
      </p:sp>
      <p:sp>
        <p:nvSpPr>
          <p:cNvPr id="5275" name="Google Shape;5275;p67"/>
          <p:cNvSpPr txBox="1"/>
          <p:nvPr/>
        </p:nvSpPr>
        <p:spPr>
          <a:xfrm>
            <a:off x="6548708" y="3980399"/>
            <a:ext cx="1875300" cy="62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Dosis"/>
                <a:ea typeface="Dosis"/>
                <a:cs typeface="Dosis"/>
                <a:sym typeface="Dosis"/>
              </a:rPr>
              <a:t>You can speak a bit about this person here</a:t>
            </a:r>
            <a:endParaRPr>
              <a:solidFill>
                <a:schemeClr val="dk1"/>
              </a:solidFill>
              <a:latin typeface="Dosis"/>
              <a:ea typeface="Dosis"/>
              <a:cs typeface="Dosis"/>
              <a:sym typeface="Dosis"/>
            </a:endParaRPr>
          </a:p>
        </p:txBody>
      </p:sp>
      <p:pic>
        <p:nvPicPr>
          <p:cNvPr id="5276" name="Google Shape;5276;p67"/>
          <p:cNvPicPr preferRelativeResize="0"/>
          <p:nvPr/>
        </p:nvPicPr>
        <p:blipFill rotWithShape="1">
          <a:blip r:embed="rId6">
            <a:alphaModFix/>
          </a:blip>
          <a:srcRect r="33333"/>
          <a:stretch/>
        </p:blipFill>
        <p:spPr>
          <a:xfrm>
            <a:off x="6693150" y="2319075"/>
            <a:ext cx="1586400" cy="1586400"/>
          </a:xfrm>
          <a:prstGeom prst="roundRect">
            <a:avLst>
              <a:gd name="adj" fmla="val 16667"/>
            </a:avLst>
          </a:prstGeom>
          <a:noFill/>
          <a:ln w="19050" cap="flat" cmpd="sng">
            <a:solidFill>
              <a:schemeClr val="dk2"/>
            </a:solidFill>
            <a:prstDash val="dash"/>
            <a:round/>
            <a:headEnd type="none" w="sm" len="sm"/>
            <a:tailEnd type="none" w="sm" len="sm"/>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280"/>
        <p:cNvGrpSpPr/>
        <p:nvPr/>
      </p:nvGrpSpPr>
      <p:grpSpPr>
        <a:xfrm>
          <a:off x="0" y="0"/>
          <a:ext cx="0" cy="0"/>
          <a:chOff x="0" y="0"/>
          <a:chExt cx="0" cy="0"/>
        </a:xfrm>
      </p:grpSpPr>
      <p:sp>
        <p:nvSpPr>
          <p:cNvPr id="5281" name="Google Shape;5281;p68"/>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First globalized countries</a:t>
            </a:r>
            <a:endParaRPr/>
          </a:p>
        </p:txBody>
      </p:sp>
      <p:sp>
        <p:nvSpPr>
          <p:cNvPr id="5282" name="Google Shape;5282;p68"/>
          <p:cNvSpPr/>
          <p:nvPr/>
        </p:nvSpPr>
        <p:spPr>
          <a:xfrm>
            <a:off x="3500850" y="1381573"/>
            <a:ext cx="2142300" cy="2142300"/>
          </a:xfrm>
          <a:prstGeom prst="ellipse">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3" name="Google Shape;5283;p68"/>
          <p:cNvSpPr txBox="1"/>
          <p:nvPr/>
        </p:nvSpPr>
        <p:spPr>
          <a:xfrm flipH="1">
            <a:off x="915513" y="1856125"/>
            <a:ext cx="2072700" cy="575700"/>
          </a:xfrm>
          <a:prstGeom prst="rect">
            <a:avLst/>
          </a:prstGeom>
          <a:solidFill>
            <a:schemeClr val="dk2"/>
          </a:solidFill>
          <a:ln>
            <a:noFill/>
          </a:ln>
        </p:spPr>
        <p:txBody>
          <a:bodyPr spcFirstLastPara="1" wrap="square" lIns="91425" tIns="91425" rIns="91425" bIns="91425" anchor="b" anchorCtr="0">
            <a:noAutofit/>
          </a:bodyPr>
          <a:lstStyle/>
          <a:p>
            <a:pPr marL="0" lvl="0" indent="0" algn="r" rtl="0">
              <a:lnSpc>
                <a:spcPct val="115000"/>
              </a:lnSpc>
              <a:spcBef>
                <a:spcPts val="0"/>
              </a:spcBef>
              <a:spcAft>
                <a:spcPts val="0"/>
              </a:spcAft>
              <a:buNone/>
            </a:pPr>
            <a:r>
              <a:rPr lang="en" sz="2000" b="1">
                <a:solidFill>
                  <a:schemeClr val="dk1"/>
                </a:solidFill>
                <a:latin typeface="Chau Philomene One"/>
                <a:ea typeface="Chau Philomene One"/>
                <a:cs typeface="Chau Philomene One"/>
                <a:sym typeface="Chau Philomene One"/>
              </a:rPr>
              <a:t>Country #1</a:t>
            </a:r>
            <a:endParaRPr sz="2000" b="1">
              <a:solidFill>
                <a:schemeClr val="dk1"/>
              </a:solidFill>
              <a:latin typeface="Chau Philomene One"/>
              <a:ea typeface="Chau Philomene One"/>
              <a:cs typeface="Chau Philomene One"/>
              <a:sym typeface="Chau Philomene One"/>
            </a:endParaRPr>
          </a:p>
        </p:txBody>
      </p:sp>
      <p:sp>
        <p:nvSpPr>
          <p:cNvPr id="5284" name="Google Shape;5284;p68"/>
          <p:cNvSpPr txBox="1"/>
          <p:nvPr/>
        </p:nvSpPr>
        <p:spPr>
          <a:xfrm flipH="1">
            <a:off x="915563" y="2407750"/>
            <a:ext cx="2072700" cy="634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b="1">
                <a:solidFill>
                  <a:schemeClr val="dk1"/>
                </a:solidFill>
                <a:latin typeface="Dosis"/>
                <a:ea typeface="Dosis"/>
                <a:cs typeface="Dosis"/>
                <a:sym typeface="Dosis"/>
              </a:rPr>
              <a:t>Saturn </a:t>
            </a:r>
            <a:r>
              <a:rPr lang="en">
                <a:solidFill>
                  <a:schemeClr val="dk1"/>
                </a:solidFill>
                <a:latin typeface="Dosis"/>
                <a:ea typeface="Dosis"/>
                <a:cs typeface="Dosis"/>
                <a:sym typeface="Dosis"/>
              </a:rPr>
              <a:t>is a gas giant and has several rings</a:t>
            </a:r>
            <a:endParaRPr>
              <a:solidFill>
                <a:schemeClr val="dk1"/>
              </a:solidFill>
              <a:latin typeface="Dosis"/>
              <a:ea typeface="Dosis"/>
              <a:cs typeface="Dosis"/>
              <a:sym typeface="Dosis"/>
            </a:endParaRPr>
          </a:p>
        </p:txBody>
      </p:sp>
      <p:sp>
        <p:nvSpPr>
          <p:cNvPr id="5285" name="Google Shape;5285;p68"/>
          <p:cNvSpPr txBox="1"/>
          <p:nvPr/>
        </p:nvSpPr>
        <p:spPr>
          <a:xfrm flipH="1">
            <a:off x="6155738" y="2413075"/>
            <a:ext cx="2072700" cy="63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Dosis"/>
                <a:ea typeface="Dosis"/>
                <a:cs typeface="Dosis"/>
                <a:sym typeface="Dosis"/>
              </a:rPr>
              <a:t>Neptune </a:t>
            </a:r>
            <a:r>
              <a:rPr lang="en">
                <a:solidFill>
                  <a:schemeClr val="dk1"/>
                </a:solidFill>
                <a:latin typeface="Dosis"/>
                <a:ea typeface="Dosis"/>
                <a:cs typeface="Dosis"/>
                <a:sym typeface="Dosis"/>
              </a:rPr>
              <a:t>is the farthest planet from the Sun</a:t>
            </a:r>
            <a:endParaRPr>
              <a:solidFill>
                <a:schemeClr val="dk1"/>
              </a:solidFill>
              <a:latin typeface="Dosis"/>
              <a:ea typeface="Dosis"/>
              <a:cs typeface="Dosis"/>
              <a:sym typeface="Dosis"/>
            </a:endParaRPr>
          </a:p>
        </p:txBody>
      </p:sp>
      <p:sp>
        <p:nvSpPr>
          <p:cNvPr id="5286" name="Google Shape;5286;p68"/>
          <p:cNvSpPr txBox="1"/>
          <p:nvPr/>
        </p:nvSpPr>
        <p:spPr>
          <a:xfrm flipH="1">
            <a:off x="6155738" y="1861450"/>
            <a:ext cx="2072700" cy="575700"/>
          </a:xfrm>
          <a:prstGeom prst="rect">
            <a:avLst/>
          </a:prstGeom>
          <a:solidFill>
            <a:schemeClr val="dk2"/>
          </a:solid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000" b="1">
                <a:solidFill>
                  <a:schemeClr val="dk1"/>
                </a:solidFill>
                <a:latin typeface="Chau Philomene One"/>
                <a:ea typeface="Chau Philomene One"/>
                <a:cs typeface="Chau Philomene One"/>
                <a:sym typeface="Chau Philomene One"/>
              </a:rPr>
              <a:t>Country #2</a:t>
            </a:r>
            <a:endParaRPr sz="2000" b="1">
              <a:solidFill>
                <a:schemeClr val="dk1"/>
              </a:solidFill>
              <a:latin typeface="Chau Philomene One"/>
              <a:ea typeface="Chau Philomene One"/>
              <a:cs typeface="Chau Philomene One"/>
              <a:sym typeface="Chau Philomene One"/>
            </a:endParaRPr>
          </a:p>
        </p:txBody>
      </p:sp>
      <p:sp>
        <p:nvSpPr>
          <p:cNvPr id="5287" name="Google Shape;5287;p68"/>
          <p:cNvSpPr txBox="1"/>
          <p:nvPr/>
        </p:nvSpPr>
        <p:spPr>
          <a:xfrm flipH="1">
            <a:off x="5137775" y="3969000"/>
            <a:ext cx="2072700" cy="63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Dosis"/>
                <a:ea typeface="Dosis"/>
                <a:cs typeface="Dosis"/>
                <a:sym typeface="Dosis"/>
              </a:rPr>
              <a:t>The </a:t>
            </a:r>
            <a:r>
              <a:rPr lang="en" b="1">
                <a:solidFill>
                  <a:schemeClr val="dk1"/>
                </a:solidFill>
                <a:latin typeface="Dosis"/>
                <a:ea typeface="Dosis"/>
                <a:cs typeface="Dosis"/>
                <a:sym typeface="Dosis"/>
              </a:rPr>
              <a:t>Sun </a:t>
            </a:r>
            <a:r>
              <a:rPr lang="en">
                <a:solidFill>
                  <a:schemeClr val="dk1"/>
                </a:solidFill>
                <a:latin typeface="Dosis"/>
                <a:ea typeface="Dosis"/>
                <a:cs typeface="Dosis"/>
                <a:sym typeface="Dosis"/>
              </a:rPr>
              <a:t>is the star at the center of the Solar System</a:t>
            </a:r>
            <a:endParaRPr>
              <a:solidFill>
                <a:schemeClr val="dk1"/>
              </a:solidFill>
              <a:latin typeface="Dosis"/>
              <a:ea typeface="Dosis"/>
              <a:cs typeface="Dosis"/>
              <a:sym typeface="Dosis"/>
            </a:endParaRPr>
          </a:p>
        </p:txBody>
      </p:sp>
      <p:sp>
        <p:nvSpPr>
          <p:cNvPr id="5288" name="Google Shape;5288;p68"/>
          <p:cNvSpPr txBox="1"/>
          <p:nvPr/>
        </p:nvSpPr>
        <p:spPr>
          <a:xfrm flipH="1">
            <a:off x="5137775" y="3417175"/>
            <a:ext cx="2072700" cy="575700"/>
          </a:xfrm>
          <a:prstGeom prst="rect">
            <a:avLst/>
          </a:prstGeom>
          <a:solidFill>
            <a:schemeClr val="dk2"/>
          </a:solid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000" b="1">
                <a:solidFill>
                  <a:schemeClr val="dk1"/>
                </a:solidFill>
                <a:latin typeface="Chau Philomene One"/>
                <a:ea typeface="Chau Philomene One"/>
                <a:cs typeface="Chau Philomene One"/>
                <a:sym typeface="Chau Philomene One"/>
              </a:rPr>
              <a:t>Country #3</a:t>
            </a:r>
            <a:endParaRPr sz="2000" b="1">
              <a:solidFill>
                <a:schemeClr val="dk1"/>
              </a:solidFill>
              <a:latin typeface="Chau Philomene One"/>
              <a:ea typeface="Chau Philomene One"/>
              <a:cs typeface="Chau Philomene One"/>
              <a:sym typeface="Chau Philomene One"/>
            </a:endParaRPr>
          </a:p>
        </p:txBody>
      </p:sp>
      <p:sp>
        <p:nvSpPr>
          <p:cNvPr id="5289" name="Google Shape;5289;p68"/>
          <p:cNvSpPr/>
          <p:nvPr/>
        </p:nvSpPr>
        <p:spPr>
          <a:xfrm>
            <a:off x="4012288" y="1891563"/>
            <a:ext cx="1122300" cy="1122300"/>
          </a:xfrm>
          <a:prstGeom prst="ellipse">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0" name="Google Shape;5290;p68"/>
          <p:cNvSpPr/>
          <p:nvPr/>
        </p:nvSpPr>
        <p:spPr>
          <a:xfrm>
            <a:off x="3213663" y="1823875"/>
            <a:ext cx="640200" cy="640200"/>
          </a:xfrm>
          <a:prstGeom prst="rect">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1" name="Google Shape;5291;p68"/>
          <p:cNvSpPr/>
          <p:nvPr/>
        </p:nvSpPr>
        <p:spPr>
          <a:xfrm>
            <a:off x="5292988" y="1823875"/>
            <a:ext cx="640200" cy="640200"/>
          </a:xfrm>
          <a:prstGeom prst="rect">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2" name="Google Shape;5292;p68"/>
          <p:cNvSpPr/>
          <p:nvPr/>
        </p:nvSpPr>
        <p:spPr>
          <a:xfrm>
            <a:off x="4251875" y="3384925"/>
            <a:ext cx="640200" cy="640200"/>
          </a:xfrm>
          <a:prstGeom prst="rect">
            <a:avLst/>
          </a:prstGeom>
          <a:solidFill>
            <a:schemeClr val="lt1"/>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93" name="Google Shape;5293;p68"/>
          <p:cNvGrpSpPr/>
          <p:nvPr/>
        </p:nvGrpSpPr>
        <p:grpSpPr>
          <a:xfrm>
            <a:off x="4253290" y="2144875"/>
            <a:ext cx="640190" cy="615467"/>
            <a:chOff x="1616703" y="3236018"/>
            <a:chExt cx="347118" cy="333695"/>
          </a:xfrm>
        </p:grpSpPr>
        <p:sp>
          <p:nvSpPr>
            <p:cNvPr id="5294" name="Google Shape;5294;p68"/>
            <p:cNvSpPr/>
            <p:nvPr/>
          </p:nvSpPr>
          <p:spPr>
            <a:xfrm>
              <a:off x="1616817" y="3236846"/>
              <a:ext cx="312446" cy="332753"/>
            </a:xfrm>
            <a:custGeom>
              <a:avLst/>
              <a:gdLst/>
              <a:ahLst/>
              <a:cxnLst/>
              <a:rect l="l" t="t" r="r" b="b"/>
              <a:pathLst>
                <a:path w="10940" h="11651" extrusionOk="0">
                  <a:moveTo>
                    <a:pt x="6813" y="1"/>
                  </a:moveTo>
                  <a:cubicBezTo>
                    <a:pt x="6753" y="167"/>
                    <a:pt x="6589" y="344"/>
                    <a:pt x="6521" y="503"/>
                  </a:cubicBezTo>
                  <a:cubicBezTo>
                    <a:pt x="6488" y="581"/>
                    <a:pt x="6479" y="665"/>
                    <a:pt x="6452" y="742"/>
                  </a:cubicBezTo>
                  <a:cubicBezTo>
                    <a:pt x="6425" y="820"/>
                    <a:pt x="6366" y="897"/>
                    <a:pt x="6284" y="910"/>
                  </a:cubicBezTo>
                  <a:cubicBezTo>
                    <a:pt x="6258" y="913"/>
                    <a:pt x="6231" y="910"/>
                    <a:pt x="6207" y="921"/>
                  </a:cubicBezTo>
                  <a:cubicBezTo>
                    <a:pt x="6143" y="948"/>
                    <a:pt x="6149" y="1039"/>
                    <a:pt x="6120" y="1103"/>
                  </a:cubicBezTo>
                  <a:cubicBezTo>
                    <a:pt x="6087" y="1169"/>
                    <a:pt x="6012" y="1206"/>
                    <a:pt x="5939" y="1211"/>
                  </a:cubicBezTo>
                  <a:cubicBezTo>
                    <a:pt x="5933" y="1211"/>
                    <a:pt x="5927" y="1211"/>
                    <a:pt x="5922" y="1211"/>
                  </a:cubicBezTo>
                  <a:cubicBezTo>
                    <a:pt x="5854" y="1211"/>
                    <a:pt x="5787" y="1193"/>
                    <a:pt x="5722" y="1171"/>
                  </a:cubicBezTo>
                  <a:cubicBezTo>
                    <a:pt x="5630" y="1144"/>
                    <a:pt x="5532" y="1112"/>
                    <a:pt x="5481" y="1034"/>
                  </a:cubicBezTo>
                  <a:cubicBezTo>
                    <a:pt x="5450" y="992"/>
                    <a:pt x="5437" y="941"/>
                    <a:pt x="5410" y="895"/>
                  </a:cubicBezTo>
                  <a:cubicBezTo>
                    <a:pt x="5362" y="815"/>
                    <a:pt x="5280" y="767"/>
                    <a:pt x="5203" y="713"/>
                  </a:cubicBezTo>
                  <a:cubicBezTo>
                    <a:pt x="5037" y="590"/>
                    <a:pt x="4902" y="375"/>
                    <a:pt x="4814" y="172"/>
                  </a:cubicBezTo>
                  <a:cubicBezTo>
                    <a:pt x="4469" y="264"/>
                    <a:pt x="4130" y="386"/>
                    <a:pt x="3803" y="541"/>
                  </a:cubicBezTo>
                  <a:lnTo>
                    <a:pt x="3816" y="563"/>
                  </a:lnTo>
                  <a:cubicBezTo>
                    <a:pt x="3823" y="640"/>
                    <a:pt x="3861" y="711"/>
                    <a:pt x="3924" y="758"/>
                  </a:cubicBezTo>
                  <a:lnTo>
                    <a:pt x="4353" y="1102"/>
                  </a:lnTo>
                  <a:cubicBezTo>
                    <a:pt x="4409" y="1147"/>
                    <a:pt x="4442" y="1215"/>
                    <a:pt x="4442" y="1286"/>
                  </a:cubicBezTo>
                  <a:lnTo>
                    <a:pt x="4442" y="1772"/>
                  </a:lnTo>
                  <a:cubicBezTo>
                    <a:pt x="4442" y="1929"/>
                    <a:pt x="4572" y="2060"/>
                    <a:pt x="4729" y="2060"/>
                  </a:cubicBezTo>
                  <a:lnTo>
                    <a:pt x="4929" y="2060"/>
                  </a:lnTo>
                  <a:cubicBezTo>
                    <a:pt x="5063" y="2060"/>
                    <a:pt x="5167" y="2166"/>
                    <a:pt x="5167" y="2297"/>
                  </a:cubicBezTo>
                  <a:lnTo>
                    <a:pt x="5167" y="2527"/>
                  </a:lnTo>
                  <a:cubicBezTo>
                    <a:pt x="5167" y="2602"/>
                    <a:pt x="5130" y="2673"/>
                    <a:pt x="5072" y="2719"/>
                  </a:cubicBezTo>
                  <a:lnTo>
                    <a:pt x="3896" y="3588"/>
                  </a:lnTo>
                  <a:cubicBezTo>
                    <a:pt x="3856" y="3617"/>
                    <a:pt x="3805" y="3634"/>
                    <a:pt x="3756" y="3634"/>
                  </a:cubicBezTo>
                  <a:lnTo>
                    <a:pt x="3029" y="3634"/>
                  </a:lnTo>
                  <a:cubicBezTo>
                    <a:pt x="2872" y="3634"/>
                    <a:pt x="2742" y="3761"/>
                    <a:pt x="2742" y="3922"/>
                  </a:cubicBezTo>
                  <a:lnTo>
                    <a:pt x="2742" y="4400"/>
                  </a:lnTo>
                  <a:cubicBezTo>
                    <a:pt x="2742" y="4479"/>
                    <a:pt x="2772" y="4548"/>
                    <a:pt x="2826" y="4603"/>
                  </a:cubicBezTo>
                  <a:lnTo>
                    <a:pt x="3336" y="5112"/>
                  </a:lnTo>
                  <a:cubicBezTo>
                    <a:pt x="3390" y="5167"/>
                    <a:pt x="3460" y="5196"/>
                    <a:pt x="3538" y="5196"/>
                  </a:cubicBezTo>
                  <a:lnTo>
                    <a:pt x="4254" y="5196"/>
                  </a:lnTo>
                  <a:cubicBezTo>
                    <a:pt x="4387" y="5196"/>
                    <a:pt x="4491" y="5304"/>
                    <a:pt x="4491" y="5434"/>
                  </a:cubicBezTo>
                  <a:lnTo>
                    <a:pt x="4491" y="5647"/>
                  </a:lnTo>
                  <a:cubicBezTo>
                    <a:pt x="4491" y="5804"/>
                    <a:pt x="4623" y="5934"/>
                    <a:pt x="4780" y="5934"/>
                  </a:cubicBezTo>
                  <a:lnTo>
                    <a:pt x="5280" y="5934"/>
                  </a:lnTo>
                  <a:cubicBezTo>
                    <a:pt x="5411" y="5934"/>
                    <a:pt x="5517" y="6042"/>
                    <a:pt x="5517" y="6171"/>
                  </a:cubicBezTo>
                  <a:cubicBezTo>
                    <a:pt x="5517" y="6328"/>
                    <a:pt x="5647" y="6460"/>
                    <a:pt x="5804" y="6460"/>
                  </a:cubicBezTo>
                  <a:lnTo>
                    <a:pt x="6454" y="6460"/>
                  </a:lnTo>
                  <a:cubicBezTo>
                    <a:pt x="6587" y="6460"/>
                    <a:pt x="6691" y="6566"/>
                    <a:pt x="6691" y="6697"/>
                  </a:cubicBezTo>
                  <a:lnTo>
                    <a:pt x="6691" y="7383"/>
                  </a:lnTo>
                  <a:cubicBezTo>
                    <a:pt x="6691" y="7456"/>
                    <a:pt x="6660" y="7522"/>
                    <a:pt x="6604" y="7568"/>
                  </a:cubicBezTo>
                  <a:lnTo>
                    <a:pt x="5621" y="8362"/>
                  </a:lnTo>
                  <a:cubicBezTo>
                    <a:pt x="5554" y="8417"/>
                    <a:pt x="5514" y="8499"/>
                    <a:pt x="5514" y="8586"/>
                  </a:cubicBezTo>
                  <a:lnTo>
                    <a:pt x="5514" y="8921"/>
                  </a:lnTo>
                  <a:cubicBezTo>
                    <a:pt x="5514" y="8988"/>
                    <a:pt x="5486" y="9052"/>
                    <a:pt x="5439" y="9094"/>
                  </a:cubicBezTo>
                  <a:lnTo>
                    <a:pt x="5072" y="9439"/>
                  </a:lnTo>
                  <a:cubicBezTo>
                    <a:pt x="5015" y="9494"/>
                    <a:pt x="4981" y="9569"/>
                    <a:pt x="4981" y="9649"/>
                  </a:cubicBezTo>
                  <a:lnTo>
                    <a:pt x="4981" y="10397"/>
                  </a:lnTo>
                  <a:cubicBezTo>
                    <a:pt x="4981" y="10531"/>
                    <a:pt x="4873" y="10635"/>
                    <a:pt x="4743" y="10635"/>
                  </a:cubicBezTo>
                  <a:lnTo>
                    <a:pt x="4353" y="10635"/>
                  </a:lnTo>
                  <a:cubicBezTo>
                    <a:pt x="4221" y="10635"/>
                    <a:pt x="4115" y="10527"/>
                    <a:pt x="4115" y="10397"/>
                  </a:cubicBezTo>
                  <a:lnTo>
                    <a:pt x="4115" y="9923"/>
                  </a:lnTo>
                  <a:cubicBezTo>
                    <a:pt x="4115" y="9879"/>
                    <a:pt x="4106" y="9837"/>
                    <a:pt x="4088" y="9797"/>
                  </a:cubicBezTo>
                  <a:lnTo>
                    <a:pt x="3814" y="9229"/>
                  </a:lnTo>
                  <a:cubicBezTo>
                    <a:pt x="3798" y="9198"/>
                    <a:pt x="3792" y="9162"/>
                    <a:pt x="3792" y="9127"/>
                  </a:cubicBezTo>
                  <a:lnTo>
                    <a:pt x="3792" y="8044"/>
                  </a:lnTo>
                  <a:cubicBezTo>
                    <a:pt x="3792" y="7953"/>
                    <a:pt x="3746" y="7865"/>
                    <a:pt x="3673" y="7812"/>
                  </a:cubicBezTo>
                  <a:lnTo>
                    <a:pt x="2638" y="7068"/>
                  </a:lnTo>
                  <a:cubicBezTo>
                    <a:pt x="2578" y="7022"/>
                    <a:pt x="2542" y="6953"/>
                    <a:pt x="2542" y="6874"/>
                  </a:cubicBezTo>
                  <a:lnTo>
                    <a:pt x="2542" y="6126"/>
                  </a:lnTo>
                  <a:cubicBezTo>
                    <a:pt x="2542" y="6085"/>
                    <a:pt x="2552" y="6045"/>
                    <a:pt x="2571" y="6009"/>
                  </a:cubicBezTo>
                  <a:lnTo>
                    <a:pt x="2625" y="5912"/>
                  </a:lnTo>
                  <a:cubicBezTo>
                    <a:pt x="2688" y="5799"/>
                    <a:pt x="2669" y="5658"/>
                    <a:pt x="2578" y="5567"/>
                  </a:cubicBezTo>
                  <a:lnTo>
                    <a:pt x="1671" y="4667"/>
                  </a:lnTo>
                  <a:cubicBezTo>
                    <a:pt x="1625" y="4625"/>
                    <a:pt x="1601" y="4563"/>
                    <a:pt x="1601" y="4499"/>
                  </a:cubicBezTo>
                  <a:lnTo>
                    <a:pt x="1601" y="3926"/>
                  </a:lnTo>
                  <a:cubicBezTo>
                    <a:pt x="1601" y="3845"/>
                    <a:pt x="1567" y="3769"/>
                    <a:pt x="1506" y="3714"/>
                  </a:cubicBezTo>
                  <a:lnTo>
                    <a:pt x="1059" y="3303"/>
                  </a:lnTo>
                  <a:lnTo>
                    <a:pt x="1039" y="3287"/>
                  </a:lnTo>
                  <a:lnTo>
                    <a:pt x="1039" y="3287"/>
                  </a:lnTo>
                  <a:cubicBezTo>
                    <a:pt x="0" y="5459"/>
                    <a:pt x="380" y="8141"/>
                    <a:pt x="2180" y="9939"/>
                  </a:cubicBezTo>
                  <a:cubicBezTo>
                    <a:pt x="3321" y="11080"/>
                    <a:pt x="4816" y="11651"/>
                    <a:pt x="6311" y="11651"/>
                  </a:cubicBezTo>
                  <a:cubicBezTo>
                    <a:pt x="7806" y="11651"/>
                    <a:pt x="9301" y="11080"/>
                    <a:pt x="10441" y="9939"/>
                  </a:cubicBezTo>
                  <a:cubicBezTo>
                    <a:pt x="10594" y="9786"/>
                    <a:pt x="10735" y="9627"/>
                    <a:pt x="10868" y="9463"/>
                  </a:cubicBezTo>
                  <a:lnTo>
                    <a:pt x="10835" y="9463"/>
                  </a:lnTo>
                  <a:cubicBezTo>
                    <a:pt x="10653" y="9329"/>
                    <a:pt x="10514" y="9213"/>
                    <a:pt x="10401" y="9092"/>
                  </a:cubicBezTo>
                  <a:cubicBezTo>
                    <a:pt x="10114" y="8789"/>
                    <a:pt x="9926" y="8397"/>
                    <a:pt x="9866" y="7984"/>
                  </a:cubicBezTo>
                  <a:cubicBezTo>
                    <a:pt x="9855" y="7911"/>
                    <a:pt x="9848" y="7838"/>
                    <a:pt x="9844" y="7767"/>
                  </a:cubicBezTo>
                  <a:cubicBezTo>
                    <a:pt x="9831" y="7641"/>
                    <a:pt x="9820" y="7513"/>
                    <a:pt x="9789" y="7387"/>
                  </a:cubicBezTo>
                  <a:cubicBezTo>
                    <a:pt x="9745" y="7217"/>
                    <a:pt x="9665" y="7057"/>
                    <a:pt x="9588" y="6901"/>
                  </a:cubicBezTo>
                  <a:cubicBezTo>
                    <a:pt x="9484" y="6693"/>
                    <a:pt x="9388" y="6498"/>
                    <a:pt x="9366" y="6277"/>
                  </a:cubicBezTo>
                  <a:cubicBezTo>
                    <a:pt x="9336" y="5961"/>
                    <a:pt x="9488" y="5640"/>
                    <a:pt x="9747" y="5459"/>
                  </a:cubicBezTo>
                  <a:cubicBezTo>
                    <a:pt x="9901" y="5355"/>
                    <a:pt x="10085" y="5297"/>
                    <a:pt x="10264" y="5242"/>
                  </a:cubicBezTo>
                  <a:cubicBezTo>
                    <a:pt x="10432" y="5193"/>
                    <a:pt x="10605" y="5140"/>
                    <a:pt x="10757" y="5045"/>
                  </a:cubicBezTo>
                  <a:cubicBezTo>
                    <a:pt x="10795" y="5019"/>
                    <a:pt x="10835" y="4990"/>
                    <a:pt x="10857" y="4941"/>
                  </a:cubicBezTo>
                  <a:cubicBezTo>
                    <a:pt x="10885" y="4875"/>
                    <a:pt x="10859" y="4811"/>
                    <a:pt x="10833" y="4747"/>
                  </a:cubicBezTo>
                  <a:cubicBezTo>
                    <a:pt x="10822" y="4720"/>
                    <a:pt x="10813" y="4694"/>
                    <a:pt x="10806" y="4671"/>
                  </a:cubicBezTo>
                  <a:cubicBezTo>
                    <a:pt x="10784" y="4576"/>
                    <a:pt x="10817" y="4484"/>
                    <a:pt x="10852" y="4386"/>
                  </a:cubicBezTo>
                  <a:cubicBezTo>
                    <a:pt x="10870" y="4346"/>
                    <a:pt x="10888" y="4296"/>
                    <a:pt x="10899" y="4242"/>
                  </a:cubicBezTo>
                  <a:cubicBezTo>
                    <a:pt x="10939" y="4044"/>
                    <a:pt x="10861" y="3831"/>
                    <a:pt x="10706" y="3705"/>
                  </a:cubicBezTo>
                  <a:cubicBezTo>
                    <a:pt x="10611" y="3626"/>
                    <a:pt x="10485" y="3586"/>
                    <a:pt x="10361" y="3586"/>
                  </a:cubicBezTo>
                  <a:cubicBezTo>
                    <a:pt x="10286" y="3586"/>
                    <a:pt x="10211" y="3603"/>
                    <a:pt x="10142" y="3632"/>
                  </a:cubicBezTo>
                  <a:cubicBezTo>
                    <a:pt x="10118" y="3643"/>
                    <a:pt x="10094" y="3654"/>
                    <a:pt x="10072" y="3668"/>
                  </a:cubicBezTo>
                  <a:cubicBezTo>
                    <a:pt x="10036" y="3687"/>
                    <a:pt x="10003" y="3705"/>
                    <a:pt x="9966" y="3718"/>
                  </a:cubicBezTo>
                  <a:cubicBezTo>
                    <a:pt x="9931" y="3729"/>
                    <a:pt x="9895" y="3735"/>
                    <a:pt x="9860" y="3735"/>
                  </a:cubicBezTo>
                  <a:cubicBezTo>
                    <a:pt x="9731" y="3735"/>
                    <a:pt x="9604" y="3664"/>
                    <a:pt x="9472" y="3590"/>
                  </a:cubicBezTo>
                  <a:cubicBezTo>
                    <a:pt x="9397" y="3550"/>
                    <a:pt x="9318" y="3506"/>
                    <a:pt x="9238" y="3477"/>
                  </a:cubicBezTo>
                  <a:cubicBezTo>
                    <a:pt x="9095" y="3422"/>
                    <a:pt x="8940" y="3413"/>
                    <a:pt x="8789" y="3404"/>
                  </a:cubicBezTo>
                  <a:cubicBezTo>
                    <a:pt x="8679" y="3396"/>
                    <a:pt x="8566" y="3389"/>
                    <a:pt x="8456" y="3365"/>
                  </a:cubicBezTo>
                  <a:cubicBezTo>
                    <a:pt x="8296" y="3329"/>
                    <a:pt x="8141" y="3216"/>
                    <a:pt x="8073" y="3088"/>
                  </a:cubicBezTo>
                  <a:cubicBezTo>
                    <a:pt x="8029" y="3006"/>
                    <a:pt x="8022" y="2923"/>
                    <a:pt x="8049" y="2847"/>
                  </a:cubicBezTo>
                  <a:cubicBezTo>
                    <a:pt x="8069" y="2794"/>
                    <a:pt x="8104" y="2748"/>
                    <a:pt x="8141" y="2703"/>
                  </a:cubicBezTo>
                  <a:cubicBezTo>
                    <a:pt x="8174" y="2662"/>
                    <a:pt x="8206" y="2619"/>
                    <a:pt x="8230" y="2567"/>
                  </a:cubicBezTo>
                  <a:cubicBezTo>
                    <a:pt x="8279" y="2458"/>
                    <a:pt x="8274" y="2339"/>
                    <a:pt x="8267" y="2224"/>
                  </a:cubicBezTo>
                  <a:cubicBezTo>
                    <a:pt x="8261" y="2148"/>
                    <a:pt x="8258" y="2069"/>
                    <a:pt x="8268" y="1996"/>
                  </a:cubicBezTo>
                  <a:cubicBezTo>
                    <a:pt x="8287" y="1877"/>
                    <a:pt x="8351" y="1768"/>
                    <a:pt x="8411" y="1660"/>
                  </a:cubicBezTo>
                  <a:cubicBezTo>
                    <a:pt x="8484" y="1531"/>
                    <a:pt x="8561" y="1395"/>
                    <a:pt x="8561" y="1242"/>
                  </a:cubicBezTo>
                  <a:cubicBezTo>
                    <a:pt x="8561" y="1162"/>
                    <a:pt x="8542" y="1085"/>
                    <a:pt x="8522" y="1012"/>
                  </a:cubicBezTo>
                  <a:cubicBezTo>
                    <a:pt x="8513" y="976"/>
                    <a:pt x="8504" y="939"/>
                    <a:pt x="8497" y="903"/>
                  </a:cubicBezTo>
                  <a:cubicBezTo>
                    <a:pt x="8467" y="751"/>
                    <a:pt x="8484" y="594"/>
                    <a:pt x="8539" y="446"/>
                  </a:cubicBezTo>
                  <a:lnTo>
                    <a:pt x="8551" y="426"/>
                  </a:lnTo>
                  <a:cubicBezTo>
                    <a:pt x="7993" y="192"/>
                    <a:pt x="7407" y="52"/>
                    <a:pt x="68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5" name="Google Shape;5295;p68"/>
            <p:cNvSpPr/>
            <p:nvPr/>
          </p:nvSpPr>
          <p:spPr>
            <a:xfrm>
              <a:off x="1616703" y="3330866"/>
              <a:ext cx="201234" cy="238847"/>
            </a:xfrm>
            <a:custGeom>
              <a:avLst/>
              <a:gdLst/>
              <a:ahLst/>
              <a:cxnLst/>
              <a:rect l="l" t="t" r="r" b="b"/>
              <a:pathLst>
                <a:path w="7046" h="8363" extrusionOk="0">
                  <a:moveTo>
                    <a:pt x="1039" y="0"/>
                  </a:moveTo>
                  <a:lnTo>
                    <a:pt x="1039" y="0"/>
                  </a:lnTo>
                  <a:cubicBezTo>
                    <a:pt x="1" y="2173"/>
                    <a:pt x="379" y="4853"/>
                    <a:pt x="2180" y="6651"/>
                  </a:cubicBezTo>
                  <a:cubicBezTo>
                    <a:pt x="3320" y="7792"/>
                    <a:pt x="4813" y="8362"/>
                    <a:pt x="6308" y="8362"/>
                  </a:cubicBezTo>
                  <a:cubicBezTo>
                    <a:pt x="6554" y="8362"/>
                    <a:pt x="6801" y="8347"/>
                    <a:pt x="7046" y="8316"/>
                  </a:cubicBezTo>
                  <a:cubicBezTo>
                    <a:pt x="6144" y="8201"/>
                    <a:pt x="5266" y="7878"/>
                    <a:pt x="4484" y="7345"/>
                  </a:cubicBezTo>
                  <a:lnTo>
                    <a:pt x="4357" y="7348"/>
                  </a:lnTo>
                  <a:cubicBezTo>
                    <a:pt x="4225" y="7348"/>
                    <a:pt x="4119" y="7241"/>
                    <a:pt x="4119" y="7111"/>
                  </a:cubicBezTo>
                  <a:lnTo>
                    <a:pt x="4119" y="7074"/>
                  </a:lnTo>
                  <a:cubicBezTo>
                    <a:pt x="3957" y="6943"/>
                    <a:pt x="3802" y="6804"/>
                    <a:pt x="3652" y="6655"/>
                  </a:cubicBezTo>
                  <a:cubicBezTo>
                    <a:pt x="2303" y="5305"/>
                    <a:pt x="1751" y="3460"/>
                    <a:pt x="1996" y="1704"/>
                  </a:cubicBezTo>
                  <a:lnTo>
                    <a:pt x="1671" y="1380"/>
                  </a:lnTo>
                  <a:cubicBezTo>
                    <a:pt x="1625" y="1337"/>
                    <a:pt x="1600" y="1275"/>
                    <a:pt x="1600" y="1211"/>
                  </a:cubicBezTo>
                  <a:lnTo>
                    <a:pt x="1600" y="639"/>
                  </a:lnTo>
                  <a:cubicBezTo>
                    <a:pt x="1600" y="559"/>
                    <a:pt x="1565" y="480"/>
                    <a:pt x="1507" y="426"/>
                  </a:cubicBezTo>
                  <a:lnTo>
                    <a:pt x="1059" y="15"/>
                  </a:lnTo>
                  <a:lnTo>
                    <a:pt x="1039"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6" name="Google Shape;5296;p68"/>
            <p:cNvSpPr/>
            <p:nvPr/>
          </p:nvSpPr>
          <p:spPr>
            <a:xfrm>
              <a:off x="1725431" y="3241587"/>
              <a:ext cx="37242" cy="26361"/>
            </a:xfrm>
            <a:custGeom>
              <a:avLst/>
              <a:gdLst/>
              <a:ahLst/>
              <a:cxnLst/>
              <a:rect l="l" t="t" r="r" b="b"/>
              <a:pathLst>
                <a:path w="1304" h="923" extrusionOk="0">
                  <a:moveTo>
                    <a:pt x="1011" y="1"/>
                  </a:moveTo>
                  <a:cubicBezTo>
                    <a:pt x="666" y="92"/>
                    <a:pt x="327" y="216"/>
                    <a:pt x="0" y="371"/>
                  </a:cubicBezTo>
                  <a:lnTo>
                    <a:pt x="13" y="391"/>
                  </a:lnTo>
                  <a:cubicBezTo>
                    <a:pt x="20" y="470"/>
                    <a:pt x="58" y="539"/>
                    <a:pt x="121" y="589"/>
                  </a:cubicBezTo>
                  <a:lnTo>
                    <a:pt x="540" y="923"/>
                  </a:lnTo>
                  <a:cubicBezTo>
                    <a:pt x="785" y="746"/>
                    <a:pt x="1041" y="590"/>
                    <a:pt x="1304" y="454"/>
                  </a:cubicBezTo>
                  <a:cubicBezTo>
                    <a:pt x="1179" y="329"/>
                    <a:pt x="1081" y="161"/>
                    <a:pt x="1011"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7" name="Google Shape;5297;p68"/>
            <p:cNvSpPr/>
            <p:nvPr/>
          </p:nvSpPr>
          <p:spPr>
            <a:xfrm>
              <a:off x="1646262" y="3251697"/>
              <a:ext cx="162449" cy="289884"/>
            </a:xfrm>
            <a:custGeom>
              <a:avLst/>
              <a:gdLst/>
              <a:ahLst/>
              <a:cxnLst/>
              <a:rect l="l" t="t" r="r" b="b"/>
              <a:pathLst>
                <a:path w="5688" h="10150" extrusionOk="0">
                  <a:moveTo>
                    <a:pt x="2812" y="1"/>
                  </a:moveTo>
                  <a:cubicBezTo>
                    <a:pt x="2210" y="282"/>
                    <a:pt x="1647" y="669"/>
                    <a:pt x="1151" y="1168"/>
                  </a:cubicBezTo>
                  <a:cubicBezTo>
                    <a:pt x="663" y="1655"/>
                    <a:pt x="280" y="2208"/>
                    <a:pt x="1" y="2798"/>
                  </a:cubicBezTo>
                  <a:lnTo>
                    <a:pt x="463" y="3221"/>
                  </a:lnTo>
                  <a:cubicBezTo>
                    <a:pt x="517" y="3271"/>
                    <a:pt x="547" y="3342"/>
                    <a:pt x="547" y="3415"/>
                  </a:cubicBezTo>
                  <a:lnTo>
                    <a:pt x="547" y="3988"/>
                  </a:lnTo>
                  <a:cubicBezTo>
                    <a:pt x="547" y="4057"/>
                    <a:pt x="574" y="4125"/>
                    <a:pt x="625" y="4174"/>
                  </a:cubicBezTo>
                  <a:lnTo>
                    <a:pt x="1531" y="5074"/>
                  </a:lnTo>
                  <a:cubicBezTo>
                    <a:pt x="1615" y="5156"/>
                    <a:pt x="1633" y="5286"/>
                    <a:pt x="1576" y="5388"/>
                  </a:cubicBezTo>
                  <a:lnTo>
                    <a:pt x="1521" y="5487"/>
                  </a:lnTo>
                  <a:cubicBezTo>
                    <a:pt x="1498" y="5525"/>
                    <a:pt x="1487" y="5569"/>
                    <a:pt x="1487" y="5615"/>
                  </a:cubicBezTo>
                  <a:lnTo>
                    <a:pt x="1487" y="6363"/>
                  </a:lnTo>
                  <a:cubicBezTo>
                    <a:pt x="1487" y="6447"/>
                    <a:pt x="1529" y="6527"/>
                    <a:pt x="1596" y="6575"/>
                  </a:cubicBezTo>
                  <a:lnTo>
                    <a:pt x="2630" y="7320"/>
                  </a:lnTo>
                  <a:cubicBezTo>
                    <a:pt x="2699" y="7369"/>
                    <a:pt x="2739" y="7448"/>
                    <a:pt x="2739" y="7532"/>
                  </a:cubicBezTo>
                  <a:lnTo>
                    <a:pt x="2739" y="8612"/>
                  </a:lnTo>
                  <a:cubicBezTo>
                    <a:pt x="2739" y="8652"/>
                    <a:pt x="2748" y="8691"/>
                    <a:pt x="2765" y="8727"/>
                  </a:cubicBezTo>
                  <a:lnTo>
                    <a:pt x="3039" y="9295"/>
                  </a:lnTo>
                  <a:cubicBezTo>
                    <a:pt x="3057" y="9332"/>
                    <a:pt x="3064" y="9372"/>
                    <a:pt x="3064" y="9410"/>
                  </a:cubicBezTo>
                  <a:lnTo>
                    <a:pt x="3064" y="9887"/>
                  </a:lnTo>
                  <a:cubicBezTo>
                    <a:pt x="3064" y="10033"/>
                    <a:pt x="3183" y="10149"/>
                    <a:pt x="3327" y="10149"/>
                  </a:cubicBezTo>
                  <a:lnTo>
                    <a:pt x="3716" y="10149"/>
                  </a:lnTo>
                  <a:cubicBezTo>
                    <a:pt x="3862" y="10149"/>
                    <a:pt x="3979" y="10031"/>
                    <a:pt x="3979" y="9887"/>
                  </a:cubicBezTo>
                  <a:lnTo>
                    <a:pt x="3979" y="9138"/>
                  </a:lnTo>
                  <a:cubicBezTo>
                    <a:pt x="3979" y="9065"/>
                    <a:pt x="4008" y="8998"/>
                    <a:pt x="4061" y="8946"/>
                  </a:cubicBezTo>
                  <a:lnTo>
                    <a:pt x="4428" y="8601"/>
                  </a:lnTo>
                  <a:cubicBezTo>
                    <a:pt x="4481" y="8552"/>
                    <a:pt x="4510" y="8483"/>
                    <a:pt x="4510" y="8410"/>
                  </a:cubicBezTo>
                  <a:lnTo>
                    <a:pt x="4510" y="8076"/>
                  </a:lnTo>
                  <a:cubicBezTo>
                    <a:pt x="4510" y="7995"/>
                    <a:pt x="4547" y="7919"/>
                    <a:pt x="4609" y="7869"/>
                  </a:cubicBezTo>
                  <a:lnTo>
                    <a:pt x="5589" y="7075"/>
                  </a:lnTo>
                  <a:cubicBezTo>
                    <a:pt x="5651" y="7026"/>
                    <a:pt x="5688" y="6949"/>
                    <a:pt x="5688" y="6869"/>
                  </a:cubicBezTo>
                  <a:lnTo>
                    <a:pt x="5688" y="6182"/>
                  </a:lnTo>
                  <a:cubicBezTo>
                    <a:pt x="5686" y="6033"/>
                    <a:pt x="5569" y="5916"/>
                    <a:pt x="5423" y="5916"/>
                  </a:cubicBezTo>
                  <a:lnTo>
                    <a:pt x="4773" y="5916"/>
                  </a:lnTo>
                  <a:cubicBezTo>
                    <a:pt x="4627" y="5916"/>
                    <a:pt x="4510" y="5797"/>
                    <a:pt x="4510" y="5653"/>
                  </a:cubicBezTo>
                  <a:cubicBezTo>
                    <a:pt x="4510" y="5509"/>
                    <a:pt x="4391" y="5392"/>
                    <a:pt x="4249" y="5392"/>
                  </a:cubicBezTo>
                  <a:lnTo>
                    <a:pt x="3749" y="5392"/>
                  </a:lnTo>
                  <a:cubicBezTo>
                    <a:pt x="3603" y="5392"/>
                    <a:pt x="3486" y="5273"/>
                    <a:pt x="3486" y="5129"/>
                  </a:cubicBezTo>
                  <a:lnTo>
                    <a:pt x="3486" y="4915"/>
                  </a:lnTo>
                  <a:cubicBezTo>
                    <a:pt x="3486" y="4769"/>
                    <a:pt x="3367" y="4654"/>
                    <a:pt x="3223" y="4654"/>
                  </a:cubicBezTo>
                  <a:lnTo>
                    <a:pt x="2507" y="4654"/>
                  </a:lnTo>
                  <a:cubicBezTo>
                    <a:pt x="2436" y="4654"/>
                    <a:pt x="2370" y="4627"/>
                    <a:pt x="2323" y="4576"/>
                  </a:cubicBezTo>
                  <a:lnTo>
                    <a:pt x="1814" y="4067"/>
                  </a:lnTo>
                  <a:cubicBezTo>
                    <a:pt x="1762" y="4017"/>
                    <a:pt x="1735" y="3952"/>
                    <a:pt x="1735" y="3882"/>
                  </a:cubicBezTo>
                  <a:lnTo>
                    <a:pt x="1735" y="3404"/>
                  </a:lnTo>
                  <a:cubicBezTo>
                    <a:pt x="1735" y="3258"/>
                    <a:pt x="1854" y="3141"/>
                    <a:pt x="1998" y="3141"/>
                  </a:cubicBezTo>
                  <a:lnTo>
                    <a:pt x="2725" y="3141"/>
                  </a:lnTo>
                  <a:cubicBezTo>
                    <a:pt x="2781" y="3141"/>
                    <a:pt x="2836" y="3123"/>
                    <a:pt x="2882" y="3088"/>
                  </a:cubicBezTo>
                  <a:lnTo>
                    <a:pt x="4057" y="2219"/>
                  </a:lnTo>
                  <a:cubicBezTo>
                    <a:pt x="4123" y="2168"/>
                    <a:pt x="4163" y="2091"/>
                    <a:pt x="4163" y="2007"/>
                  </a:cubicBezTo>
                  <a:lnTo>
                    <a:pt x="4163" y="1775"/>
                  </a:lnTo>
                  <a:cubicBezTo>
                    <a:pt x="4163" y="1629"/>
                    <a:pt x="4044" y="1514"/>
                    <a:pt x="3902" y="1514"/>
                  </a:cubicBezTo>
                  <a:lnTo>
                    <a:pt x="3701" y="1514"/>
                  </a:lnTo>
                  <a:cubicBezTo>
                    <a:pt x="3555" y="1514"/>
                    <a:pt x="3438" y="1396"/>
                    <a:pt x="3438" y="1252"/>
                  </a:cubicBezTo>
                  <a:lnTo>
                    <a:pt x="3438" y="766"/>
                  </a:lnTo>
                  <a:cubicBezTo>
                    <a:pt x="3438" y="686"/>
                    <a:pt x="3402" y="611"/>
                    <a:pt x="3340" y="560"/>
                  </a:cubicBezTo>
                  <a:lnTo>
                    <a:pt x="2911" y="218"/>
                  </a:lnTo>
                  <a:cubicBezTo>
                    <a:pt x="2849" y="167"/>
                    <a:pt x="2812" y="92"/>
                    <a:pt x="2812" y="12"/>
                  </a:cubicBezTo>
                  <a:lnTo>
                    <a:pt x="28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8" name="Google Shape;5298;p68"/>
            <p:cNvSpPr/>
            <p:nvPr/>
          </p:nvSpPr>
          <p:spPr>
            <a:xfrm>
              <a:off x="1646120" y="3251612"/>
              <a:ext cx="95276" cy="128806"/>
            </a:xfrm>
            <a:custGeom>
              <a:avLst/>
              <a:gdLst/>
              <a:ahLst/>
              <a:cxnLst/>
              <a:rect l="l" t="t" r="r" b="b"/>
              <a:pathLst>
                <a:path w="3336" h="4510" extrusionOk="0">
                  <a:moveTo>
                    <a:pt x="2814" y="0"/>
                  </a:moveTo>
                  <a:cubicBezTo>
                    <a:pt x="1547" y="588"/>
                    <a:pt x="542" y="1627"/>
                    <a:pt x="0" y="2795"/>
                  </a:cubicBezTo>
                  <a:lnTo>
                    <a:pt x="460" y="3217"/>
                  </a:lnTo>
                  <a:cubicBezTo>
                    <a:pt x="515" y="3268"/>
                    <a:pt x="544" y="3338"/>
                    <a:pt x="544" y="3411"/>
                  </a:cubicBezTo>
                  <a:lnTo>
                    <a:pt x="544" y="3984"/>
                  </a:lnTo>
                  <a:cubicBezTo>
                    <a:pt x="544" y="4055"/>
                    <a:pt x="572" y="4121"/>
                    <a:pt x="623" y="4172"/>
                  </a:cubicBezTo>
                  <a:lnTo>
                    <a:pt x="962" y="4510"/>
                  </a:lnTo>
                  <a:cubicBezTo>
                    <a:pt x="1128" y="3286"/>
                    <a:pt x="1682" y="2105"/>
                    <a:pt x="2620" y="1165"/>
                  </a:cubicBezTo>
                  <a:cubicBezTo>
                    <a:pt x="2845" y="941"/>
                    <a:pt x="3086" y="736"/>
                    <a:pt x="3336" y="557"/>
                  </a:cubicBezTo>
                  <a:lnTo>
                    <a:pt x="2912" y="216"/>
                  </a:lnTo>
                  <a:cubicBezTo>
                    <a:pt x="2850" y="166"/>
                    <a:pt x="2814" y="92"/>
                    <a:pt x="2814" y="11"/>
                  </a:cubicBezTo>
                  <a:lnTo>
                    <a:pt x="2814" y="0"/>
                  </a:ln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9" name="Google Shape;5299;p68"/>
            <p:cNvSpPr/>
            <p:nvPr/>
          </p:nvSpPr>
          <p:spPr>
            <a:xfrm>
              <a:off x="1843298" y="3248470"/>
              <a:ext cx="120523" cy="259753"/>
            </a:xfrm>
            <a:custGeom>
              <a:avLst/>
              <a:gdLst/>
              <a:ahLst/>
              <a:cxnLst/>
              <a:rect l="l" t="t" r="r" b="b"/>
              <a:pathLst>
                <a:path w="4220" h="9095" extrusionOk="0">
                  <a:moveTo>
                    <a:pt x="594" y="1"/>
                  </a:moveTo>
                  <a:cubicBezTo>
                    <a:pt x="530" y="156"/>
                    <a:pt x="510" y="329"/>
                    <a:pt x="541" y="496"/>
                  </a:cubicBezTo>
                  <a:cubicBezTo>
                    <a:pt x="563" y="607"/>
                    <a:pt x="609" y="716"/>
                    <a:pt x="605" y="830"/>
                  </a:cubicBezTo>
                  <a:cubicBezTo>
                    <a:pt x="603" y="1102"/>
                    <a:pt x="355" y="1312"/>
                    <a:pt x="311" y="1582"/>
                  </a:cubicBezTo>
                  <a:cubicBezTo>
                    <a:pt x="278" y="1772"/>
                    <a:pt x="351" y="1976"/>
                    <a:pt x="273" y="2150"/>
                  </a:cubicBezTo>
                  <a:cubicBezTo>
                    <a:pt x="223" y="2250"/>
                    <a:pt x="130" y="2325"/>
                    <a:pt x="92" y="2431"/>
                  </a:cubicBezTo>
                  <a:cubicBezTo>
                    <a:pt x="1" y="2677"/>
                    <a:pt x="258" y="2924"/>
                    <a:pt x="514" y="2982"/>
                  </a:cubicBezTo>
                  <a:cubicBezTo>
                    <a:pt x="769" y="3042"/>
                    <a:pt x="1045" y="3000"/>
                    <a:pt x="1291" y="3092"/>
                  </a:cubicBezTo>
                  <a:cubicBezTo>
                    <a:pt x="1507" y="3173"/>
                    <a:pt x="1711" y="3353"/>
                    <a:pt x="1925" y="3353"/>
                  </a:cubicBezTo>
                  <a:cubicBezTo>
                    <a:pt x="1962" y="3353"/>
                    <a:pt x="1999" y="3348"/>
                    <a:pt x="2036" y="3336"/>
                  </a:cubicBezTo>
                  <a:cubicBezTo>
                    <a:pt x="2100" y="3316"/>
                    <a:pt x="2155" y="3278"/>
                    <a:pt x="2213" y="3249"/>
                  </a:cubicBezTo>
                  <a:cubicBezTo>
                    <a:pt x="2279" y="3220"/>
                    <a:pt x="2350" y="3205"/>
                    <a:pt x="2422" y="3205"/>
                  </a:cubicBezTo>
                  <a:cubicBezTo>
                    <a:pt x="2541" y="3205"/>
                    <a:pt x="2661" y="3244"/>
                    <a:pt x="2756" y="3318"/>
                  </a:cubicBezTo>
                  <a:cubicBezTo>
                    <a:pt x="2903" y="3437"/>
                    <a:pt x="2978" y="3641"/>
                    <a:pt x="2940" y="3829"/>
                  </a:cubicBezTo>
                  <a:cubicBezTo>
                    <a:pt x="2907" y="3982"/>
                    <a:pt x="2810" y="4128"/>
                    <a:pt x="2847" y="4278"/>
                  </a:cubicBezTo>
                  <a:cubicBezTo>
                    <a:pt x="2867" y="4366"/>
                    <a:pt x="2931" y="4452"/>
                    <a:pt x="2896" y="4532"/>
                  </a:cubicBezTo>
                  <a:cubicBezTo>
                    <a:pt x="2880" y="4570"/>
                    <a:pt x="2843" y="4598"/>
                    <a:pt x="2807" y="4621"/>
                  </a:cubicBezTo>
                  <a:cubicBezTo>
                    <a:pt x="2496" y="4815"/>
                    <a:pt x="2098" y="4828"/>
                    <a:pt x="1799" y="5036"/>
                  </a:cubicBezTo>
                  <a:cubicBezTo>
                    <a:pt x="1532" y="5220"/>
                    <a:pt x="1377" y="5552"/>
                    <a:pt x="1406" y="5874"/>
                  </a:cubicBezTo>
                  <a:cubicBezTo>
                    <a:pt x="1443" y="6270"/>
                    <a:pt x="1730" y="6602"/>
                    <a:pt x="1828" y="6989"/>
                  </a:cubicBezTo>
                  <a:cubicBezTo>
                    <a:pt x="1879" y="7183"/>
                    <a:pt x="1879" y="7384"/>
                    <a:pt x="1907" y="7582"/>
                  </a:cubicBezTo>
                  <a:cubicBezTo>
                    <a:pt x="1965" y="8001"/>
                    <a:pt x="2157" y="8397"/>
                    <a:pt x="2447" y="8705"/>
                  </a:cubicBezTo>
                  <a:cubicBezTo>
                    <a:pt x="2584" y="8851"/>
                    <a:pt x="2741" y="8977"/>
                    <a:pt x="2903" y="9094"/>
                  </a:cubicBezTo>
                  <a:cubicBezTo>
                    <a:pt x="3782" y="8024"/>
                    <a:pt x="4220" y="6715"/>
                    <a:pt x="4220" y="5406"/>
                  </a:cubicBezTo>
                  <a:cubicBezTo>
                    <a:pt x="4220" y="3911"/>
                    <a:pt x="3650" y="2416"/>
                    <a:pt x="2509" y="1275"/>
                  </a:cubicBezTo>
                  <a:cubicBezTo>
                    <a:pt x="1943" y="709"/>
                    <a:pt x="1290" y="286"/>
                    <a:pt x="5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0" name="Google Shape;5300;p68"/>
            <p:cNvSpPr/>
            <p:nvPr/>
          </p:nvSpPr>
          <p:spPr>
            <a:xfrm>
              <a:off x="1843526" y="3248527"/>
              <a:ext cx="110384" cy="129605"/>
            </a:xfrm>
            <a:custGeom>
              <a:avLst/>
              <a:gdLst/>
              <a:ahLst/>
              <a:cxnLst/>
              <a:rect l="l" t="t" r="r" b="b"/>
              <a:pathLst>
                <a:path w="3865" h="4538" extrusionOk="0">
                  <a:moveTo>
                    <a:pt x="593" y="1"/>
                  </a:moveTo>
                  <a:cubicBezTo>
                    <a:pt x="529" y="156"/>
                    <a:pt x="509" y="329"/>
                    <a:pt x="540" y="495"/>
                  </a:cubicBezTo>
                  <a:cubicBezTo>
                    <a:pt x="560" y="607"/>
                    <a:pt x="604" y="716"/>
                    <a:pt x="604" y="831"/>
                  </a:cubicBezTo>
                  <a:cubicBezTo>
                    <a:pt x="602" y="1101"/>
                    <a:pt x="354" y="1311"/>
                    <a:pt x="310" y="1582"/>
                  </a:cubicBezTo>
                  <a:cubicBezTo>
                    <a:pt x="278" y="1771"/>
                    <a:pt x="351" y="1976"/>
                    <a:pt x="272" y="2149"/>
                  </a:cubicBezTo>
                  <a:cubicBezTo>
                    <a:pt x="223" y="2250"/>
                    <a:pt x="130" y="2325"/>
                    <a:pt x="91" y="2430"/>
                  </a:cubicBezTo>
                  <a:cubicBezTo>
                    <a:pt x="0" y="2677"/>
                    <a:pt x="257" y="2923"/>
                    <a:pt x="513" y="2982"/>
                  </a:cubicBezTo>
                  <a:cubicBezTo>
                    <a:pt x="769" y="3042"/>
                    <a:pt x="1044" y="3000"/>
                    <a:pt x="1291" y="3091"/>
                  </a:cubicBezTo>
                  <a:cubicBezTo>
                    <a:pt x="1504" y="3171"/>
                    <a:pt x="1708" y="3351"/>
                    <a:pt x="1923" y="3351"/>
                  </a:cubicBezTo>
                  <a:cubicBezTo>
                    <a:pt x="1959" y="3351"/>
                    <a:pt x="1996" y="3346"/>
                    <a:pt x="2034" y="3334"/>
                  </a:cubicBezTo>
                  <a:cubicBezTo>
                    <a:pt x="2098" y="3314"/>
                    <a:pt x="2152" y="3276"/>
                    <a:pt x="2211" y="3247"/>
                  </a:cubicBezTo>
                  <a:cubicBezTo>
                    <a:pt x="2276" y="3218"/>
                    <a:pt x="2348" y="3203"/>
                    <a:pt x="2420" y="3203"/>
                  </a:cubicBezTo>
                  <a:cubicBezTo>
                    <a:pt x="2539" y="3203"/>
                    <a:pt x="2658" y="3242"/>
                    <a:pt x="2751" y="3316"/>
                  </a:cubicBezTo>
                  <a:cubicBezTo>
                    <a:pt x="2901" y="3435"/>
                    <a:pt x="2976" y="3639"/>
                    <a:pt x="2937" y="3827"/>
                  </a:cubicBezTo>
                  <a:cubicBezTo>
                    <a:pt x="2905" y="3980"/>
                    <a:pt x="2806" y="4126"/>
                    <a:pt x="2842" y="4276"/>
                  </a:cubicBezTo>
                  <a:cubicBezTo>
                    <a:pt x="2864" y="4364"/>
                    <a:pt x="2928" y="4450"/>
                    <a:pt x="2894" y="4530"/>
                  </a:cubicBezTo>
                  <a:cubicBezTo>
                    <a:pt x="2894" y="4532"/>
                    <a:pt x="2892" y="4534"/>
                    <a:pt x="2892" y="4537"/>
                  </a:cubicBezTo>
                  <a:cubicBezTo>
                    <a:pt x="3162" y="4413"/>
                    <a:pt x="3476" y="4375"/>
                    <a:pt x="3732" y="4218"/>
                  </a:cubicBezTo>
                  <a:cubicBezTo>
                    <a:pt x="3768" y="4194"/>
                    <a:pt x="3805" y="4167"/>
                    <a:pt x="3819" y="4128"/>
                  </a:cubicBezTo>
                  <a:cubicBezTo>
                    <a:pt x="3854" y="4046"/>
                    <a:pt x="3790" y="3959"/>
                    <a:pt x="3770" y="3875"/>
                  </a:cubicBezTo>
                  <a:cubicBezTo>
                    <a:pt x="3733" y="3725"/>
                    <a:pt x="3832" y="3579"/>
                    <a:pt x="3863" y="3425"/>
                  </a:cubicBezTo>
                  <a:cubicBezTo>
                    <a:pt x="3863" y="3424"/>
                    <a:pt x="3863" y="3422"/>
                    <a:pt x="3865" y="3418"/>
                  </a:cubicBezTo>
                  <a:cubicBezTo>
                    <a:pt x="3801" y="3241"/>
                    <a:pt x="3726" y="3062"/>
                    <a:pt x="3644" y="2889"/>
                  </a:cubicBezTo>
                  <a:cubicBezTo>
                    <a:pt x="3559" y="2831"/>
                    <a:pt x="3455" y="2802"/>
                    <a:pt x="3352" y="2802"/>
                  </a:cubicBezTo>
                  <a:cubicBezTo>
                    <a:pt x="3279" y="2802"/>
                    <a:pt x="3206" y="2816"/>
                    <a:pt x="3140" y="2847"/>
                  </a:cubicBezTo>
                  <a:cubicBezTo>
                    <a:pt x="3078" y="2872"/>
                    <a:pt x="3023" y="2912"/>
                    <a:pt x="2961" y="2933"/>
                  </a:cubicBezTo>
                  <a:cubicBezTo>
                    <a:pt x="2924" y="2945"/>
                    <a:pt x="2887" y="2950"/>
                    <a:pt x="2850" y="2950"/>
                  </a:cubicBezTo>
                  <a:cubicBezTo>
                    <a:pt x="2636" y="2950"/>
                    <a:pt x="2432" y="2769"/>
                    <a:pt x="2218" y="2688"/>
                  </a:cubicBezTo>
                  <a:cubicBezTo>
                    <a:pt x="1972" y="2595"/>
                    <a:pt x="1696" y="2639"/>
                    <a:pt x="1440" y="2578"/>
                  </a:cubicBezTo>
                  <a:cubicBezTo>
                    <a:pt x="1185" y="2520"/>
                    <a:pt x="926" y="2273"/>
                    <a:pt x="1017" y="2027"/>
                  </a:cubicBezTo>
                  <a:cubicBezTo>
                    <a:pt x="1057" y="1921"/>
                    <a:pt x="1150" y="1846"/>
                    <a:pt x="1198" y="1746"/>
                  </a:cubicBezTo>
                  <a:cubicBezTo>
                    <a:pt x="1278" y="1572"/>
                    <a:pt x="1205" y="1368"/>
                    <a:pt x="1236" y="1178"/>
                  </a:cubicBezTo>
                  <a:cubicBezTo>
                    <a:pt x="1278" y="930"/>
                    <a:pt x="1492" y="731"/>
                    <a:pt x="1526" y="486"/>
                  </a:cubicBezTo>
                  <a:cubicBezTo>
                    <a:pt x="1227" y="295"/>
                    <a:pt x="915" y="132"/>
                    <a:pt x="593"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1" name="Google Shape;5301;p68"/>
            <p:cNvSpPr/>
            <p:nvPr/>
          </p:nvSpPr>
          <p:spPr>
            <a:xfrm>
              <a:off x="1882711" y="3383102"/>
              <a:ext cx="58377" cy="125121"/>
            </a:xfrm>
            <a:custGeom>
              <a:avLst/>
              <a:gdLst/>
              <a:ahLst/>
              <a:cxnLst/>
              <a:rect l="l" t="t" r="r" b="b"/>
              <a:pathLst>
                <a:path w="2044" h="4381" extrusionOk="0">
                  <a:moveTo>
                    <a:pt x="1250" y="0"/>
                  </a:moveTo>
                  <a:lnTo>
                    <a:pt x="1250" y="0"/>
                  </a:lnTo>
                  <a:cubicBezTo>
                    <a:pt x="976" y="112"/>
                    <a:pt x="667" y="154"/>
                    <a:pt x="424" y="322"/>
                  </a:cubicBezTo>
                  <a:cubicBezTo>
                    <a:pt x="156" y="508"/>
                    <a:pt x="1" y="838"/>
                    <a:pt x="30" y="1160"/>
                  </a:cubicBezTo>
                  <a:cubicBezTo>
                    <a:pt x="67" y="1558"/>
                    <a:pt x="355" y="1888"/>
                    <a:pt x="454" y="2275"/>
                  </a:cubicBezTo>
                  <a:cubicBezTo>
                    <a:pt x="503" y="2471"/>
                    <a:pt x="503" y="2671"/>
                    <a:pt x="530" y="2868"/>
                  </a:cubicBezTo>
                  <a:cubicBezTo>
                    <a:pt x="591" y="3287"/>
                    <a:pt x="782" y="3685"/>
                    <a:pt x="1073" y="3991"/>
                  </a:cubicBezTo>
                  <a:cubicBezTo>
                    <a:pt x="1209" y="4137"/>
                    <a:pt x="1366" y="4263"/>
                    <a:pt x="1529" y="4380"/>
                  </a:cubicBezTo>
                  <a:cubicBezTo>
                    <a:pt x="1722" y="4143"/>
                    <a:pt x="1894" y="3894"/>
                    <a:pt x="2044" y="3639"/>
                  </a:cubicBezTo>
                  <a:cubicBezTo>
                    <a:pt x="2031" y="3622"/>
                    <a:pt x="2015" y="3606"/>
                    <a:pt x="1998" y="3590"/>
                  </a:cubicBezTo>
                  <a:cubicBezTo>
                    <a:pt x="1711" y="3283"/>
                    <a:pt x="1520" y="2885"/>
                    <a:pt x="1458" y="2467"/>
                  </a:cubicBezTo>
                  <a:cubicBezTo>
                    <a:pt x="1429" y="2270"/>
                    <a:pt x="1429" y="2069"/>
                    <a:pt x="1379" y="1874"/>
                  </a:cubicBezTo>
                  <a:cubicBezTo>
                    <a:pt x="1282" y="1487"/>
                    <a:pt x="994" y="1158"/>
                    <a:pt x="958" y="758"/>
                  </a:cubicBezTo>
                  <a:cubicBezTo>
                    <a:pt x="932" y="481"/>
                    <a:pt x="1045" y="192"/>
                    <a:pt x="125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2" name="Google Shape;5302;p68"/>
            <p:cNvSpPr/>
            <p:nvPr/>
          </p:nvSpPr>
          <p:spPr>
            <a:xfrm>
              <a:off x="1753934" y="3236018"/>
              <a:ext cx="57634" cy="35928"/>
            </a:xfrm>
            <a:custGeom>
              <a:avLst/>
              <a:gdLst/>
              <a:ahLst/>
              <a:cxnLst/>
              <a:rect l="l" t="t" r="r" b="b"/>
              <a:pathLst>
                <a:path w="2018" h="1258" extrusionOk="0">
                  <a:moveTo>
                    <a:pt x="1505" y="0"/>
                  </a:moveTo>
                  <a:cubicBezTo>
                    <a:pt x="999" y="0"/>
                    <a:pt x="494" y="66"/>
                    <a:pt x="1" y="196"/>
                  </a:cubicBezTo>
                  <a:cubicBezTo>
                    <a:pt x="90" y="406"/>
                    <a:pt x="229" y="632"/>
                    <a:pt x="402" y="760"/>
                  </a:cubicBezTo>
                  <a:cubicBezTo>
                    <a:pt x="477" y="815"/>
                    <a:pt x="561" y="862"/>
                    <a:pt x="609" y="942"/>
                  </a:cubicBezTo>
                  <a:cubicBezTo>
                    <a:pt x="636" y="988"/>
                    <a:pt x="649" y="1037"/>
                    <a:pt x="678" y="1081"/>
                  </a:cubicBezTo>
                  <a:cubicBezTo>
                    <a:pt x="735" y="1160"/>
                    <a:pt x="831" y="1191"/>
                    <a:pt x="921" y="1218"/>
                  </a:cubicBezTo>
                  <a:cubicBezTo>
                    <a:pt x="984" y="1238"/>
                    <a:pt x="1047" y="1257"/>
                    <a:pt x="1114" y="1257"/>
                  </a:cubicBezTo>
                  <a:cubicBezTo>
                    <a:pt x="1122" y="1257"/>
                    <a:pt x="1130" y="1257"/>
                    <a:pt x="1138" y="1256"/>
                  </a:cubicBezTo>
                  <a:cubicBezTo>
                    <a:pt x="1211" y="1253"/>
                    <a:pt x="1286" y="1216"/>
                    <a:pt x="1317" y="1151"/>
                  </a:cubicBezTo>
                  <a:cubicBezTo>
                    <a:pt x="1348" y="1087"/>
                    <a:pt x="1341" y="995"/>
                    <a:pt x="1406" y="968"/>
                  </a:cubicBezTo>
                  <a:cubicBezTo>
                    <a:pt x="1430" y="959"/>
                    <a:pt x="1457" y="961"/>
                    <a:pt x="1481" y="957"/>
                  </a:cubicBezTo>
                  <a:cubicBezTo>
                    <a:pt x="1565" y="944"/>
                    <a:pt x="1622" y="869"/>
                    <a:pt x="1651" y="789"/>
                  </a:cubicBezTo>
                  <a:cubicBezTo>
                    <a:pt x="1678" y="712"/>
                    <a:pt x="1687" y="625"/>
                    <a:pt x="1720" y="550"/>
                  </a:cubicBezTo>
                  <a:cubicBezTo>
                    <a:pt x="1788" y="386"/>
                    <a:pt x="1960" y="209"/>
                    <a:pt x="2014" y="39"/>
                  </a:cubicBezTo>
                  <a:cubicBezTo>
                    <a:pt x="2016" y="35"/>
                    <a:pt x="2016" y="30"/>
                    <a:pt x="2018" y="22"/>
                  </a:cubicBezTo>
                  <a:cubicBezTo>
                    <a:pt x="1848" y="8"/>
                    <a:pt x="1677" y="0"/>
                    <a:pt x="15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3" name="Google Shape;5303;p68"/>
            <p:cNvSpPr/>
            <p:nvPr/>
          </p:nvSpPr>
          <p:spPr>
            <a:xfrm>
              <a:off x="1753934" y="3236075"/>
              <a:ext cx="57634" cy="18735"/>
            </a:xfrm>
            <a:custGeom>
              <a:avLst/>
              <a:gdLst/>
              <a:ahLst/>
              <a:cxnLst/>
              <a:rect l="l" t="t" r="r" b="b"/>
              <a:pathLst>
                <a:path w="2018" h="656" extrusionOk="0">
                  <a:moveTo>
                    <a:pt x="1505" y="0"/>
                  </a:moveTo>
                  <a:cubicBezTo>
                    <a:pt x="1014" y="0"/>
                    <a:pt x="499" y="64"/>
                    <a:pt x="1" y="197"/>
                  </a:cubicBezTo>
                  <a:cubicBezTo>
                    <a:pt x="70" y="356"/>
                    <a:pt x="165" y="528"/>
                    <a:pt x="284" y="656"/>
                  </a:cubicBezTo>
                  <a:cubicBezTo>
                    <a:pt x="828" y="375"/>
                    <a:pt x="1405" y="183"/>
                    <a:pt x="1994" y="84"/>
                  </a:cubicBezTo>
                  <a:cubicBezTo>
                    <a:pt x="2012" y="48"/>
                    <a:pt x="2016" y="37"/>
                    <a:pt x="2018" y="24"/>
                  </a:cubicBezTo>
                  <a:cubicBezTo>
                    <a:pt x="1844" y="8"/>
                    <a:pt x="1675" y="0"/>
                    <a:pt x="1505"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4" name="Google Shape;5304;p68"/>
            <p:cNvSpPr/>
            <p:nvPr/>
          </p:nvSpPr>
          <p:spPr>
            <a:xfrm>
              <a:off x="1800229" y="3385644"/>
              <a:ext cx="13709" cy="10310"/>
            </a:xfrm>
            <a:custGeom>
              <a:avLst/>
              <a:gdLst/>
              <a:ahLst/>
              <a:cxnLst/>
              <a:rect l="l" t="t" r="r" b="b"/>
              <a:pathLst>
                <a:path w="480" h="361" extrusionOk="0">
                  <a:moveTo>
                    <a:pt x="299" y="0"/>
                  </a:moveTo>
                  <a:cubicBezTo>
                    <a:pt x="295" y="0"/>
                    <a:pt x="290" y="1"/>
                    <a:pt x="286" y="1"/>
                  </a:cubicBezTo>
                  <a:cubicBezTo>
                    <a:pt x="249" y="3"/>
                    <a:pt x="211" y="5"/>
                    <a:pt x="174" y="8"/>
                  </a:cubicBezTo>
                  <a:cubicBezTo>
                    <a:pt x="76" y="12"/>
                    <a:pt x="1" y="94"/>
                    <a:pt x="4" y="193"/>
                  </a:cubicBezTo>
                  <a:cubicBezTo>
                    <a:pt x="10" y="288"/>
                    <a:pt x="87" y="361"/>
                    <a:pt x="182" y="361"/>
                  </a:cubicBezTo>
                  <a:cubicBezTo>
                    <a:pt x="183" y="361"/>
                    <a:pt x="185" y="361"/>
                    <a:pt x="187" y="359"/>
                  </a:cubicBezTo>
                  <a:cubicBezTo>
                    <a:pt x="227" y="357"/>
                    <a:pt x="267" y="353"/>
                    <a:pt x="309" y="351"/>
                  </a:cubicBezTo>
                  <a:cubicBezTo>
                    <a:pt x="406" y="348"/>
                    <a:pt x="479" y="264"/>
                    <a:pt x="474" y="165"/>
                  </a:cubicBezTo>
                  <a:cubicBezTo>
                    <a:pt x="468" y="71"/>
                    <a:pt x="392" y="0"/>
                    <a:pt x="2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5" name="Google Shape;5305;p68"/>
            <p:cNvSpPr/>
            <p:nvPr/>
          </p:nvSpPr>
          <p:spPr>
            <a:xfrm>
              <a:off x="1773069" y="3384159"/>
              <a:ext cx="14223" cy="10710"/>
            </a:xfrm>
            <a:custGeom>
              <a:avLst/>
              <a:gdLst/>
              <a:ahLst/>
              <a:cxnLst/>
              <a:rect l="l" t="t" r="r" b="b"/>
              <a:pathLst>
                <a:path w="498" h="375" extrusionOk="0">
                  <a:moveTo>
                    <a:pt x="192" y="1"/>
                  </a:moveTo>
                  <a:cubicBezTo>
                    <a:pt x="112" y="1"/>
                    <a:pt x="38" y="57"/>
                    <a:pt x="21" y="139"/>
                  </a:cubicBezTo>
                  <a:cubicBezTo>
                    <a:pt x="1" y="234"/>
                    <a:pt x="59" y="329"/>
                    <a:pt x="156" y="349"/>
                  </a:cubicBezTo>
                  <a:cubicBezTo>
                    <a:pt x="159" y="349"/>
                    <a:pt x="205" y="361"/>
                    <a:pt x="284" y="372"/>
                  </a:cubicBezTo>
                  <a:cubicBezTo>
                    <a:pt x="293" y="374"/>
                    <a:pt x="302" y="374"/>
                    <a:pt x="311" y="374"/>
                  </a:cubicBezTo>
                  <a:cubicBezTo>
                    <a:pt x="395" y="374"/>
                    <a:pt x="470" y="312"/>
                    <a:pt x="484" y="225"/>
                  </a:cubicBezTo>
                  <a:cubicBezTo>
                    <a:pt x="497" y="128"/>
                    <a:pt x="431" y="37"/>
                    <a:pt x="335" y="24"/>
                  </a:cubicBezTo>
                  <a:cubicBezTo>
                    <a:pt x="269" y="15"/>
                    <a:pt x="231" y="5"/>
                    <a:pt x="231" y="5"/>
                  </a:cubicBezTo>
                  <a:cubicBezTo>
                    <a:pt x="218" y="2"/>
                    <a:pt x="205"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6" name="Google Shape;5306;p68"/>
            <p:cNvSpPr/>
            <p:nvPr/>
          </p:nvSpPr>
          <p:spPr>
            <a:xfrm>
              <a:off x="1826247" y="3381074"/>
              <a:ext cx="14480" cy="10967"/>
            </a:xfrm>
            <a:custGeom>
              <a:avLst/>
              <a:gdLst/>
              <a:ahLst/>
              <a:cxnLst/>
              <a:rect l="l" t="t" r="r" b="b"/>
              <a:pathLst>
                <a:path w="507" h="384" extrusionOk="0">
                  <a:moveTo>
                    <a:pt x="309" y="1"/>
                  </a:moveTo>
                  <a:cubicBezTo>
                    <a:pt x="293" y="1"/>
                    <a:pt x="276" y="3"/>
                    <a:pt x="260" y="8"/>
                  </a:cubicBezTo>
                  <a:cubicBezTo>
                    <a:pt x="223" y="17"/>
                    <a:pt x="187" y="28"/>
                    <a:pt x="150" y="37"/>
                  </a:cubicBezTo>
                  <a:cubicBezTo>
                    <a:pt x="57" y="61"/>
                    <a:pt x="1" y="159"/>
                    <a:pt x="24" y="252"/>
                  </a:cubicBezTo>
                  <a:cubicBezTo>
                    <a:pt x="46" y="333"/>
                    <a:pt x="119" y="384"/>
                    <a:pt x="196" y="384"/>
                  </a:cubicBezTo>
                  <a:cubicBezTo>
                    <a:pt x="213" y="384"/>
                    <a:pt x="229" y="382"/>
                    <a:pt x="240" y="380"/>
                  </a:cubicBezTo>
                  <a:cubicBezTo>
                    <a:pt x="278" y="371"/>
                    <a:pt x="318" y="360"/>
                    <a:pt x="359" y="347"/>
                  </a:cubicBezTo>
                  <a:cubicBezTo>
                    <a:pt x="452" y="320"/>
                    <a:pt x="506" y="223"/>
                    <a:pt x="479" y="128"/>
                  </a:cubicBezTo>
                  <a:cubicBezTo>
                    <a:pt x="456" y="51"/>
                    <a:pt x="385" y="1"/>
                    <a:pt x="3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7" name="Google Shape;5307;p68"/>
            <p:cNvSpPr/>
            <p:nvPr/>
          </p:nvSpPr>
          <p:spPr>
            <a:xfrm>
              <a:off x="1851123" y="3370678"/>
              <a:ext cx="14423" cy="11681"/>
            </a:xfrm>
            <a:custGeom>
              <a:avLst/>
              <a:gdLst/>
              <a:ahLst/>
              <a:cxnLst/>
              <a:rect l="l" t="t" r="r" b="b"/>
              <a:pathLst>
                <a:path w="505" h="409" extrusionOk="0">
                  <a:moveTo>
                    <a:pt x="304" y="0"/>
                  </a:moveTo>
                  <a:cubicBezTo>
                    <a:pt x="275" y="0"/>
                    <a:pt x="245" y="7"/>
                    <a:pt x="218" y="23"/>
                  </a:cubicBezTo>
                  <a:cubicBezTo>
                    <a:pt x="185" y="41"/>
                    <a:pt x="152" y="59"/>
                    <a:pt x="119" y="78"/>
                  </a:cubicBezTo>
                  <a:cubicBezTo>
                    <a:pt x="33" y="123"/>
                    <a:pt x="1" y="227"/>
                    <a:pt x="46" y="315"/>
                  </a:cubicBezTo>
                  <a:cubicBezTo>
                    <a:pt x="79" y="373"/>
                    <a:pt x="137" y="408"/>
                    <a:pt x="201" y="408"/>
                  </a:cubicBezTo>
                  <a:cubicBezTo>
                    <a:pt x="229" y="408"/>
                    <a:pt x="258" y="401"/>
                    <a:pt x="284" y="388"/>
                  </a:cubicBezTo>
                  <a:cubicBezTo>
                    <a:pt x="320" y="370"/>
                    <a:pt x="355" y="350"/>
                    <a:pt x="391" y="328"/>
                  </a:cubicBezTo>
                  <a:cubicBezTo>
                    <a:pt x="475" y="280"/>
                    <a:pt x="504" y="173"/>
                    <a:pt x="457" y="89"/>
                  </a:cubicBezTo>
                  <a:cubicBezTo>
                    <a:pt x="425" y="32"/>
                    <a:pt x="365" y="0"/>
                    <a:pt x="3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8" name="Google Shape;5308;p68"/>
            <p:cNvSpPr/>
            <p:nvPr/>
          </p:nvSpPr>
          <p:spPr>
            <a:xfrm>
              <a:off x="1873286" y="3354742"/>
              <a:ext cx="13623" cy="12395"/>
            </a:xfrm>
            <a:custGeom>
              <a:avLst/>
              <a:gdLst/>
              <a:ahLst/>
              <a:cxnLst/>
              <a:rect l="l" t="t" r="r" b="b"/>
              <a:pathLst>
                <a:path w="477" h="434" extrusionOk="0">
                  <a:moveTo>
                    <a:pt x="284" y="1"/>
                  </a:moveTo>
                  <a:cubicBezTo>
                    <a:pt x="241" y="1"/>
                    <a:pt x="197" y="17"/>
                    <a:pt x="163" y="50"/>
                  </a:cubicBezTo>
                  <a:cubicBezTo>
                    <a:pt x="137" y="73"/>
                    <a:pt x="108" y="99"/>
                    <a:pt x="81" y="124"/>
                  </a:cubicBezTo>
                  <a:cubicBezTo>
                    <a:pt x="8" y="188"/>
                    <a:pt x="0" y="300"/>
                    <a:pt x="64" y="373"/>
                  </a:cubicBezTo>
                  <a:cubicBezTo>
                    <a:pt x="99" y="411"/>
                    <a:pt x="148" y="433"/>
                    <a:pt x="198" y="433"/>
                  </a:cubicBezTo>
                  <a:cubicBezTo>
                    <a:pt x="238" y="433"/>
                    <a:pt x="280" y="417"/>
                    <a:pt x="311" y="389"/>
                  </a:cubicBezTo>
                  <a:cubicBezTo>
                    <a:pt x="344" y="362"/>
                    <a:pt x="373" y="334"/>
                    <a:pt x="402" y="307"/>
                  </a:cubicBezTo>
                  <a:cubicBezTo>
                    <a:pt x="475" y="241"/>
                    <a:pt x="477" y="128"/>
                    <a:pt x="411" y="59"/>
                  </a:cubicBezTo>
                  <a:cubicBezTo>
                    <a:pt x="377" y="20"/>
                    <a:pt x="331" y="1"/>
                    <a:pt x="2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9" name="Google Shape;5309;p68"/>
            <p:cNvSpPr/>
            <p:nvPr/>
          </p:nvSpPr>
          <p:spPr>
            <a:xfrm>
              <a:off x="1736740" y="3385444"/>
              <a:ext cx="18678" cy="43297"/>
            </a:xfrm>
            <a:custGeom>
              <a:avLst/>
              <a:gdLst/>
              <a:ahLst/>
              <a:cxnLst/>
              <a:rect l="l" t="t" r="r" b="b"/>
              <a:pathLst>
                <a:path w="654" h="1516" extrusionOk="0">
                  <a:moveTo>
                    <a:pt x="0" y="1"/>
                  </a:moveTo>
                  <a:lnTo>
                    <a:pt x="0" y="1226"/>
                  </a:lnTo>
                  <a:cubicBezTo>
                    <a:pt x="0" y="1386"/>
                    <a:pt x="132" y="1516"/>
                    <a:pt x="290" y="1516"/>
                  </a:cubicBezTo>
                  <a:lnTo>
                    <a:pt x="363" y="1516"/>
                  </a:lnTo>
                  <a:cubicBezTo>
                    <a:pt x="524" y="1516"/>
                    <a:pt x="654" y="1386"/>
                    <a:pt x="654" y="1226"/>
                  </a:cubicBezTo>
                  <a:lnTo>
                    <a:pt x="654" y="1"/>
                  </a:lnTo>
                  <a:cubicBezTo>
                    <a:pt x="561" y="61"/>
                    <a:pt x="447" y="94"/>
                    <a:pt x="327" y="94"/>
                  </a:cubicBezTo>
                  <a:cubicBezTo>
                    <a:pt x="208" y="94"/>
                    <a:pt x="97" y="6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0" name="Google Shape;5310;p68"/>
            <p:cNvSpPr/>
            <p:nvPr/>
          </p:nvSpPr>
          <p:spPr>
            <a:xfrm>
              <a:off x="1736740" y="3385444"/>
              <a:ext cx="18735" cy="43297"/>
            </a:xfrm>
            <a:custGeom>
              <a:avLst/>
              <a:gdLst/>
              <a:ahLst/>
              <a:cxnLst/>
              <a:rect l="l" t="t" r="r" b="b"/>
              <a:pathLst>
                <a:path w="656" h="1516" extrusionOk="0">
                  <a:moveTo>
                    <a:pt x="0" y="1"/>
                  </a:moveTo>
                  <a:lnTo>
                    <a:pt x="0" y="1226"/>
                  </a:lnTo>
                  <a:cubicBezTo>
                    <a:pt x="0" y="1386"/>
                    <a:pt x="132" y="1516"/>
                    <a:pt x="290" y="1516"/>
                  </a:cubicBezTo>
                  <a:lnTo>
                    <a:pt x="360" y="1516"/>
                  </a:lnTo>
                  <a:lnTo>
                    <a:pt x="360" y="1509"/>
                  </a:lnTo>
                  <a:lnTo>
                    <a:pt x="360" y="590"/>
                  </a:lnTo>
                  <a:cubicBezTo>
                    <a:pt x="360" y="467"/>
                    <a:pt x="458" y="371"/>
                    <a:pt x="577" y="371"/>
                  </a:cubicBezTo>
                  <a:cubicBezTo>
                    <a:pt x="587" y="371"/>
                    <a:pt x="598" y="372"/>
                    <a:pt x="608" y="373"/>
                  </a:cubicBezTo>
                  <a:cubicBezTo>
                    <a:pt x="625" y="375"/>
                    <a:pt x="639" y="375"/>
                    <a:pt x="656" y="377"/>
                  </a:cubicBezTo>
                  <a:lnTo>
                    <a:pt x="656" y="2"/>
                  </a:lnTo>
                  <a:cubicBezTo>
                    <a:pt x="561" y="61"/>
                    <a:pt x="447" y="94"/>
                    <a:pt x="327" y="94"/>
                  </a:cubicBezTo>
                  <a:cubicBezTo>
                    <a:pt x="208" y="94"/>
                    <a:pt x="97" y="61"/>
                    <a:pt x="0"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1" name="Google Shape;5311;p68"/>
            <p:cNvSpPr/>
            <p:nvPr/>
          </p:nvSpPr>
          <p:spPr>
            <a:xfrm>
              <a:off x="1727087" y="3354913"/>
              <a:ext cx="37871" cy="35272"/>
            </a:xfrm>
            <a:custGeom>
              <a:avLst/>
              <a:gdLst/>
              <a:ahLst/>
              <a:cxnLst/>
              <a:rect l="l" t="t" r="r" b="b"/>
              <a:pathLst>
                <a:path w="1326" h="1235" extrusionOk="0">
                  <a:moveTo>
                    <a:pt x="662" y="1"/>
                  </a:moveTo>
                  <a:cubicBezTo>
                    <a:pt x="365" y="1"/>
                    <a:pt x="105" y="216"/>
                    <a:pt x="55" y="518"/>
                  </a:cubicBezTo>
                  <a:cubicBezTo>
                    <a:pt x="0" y="854"/>
                    <a:pt x="229" y="1172"/>
                    <a:pt x="565" y="1227"/>
                  </a:cubicBezTo>
                  <a:cubicBezTo>
                    <a:pt x="597" y="1232"/>
                    <a:pt x="630" y="1234"/>
                    <a:pt x="662" y="1234"/>
                  </a:cubicBezTo>
                  <a:cubicBezTo>
                    <a:pt x="960" y="1234"/>
                    <a:pt x="1223" y="1019"/>
                    <a:pt x="1271" y="715"/>
                  </a:cubicBezTo>
                  <a:cubicBezTo>
                    <a:pt x="1326" y="380"/>
                    <a:pt x="1098" y="64"/>
                    <a:pt x="762" y="9"/>
                  </a:cubicBezTo>
                  <a:cubicBezTo>
                    <a:pt x="728" y="3"/>
                    <a:pt x="695" y="1"/>
                    <a:pt x="6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2" name="Google Shape;5312;p68"/>
            <p:cNvSpPr/>
            <p:nvPr/>
          </p:nvSpPr>
          <p:spPr>
            <a:xfrm>
              <a:off x="1728487" y="3354999"/>
              <a:ext cx="26418" cy="35214"/>
            </a:xfrm>
            <a:custGeom>
              <a:avLst/>
              <a:gdLst/>
              <a:ahLst/>
              <a:cxnLst/>
              <a:rect l="l" t="t" r="r" b="b"/>
              <a:pathLst>
                <a:path w="925" h="1233" extrusionOk="0">
                  <a:moveTo>
                    <a:pt x="616" y="0"/>
                  </a:moveTo>
                  <a:cubicBezTo>
                    <a:pt x="276" y="0"/>
                    <a:pt x="1" y="278"/>
                    <a:pt x="1" y="618"/>
                  </a:cubicBezTo>
                  <a:cubicBezTo>
                    <a:pt x="1" y="957"/>
                    <a:pt x="276" y="1233"/>
                    <a:pt x="616" y="1233"/>
                  </a:cubicBezTo>
                  <a:cubicBezTo>
                    <a:pt x="727" y="1233"/>
                    <a:pt x="833" y="1204"/>
                    <a:pt x="924" y="1151"/>
                  </a:cubicBezTo>
                  <a:cubicBezTo>
                    <a:pt x="742" y="1045"/>
                    <a:pt x="616" y="846"/>
                    <a:pt x="616" y="618"/>
                  </a:cubicBezTo>
                  <a:cubicBezTo>
                    <a:pt x="616" y="389"/>
                    <a:pt x="740" y="190"/>
                    <a:pt x="924" y="83"/>
                  </a:cubicBezTo>
                  <a:cubicBezTo>
                    <a:pt x="833" y="32"/>
                    <a:pt x="727" y="0"/>
                    <a:pt x="61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3" name="Google Shape;5313;p68"/>
            <p:cNvSpPr/>
            <p:nvPr/>
          </p:nvSpPr>
          <p:spPr>
            <a:xfrm>
              <a:off x="1897333" y="3270261"/>
              <a:ext cx="18678" cy="43326"/>
            </a:xfrm>
            <a:custGeom>
              <a:avLst/>
              <a:gdLst/>
              <a:ahLst/>
              <a:cxnLst/>
              <a:rect l="l" t="t" r="r" b="b"/>
              <a:pathLst>
                <a:path w="654" h="1517" extrusionOk="0">
                  <a:moveTo>
                    <a:pt x="0" y="1"/>
                  </a:moveTo>
                  <a:lnTo>
                    <a:pt x="0" y="1228"/>
                  </a:lnTo>
                  <a:cubicBezTo>
                    <a:pt x="0" y="1387"/>
                    <a:pt x="131" y="1516"/>
                    <a:pt x="290" y="1516"/>
                  </a:cubicBezTo>
                  <a:lnTo>
                    <a:pt x="363" y="1516"/>
                  </a:lnTo>
                  <a:cubicBezTo>
                    <a:pt x="524" y="1516"/>
                    <a:pt x="654" y="1387"/>
                    <a:pt x="654" y="1228"/>
                  </a:cubicBezTo>
                  <a:lnTo>
                    <a:pt x="654" y="1"/>
                  </a:lnTo>
                  <a:cubicBezTo>
                    <a:pt x="561" y="59"/>
                    <a:pt x="447" y="96"/>
                    <a:pt x="327" y="96"/>
                  </a:cubicBezTo>
                  <a:cubicBezTo>
                    <a:pt x="208" y="96"/>
                    <a:pt x="97" y="6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4" name="Google Shape;5314;p68"/>
            <p:cNvSpPr/>
            <p:nvPr/>
          </p:nvSpPr>
          <p:spPr>
            <a:xfrm>
              <a:off x="1897333" y="3270261"/>
              <a:ext cx="18735" cy="43326"/>
            </a:xfrm>
            <a:custGeom>
              <a:avLst/>
              <a:gdLst/>
              <a:ahLst/>
              <a:cxnLst/>
              <a:rect l="l" t="t" r="r" b="b"/>
              <a:pathLst>
                <a:path w="656" h="1517" extrusionOk="0">
                  <a:moveTo>
                    <a:pt x="0" y="1"/>
                  </a:moveTo>
                  <a:lnTo>
                    <a:pt x="0" y="1228"/>
                  </a:lnTo>
                  <a:cubicBezTo>
                    <a:pt x="0" y="1387"/>
                    <a:pt x="131" y="1516"/>
                    <a:pt x="290" y="1516"/>
                  </a:cubicBezTo>
                  <a:lnTo>
                    <a:pt x="360" y="1516"/>
                  </a:lnTo>
                  <a:lnTo>
                    <a:pt x="360" y="1509"/>
                  </a:lnTo>
                  <a:lnTo>
                    <a:pt x="360" y="591"/>
                  </a:lnTo>
                  <a:cubicBezTo>
                    <a:pt x="360" y="468"/>
                    <a:pt x="457" y="371"/>
                    <a:pt x="577" y="371"/>
                  </a:cubicBezTo>
                  <a:cubicBezTo>
                    <a:pt x="587" y="371"/>
                    <a:pt x="598" y="372"/>
                    <a:pt x="608" y="373"/>
                  </a:cubicBezTo>
                  <a:cubicBezTo>
                    <a:pt x="624" y="375"/>
                    <a:pt x="639" y="375"/>
                    <a:pt x="655" y="377"/>
                  </a:cubicBezTo>
                  <a:lnTo>
                    <a:pt x="655" y="3"/>
                  </a:lnTo>
                  <a:cubicBezTo>
                    <a:pt x="561" y="59"/>
                    <a:pt x="447" y="96"/>
                    <a:pt x="327" y="96"/>
                  </a:cubicBezTo>
                  <a:cubicBezTo>
                    <a:pt x="208" y="96"/>
                    <a:pt x="97" y="61"/>
                    <a:pt x="0"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5" name="Google Shape;5315;p68"/>
            <p:cNvSpPr/>
            <p:nvPr/>
          </p:nvSpPr>
          <p:spPr>
            <a:xfrm>
              <a:off x="1887680" y="3239759"/>
              <a:ext cx="37813" cy="35214"/>
            </a:xfrm>
            <a:custGeom>
              <a:avLst/>
              <a:gdLst/>
              <a:ahLst/>
              <a:cxnLst/>
              <a:rect l="l" t="t" r="r" b="b"/>
              <a:pathLst>
                <a:path w="1324" h="1233" extrusionOk="0">
                  <a:moveTo>
                    <a:pt x="662" y="0"/>
                  </a:moveTo>
                  <a:cubicBezTo>
                    <a:pt x="365" y="0"/>
                    <a:pt x="103" y="215"/>
                    <a:pt x="53" y="518"/>
                  </a:cubicBezTo>
                  <a:cubicBezTo>
                    <a:pt x="0" y="853"/>
                    <a:pt x="229" y="1169"/>
                    <a:pt x="564" y="1224"/>
                  </a:cubicBezTo>
                  <a:cubicBezTo>
                    <a:pt x="598" y="1230"/>
                    <a:pt x="631" y="1232"/>
                    <a:pt x="664" y="1232"/>
                  </a:cubicBezTo>
                  <a:cubicBezTo>
                    <a:pt x="961" y="1232"/>
                    <a:pt x="1222" y="1017"/>
                    <a:pt x="1271" y="715"/>
                  </a:cubicBezTo>
                  <a:cubicBezTo>
                    <a:pt x="1324" y="379"/>
                    <a:pt x="1098" y="63"/>
                    <a:pt x="762" y="8"/>
                  </a:cubicBezTo>
                  <a:cubicBezTo>
                    <a:pt x="728" y="3"/>
                    <a:pt x="695" y="0"/>
                    <a:pt x="6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6" name="Google Shape;5316;p68"/>
            <p:cNvSpPr/>
            <p:nvPr/>
          </p:nvSpPr>
          <p:spPr>
            <a:xfrm>
              <a:off x="1889079" y="3239759"/>
              <a:ext cx="26418" cy="35243"/>
            </a:xfrm>
            <a:custGeom>
              <a:avLst/>
              <a:gdLst/>
              <a:ahLst/>
              <a:cxnLst/>
              <a:rect l="l" t="t" r="r" b="b"/>
              <a:pathLst>
                <a:path w="925" h="1234" extrusionOk="0">
                  <a:moveTo>
                    <a:pt x="616" y="1"/>
                  </a:moveTo>
                  <a:cubicBezTo>
                    <a:pt x="276" y="1"/>
                    <a:pt x="1" y="278"/>
                    <a:pt x="1" y="618"/>
                  </a:cubicBezTo>
                  <a:cubicBezTo>
                    <a:pt x="1" y="958"/>
                    <a:pt x="276" y="1233"/>
                    <a:pt x="616" y="1233"/>
                  </a:cubicBezTo>
                  <a:cubicBezTo>
                    <a:pt x="727" y="1233"/>
                    <a:pt x="833" y="1204"/>
                    <a:pt x="924" y="1151"/>
                  </a:cubicBezTo>
                  <a:cubicBezTo>
                    <a:pt x="742" y="1045"/>
                    <a:pt x="616" y="846"/>
                    <a:pt x="616" y="618"/>
                  </a:cubicBezTo>
                  <a:cubicBezTo>
                    <a:pt x="616" y="390"/>
                    <a:pt x="740" y="191"/>
                    <a:pt x="924" y="83"/>
                  </a:cubicBezTo>
                  <a:cubicBezTo>
                    <a:pt x="833" y="30"/>
                    <a:pt x="727" y="1"/>
                    <a:pt x="616"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17" name="Google Shape;5317;p68"/>
          <p:cNvGrpSpPr/>
          <p:nvPr/>
        </p:nvGrpSpPr>
        <p:grpSpPr>
          <a:xfrm>
            <a:off x="3381403" y="1951966"/>
            <a:ext cx="304748" cy="384016"/>
            <a:chOff x="2456053" y="2646111"/>
            <a:chExt cx="264837" cy="333724"/>
          </a:xfrm>
        </p:grpSpPr>
        <p:sp>
          <p:nvSpPr>
            <p:cNvPr id="5318" name="Google Shape;5318;p68"/>
            <p:cNvSpPr/>
            <p:nvPr/>
          </p:nvSpPr>
          <p:spPr>
            <a:xfrm>
              <a:off x="2612419" y="2646111"/>
              <a:ext cx="93591" cy="84223"/>
            </a:xfrm>
            <a:custGeom>
              <a:avLst/>
              <a:gdLst/>
              <a:ahLst/>
              <a:cxnLst/>
              <a:rect l="l" t="t" r="r" b="b"/>
              <a:pathLst>
                <a:path w="3277" h="2949" extrusionOk="0">
                  <a:moveTo>
                    <a:pt x="842" y="0"/>
                  </a:moveTo>
                  <a:cubicBezTo>
                    <a:pt x="623" y="0"/>
                    <a:pt x="425" y="54"/>
                    <a:pt x="287" y="185"/>
                  </a:cubicBezTo>
                  <a:cubicBezTo>
                    <a:pt x="287" y="185"/>
                    <a:pt x="174" y="298"/>
                    <a:pt x="287" y="594"/>
                  </a:cubicBezTo>
                  <a:cubicBezTo>
                    <a:pt x="398" y="892"/>
                    <a:pt x="0" y="1103"/>
                    <a:pt x="236" y="1461"/>
                  </a:cubicBezTo>
                  <a:cubicBezTo>
                    <a:pt x="471" y="1823"/>
                    <a:pt x="831" y="1649"/>
                    <a:pt x="1081" y="1945"/>
                  </a:cubicBezTo>
                  <a:cubicBezTo>
                    <a:pt x="1329" y="2242"/>
                    <a:pt x="1192" y="2553"/>
                    <a:pt x="1702" y="2639"/>
                  </a:cubicBezTo>
                  <a:cubicBezTo>
                    <a:pt x="2209" y="2726"/>
                    <a:pt x="1950" y="2949"/>
                    <a:pt x="2333" y="2949"/>
                  </a:cubicBezTo>
                  <a:cubicBezTo>
                    <a:pt x="2652" y="2949"/>
                    <a:pt x="2595" y="2760"/>
                    <a:pt x="2810" y="2760"/>
                  </a:cubicBezTo>
                  <a:cubicBezTo>
                    <a:pt x="2853" y="2760"/>
                    <a:pt x="2908" y="2768"/>
                    <a:pt x="2980" y="2787"/>
                  </a:cubicBezTo>
                  <a:cubicBezTo>
                    <a:pt x="3019" y="2797"/>
                    <a:pt x="3049" y="2802"/>
                    <a:pt x="3071" y="2802"/>
                  </a:cubicBezTo>
                  <a:cubicBezTo>
                    <a:pt x="3277" y="2802"/>
                    <a:pt x="2696" y="2337"/>
                    <a:pt x="2483" y="1932"/>
                  </a:cubicBezTo>
                  <a:cubicBezTo>
                    <a:pt x="2249" y="1485"/>
                    <a:pt x="2657" y="1014"/>
                    <a:pt x="2322" y="618"/>
                  </a:cubicBezTo>
                  <a:cubicBezTo>
                    <a:pt x="2081" y="335"/>
                    <a:pt x="1392" y="0"/>
                    <a:pt x="8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9" name="Google Shape;5319;p68"/>
            <p:cNvSpPr/>
            <p:nvPr/>
          </p:nvSpPr>
          <p:spPr>
            <a:xfrm>
              <a:off x="2612419" y="2646197"/>
              <a:ext cx="90906" cy="84195"/>
            </a:xfrm>
            <a:custGeom>
              <a:avLst/>
              <a:gdLst/>
              <a:ahLst/>
              <a:cxnLst/>
              <a:rect l="l" t="t" r="r" b="b"/>
              <a:pathLst>
                <a:path w="3183" h="2948" extrusionOk="0">
                  <a:moveTo>
                    <a:pt x="840" y="1"/>
                  </a:moveTo>
                  <a:cubicBezTo>
                    <a:pt x="621" y="1"/>
                    <a:pt x="424" y="53"/>
                    <a:pt x="287" y="186"/>
                  </a:cubicBezTo>
                  <a:cubicBezTo>
                    <a:pt x="287" y="186"/>
                    <a:pt x="174" y="297"/>
                    <a:pt x="287" y="593"/>
                  </a:cubicBezTo>
                  <a:cubicBezTo>
                    <a:pt x="398" y="890"/>
                    <a:pt x="0" y="1102"/>
                    <a:pt x="236" y="1460"/>
                  </a:cubicBezTo>
                  <a:cubicBezTo>
                    <a:pt x="471" y="1821"/>
                    <a:pt x="831" y="1648"/>
                    <a:pt x="1081" y="1944"/>
                  </a:cubicBezTo>
                  <a:cubicBezTo>
                    <a:pt x="1329" y="2241"/>
                    <a:pt x="1192" y="2552"/>
                    <a:pt x="1702" y="2637"/>
                  </a:cubicBezTo>
                  <a:cubicBezTo>
                    <a:pt x="2209" y="2725"/>
                    <a:pt x="1950" y="2948"/>
                    <a:pt x="2333" y="2948"/>
                  </a:cubicBezTo>
                  <a:cubicBezTo>
                    <a:pt x="2651" y="2948"/>
                    <a:pt x="2595" y="2760"/>
                    <a:pt x="2808" y="2760"/>
                  </a:cubicBezTo>
                  <a:cubicBezTo>
                    <a:pt x="2852" y="2760"/>
                    <a:pt x="2907" y="2768"/>
                    <a:pt x="2980" y="2787"/>
                  </a:cubicBezTo>
                  <a:cubicBezTo>
                    <a:pt x="3019" y="2798"/>
                    <a:pt x="3048" y="2802"/>
                    <a:pt x="3070" y="2802"/>
                  </a:cubicBezTo>
                  <a:cubicBezTo>
                    <a:pt x="3183" y="2802"/>
                    <a:pt x="3063" y="2664"/>
                    <a:pt x="2894" y="2473"/>
                  </a:cubicBezTo>
                  <a:cubicBezTo>
                    <a:pt x="2675" y="2431"/>
                    <a:pt x="2821" y="2249"/>
                    <a:pt x="2377" y="2172"/>
                  </a:cubicBezTo>
                  <a:cubicBezTo>
                    <a:pt x="1868" y="2086"/>
                    <a:pt x="2005" y="1776"/>
                    <a:pt x="1757" y="1478"/>
                  </a:cubicBezTo>
                  <a:cubicBezTo>
                    <a:pt x="1506" y="1182"/>
                    <a:pt x="1149" y="1356"/>
                    <a:pt x="911" y="994"/>
                  </a:cubicBezTo>
                  <a:cubicBezTo>
                    <a:pt x="676" y="635"/>
                    <a:pt x="1074" y="425"/>
                    <a:pt x="962" y="127"/>
                  </a:cubicBezTo>
                  <a:cubicBezTo>
                    <a:pt x="944" y="82"/>
                    <a:pt x="931" y="40"/>
                    <a:pt x="926" y="3"/>
                  </a:cubicBezTo>
                  <a:cubicBezTo>
                    <a:pt x="897" y="1"/>
                    <a:pt x="869" y="1"/>
                    <a:pt x="840"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0" name="Google Shape;5320;p68"/>
            <p:cNvSpPr/>
            <p:nvPr/>
          </p:nvSpPr>
          <p:spPr>
            <a:xfrm>
              <a:off x="2563467" y="2669530"/>
              <a:ext cx="35729" cy="38699"/>
            </a:xfrm>
            <a:custGeom>
              <a:avLst/>
              <a:gdLst/>
              <a:ahLst/>
              <a:cxnLst/>
              <a:rect l="l" t="t" r="r" b="b"/>
              <a:pathLst>
                <a:path w="1251" h="1355" extrusionOk="0">
                  <a:moveTo>
                    <a:pt x="573" y="1"/>
                  </a:moveTo>
                  <a:cubicBezTo>
                    <a:pt x="549" y="1"/>
                    <a:pt x="525" y="8"/>
                    <a:pt x="502" y="22"/>
                  </a:cubicBezTo>
                  <a:cubicBezTo>
                    <a:pt x="340" y="128"/>
                    <a:pt x="190" y="367"/>
                    <a:pt x="225" y="528"/>
                  </a:cubicBezTo>
                  <a:cubicBezTo>
                    <a:pt x="279" y="778"/>
                    <a:pt x="0" y="911"/>
                    <a:pt x="13" y="1035"/>
                  </a:cubicBezTo>
                  <a:cubicBezTo>
                    <a:pt x="24" y="1161"/>
                    <a:pt x="493" y="1090"/>
                    <a:pt x="613" y="1280"/>
                  </a:cubicBezTo>
                  <a:cubicBezTo>
                    <a:pt x="649" y="1336"/>
                    <a:pt x="688" y="1355"/>
                    <a:pt x="729" y="1355"/>
                  </a:cubicBezTo>
                  <a:cubicBezTo>
                    <a:pt x="818" y="1355"/>
                    <a:pt x="917" y="1267"/>
                    <a:pt x="1010" y="1267"/>
                  </a:cubicBezTo>
                  <a:cubicBezTo>
                    <a:pt x="1022" y="1267"/>
                    <a:pt x="1033" y="1268"/>
                    <a:pt x="1044" y="1271"/>
                  </a:cubicBezTo>
                  <a:cubicBezTo>
                    <a:pt x="1069" y="1277"/>
                    <a:pt x="1092" y="1281"/>
                    <a:pt x="1113" y="1281"/>
                  </a:cubicBezTo>
                  <a:cubicBezTo>
                    <a:pt x="1214" y="1281"/>
                    <a:pt x="1250" y="1197"/>
                    <a:pt x="1103" y="986"/>
                  </a:cubicBezTo>
                  <a:cubicBezTo>
                    <a:pt x="927" y="734"/>
                    <a:pt x="938" y="621"/>
                    <a:pt x="770" y="424"/>
                  </a:cubicBezTo>
                  <a:cubicBezTo>
                    <a:pt x="690" y="333"/>
                    <a:pt x="686" y="238"/>
                    <a:pt x="705" y="163"/>
                  </a:cubicBezTo>
                  <a:cubicBezTo>
                    <a:pt x="723" y="74"/>
                    <a:pt x="652"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1" name="Google Shape;5321;p68"/>
            <p:cNvSpPr/>
            <p:nvPr/>
          </p:nvSpPr>
          <p:spPr>
            <a:xfrm>
              <a:off x="2690530" y="2760437"/>
              <a:ext cx="30359" cy="30274"/>
            </a:xfrm>
            <a:custGeom>
              <a:avLst/>
              <a:gdLst/>
              <a:ahLst/>
              <a:cxnLst/>
              <a:rect l="l" t="t" r="r" b="b"/>
              <a:pathLst>
                <a:path w="1063" h="1060" extrusionOk="0">
                  <a:moveTo>
                    <a:pt x="773" y="1"/>
                  </a:moveTo>
                  <a:cubicBezTo>
                    <a:pt x="668" y="1"/>
                    <a:pt x="566" y="28"/>
                    <a:pt x="513" y="85"/>
                  </a:cubicBezTo>
                  <a:cubicBezTo>
                    <a:pt x="452" y="151"/>
                    <a:pt x="377" y="165"/>
                    <a:pt x="306" y="165"/>
                  </a:cubicBezTo>
                  <a:cubicBezTo>
                    <a:pt x="252" y="165"/>
                    <a:pt x="200" y="158"/>
                    <a:pt x="156" y="158"/>
                  </a:cubicBezTo>
                  <a:cubicBezTo>
                    <a:pt x="124" y="158"/>
                    <a:pt x="96" y="162"/>
                    <a:pt x="77" y="178"/>
                  </a:cubicBezTo>
                  <a:cubicBezTo>
                    <a:pt x="0" y="244"/>
                    <a:pt x="263" y="523"/>
                    <a:pt x="194" y="689"/>
                  </a:cubicBezTo>
                  <a:cubicBezTo>
                    <a:pt x="122" y="856"/>
                    <a:pt x="356" y="856"/>
                    <a:pt x="400" y="972"/>
                  </a:cubicBezTo>
                  <a:cubicBezTo>
                    <a:pt x="419" y="1025"/>
                    <a:pt x="447" y="1059"/>
                    <a:pt x="480" y="1059"/>
                  </a:cubicBezTo>
                  <a:cubicBezTo>
                    <a:pt x="521" y="1059"/>
                    <a:pt x="568" y="1009"/>
                    <a:pt x="615" y="881"/>
                  </a:cubicBezTo>
                  <a:cubicBezTo>
                    <a:pt x="703" y="649"/>
                    <a:pt x="783" y="604"/>
                    <a:pt x="834" y="399"/>
                  </a:cubicBezTo>
                  <a:cubicBezTo>
                    <a:pt x="860" y="304"/>
                    <a:pt x="920" y="259"/>
                    <a:pt x="977" y="235"/>
                  </a:cubicBezTo>
                  <a:cubicBezTo>
                    <a:pt x="1063" y="202"/>
                    <a:pt x="1063" y="74"/>
                    <a:pt x="977" y="38"/>
                  </a:cubicBezTo>
                  <a:cubicBezTo>
                    <a:pt x="917" y="13"/>
                    <a:pt x="845" y="1"/>
                    <a:pt x="7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2" name="Google Shape;5322;p68"/>
            <p:cNvSpPr/>
            <p:nvPr/>
          </p:nvSpPr>
          <p:spPr>
            <a:xfrm>
              <a:off x="2456138" y="2683353"/>
              <a:ext cx="245416" cy="296481"/>
            </a:xfrm>
            <a:custGeom>
              <a:avLst/>
              <a:gdLst/>
              <a:ahLst/>
              <a:cxnLst/>
              <a:rect l="l" t="t" r="r" b="b"/>
              <a:pathLst>
                <a:path w="8593" h="10381" extrusionOk="0">
                  <a:moveTo>
                    <a:pt x="1405" y="0"/>
                  </a:moveTo>
                  <a:cubicBezTo>
                    <a:pt x="924" y="0"/>
                    <a:pt x="381" y="339"/>
                    <a:pt x="215" y="690"/>
                  </a:cubicBezTo>
                  <a:cubicBezTo>
                    <a:pt x="215" y="690"/>
                    <a:pt x="1" y="1037"/>
                    <a:pt x="215" y="1220"/>
                  </a:cubicBezTo>
                  <a:cubicBezTo>
                    <a:pt x="430" y="1402"/>
                    <a:pt x="32" y="1734"/>
                    <a:pt x="1074" y="1800"/>
                  </a:cubicBezTo>
                  <a:cubicBezTo>
                    <a:pt x="2119" y="1866"/>
                    <a:pt x="1208" y="3023"/>
                    <a:pt x="1920" y="4033"/>
                  </a:cubicBezTo>
                  <a:cubicBezTo>
                    <a:pt x="2632" y="5041"/>
                    <a:pt x="1226" y="5453"/>
                    <a:pt x="1786" y="6594"/>
                  </a:cubicBezTo>
                  <a:cubicBezTo>
                    <a:pt x="2349" y="7735"/>
                    <a:pt x="2433" y="8316"/>
                    <a:pt x="2831" y="8414"/>
                  </a:cubicBezTo>
                  <a:cubicBezTo>
                    <a:pt x="2873" y="8425"/>
                    <a:pt x="2909" y="8429"/>
                    <a:pt x="2940" y="8429"/>
                  </a:cubicBezTo>
                  <a:cubicBezTo>
                    <a:pt x="3170" y="8429"/>
                    <a:pt x="3132" y="8183"/>
                    <a:pt x="3238" y="8183"/>
                  </a:cubicBezTo>
                  <a:cubicBezTo>
                    <a:pt x="3253" y="8183"/>
                    <a:pt x="3271" y="8188"/>
                    <a:pt x="3293" y="8199"/>
                  </a:cubicBezTo>
                  <a:cubicBezTo>
                    <a:pt x="3492" y="8297"/>
                    <a:pt x="3656" y="9506"/>
                    <a:pt x="4633" y="9539"/>
                  </a:cubicBezTo>
                  <a:cubicBezTo>
                    <a:pt x="5505" y="9567"/>
                    <a:pt x="5624" y="9901"/>
                    <a:pt x="6027" y="9901"/>
                  </a:cubicBezTo>
                  <a:cubicBezTo>
                    <a:pt x="6075" y="9901"/>
                    <a:pt x="6128" y="9897"/>
                    <a:pt x="6186" y="9886"/>
                  </a:cubicBezTo>
                  <a:cubicBezTo>
                    <a:pt x="6221" y="9879"/>
                    <a:pt x="6253" y="9876"/>
                    <a:pt x="6283" y="9876"/>
                  </a:cubicBezTo>
                  <a:cubicBezTo>
                    <a:pt x="6657" y="9876"/>
                    <a:pt x="6621" y="10349"/>
                    <a:pt x="7108" y="10349"/>
                  </a:cubicBezTo>
                  <a:cubicBezTo>
                    <a:pt x="7180" y="10349"/>
                    <a:pt x="7264" y="10339"/>
                    <a:pt x="7362" y="10315"/>
                  </a:cubicBezTo>
                  <a:cubicBezTo>
                    <a:pt x="7499" y="10281"/>
                    <a:pt x="7625" y="10269"/>
                    <a:pt x="7741" y="10269"/>
                  </a:cubicBezTo>
                  <a:cubicBezTo>
                    <a:pt x="8086" y="10269"/>
                    <a:pt x="8334" y="10380"/>
                    <a:pt x="8468" y="10380"/>
                  </a:cubicBezTo>
                  <a:cubicBezTo>
                    <a:pt x="8553" y="10380"/>
                    <a:pt x="8593" y="10335"/>
                    <a:pt x="8581" y="10185"/>
                  </a:cubicBezTo>
                  <a:cubicBezTo>
                    <a:pt x="8548" y="9721"/>
                    <a:pt x="7522" y="9986"/>
                    <a:pt x="7292" y="9754"/>
                  </a:cubicBezTo>
                  <a:cubicBezTo>
                    <a:pt x="7085" y="9548"/>
                    <a:pt x="6798" y="9195"/>
                    <a:pt x="6230" y="9195"/>
                  </a:cubicBezTo>
                  <a:cubicBezTo>
                    <a:pt x="6163" y="9195"/>
                    <a:pt x="6093" y="9200"/>
                    <a:pt x="6018" y="9210"/>
                  </a:cubicBezTo>
                  <a:cubicBezTo>
                    <a:pt x="5958" y="9219"/>
                    <a:pt x="5904" y="9222"/>
                    <a:pt x="5856" y="9222"/>
                  </a:cubicBezTo>
                  <a:cubicBezTo>
                    <a:pt x="5343" y="9222"/>
                    <a:pt x="5524" y="8774"/>
                    <a:pt x="5372" y="8695"/>
                  </a:cubicBezTo>
                  <a:cubicBezTo>
                    <a:pt x="5358" y="8688"/>
                    <a:pt x="5341" y="8685"/>
                    <a:pt x="5321" y="8685"/>
                  </a:cubicBezTo>
                  <a:cubicBezTo>
                    <a:pt x="5202" y="8685"/>
                    <a:pt x="4991" y="8801"/>
                    <a:pt x="4806" y="8801"/>
                  </a:cubicBezTo>
                  <a:cubicBezTo>
                    <a:pt x="4665" y="8801"/>
                    <a:pt x="4538" y="8734"/>
                    <a:pt x="4479" y="8498"/>
                  </a:cubicBezTo>
                  <a:cubicBezTo>
                    <a:pt x="4356" y="8002"/>
                    <a:pt x="4807" y="7528"/>
                    <a:pt x="5259" y="7528"/>
                  </a:cubicBezTo>
                  <a:cubicBezTo>
                    <a:pt x="5349" y="7528"/>
                    <a:pt x="5438" y="7547"/>
                    <a:pt x="5523" y="7587"/>
                  </a:cubicBezTo>
                  <a:cubicBezTo>
                    <a:pt x="5629" y="7639"/>
                    <a:pt x="5718" y="7658"/>
                    <a:pt x="5795" y="7658"/>
                  </a:cubicBezTo>
                  <a:cubicBezTo>
                    <a:pt x="6039" y="7658"/>
                    <a:pt x="6158" y="7460"/>
                    <a:pt x="6304" y="7460"/>
                  </a:cubicBezTo>
                  <a:cubicBezTo>
                    <a:pt x="6334" y="7460"/>
                    <a:pt x="6366" y="7468"/>
                    <a:pt x="6400" y="7489"/>
                  </a:cubicBezTo>
                  <a:cubicBezTo>
                    <a:pt x="6594" y="7604"/>
                    <a:pt x="6758" y="7853"/>
                    <a:pt x="6938" y="7853"/>
                  </a:cubicBezTo>
                  <a:cubicBezTo>
                    <a:pt x="6988" y="7853"/>
                    <a:pt x="7040" y="7833"/>
                    <a:pt x="7093" y="7786"/>
                  </a:cubicBezTo>
                  <a:cubicBezTo>
                    <a:pt x="7342" y="7571"/>
                    <a:pt x="6579" y="7175"/>
                    <a:pt x="6796" y="6842"/>
                  </a:cubicBezTo>
                  <a:cubicBezTo>
                    <a:pt x="7011" y="6512"/>
                    <a:pt x="7177" y="6264"/>
                    <a:pt x="7093" y="5917"/>
                  </a:cubicBezTo>
                  <a:cubicBezTo>
                    <a:pt x="7009" y="5570"/>
                    <a:pt x="7541" y="5269"/>
                    <a:pt x="7455" y="4865"/>
                  </a:cubicBezTo>
                  <a:cubicBezTo>
                    <a:pt x="7375" y="4460"/>
                    <a:pt x="8001" y="4360"/>
                    <a:pt x="7951" y="4113"/>
                  </a:cubicBezTo>
                  <a:cubicBezTo>
                    <a:pt x="7900" y="3865"/>
                    <a:pt x="7504" y="3651"/>
                    <a:pt x="7504" y="3452"/>
                  </a:cubicBezTo>
                  <a:cubicBezTo>
                    <a:pt x="7504" y="3253"/>
                    <a:pt x="7835" y="3071"/>
                    <a:pt x="7519" y="2740"/>
                  </a:cubicBezTo>
                  <a:cubicBezTo>
                    <a:pt x="7286" y="2496"/>
                    <a:pt x="7027" y="2233"/>
                    <a:pt x="6827" y="2233"/>
                  </a:cubicBezTo>
                  <a:cubicBezTo>
                    <a:pt x="6757" y="2233"/>
                    <a:pt x="6694" y="2266"/>
                    <a:pt x="6643" y="2342"/>
                  </a:cubicBezTo>
                  <a:cubicBezTo>
                    <a:pt x="6580" y="2439"/>
                    <a:pt x="6516" y="2467"/>
                    <a:pt x="6447" y="2467"/>
                  </a:cubicBezTo>
                  <a:cubicBezTo>
                    <a:pt x="6401" y="2467"/>
                    <a:pt x="6354" y="2455"/>
                    <a:pt x="6303" y="2443"/>
                  </a:cubicBezTo>
                  <a:lnTo>
                    <a:pt x="6303" y="2443"/>
                  </a:lnTo>
                  <a:cubicBezTo>
                    <a:pt x="6451" y="2711"/>
                    <a:pt x="6537" y="3016"/>
                    <a:pt x="6537" y="3343"/>
                  </a:cubicBezTo>
                  <a:cubicBezTo>
                    <a:pt x="6537" y="4075"/>
                    <a:pt x="6111" y="4708"/>
                    <a:pt x="5496" y="5008"/>
                  </a:cubicBezTo>
                  <a:cubicBezTo>
                    <a:pt x="5443" y="5033"/>
                    <a:pt x="5399" y="5075"/>
                    <a:pt x="5372" y="5125"/>
                  </a:cubicBezTo>
                  <a:lnTo>
                    <a:pt x="4786" y="6165"/>
                  </a:lnTo>
                  <a:cubicBezTo>
                    <a:pt x="4764" y="6204"/>
                    <a:pt x="4725" y="6224"/>
                    <a:pt x="4685" y="6224"/>
                  </a:cubicBezTo>
                  <a:cubicBezTo>
                    <a:pt x="4646" y="6224"/>
                    <a:pt x="4607" y="6204"/>
                    <a:pt x="4585" y="6165"/>
                  </a:cubicBezTo>
                  <a:lnTo>
                    <a:pt x="3999" y="5125"/>
                  </a:lnTo>
                  <a:cubicBezTo>
                    <a:pt x="3968" y="5075"/>
                    <a:pt x="3926" y="5033"/>
                    <a:pt x="3875" y="5008"/>
                  </a:cubicBezTo>
                  <a:cubicBezTo>
                    <a:pt x="3271" y="4714"/>
                    <a:pt x="2851" y="4100"/>
                    <a:pt x="2834" y="3388"/>
                  </a:cubicBezTo>
                  <a:cubicBezTo>
                    <a:pt x="2816" y="2669"/>
                    <a:pt x="3201" y="2041"/>
                    <a:pt x="3785" y="1720"/>
                  </a:cubicBezTo>
                  <a:cubicBezTo>
                    <a:pt x="3709" y="1685"/>
                    <a:pt x="3628" y="1634"/>
                    <a:pt x="3546" y="1557"/>
                  </a:cubicBezTo>
                  <a:cubicBezTo>
                    <a:pt x="3137" y="1187"/>
                    <a:pt x="2493" y="1497"/>
                    <a:pt x="2146" y="530"/>
                  </a:cubicBezTo>
                  <a:cubicBezTo>
                    <a:pt x="2009" y="146"/>
                    <a:pt x="1720" y="0"/>
                    <a:pt x="14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3" name="Google Shape;5323;p68"/>
            <p:cNvSpPr/>
            <p:nvPr/>
          </p:nvSpPr>
          <p:spPr>
            <a:xfrm>
              <a:off x="2456053" y="2685695"/>
              <a:ext cx="245559" cy="294139"/>
            </a:xfrm>
            <a:custGeom>
              <a:avLst/>
              <a:gdLst/>
              <a:ahLst/>
              <a:cxnLst/>
              <a:rect l="l" t="t" r="r" b="b"/>
              <a:pathLst>
                <a:path w="8598" h="10299" extrusionOk="0">
                  <a:moveTo>
                    <a:pt x="977" y="0"/>
                  </a:moveTo>
                  <a:lnTo>
                    <a:pt x="977" y="0"/>
                  </a:lnTo>
                  <a:cubicBezTo>
                    <a:pt x="639" y="121"/>
                    <a:pt x="334" y="364"/>
                    <a:pt x="216" y="612"/>
                  </a:cubicBezTo>
                  <a:cubicBezTo>
                    <a:pt x="216" y="612"/>
                    <a:pt x="0" y="959"/>
                    <a:pt x="216" y="1141"/>
                  </a:cubicBezTo>
                  <a:cubicBezTo>
                    <a:pt x="429" y="1324"/>
                    <a:pt x="33" y="1654"/>
                    <a:pt x="1076" y="1720"/>
                  </a:cubicBezTo>
                  <a:cubicBezTo>
                    <a:pt x="2118" y="1788"/>
                    <a:pt x="1209" y="2943"/>
                    <a:pt x="1921" y="3953"/>
                  </a:cubicBezTo>
                  <a:cubicBezTo>
                    <a:pt x="2633" y="4960"/>
                    <a:pt x="1227" y="5375"/>
                    <a:pt x="1788" y="6516"/>
                  </a:cubicBezTo>
                  <a:cubicBezTo>
                    <a:pt x="2350" y="7657"/>
                    <a:pt x="2434" y="8236"/>
                    <a:pt x="2830" y="8334"/>
                  </a:cubicBezTo>
                  <a:cubicBezTo>
                    <a:pt x="2873" y="8345"/>
                    <a:pt x="2910" y="8349"/>
                    <a:pt x="2941" y="8349"/>
                  </a:cubicBezTo>
                  <a:cubicBezTo>
                    <a:pt x="3171" y="8349"/>
                    <a:pt x="3132" y="8103"/>
                    <a:pt x="3239" y="8103"/>
                  </a:cubicBezTo>
                  <a:cubicBezTo>
                    <a:pt x="3254" y="8103"/>
                    <a:pt x="3272" y="8108"/>
                    <a:pt x="3294" y="8119"/>
                  </a:cubicBezTo>
                  <a:cubicBezTo>
                    <a:pt x="3493" y="8219"/>
                    <a:pt x="3657" y="9428"/>
                    <a:pt x="4634" y="9459"/>
                  </a:cubicBezTo>
                  <a:cubicBezTo>
                    <a:pt x="5505" y="9490"/>
                    <a:pt x="5624" y="9821"/>
                    <a:pt x="6027" y="9821"/>
                  </a:cubicBezTo>
                  <a:cubicBezTo>
                    <a:pt x="6075" y="9821"/>
                    <a:pt x="6128" y="9816"/>
                    <a:pt x="6187" y="9806"/>
                  </a:cubicBezTo>
                  <a:cubicBezTo>
                    <a:pt x="6222" y="9799"/>
                    <a:pt x="6254" y="9796"/>
                    <a:pt x="6284" y="9796"/>
                  </a:cubicBezTo>
                  <a:cubicBezTo>
                    <a:pt x="6658" y="9796"/>
                    <a:pt x="6622" y="10269"/>
                    <a:pt x="7108" y="10269"/>
                  </a:cubicBezTo>
                  <a:cubicBezTo>
                    <a:pt x="7180" y="10269"/>
                    <a:pt x="7264" y="10259"/>
                    <a:pt x="7363" y="10235"/>
                  </a:cubicBezTo>
                  <a:cubicBezTo>
                    <a:pt x="7502" y="10201"/>
                    <a:pt x="7630" y="10188"/>
                    <a:pt x="7747" y="10188"/>
                  </a:cubicBezTo>
                  <a:cubicBezTo>
                    <a:pt x="8091" y="10188"/>
                    <a:pt x="8338" y="10298"/>
                    <a:pt x="8472" y="10298"/>
                  </a:cubicBezTo>
                  <a:cubicBezTo>
                    <a:pt x="8558" y="10298"/>
                    <a:pt x="8597" y="10253"/>
                    <a:pt x="8586" y="10103"/>
                  </a:cubicBezTo>
                  <a:cubicBezTo>
                    <a:pt x="8551" y="9639"/>
                    <a:pt x="7527" y="9904"/>
                    <a:pt x="7295" y="9674"/>
                  </a:cubicBezTo>
                  <a:cubicBezTo>
                    <a:pt x="7088" y="9467"/>
                    <a:pt x="6801" y="9113"/>
                    <a:pt x="6233" y="9113"/>
                  </a:cubicBezTo>
                  <a:cubicBezTo>
                    <a:pt x="6166" y="9113"/>
                    <a:pt x="6096" y="9118"/>
                    <a:pt x="6021" y="9128"/>
                  </a:cubicBezTo>
                  <a:cubicBezTo>
                    <a:pt x="5961" y="9137"/>
                    <a:pt x="5907" y="9140"/>
                    <a:pt x="5859" y="9140"/>
                  </a:cubicBezTo>
                  <a:cubicBezTo>
                    <a:pt x="5346" y="9140"/>
                    <a:pt x="5527" y="8692"/>
                    <a:pt x="5375" y="8615"/>
                  </a:cubicBezTo>
                  <a:cubicBezTo>
                    <a:pt x="5361" y="8608"/>
                    <a:pt x="5345" y="8605"/>
                    <a:pt x="5326" y="8605"/>
                  </a:cubicBezTo>
                  <a:cubicBezTo>
                    <a:pt x="5207" y="8605"/>
                    <a:pt x="4997" y="8720"/>
                    <a:pt x="4811" y="8720"/>
                  </a:cubicBezTo>
                  <a:cubicBezTo>
                    <a:pt x="4669" y="8720"/>
                    <a:pt x="4542" y="8653"/>
                    <a:pt x="4482" y="8416"/>
                  </a:cubicBezTo>
                  <a:cubicBezTo>
                    <a:pt x="4444" y="8259"/>
                    <a:pt x="4462" y="8106"/>
                    <a:pt x="4519" y="7967"/>
                  </a:cubicBezTo>
                  <a:cubicBezTo>
                    <a:pt x="4325" y="7677"/>
                    <a:pt x="4232" y="7378"/>
                    <a:pt x="4132" y="7328"/>
                  </a:cubicBezTo>
                  <a:cubicBezTo>
                    <a:pt x="4110" y="7318"/>
                    <a:pt x="4092" y="7313"/>
                    <a:pt x="4078" y="7313"/>
                  </a:cubicBezTo>
                  <a:cubicBezTo>
                    <a:pt x="3970" y="7313"/>
                    <a:pt x="4009" y="7558"/>
                    <a:pt x="3781" y="7558"/>
                  </a:cubicBezTo>
                  <a:cubicBezTo>
                    <a:pt x="3749" y="7558"/>
                    <a:pt x="3712" y="7553"/>
                    <a:pt x="3668" y="7542"/>
                  </a:cubicBezTo>
                  <a:cubicBezTo>
                    <a:pt x="3272" y="7443"/>
                    <a:pt x="3190" y="6865"/>
                    <a:pt x="2626" y="5724"/>
                  </a:cubicBezTo>
                  <a:cubicBezTo>
                    <a:pt x="2222" y="4902"/>
                    <a:pt x="2835" y="4458"/>
                    <a:pt x="2947" y="3898"/>
                  </a:cubicBezTo>
                  <a:cubicBezTo>
                    <a:pt x="2879" y="3714"/>
                    <a:pt x="2839" y="3515"/>
                    <a:pt x="2835" y="3306"/>
                  </a:cubicBezTo>
                  <a:lnTo>
                    <a:pt x="2835" y="3281"/>
                  </a:lnTo>
                  <a:cubicBezTo>
                    <a:pt x="2812" y="3243"/>
                    <a:pt x="2788" y="3202"/>
                    <a:pt x="2757" y="3160"/>
                  </a:cubicBezTo>
                  <a:cubicBezTo>
                    <a:pt x="2045" y="2153"/>
                    <a:pt x="2956" y="995"/>
                    <a:pt x="1914" y="930"/>
                  </a:cubicBezTo>
                  <a:cubicBezTo>
                    <a:pt x="871" y="862"/>
                    <a:pt x="1267" y="532"/>
                    <a:pt x="1054" y="349"/>
                  </a:cubicBezTo>
                  <a:cubicBezTo>
                    <a:pt x="939" y="254"/>
                    <a:pt x="946" y="112"/>
                    <a:pt x="977"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4" name="Google Shape;5324;p68"/>
            <p:cNvSpPr/>
            <p:nvPr/>
          </p:nvSpPr>
          <p:spPr>
            <a:xfrm>
              <a:off x="2606792" y="2713456"/>
              <a:ext cx="35015" cy="29988"/>
            </a:xfrm>
            <a:custGeom>
              <a:avLst/>
              <a:gdLst/>
              <a:ahLst/>
              <a:cxnLst/>
              <a:rect l="l" t="t" r="r" b="b"/>
              <a:pathLst>
                <a:path w="1226" h="1050" extrusionOk="0">
                  <a:moveTo>
                    <a:pt x="406" y="0"/>
                  </a:moveTo>
                  <a:cubicBezTo>
                    <a:pt x="341" y="0"/>
                    <a:pt x="276" y="24"/>
                    <a:pt x="225" y="71"/>
                  </a:cubicBezTo>
                  <a:cubicBezTo>
                    <a:pt x="119" y="167"/>
                    <a:pt x="0" y="454"/>
                    <a:pt x="80" y="564"/>
                  </a:cubicBezTo>
                  <a:cubicBezTo>
                    <a:pt x="356" y="669"/>
                    <a:pt x="597" y="837"/>
                    <a:pt x="789" y="1049"/>
                  </a:cubicBezTo>
                  <a:cubicBezTo>
                    <a:pt x="1006" y="1031"/>
                    <a:pt x="1225" y="763"/>
                    <a:pt x="1178" y="624"/>
                  </a:cubicBezTo>
                  <a:cubicBezTo>
                    <a:pt x="1125" y="463"/>
                    <a:pt x="935" y="438"/>
                    <a:pt x="813" y="279"/>
                  </a:cubicBezTo>
                  <a:cubicBezTo>
                    <a:pt x="754" y="206"/>
                    <a:pt x="661" y="124"/>
                    <a:pt x="575" y="58"/>
                  </a:cubicBezTo>
                  <a:cubicBezTo>
                    <a:pt x="525" y="20"/>
                    <a:pt x="465" y="0"/>
                    <a:pt x="4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5" name="Google Shape;5325;p68"/>
            <p:cNvSpPr/>
            <p:nvPr/>
          </p:nvSpPr>
          <p:spPr>
            <a:xfrm>
              <a:off x="2536021" y="2725565"/>
              <a:ext cx="107129" cy="135917"/>
            </a:xfrm>
            <a:custGeom>
              <a:avLst/>
              <a:gdLst/>
              <a:ahLst/>
              <a:cxnLst/>
              <a:rect l="l" t="t" r="r" b="b"/>
              <a:pathLst>
                <a:path w="3751" h="4759" extrusionOk="0">
                  <a:moveTo>
                    <a:pt x="1888" y="0"/>
                  </a:moveTo>
                  <a:cubicBezTo>
                    <a:pt x="1873" y="0"/>
                    <a:pt x="1859" y="1"/>
                    <a:pt x="1845" y="1"/>
                  </a:cubicBezTo>
                  <a:cubicBezTo>
                    <a:pt x="810" y="23"/>
                    <a:pt x="1" y="872"/>
                    <a:pt x="26" y="1909"/>
                  </a:cubicBezTo>
                  <a:cubicBezTo>
                    <a:pt x="45" y="2624"/>
                    <a:pt x="464" y="3241"/>
                    <a:pt x="1072" y="3537"/>
                  </a:cubicBezTo>
                  <a:cubicBezTo>
                    <a:pt x="1124" y="3563"/>
                    <a:pt x="1167" y="3605"/>
                    <a:pt x="1197" y="3654"/>
                  </a:cubicBezTo>
                  <a:lnTo>
                    <a:pt x="1786" y="4700"/>
                  </a:lnTo>
                  <a:cubicBezTo>
                    <a:pt x="1808" y="4739"/>
                    <a:pt x="1847" y="4759"/>
                    <a:pt x="1887" y="4759"/>
                  </a:cubicBezTo>
                  <a:cubicBezTo>
                    <a:pt x="1926" y="4759"/>
                    <a:pt x="1966" y="4739"/>
                    <a:pt x="1989" y="4700"/>
                  </a:cubicBezTo>
                  <a:lnTo>
                    <a:pt x="2579" y="3654"/>
                  </a:lnTo>
                  <a:cubicBezTo>
                    <a:pt x="2608" y="3605"/>
                    <a:pt x="2652" y="3563"/>
                    <a:pt x="2703" y="3537"/>
                  </a:cubicBezTo>
                  <a:cubicBezTo>
                    <a:pt x="3323" y="3236"/>
                    <a:pt x="3751" y="2601"/>
                    <a:pt x="3751" y="1863"/>
                  </a:cubicBezTo>
                  <a:cubicBezTo>
                    <a:pt x="3751" y="835"/>
                    <a:pt x="2918" y="0"/>
                    <a:pt x="188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6" name="Google Shape;5326;p68"/>
            <p:cNvSpPr/>
            <p:nvPr/>
          </p:nvSpPr>
          <p:spPr>
            <a:xfrm>
              <a:off x="2536078" y="2725565"/>
              <a:ext cx="65402" cy="135917"/>
            </a:xfrm>
            <a:custGeom>
              <a:avLst/>
              <a:gdLst/>
              <a:ahLst/>
              <a:cxnLst/>
              <a:rect l="l" t="t" r="r" b="b"/>
              <a:pathLst>
                <a:path w="2290" h="4759" extrusionOk="0">
                  <a:moveTo>
                    <a:pt x="1874" y="1"/>
                  </a:moveTo>
                  <a:cubicBezTo>
                    <a:pt x="1865" y="1"/>
                    <a:pt x="1856" y="1"/>
                    <a:pt x="1846" y="1"/>
                  </a:cubicBezTo>
                  <a:cubicBezTo>
                    <a:pt x="809" y="23"/>
                    <a:pt x="1" y="872"/>
                    <a:pt x="26" y="1909"/>
                  </a:cubicBezTo>
                  <a:cubicBezTo>
                    <a:pt x="44" y="2624"/>
                    <a:pt x="464" y="3241"/>
                    <a:pt x="1072" y="3537"/>
                  </a:cubicBezTo>
                  <a:cubicBezTo>
                    <a:pt x="1125" y="3563"/>
                    <a:pt x="1167" y="3605"/>
                    <a:pt x="1198" y="3654"/>
                  </a:cubicBezTo>
                  <a:lnTo>
                    <a:pt x="1786" y="4700"/>
                  </a:lnTo>
                  <a:cubicBezTo>
                    <a:pt x="1808" y="4739"/>
                    <a:pt x="1847" y="4759"/>
                    <a:pt x="1887" y="4759"/>
                  </a:cubicBezTo>
                  <a:cubicBezTo>
                    <a:pt x="1926" y="4759"/>
                    <a:pt x="1966" y="4739"/>
                    <a:pt x="1989" y="4700"/>
                  </a:cubicBezTo>
                  <a:lnTo>
                    <a:pt x="2290" y="4167"/>
                  </a:lnTo>
                  <a:lnTo>
                    <a:pt x="2001" y="3654"/>
                  </a:lnTo>
                  <a:cubicBezTo>
                    <a:pt x="1970" y="3605"/>
                    <a:pt x="1928" y="3563"/>
                    <a:pt x="1876" y="3537"/>
                  </a:cubicBezTo>
                  <a:cubicBezTo>
                    <a:pt x="1268" y="3241"/>
                    <a:pt x="846" y="2624"/>
                    <a:pt x="829" y="1909"/>
                  </a:cubicBezTo>
                  <a:cubicBezTo>
                    <a:pt x="808" y="998"/>
                    <a:pt x="1432" y="231"/>
                    <a:pt x="2288" y="45"/>
                  </a:cubicBezTo>
                  <a:cubicBezTo>
                    <a:pt x="2156" y="14"/>
                    <a:pt x="2016" y="1"/>
                    <a:pt x="1874"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7" name="Google Shape;5327;p68"/>
            <p:cNvSpPr/>
            <p:nvPr/>
          </p:nvSpPr>
          <p:spPr>
            <a:xfrm>
              <a:off x="2559811" y="2748527"/>
              <a:ext cx="60490" cy="60490"/>
            </a:xfrm>
            <a:custGeom>
              <a:avLst/>
              <a:gdLst/>
              <a:ahLst/>
              <a:cxnLst/>
              <a:rect l="l" t="t" r="r" b="b"/>
              <a:pathLst>
                <a:path w="2118" h="2118" extrusionOk="0">
                  <a:moveTo>
                    <a:pt x="1059" y="0"/>
                  </a:moveTo>
                  <a:cubicBezTo>
                    <a:pt x="475" y="0"/>
                    <a:pt x="0" y="473"/>
                    <a:pt x="0" y="1059"/>
                  </a:cubicBezTo>
                  <a:cubicBezTo>
                    <a:pt x="0" y="1643"/>
                    <a:pt x="475" y="2118"/>
                    <a:pt x="1059" y="2118"/>
                  </a:cubicBezTo>
                  <a:cubicBezTo>
                    <a:pt x="1645" y="2118"/>
                    <a:pt x="2118" y="1643"/>
                    <a:pt x="2118" y="1059"/>
                  </a:cubicBezTo>
                  <a:cubicBezTo>
                    <a:pt x="2118" y="473"/>
                    <a:pt x="1645" y="0"/>
                    <a:pt x="105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8" name="Google Shape;5328;p68"/>
            <p:cNvSpPr/>
            <p:nvPr/>
          </p:nvSpPr>
          <p:spPr>
            <a:xfrm>
              <a:off x="2559697" y="2748527"/>
              <a:ext cx="41755" cy="60490"/>
            </a:xfrm>
            <a:custGeom>
              <a:avLst/>
              <a:gdLst/>
              <a:ahLst/>
              <a:cxnLst/>
              <a:rect l="l" t="t" r="r" b="b"/>
              <a:pathLst>
                <a:path w="1462" h="2118" extrusionOk="0">
                  <a:moveTo>
                    <a:pt x="1059" y="0"/>
                  </a:moveTo>
                  <a:cubicBezTo>
                    <a:pt x="475" y="0"/>
                    <a:pt x="1" y="475"/>
                    <a:pt x="1" y="1059"/>
                  </a:cubicBezTo>
                  <a:cubicBezTo>
                    <a:pt x="1" y="1643"/>
                    <a:pt x="475" y="2118"/>
                    <a:pt x="1059" y="2118"/>
                  </a:cubicBezTo>
                  <a:cubicBezTo>
                    <a:pt x="1202" y="2118"/>
                    <a:pt x="1339" y="2090"/>
                    <a:pt x="1461" y="2037"/>
                  </a:cubicBezTo>
                  <a:cubicBezTo>
                    <a:pt x="1076" y="1880"/>
                    <a:pt x="804" y="1501"/>
                    <a:pt x="804" y="1059"/>
                  </a:cubicBezTo>
                  <a:cubicBezTo>
                    <a:pt x="804" y="615"/>
                    <a:pt x="1076" y="237"/>
                    <a:pt x="1461" y="80"/>
                  </a:cubicBezTo>
                  <a:cubicBezTo>
                    <a:pt x="1339" y="29"/>
                    <a:pt x="1202" y="0"/>
                    <a:pt x="1059"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9" name="Google Shape;5329;p68"/>
          <p:cNvGrpSpPr/>
          <p:nvPr/>
        </p:nvGrpSpPr>
        <p:grpSpPr>
          <a:xfrm>
            <a:off x="4390746" y="3512983"/>
            <a:ext cx="362457" cy="384081"/>
            <a:chOff x="1634439" y="2646083"/>
            <a:chExt cx="314988" cy="333781"/>
          </a:xfrm>
        </p:grpSpPr>
        <p:sp>
          <p:nvSpPr>
            <p:cNvPr id="5330" name="Google Shape;5330;p68"/>
            <p:cNvSpPr/>
            <p:nvPr/>
          </p:nvSpPr>
          <p:spPr>
            <a:xfrm>
              <a:off x="1900561" y="2876191"/>
              <a:ext cx="48866" cy="58862"/>
            </a:xfrm>
            <a:custGeom>
              <a:avLst/>
              <a:gdLst/>
              <a:ahLst/>
              <a:cxnLst/>
              <a:rect l="l" t="t" r="r" b="b"/>
              <a:pathLst>
                <a:path w="1711" h="2061" extrusionOk="0">
                  <a:moveTo>
                    <a:pt x="1303" y="0"/>
                  </a:moveTo>
                  <a:cubicBezTo>
                    <a:pt x="1231" y="0"/>
                    <a:pt x="1159" y="31"/>
                    <a:pt x="1108" y="96"/>
                  </a:cubicBezTo>
                  <a:cubicBezTo>
                    <a:pt x="1052" y="169"/>
                    <a:pt x="982" y="231"/>
                    <a:pt x="897" y="260"/>
                  </a:cubicBezTo>
                  <a:cubicBezTo>
                    <a:pt x="608" y="361"/>
                    <a:pt x="360" y="549"/>
                    <a:pt x="497" y="896"/>
                  </a:cubicBezTo>
                  <a:cubicBezTo>
                    <a:pt x="634" y="1244"/>
                    <a:pt x="0" y="1730"/>
                    <a:pt x="634" y="2029"/>
                  </a:cubicBezTo>
                  <a:cubicBezTo>
                    <a:pt x="680" y="2051"/>
                    <a:pt x="726" y="2061"/>
                    <a:pt x="772" y="2061"/>
                  </a:cubicBezTo>
                  <a:cubicBezTo>
                    <a:pt x="1250" y="2061"/>
                    <a:pt x="1711" y="968"/>
                    <a:pt x="1537" y="187"/>
                  </a:cubicBezTo>
                  <a:cubicBezTo>
                    <a:pt x="1511" y="67"/>
                    <a:pt x="1408" y="0"/>
                    <a:pt x="1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1" name="Google Shape;5331;p68"/>
            <p:cNvSpPr/>
            <p:nvPr/>
          </p:nvSpPr>
          <p:spPr>
            <a:xfrm>
              <a:off x="1634439" y="2646083"/>
              <a:ext cx="311390" cy="333781"/>
            </a:xfrm>
            <a:custGeom>
              <a:avLst/>
              <a:gdLst/>
              <a:ahLst/>
              <a:cxnLst/>
              <a:rect l="l" t="t" r="r" b="b"/>
              <a:pathLst>
                <a:path w="10903" h="11687" extrusionOk="0">
                  <a:moveTo>
                    <a:pt x="4429" y="0"/>
                  </a:moveTo>
                  <a:cubicBezTo>
                    <a:pt x="4402" y="0"/>
                    <a:pt x="4375" y="4"/>
                    <a:pt x="4347" y="11"/>
                  </a:cubicBezTo>
                  <a:cubicBezTo>
                    <a:pt x="4106" y="73"/>
                    <a:pt x="3783" y="235"/>
                    <a:pt x="3140" y="292"/>
                  </a:cubicBezTo>
                  <a:cubicBezTo>
                    <a:pt x="2045" y="392"/>
                    <a:pt x="2492" y="889"/>
                    <a:pt x="1662" y="1323"/>
                  </a:cubicBezTo>
                  <a:cubicBezTo>
                    <a:pt x="831" y="1756"/>
                    <a:pt x="0" y="3016"/>
                    <a:pt x="831" y="4376"/>
                  </a:cubicBezTo>
                  <a:cubicBezTo>
                    <a:pt x="1291" y="5131"/>
                    <a:pt x="1820" y="5338"/>
                    <a:pt x="2303" y="5338"/>
                  </a:cubicBezTo>
                  <a:cubicBezTo>
                    <a:pt x="2693" y="5338"/>
                    <a:pt x="3053" y="5204"/>
                    <a:pt x="3325" y="5115"/>
                  </a:cubicBezTo>
                  <a:cubicBezTo>
                    <a:pt x="3469" y="5068"/>
                    <a:pt x="3597" y="5048"/>
                    <a:pt x="3713" y="5048"/>
                  </a:cubicBezTo>
                  <a:cubicBezTo>
                    <a:pt x="4085" y="5048"/>
                    <a:pt x="4322" y="5259"/>
                    <a:pt x="4531" y="5477"/>
                  </a:cubicBezTo>
                  <a:cubicBezTo>
                    <a:pt x="4805" y="5761"/>
                    <a:pt x="4270" y="5887"/>
                    <a:pt x="4882" y="6871"/>
                  </a:cubicBezTo>
                  <a:cubicBezTo>
                    <a:pt x="5262" y="7485"/>
                    <a:pt x="5116" y="7996"/>
                    <a:pt x="4955" y="8295"/>
                  </a:cubicBezTo>
                  <a:cubicBezTo>
                    <a:pt x="4851" y="8482"/>
                    <a:pt x="4873" y="8712"/>
                    <a:pt x="4997" y="8883"/>
                  </a:cubicBezTo>
                  <a:cubicBezTo>
                    <a:pt x="5627" y="9743"/>
                    <a:pt x="4984" y="9710"/>
                    <a:pt x="5590" y="10397"/>
                  </a:cubicBezTo>
                  <a:cubicBezTo>
                    <a:pt x="6264" y="11156"/>
                    <a:pt x="5879" y="11578"/>
                    <a:pt x="6200" y="11667"/>
                  </a:cubicBezTo>
                  <a:cubicBezTo>
                    <a:pt x="6248" y="11680"/>
                    <a:pt x="6295" y="11686"/>
                    <a:pt x="6341" y="11686"/>
                  </a:cubicBezTo>
                  <a:cubicBezTo>
                    <a:pt x="6607" y="11686"/>
                    <a:pt x="6864" y="11493"/>
                    <a:pt x="7383" y="11344"/>
                  </a:cubicBezTo>
                  <a:cubicBezTo>
                    <a:pt x="7991" y="11171"/>
                    <a:pt x="7880" y="10324"/>
                    <a:pt x="8192" y="10024"/>
                  </a:cubicBezTo>
                  <a:cubicBezTo>
                    <a:pt x="8502" y="9725"/>
                    <a:pt x="8528" y="9440"/>
                    <a:pt x="8480" y="9053"/>
                  </a:cubicBezTo>
                  <a:cubicBezTo>
                    <a:pt x="8429" y="8666"/>
                    <a:pt x="9676" y="8379"/>
                    <a:pt x="9240" y="7521"/>
                  </a:cubicBezTo>
                  <a:cubicBezTo>
                    <a:pt x="8803" y="6661"/>
                    <a:pt x="9797" y="5924"/>
                    <a:pt x="10227" y="5590"/>
                  </a:cubicBezTo>
                  <a:cubicBezTo>
                    <a:pt x="10664" y="5258"/>
                    <a:pt x="10903" y="4361"/>
                    <a:pt x="10888" y="4219"/>
                  </a:cubicBezTo>
                  <a:cubicBezTo>
                    <a:pt x="10884" y="4184"/>
                    <a:pt x="10853" y="4170"/>
                    <a:pt x="10802" y="4170"/>
                  </a:cubicBezTo>
                  <a:cubicBezTo>
                    <a:pt x="10649" y="4170"/>
                    <a:pt x="10318" y="4295"/>
                    <a:pt x="10006" y="4352"/>
                  </a:cubicBezTo>
                  <a:cubicBezTo>
                    <a:pt x="9983" y="4356"/>
                    <a:pt x="9960" y="4358"/>
                    <a:pt x="9937" y="4358"/>
                  </a:cubicBezTo>
                  <a:cubicBezTo>
                    <a:pt x="9821" y="4358"/>
                    <a:pt x="9701" y="4311"/>
                    <a:pt x="9588" y="4235"/>
                  </a:cubicBezTo>
                  <a:cubicBezTo>
                    <a:pt x="9424" y="4693"/>
                    <a:pt x="9085" y="5070"/>
                    <a:pt x="8652" y="5283"/>
                  </a:cubicBezTo>
                  <a:cubicBezTo>
                    <a:pt x="8599" y="5307"/>
                    <a:pt x="8555" y="5349"/>
                    <a:pt x="8526" y="5398"/>
                  </a:cubicBezTo>
                  <a:lnTo>
                    <a:pt x="7936" y="6442"/>
                  </a:lnTo>
                  <a:cubicBezTo>
                    <a:pt x="7915" y="6481"/>
                    <a:pt x="7876" y="6500"/>
                    <a:pt x="7836" y="6500"/>
                  </a:cubicBezTo>
                  <a:cubicBezTo>
                    <a:pt x="7797" y="6500"/>
                    <a:pt x="7756" y="6481"/>
                    <a:pt x="7734" y="6442"/>
                  </a:cubicBezTo>
                  <a:lnTo>
                    <a:pt x="7146" y="5398"/>
                  </a:lnTo>
                  <a:cubicBezTo>
                    <a:pt x="7115" y="5349"/>
                    <a:pt x="7073" y="5307"/>
                    <a:pt x="7020" y="5283"/>
                  </a:cubicBezTo>
                  <a:cubicBezTo>
                    <a:pt x="6412" y="4986"/>
                    <a:pt x="5992" y="4372"/>
                    <a:pt x="5974" y="3655"/>
                  </a:cubicBezTo>
                  <a:cubicBezTo>
                    <a:pt x="5950" y="2621"/>
                    <a:pt x="6757" y="1772"/>
                    <a:pt x="7790" y="1751"/>
                  </a:cubicBezTo>
                  <a:cubicBezTo>
                    <a:pt x="7810" y="1750"/>
                    <a:pt x="7829" y="1750"/>
                    <a:pt x="7849" y="1750"/>
                  </a:cubicBezTo>
                  <a:cubicBezTo>
                    <a:pt x="7996" y="1750"/>
                    <a:pt x="8141" y="1768"/>
                    <a:pt x="8278" y="1802"/>
                  </a:cubicBezTo>
                  <a:cubicBezTo>
                    <a:pt x="8272" y="1760"/>
                    <a:pt x="8278" y="1714"/>
                    <a:pt x="8287" y="1661"/>
                  </a:cubicBezTo>
                  <a:cubicBezTo>
                    <a:pt x="8356" y="1333"/>
                    <a:pt x="8344" y="1011"/>
                    <a:pt x="8032" y="1011"/>
                  </a:cubicBezTo>
                  <a:cubicBezTo>
                    <a:pt x="7973" y="1011"/>
                    <a:pt x="7903" y="1022"/>
                    <a:pt x="7821" y="1048"/>
                  </a:cubicBezTo>
                  <a:cubicBezTo>
                    <a:pt x="7694" y="1086"/>
                    <a:pt x="7579" y="1102"/>
                    <a:pt x="7474" y="1102"/>
                  </a:cubicBezTo>
                  <a:cubicBezTo>
                    <a:pt x="7151" y="1102"/>
                    <a:pt x="6913" y="952"/>
                    <a:pt x="6649" y="840"/>
                  </a:cubicBezTo>
                  <a:cubicBezTo>
                    <a:pt x="6590" y="814"/>
                    <a:pt x="6543" y="804"/>
                    <a:pt x="6503" y="804"/>
                  </a:cubicBezTo>
                  <a:cubicBezTo>
                    <a:pt x="6308" y="804"/>
                    <a:pt x="6288" y="1061"/>
                    <a:pt x="5904" y="1172"/>
                  </a:cubicBezTo>
                  <a:cubicBezTo>
                    <a:pt x="5849" y="1188"/>
                    <a:pt x="5797" y="1195"/>
                    <a:pt x="5748" y="1195"/>
                  </a:cubicBezTo>
                  <a:cubicBezTo>
                    <a:pt x="5388" y="1195"/>
                    <a:pt x="5194" y="809"/>
                    <a:pt x="4924" y="757"/>
                  </a:cubicBezTo>
                  <a:cubicBezTo>
                    <a:pt x="4758" y="725"/>
                    <a:pt x="4740" y="537"/>
                    <a:pt x="4758" y="369"/>
                  </a:cubicBezTo>
                  <a:cubicBezTo>
                    <a:pt x="4780" y="167"/>
                    <a:pt x="4620" y="0"/>
                    <a:pt x="44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2" name="Google Shape;5332;p68"/>
            <p:cNvSpPr/>
            <p:nvPr/>
          </p:nvSpPr>
          <p:spPr>
            <a:xfrm>
              <a:off x="1634524" y="2680098"/>
              <a:ext cx="225795" cy="299680"/>
            </a:xfrm>
            <a:custGeom>
              <a:avLst/>
              <a:gdLst/>
              <a:ahLst/>
              <a:cxnLst/>
              <a:rect l="l" t="t" r="r" b="b"/>
              <a:pathLst>
                <a:path w="7906" h="10493" extrusionOk="0">
                  <a:moveTo>
                    <a:pt x="1870" y="1"/>
                  </a:moveTo>
                  <a:lnTo>
                    <a:pt x="1870" y="1"/>
                  </a:lnTo>
                  <a:cubicBezTo>
                    <a:pt x="1812" y="45"/>
                    <a:pt x="1743" y="87"/>
                    <a:pt x="1662" y="129"/>
                  </a:cubicBezTo>
                  <a:cubicBezTo>
                    <a:pt x="832" y="563"/>
                    <a:pt x="1" y="1823"/>
                    <a:pt x="832" y="3183"/>
                  </a:cubicBezTo>
                  <a:cubicBezTo>
                    <a:pt x="1292" y="3938"/>
                    <a:pt x="1822" y="4144"/>
                    <a:pt x="2306" y="4144"/>
                  </a:cubicBezTo>
                  <a:cubicBezTo>
                    <a:pt x="2695" y="4144"/>
                    <a:pt x="3055" y="4011"/>
                    <a:pt x="3325" y="3922"/>
                  </a:cubicBezTo>
                  <a:cubicBezTo>
                    <a:pt x="3471" y="3875"/>
                    <a:pt x="3599" y="3854"/>
                    <a:pt x="3715" y="3854"/>
                  </a:cubicBezTo>
                  <a:cubicBezTo>
                    <a:pt x="4087" y="3854"/>
                    <a:pt x="4325" y="4065"/>
                    <a:pt x="4534" y="4284"/>
                  </a:cubicBezTo>
                  <a:cubicBezTo>
                    <a:pt x="4808" y="4569"/>
                    <a:pt x="4271" y="4695"/>
                    <a:pt x="4883" y="5677"/>
                  </a:cubicBezTo>
                  <a:cubicBezTo>
                    <a:pt x="5264" y="6292"/>
                    <a:pt x="5118" y="6803"/>
                    <a:pt x="4956" y="7101"/>
                  </a:cubicBezTo>
                  <a:cubicBezTo>
                    <a:pt x="4853" y="7289"/>
                    <a:pt x="4874" y="7519"/>
                    <a:pt x="4999" y="7690"/>
                  </a:cubicBezTo>
                  <a:cubicBezTo>
                    <a:pt x="5629" y="8550"/>
                    <a:pt x="4985" y="8516"/>
                    <a:pt x="5593" y="9204"/>
                  </a:cubicBezTo>
                  <a:cubicBezTo>
                    <a:pt x="6266" y="9963"/>
                    <a:pt x="5879" y="10385"/>
                    <a:pt x="6203" y="10474"/>
                  </a:cubicBezTo>
                  <a:cubicBezTo>
                    <a:pt x="6250" y="10487"/>
                    <a:pt x="6296" y="10493"/>
                    <a:pt x="6342" y="10493"/>
                  </a:cubicBezTo>
                  <a:cubicBezTo>
                    <a:pt x="6607" y="10493"/>
                    <a:pt x="6864" y="10300"/>
                    <a:pt x="7384" y="10149"/>
                  </a:cubicBezTo>
                  <a:cubicBezTo>
                    <a:pt x="7694" y="10062"/>
                    <a:pt x="7818" y="9797"/>
                    <a:pt x="7906" y="9520"/>
                  </a:cubicBezTo>
                  <a:lnTo>
                    <a:pt x="7906" y="9520"/>
                  </a:lnTo>
                  <a:cubicBezTo>
                    <a:pt x="7653" y="9625"/>
                    <a:pt x="7478" y="9712"/>
                    <a:pt x="7300" y="9712"/>
                  </a:cubicBezTo>
                  <a:cubicBezTo>
                    <a:pt x="7253" y="9712"/>
                    <a:pt x="7206" y="9706"/>
                    <a:pt x="7157" y="9693"/>
                  </a:cubicBezTo>
                  <a:cubicBezTo>
                    <a:pt x="6834" y="9607"/>
                    <a:pt x="7219" y="9182"/>
                    <a:pt x="6549" y="8422"/>
                  </a:cubicBezTo>
                  <a:cubicBezTo>
                    <a:pt x="5942" y="7736"/>
                    <a:pt x="6586" y="7773"/>
                    <a:pt x="5956" y="6909"/>
                  </a:cubicBezTo>
                  <a:cubicBezTo>
                    <a:pt x="5830" y="6739"/>
                    <a:pt x="5810" y="6507"/>
                    <a:pt x="5912" y="6321"/>
                  </a:cubicBezTo>
                  <a:cubicBezTo>
                    <a:pt x="6073" y="6022"/>
                    <a:pt x="6217" y="5511"/>
                    <a:pt x="5839" y="4897"/>
                  </a:cubicBezTo>
                  <a:cubicBezTo>
                    <a:pt x="5230" y="3913"/>
                    <a:pt x="5764" y="3787"/>
                    <a:pt x="5491" y="3502"/>
                  </a:cubicBezTo>
                  <a:cubicBezTo>
                    <a:pt x="5282" y="3284"/>
                    <a:pt x="5044" y="3073"/>
                    <a:pt x="4672" y="3073"/>
                  </a:cubicBezTo>
                  <a:cubicBezTo>
                    <a:pt x="4556" y="3073"/>
                    <a:pt x="4427" y="3094"/>
                    <a:pt x="4282" y="3141"/>
                  </a:cubicBezTo>
                  <a:cubicBezTo>
                    <a:pt x="4010" y="3230"/>
                    <a:pt x="3650" y="3363"/>
                    <a:pt x="3261" y="3363"/>
                  </a:cubicBezTo>
                  <a:cubicBezTo>
                    <a:pt x="2777" y="3363"/>
                    <a:pt x="2248" y="3157"/>
                    <a:pt x="1788" y="2402"/>
                  </a:cubicBezTo>
                  <a:cubicBezTo>
                    <a:pt x="1228" y="1480"/>
                    <a:pt x="1425" y="607"/>
                    <a:pt x="1870"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3" name="Google Shape;5333;p68"/>
            <p:cNvSpPr/>
            <p:nvPr/>
          </p:nvSpPr>
          <p:spPr>
            <a:xfrm>
              <a:off x="1804142" y="2695691"/>
              <a:ext cx="107557" cy="136488"/>
            </a:xfrm>
            <a:custGeom>
              <a:avLst/>
              <a:gdLst/>
              <a:ahLst/>
              <a:cxnLst/>
              <a:rect l="l" t="t" r="r" b="b"/>
              <a:pathLst>
                <a:path w="3766" h="4779" extrusionOk="0">
                  <a:moveTo>
                    <a:pt x="1892" y="0"/>
                  </a:moveTo>
                  <a:cubicBezTo>
                    <a:pt x="1878" y="0"/>
                    <a:pt x="1865" y="1"/>
                    <a:pt x="1852" y="1"/>
                  </a:cubicBezTo>
                  <a:cubicBezTo>
                    <a:pt x="813" y="25"/>
                    <a:pt x="1" y="877"/>
                    <a:pt x="26" y="1916"/>
                  </a:cubicBezTo>
                  <a:cubicBezTo>
                    <a:pt x="45" y="2635"/>
                    <a:pt x="466" y="3254"/>
                    <a:pt x="1076" y="3552"/>
                  </a:cubicBezTo>
                  <a:cubicBezTo>
                    <a:pt x="1127" y="3577"/>
                    <a:pt x="1171" y="3619"/>
                    <a:pt x="1200" y="3668"/>
                  </a:cubicBezTo>
                  <a:lnTo>
                    <a:pt x="1792" y="4718"/>
                  </a:lnTo>
                  <a:cubicBezTo>
                    <a:pt x="1814" y="4758"/>
                    <a:pt x="1854" y="4778"/>
                    <a:pt x="1893" y="4778"/>
                  </a:cubicBezTo>
                  <a:cubicBezTo>
                    <a:pt x="1932" y="4778"/>
                    <a:pt x="1971" y="4758"/>
                    <a:pt x="1994" y="4718"/>
                  </a:cubicBezTo>
                  <a:lnTo>
                    <a:pt x="2586" y="3668"/>
                  </a:lnTo>
                  <a:cubicBezTo>
                    <a:pt x="2615" y="3619"/>
                    <a:pt x="2659" y="3577"/>
                    <a:pt x="2712" y="3552"/>
                  </a:cubicBezTo>
                  <a:cubicBezTo>
                    <a:pt x="3334" y="3249"/>
                    <a:pt x="3763" y="2610"/>
                    <a:pt x="3763" y="1870"/>
                  </a:cubicBezTo>
                  <a:cubicBezTo>
                    <a:pt x="3765" y="839"/>
                    <a:pt x="2925" y="0"/>
                    <a:pt x="18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4" name="Google Shape;5334;p68"/>
            <p:cNvSpPr/>
            <p:nvPr/>
          </p:nvSpPr>
          <p:spPr>
            <a:xfrm>
              <a:off x="1804142" y="2695691"/>
              <a:ext cx="65574" cy="136488"/>
            </a:xfrm>
            <a:custGeom>
              <a:avLst/>
              <a:gdLst/>
              <a:ahLst/>
              <a:cxnLst/>
              <a:rect l="l" t="t" r="r" b="b"/>
              <a:pathLst>
                <a:path w="2296" h="4779" extrusionOk="0">
                  <a:moveTo>
                    <a:pt x="1877" y="1"/>
                  </a:moveTo>
                  <a:cubicBezTo>
                    <a:pt x="1869" y="1"/>
                    <a:pt x="1860" y="1"/>
                    <a:pt x="1852" y="1"/>
                  </a:cubicBezTo>
                  <a:cubicBezTo>
                    <a:pt x="813" y="25"/>
                    <a:pt x="1" y="877"/>
                    <a:pt x="26" y="1916"/>
                  </a:cubicBezTo>
                  <a:cubicBezTo>
                    <a:pt x="43" y="2635"/>
                    <a:pt x="466" y="3254"/>
                    <a:pt x="1076" y="3552"/>
                  </a:cubicBezTo>
                  <a:cubicBezTo>
                    <a:pt x="1127" y="3577"/>
                    <a:pt x="1171" y="3619"/>
                    <a:pt x="1200" y="3668"/>
                  </a:cubicBezTo>
                  <a:lnTo>
                    <a:pt x="1792" y="4718"/>
                  </a:lnTo>
                  <a:cubicBezTo>
                    <a:pt x="1814" y="4758"/>
                    <a:pt x="1854" y="4778"/>
                    <a:pt x="1893" y="4778"/>
                  </a:cubicBezTo>
                  <a:cubicBezTo>
                    <a:pt x="1932" y="4778"/>
                    <a:pt x="1971" y="4758"/>
                    <a:pt x="1994" y="4718"/>
                  </a:cubicBezTo>
                  <a:lnTo>
                    <a:pt x="2295" y="4185"/>
                  </a:lnTo>
                  <a:lnTo>
                    <a:pt x="2009" y="3668"/>
                  </a:lnTo>
                  <a:cubicBezTo>
                    <a:pt x="1980" y="3619"/>
                    <a:pt x="1936" y="3577"/>
                    <a:pt x="1883" y="3552"/>
                  </a:cubicBezTo>
                  <a:cubicBezTo>
                    <a:pt x="1273" y="3256"/>
                    <a:pt x="850" y="2637"/>
                    <a:pt x="833" y="1916"/>
                  </a:cubicBezTo>
                  <a:cubicBezTo>
                    <a:pt x="811" y="1001"/>
                    <a:pt x="1437" y="233"/>
                    <a:pt x="2295" y="45"/>
                  </a:cubicBezTo>
                  <a:cubicBezTo>
                    <a:pt x="2161" y="15"/>
                    <a:pt x="2020" y="1"/>
                    <a:pt x="1877"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5" name="Google Shape;5335;p68"/>
            <p:cNvSpPr/>
            <p:nvPr/>
          </p:nvSpPr>
          <p:spPr>
            <a:xfrm>
              <a:off x="1824991" y="2718739"/>
              <a:ext cx="66716" cy="60747"/>
            </a:xfrm>
            <a:custGeom>
              <a:avLst/>
              <a:gdLst/>
              <a:ahLst/>
              <a:cxnLst/>
              <a:rect l="l" t="t" r="r" b="b"/>
              <a:pathLst>
                <a:path w="2336" h="2127" extrusionOk="0">
                  <a:moveTo>
                    <a:pt x="1168" y="0"/>
                  </a:moveTo>
                  <a:cubicBezTo>
                    <a:pt x="896" y="0"/>
                    <a:pt x="623" y="104"/>
                    <a:pt x="415" y="311"/>
                  </a:cubicBezTo>
                  <a:cubicBezTo>
                    <a:pt x="1" y="725"/>
                    <a:pt x="1" y="1399"/>
                    <a:pt x="415" y="1815"/>
                  </a:cubicBezTo>
                  <a:cubicBezTo>
                    <a:pt x="623" y="2023"/>
                    <a:pt x="896" y="2126"/>
                    <a:pt x="1168" y="2126"/>
                  </a:cubicBezTo>
                  <a:cubicBezTo>
                    <a:pt x="1440" y="2126"/>
                    <a:pt x="1712" y="2023"/>
                    <a:pt x="1920" y="1815"/>
                  </a:cubicBezTo>
                  <a:cubicBezTo>
                    <a:pt x="2336" y="1399"/>
                    <a:pt x="2336" y="725"/>
                    <a:pt x="1920" y="311"/>
                  </a:cubicBezTo>
                  <a:cubicBezTo>
                    <a:pt x="1712" y="104"/>
                    <a:pt x="1440" y="0"/>
                    <a:pt x="116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6" name="Google Shape;5336;p68"/>
            <p:cNvSpPr/>
            <p:nvPr/>
          </p:nvSpPr>
          <p:spPr>
            <a:xfrm>
              <a:off x="1827875" y="2718739"/>
              <a:ext cx="41955" cy="60776"/>
            </a:xfrm>
            <a:custGeom>
              <a:avLst/>
              <a:gdLst/>
              <a:ahLst/>
              <a:cxnLst/>
              <a:rect l="l" t="t" r="r" b="b"/>
              <a:pathLst>
                <a:path w="1469" h="2128" extrusionOk="0">
                  <a:moveTo>
                    <a:pt x="1063" y="1"/>
                  </a:moveTo>
                  <a:cubicBezTo>
                    <a:pt x="477" y="1"/>
                    <a:pt x="0" y="477"/>
                    <a:pt x="0" y="1063"/>
                  </a:cubicBezTo>
                  <a:cubicBezTo>
                    <a:pt x="0" y="1649"/>
                    <a:pt x="477" y="2128"/>
                    <a:pt x="1063" y="2128"/>
                  </a:cubicBezTo>
                  <a:cubicBezTo>
                    <a:pt x="1207" y="2128"/>
                    <a:pt x="1342" y="2100"/>
                    <a:pt x="1468" y="2047"/>
                  </a:cubicBezTo>
                  <a:cubicBezTo>
                    <a:pt x="1079" y="1890"/>
                    <a:pt x="807" y="1509"/>
                    <a:pt x="807" y="1063"/>
                  </a:cubicBezTo>
                  <a:cubicBezTo>
                    <a:pt x="807" y="618"/>
                    <a:pt x="1079" y="240"/>
                    <a:pt x="1468" y="79"/>
                  </a:cubicBezTo>
                  <a:cubicBezTo>
                    <a:pt x="1342" y="30"/>
                    <a:pt x="1207" y="1"/>
                    <a:pt x="1063"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37" name="Google Shape;5337;p68"/>
          <p:cNvGrpSpPr/>
          <p:nvPr/>
        </p:nvGrpSpPr>
        <p:grpSpPr>
          <a:xfrm>
            <a:off x="5460758" y="1957196"/>
            <a:ext cx="304058" cy="384213"/>
            <a:chOff x="872858" y="2646083"/>
            <a:chExt cx="264237" cy="333895"/>
          </a:xfrm>
        </p:grpSpPr>
        <p:sp>
          <p:nvSpPr>
            <p:cNvPr id="5338" name="Google Shape;5338;p68"/>
            <p:cNvSpPr/>
            <p:nvPr/>
          </p:nvSpPr>
          <p:spPr>
            <a:xfrm>
              <a:off x="872972" y="2646168"/>
              <a:ext cx="264123" cy="333809"/>
            </a:xfrm>
            <a:custGeom>
              <a:avLst/>
              <a:gdLst/>
              <a:ahLst/>
              <a:cxnLst/>
              <a:rect l="l" t="t" r="r" b="b"/>
              <a:pathLst>
                <a:path w="9248" h="11688" extrusionOk="0">
                  <a:moveTo>
                    <a:pt x="233" y="1"/>
                  </a:moveTo>
                  <a:cubicBezTo>
                    <a:pt x="104" y="1"/>
                    <a:pt x="0" y="126"/>
                    <a:pt x="45" y="260"/>
                  </a:cubicBezTo>
                  <a:cubicBezTo>
                    <a:pt x="198" y="736"/>
                    <a:pt x="237" y="1346"/>
                    <a:pt x="901" y="2027"/>
                  </a:cubicBezTo>
                  <a:cubicBezTo>
                    <a:pt x="1732" y="2883"/>
                    <a:pt x="2723" y="2635"/>
                    <a:pt x="2836" y="2984"/>
                  </a:cubicBezTo>
                  <a:cubicBezTo>
                    <a:pt x="2948" y="3330"/>
                    <a:pt x="3431" y="3245"/>
                    <a:pt x="3753" y="3641"/>
                  </a:cubicBezTo>
                  <a:cubicBezTo>
                    <a:pt x="4074" y="4039"/>
                    <a:pt x="3567" y="4323"/>
                    <a:pt x="3468" y="5019"/>
                  </a:cubicBezTo>
                  <a:cubicBezTo>
                    <a:pt x="3368" y="5713"/>
                    <a:pt x="4001" y="5976"/>
                    <a:pt x="4521" y="6312"/>
                  </a:cubicBezTo>
                  <a:cubicBezTo>
                    <a:pt x="5042" y="6646"/>
                    <a:pt x="5116" y="7093"/>
                    <a:pt x="5005" y="7440"/>
                  </a:cubicBezTo>
                  <a:cubicBezTo>
                    <a:pt x="4894" y="7787"/>
                    <a:pt x="4956" y="8358"/>
                    <a:pt x="5031" y="8867"/>
                  </a:cubicBezTo>
                  <a:cubicBezTo>
                    <a:pt x="5106" y="9375"/>
                    <a:pt x="4980" y="10047"/>
                    <a:pt x="4883" y="10368"/>
                  </a:cubicBezTo>
                  <a:cubicBezTo>
                    <a:pt x="4784" y="10689"/>
                    <a:pt x="4932" y="11460"/>
                    <a:pt x="5514" y="11644"/>
                  </a:cubicBezTo>
                  <a:cubicBezTo>
                    <a:pt x="5611" y="11675"/>
                    <a:pt x="5697" y="11688"/>
                    <a:pt x="5772" y="11688"/>
                  </a:cubicBezTo>
                  <a:cubicBezTo>
                    <a:pt x="6153" y="11688"/>
                    <a:pt x="6251" y="11354"/>
                    <a:pt x="5962" y="11261"/>
                  </a:cubicBezTo>
                  <a:cubicBezTo>
                    <a:pt x="5615" y="11149"/>
                    <a:pt x="5640" y="10604"/>
                    <a:pt x="5726" y="9921"/>
                  </a:cubicBezTo>
                  <a:cubicBezTo>
                    <a:pt x="5814" y="9238"/>
                    <a:pt x="6484" y="9647"/>
                    <a:pt x="6770" y="8741"/>
                  </a:cubicBezTo>
                  <a:cubicBezTo>
                    <a:pt x="7055" y="7836"/>
                    <a:pt x="7798" y="8283"/>
                    <a:pt x="8048" y="7252"/>
                  </a:cubicBezTo>
                  <a:cubicBezTo>
                    <a:pt x="8297" y="6220"/>
                    <a:pt x="8979" y="6010"/>
                    <a:pt x="9116" y="5464"/>
                  </a:cubicBezTo>
                  <a:cubicBezTo>
                    <a:pt x="9248" y="4915"/>
                    <a:pt x="9012" y="4791"/>
                    <a:pt x="8180" y="4606"/>
                  </a:cubicBezTo>
                  <a:cubicBezTo>
                    <a:pt x="7820" y="4526"/>
                    <a:pt x="7680" y="4294"/>
                    <a:pt x="7588" y="4061"/>
                  </a:cubicBezTo>
                  <a:cubicBezTo>
                    <a:pt x="7561" y="4077"/>
                    <a:pt x="7534" y="4090"/>
                    <a:pt x="7504" y="4104"/>
                  </a:cubicBezTo>
                  <a:cubicBezTo>
                    <a:pt x="7451" y="4130"/>
                    <a:pt x="7408" y="4170"/>
                    <a:pt x="7382" y="4221"/>
                  </a:cubicBezTo>
                  <a:lnTo>
                    <a:pt x="6794" y="5260"/>
                  </a:lnTo>
                  <a:cubicBezTo>
                    <a:pt x="6773" y="5299"/>
                    <a:pt x="6734" y="5319"/>
                    <a:pt x="6694" y="5319"/>
                  </a:cubicBezTo>
                  <a:cubicBezTo>
                    <a:pt x="6655" y="5319"/>
                    <a:pt x="6615" y="5299"/>
                    <a:pt x="6593" y="5260"/>
                  </a:cubicBezTo>
                  <a:lnTo>
                    <a:pt x="6007" y="4221"/>
                  </a:lnTo>
                  <a:cubicBezTo>
                    <a:pt x="5978" y="4170"/>
                    <a:pt x="5934" y="4130"/>
                    <a:pt x="5885" y="4104"/>
                  </a:cubicBezTo>
                  <a:cubicBezTo>
                    <a:pt x="5368" y="3852"/>
                    <a:pt x="4985" y="3367"/>
                    <a:pt x="4875" y="2788"/>
                  </a:cubicBezTo>
                  <a:cubicBezTo>
                    <a:pt x="4793" y="2836"/>
                    <a:pt x="4750" y="2881"/>
                    <a:pt x="4750" y="2881"/>
                  </a:cubicBezTo>
                  <a:cubicBezTo>
                    <a:pt x="4554" y="3074"/>
                    <a:pt x="4428" y="3140"/>
                    <a:pt x="4337" y="3140"/>
                  </a:cubicBezTo>
                  <a:cubicBezTo>
                    <a:pt x="4144" y="3140"/>
                    <a:pt x="4111" y="2842"/>
                    <a:pt x="3905" y="2842"/>
                  </a:cubicBezTo>
                  <a:cubicBezTo>
                    <a:pt x="3878" y="2842"/>
                    <a:pt x="3849" y="2847"/>
                    <a:pt x="3817" y="2858"/>
                  </a:cubicBezTo>
                  <a:cubicBezTo>
                    <a:pt x="3768" y="2874"/>
                    <a:pt x="3725" y="2881"/>
                    <a:pt x="3685" y="2881"/>
                  </a:cubicBezTo>
                  <a:cubicBezTo>
                    <a:pt x="3387" y="2881"/>
                    <a:pt x="3313" y="2470"/>
                    <a:pt x="3271" y="2262"/>
                  </a:cubicBezTo>
                  <a:cubicBezTo>
                    <a:pt x="3232" y="2078"/>
                    <a:pt x="3033" y="1961"/>
                    <a:pt x="2692" y="1961"/>
                  </a:cubicBezTo>
                  <a:cubicBezTo>
                    <a:pt x="2597" y="1961"/>
                    <a:pt x="2492" y="1970"/>
                    <a:pt x="2376" y="1989"/>
                  </a:cubicBezTo>
                  <a:cubicBezTo>
                    <a:pt x="2351" y="1993"/>
                    <a:pt x="2328" y="1995"/>
                    <a:pt x="2305" y="1995"/>
                  </a:cubicBezTo>
                  <a:cubicBezTo>
                    <a:pt x="1845" y="1995"/>
                    <a:pt x="1863" y="1175"/>
                    <a:pt x="1756" y="995"/>
                  </a:cubicBezTo>
                  <a:cubicBezTo>
                    <a:pt x="1644" y="809"/>
                    <a:pt x="1323" y="1083"/>
                    <a:pt x="1086" y="563"/>
                  </a:cubicBezTo>
                  <a:cubicBezTo>
                    <a:pt x="950" y="265"/>
                    <a:pt x="583" y="99"/>
                    <a:pt x="291" y="10"/>
                  </a:cubicBezTo>
                  <a:cubicBezTo>
                    <a:pt x="272" y="4"/>
                    <a:pt x="252" y="1"/>
                    <a:pt x="2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9" name="Google Shape;5339;p68"/>
            <p:cNvSpPr/>
            <p:nvPr/>
          </p:nvSpPr>
          <p:spPr>
            <a:xfrm>
              <a:off x="872858" y="2646083"/>
              <a:ext cx="178614" cy="333752"/>
            </a:xfrm>
            <a:custGeom>
              <a:avLst/>
              <a:gdLst/>
              <a:ahLst/>
              <a:cxnLst/>
              <a:rect l="l" t="t" r="r" b="b"/>
              <a:pathLst>
                <a:path w="6254" h="11686" extrusionOk="0">
                  <a:moveTo>
                    <a:pt x="231" y="0"/>
                  </a:moveTo>
                  <a:cubicBezTo>
                    <a:pt x="104" y="0"/>
                    <a:pt x="1" y="124"/>
                    <a:pt x="43" y="257"/>
                  </a:cubicBezTo>
                  <a:cubicBezTo>
                    <a:pt x="197" y="734"/>
                    <a:pt x="235" y="1343"/>
                    <a:pt x="900" y="2026"/>
                  </a:cubicBezTo>
                  <a:cubicBezTo>
                    <a:pt x="1730" y="2882"/>
                    <a:pt x="2723" y="2632"/>
                    <a:pt x="2835" y="2983"/>
                  </a:cubicBezTo>
                  <a:cubicBezTo>
                    <a:pt x="2946" y="3330"/>
                    <a:pt x="3430" y="3242"/>
                    <a:pt x="3753" y="3640"/>
                  </a:cubicBezTo>
                  <a:cubicBezTo>
                    <a:pt x="4074" y="4036"/>
                    <a:pt x="3565" y="4321"/>
                    <a:pt x="3466" y="5018"/>
                  </a:cubicBezTo>
                  <a:cubicBezTo>
                    <a:pt x="3366" y="5712"/>
                    <a:pt x="4001" y="5973"/>
                    <a:pt x="4522" y="6309"/>
                  </a:cubicBezTo>
                  <a:cubicBezTo>
                    <a:pt x="5042" y="6645"/>
                    <a:pt x="5117" y="7092"/>
                    <a:pt x="5005" y="7439"/>
                  </a:cubicBezTo>
                  <a:cubicBezTo>
                    <a:pt x="4894" y="7786"/>
                    <a:pt x="4954" y="8356"/>
                    <a:pt x="5031" y="8865"/>
                  </a:cubicBezTo>
                  <a:cubicBezTo>
                    <a:pt x="5106" y="9374"/>
                    <a:pt x="4980" y="10044"/>
                    <a:pt x="4881" y="10367"/>
                  </a:cubicBezTo>
                  <a:cubicBezTo>
                    <a:pt x="4785" y="10689"/>
                    <a:pt x="4932" y="11457"/>
                    <a:pt x="5515" y="11642"/>
                  </a:cubicBezTo>
                  <a:cubicBezTo>
                    <a:pt x="5612" y="11673"/>
                    <a:pt x="5699" y="11686"/>
                    <a:pt x="5775" y="11686"/>
                  </a:cubicBezTo>
                  <a:cubicBezTo>
                    <a:pt x="6155" y="11686"/>
                    <a:pt x="6253" y="11353"/>
                    <a:pt x="5964" y="11258"/>
                  </a:cubicBezTo>
                  <a:cubicBezTo>
                    <a:pt x="5688" y="11171"/>
                    <a:pt x="5646" y="10807"/>
                    <a:pt x="5685" y="10322"/>
                  </a:cubicBezTo>
                  <a:cubicBezTo>
                    <a:pt x="5623" y="10103"/>
                    <a:pt x="5621" y="9885"/>
                    <a:pt x="5663" y="9747"/>
                  </a:cubicBezTo>
                  <a:cubicBezTo>
                    <a:pt x="5759" y="9424"/>
                    <a:pt x="5885" y="8754"/>
                    <a:pt x="5811" y="8244"/>
                  </a:cubicBezTo>
                  <a:cubicBezTo>
                    <a:pt x="5736" y="7735"/>
                    <a:pt x="5674" y="7165"/>
                    <a:pt x="5785" y="6818"/>
                  </a:cubicBezTo>
                  <a:cubicBezTo>
                    <a:pt x="5896" y="6472"/>
                    <a:pt x="5822" y="6024"/>
                    <a:pt x="5301" y="5688"/>
                  </a:cubicBezTo>
                  <a:cubicBezTo>
                    <a:pt x="4781" y="5352"/>
                    <a:pt x="4149" y="5093"/>
                    <a:pt x="4248" y="4398"/>
                  </a:cubicBezTo>
                  <a:cubicBezTo>
                    <a:pt x="4343" y="3719"/>
                    <a:pt x="4830" y="3432"/>
                    <a:pt x="4555" y="3049"/>
                  </a:cubicBezTo>
                  <a:lnTo>
                    <a:pt x="4555" y="3049"/>
                  </a:lnTo>
                  <a:cubicBezTo>
                    <a:pt x="4463" y="3114"/>
                    <a:pt x="4393" y="3139"/>
                    <a:pt x="4337" y="3139"/>
                  </a:cubicBezTo>
                  <a:cubicBezTo>
                    <a:pt x="4144" y="3139"/>
                    <a:pt x="4112" y="2841"/>
                    <a:pt x="3905" y="2841"/>
                  </a:cubicBezTo>
                  <a:cubicBezTo>
                    <a:pt x="3879" y="2841"/>
                    <a:pt x="3850" y="2846"/>
                    <a:pt x="3817" y="2857"/>
                  </a:cubicBezTo>
                  <a:cubicBezTo>
                    <a:pt x="3769" y="2873"/>
                    <a:pt x="3725" y="2880"/>
                    <a:pt x="3686" y="2880"/>
                  </a:cubicBezTo>
                  <a:cubicBezTo>
                    <a:pt x="3388" y="2880"/>
                    <a:pt x="3313" y="2468"/>
                    <a:pt x="3271" y="2262"/>
                  </a:cubicBezTo>
                  <a:cubicBezTo>
                    <a:pt x="3231" y="2077"/>
                    <a:pt x="3032" y="1960"/>
                    <a:pt x="2691" y="1960"/>
                  </a:cubicBezTo>
                  <a:cubicBezTo>
                    <a:pt x="2597" y="1960"/>
                    <a:pt x="2492" y="1969"/>
                    <a:pt x="2377" y="1988"/>
                  </a:cubicBezTo>
                  <a:cubicBezTo>
                    <a:pt x="2352" y="1992"/>
                    <a:pt x="2329" y="1994"/>
                    <a:pt x="2307" y="1994"/>
                  </a:cubicBezTo>
                  <a:cubicBezTo>
                    <a:pt x="1844" y="1994"/>
                    <a:pt x="1862" y="1172"/>
                    <a:pt x="1756" y="995"/>
                  </a:cubicBezTo>
                  <a:cubicBezTo>
                    <a:pt x="1645" y="807"/>
                    <a:pt x="1321" y="1081"/>
                    <a:pt x="1084" y="560"/>
                  </a:cubicBezTo>
                  <a:cubicBezTo>
                    <a:pt x="951" y="265"/>
                    <a:pt x="582" y="98"/>
                    <a:pt x="290" y="9"/>
                  </a:cubicBezTo>
                  <a:cubicBezTo>
                    <a:pt x="270" y="3"/>
                    <a:pt x="250" y="0"/>
                    <a:pt x="231"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0" name="Google Shape;5340;p68"/>
            <p:cNvSpPr/>
            <p:nvPr/>
          </p:nvSpPr>
          <p:spPr>
            <a:xfrm>
              <a:off x="957624" y="2662790"/>
              <a:ext cx="68630" cy="38585"/>
            </a:xfrm>
            <a:custGeom>
              <a:avLst/>
              <a:gdLst/>
              <a:ahLst/>
              <a:cxnLst/>
              <a:rect l="l" t="t" r="r" b="b"/>
              <a:pathLst>
                <a:path w="2403" h="1351" extrusionOk="0">
                  <a:moveTo>
                    <a:pt x="227" y="1"/>
                  </a:moveTo>
                  <a:cubicBezTo>
                    <a:pt x="1" y="1"/>
                    <a:pt x="45" y="363"/>
                    <a:pt x="195" y="592"/>
                  </a:cubicBezTo>
                  <a:cubicBezTo>
                    <a:pt x="195" y="592"/>
                    <a:pt x="250" y="733"/>
                    <a:pt x="661" y="760"/>
                  </a:cubicBezTo>
                  <a:cubicBezTo>
                    <a:pt x="1074" y="788"/>
                    <a:pt x="1068" y="1167"/>
                    <a:pt x="1309" y="1213"/>
                  </a:cubicBezTo>
                  <a:cubicBezTo>
                    <a:pt x="1468" y="1243"/>
                    <a:pt x="1642" y="1351"/>
                    <a:pt x="1907" y="1351"/>
                  </a:cubicBezTo>
                  <a:cubicBezTo>
                    <a:pt x="1919" y="1351"/>
                    <a:pt x="1932" y="1350"/>
                    <a:pt x="1944" y="1350"/>
                  </a:cubicBezTo>
                  <a:cubicBezTo>
                    <a:pt x="2028" y="1045"/>
                    <a:pt x="2187" y="771"/>
                    <a:pt x="2403" y="554"/>
                  </a:cubicBezTo>
                  <a:cubicBezTo>
                    <a:pt x="2346" y="554"/>
                    <a:pt x="2291" y="541"/>
                    <a:pt x="2246" y="510"/>
                  </a:cubicBezTo>
                  <a:cubicBezTo>
                    <a:pt x="2191" y="472"/>
                    <a:pt x="2106" y="461"/>
                    <a:pt x="2001" y="461"/>
                  </a:cubicBezTo>
                  <a:cubicBezTo>
                    <a:pt x="1879" y="461"/>
                    <a:pt x="1728" y="475"/>
                    <a:pt x="1562" y="475"/>
                  </a:cubicBezTo>
                  <a:cubicBezTo>
                    <a:pt x="1272" y="475"/>
                    <a:pt x="935" y="432"/>
                    <a:pt x="623" y="193"/>
                  </a:cubicBezTo>
                  <a:cubicBezTo>
                    <a:pt x="444" y="55"/>
                    <a:pt x="315" y="1"/>
                    <a:pt x="2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1" name="Google Shape;5341;p68"/>
            <p:cNvSpPr/>
            <p:nvPr/>
          </p:nvSpPr>
          <p:spPr>
            <a:xfrm>
              <a:off x="1010174" y="2662476"/>
              <a:ext cx="107157" cy="135917"/>
            </a:xfrm>
            <a:custGeom>
              <a:avLst/>
              <a:gdLst/>
              <a:ahLst/>
              <a:cxnLst/>
              <a:rect l="l" t="t" r="r" b="b"/>
              <a:pathLst>
                <a:path w="3752" h="4759" extrusionOk="0">
                  <a:moveTo>
                    <a:pt x="1887" y="0"/>
                  </a:moveTo>
                  <a:cubicBezTo>
                    <a:pt x="1873" y="0"/>
                    <a:pt x="1859" y="1"/>
                    <a:pt x="1844" y="1"/>
                  </a:cubicBezTo>
                  <a:cubicBezTo>
                    <a:pt x="809" y="23"/>
                    <a:pt x="0" y="872"/>
                    <a:pt x="26" y="1909"/>
                  </a:cubicBezTo>
                  <a:cubicBezTo>
                    <a:pt x="44" y="2624"/>
                    <a:pt x="466" y="3241"/>
                    <a:pt x="1074" y="3537"/>
                  </a:cubicBezTo>
                  <a:cubicBezTo>
                    <a:pt x="1125" y="3563"/>
                    <a:pt x="1169" y="3605"/>
                    <a:pt x="1198" y="3654"/>
                  </a:cubicBezTo>
                  <a:lnTo>
                    <a:pt x="1788" y="4700"/>
                  </a:lnTo>
                  <a:cubicBezTo>
                    <a:pt x="1809" y="4739"/>
                    <a:pt x="1849" y="4759"/>
                    <a:pt x="1888" y="4759"/>
                  </a:cubicBezTo>
                  <a:cubicBezTo>
                    <a:pt x="1928" y="4759"/>
                    <a:pt x="1967" y="4739"/>
                    <a:pt x="1990" y="4700"/>
                  </a:cubicBezTo>
                  <a:lnTo>
                    <a:pt x="2580" y="3654"/>
                  </a:lnTo>
                  <a:cubicBezTo>
                    <a:pt x="2609" y="3605"/>
                    <a:pt x="2653" y="3563"/>
                    <a:pt x="2704" y="3537"/>
                  </a:cubicBezTo>
                  <a:cubicBezTo>
                    <a:pt x="3325" y="3234"/>
                    <a:pt x="3752" y="2601"/>
                    <a:pt x="3752" y="1863"/>
                  </a:cubicBezTo>
                  <a:cubicBezTo>
                    <a:pt x="3752" y="835"/>
                    <a:pt x="2917" y="0"/>
                    <a:pt x="18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2" name="Google Shape;5342;p68"/>
            <p:cNvSpPr/>
            <p:nvPr/>
          </p:nvSpPr>
          <p:spPr>
            <a:xfrm>
              <a:off x="1010174" y="2662533"/>
              <a:ext cx="65460" cy="135974"/>
            </a:xfrm>
            <a:custGeom>
              <a:avLst/>
              <a:gdLst/>
              <a:ahLst/>
              <a:cxnLst/>
              <a:rect l="l" t="t" r="r" b="b"/>
              <a:pathLst>
                <a:path w="2292" h="4761" extrusionOk="0">
                  <a:moveTo>
                    <a:pt x="1872" y="1"/>
                  </a:moveTo>
                  <a:cubicBezTo>
                    <a:pt x="1863" y="1"/>
                    <a:pt x="1854" y="1"/>
                    <a:pt x="1844" y="1"/>
                  </a:cubicBezTo>
                  <a:cubicBezTo>
                    <a:pt x="809" y="24"/>
                    <a:pt x="0" y="872"/>
                    <a:pt x="26" y="1908"/>
                  </a:cubicBezTo>
                  <a:cubicBezTo>
                    <a:pt x="44" y="2626"/>
                    <a:pt x="466" y="3241"/>
                    <a:pt x="1074" y="3539"/>
                  </a:cubicBezTo>
                  <a:cubicBezTo>
                    <a:pt x="1125" y="3562"/>
                    <a:pt x="1169" y="3604"/>
                    <a:pt x="1198" y="3654"/>
                  </a:cubicBezTo>
                  <a:lnTo>
                    <a:pt x="1788" y="4700"/>
                  </a:lnTo>
                  <a:cubicBezTo>
                    <a:pt x="1809" y="4740"/>
                    <a:pt x="1849" y="4760"/>
                    <a:pt x="1888" y="4760"/>
                  </a:cubicBezTo>
                  <a:cubicBezTo>
                    <a:pt x="1928" y="4760"/>
                    <a:pt x="1967" y="4740"/>
                    <a:pt x="1990" y="4700"/>
                  </a:cubicBezTo>
                  <a:lnTo>
                    <a:pt x="2291" y="4165"/>
                  </a:lnTo>
                  <a:lnTo>
                    <a:pt x="2001" y="3654"/>
                  </a:lnTo>
                  <a:cubicBezTo>
                    <a:pt x="1972" y="3604"/>
                    <a:pt x="1928" y="3562"/>
                    <a:pt x="1877" y="3539"/>
                  </a:cubicBezTo>
                  <a:cubicBezTo>
                    <a:pt x="1269" y="3241"/>
                    <a:pt x="847" y="2626"/>
                    <a:pt x="829" y="1908"/>
                  </a:cubicBezTo>
                  <a:cubicBezTo>
                    <a:pt x="807" y="996"/>
                    <a:pt x="1432" y="229"/>
                    <a:pt x="2288" y="45"/>
                  </a:cubicBezTo>
                  <a:cubicBezTo>
                    <a:pt x="2154" y="14"/>
                    <a:pt x="2014" y="1"/>
                    <a:pt x="1872" y="1"/>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3" name="Google Shape;5343;p68"/>
            <p:cNvSpPr/>
            <p:nvPr/>
          </p:nvSpPr>
          <p:spPr>
            <a:xfrm>
              <a:off x="1031023" y="2685410"/>
              <a:ext cx="66402" cy="60490"/>
            </a:xfrm>
            <a:custGeom>
              <a:avLst/>
              <a:gdLst/>
              <a:ahLst/>
              <a:cxnLst/>
              <a:rect l="l" t="t" r="r" b="b"/>
              <a:pathLst>
                <a:path w="2325" h="2118" extrusionOk="0">
                  <a:moveTo>
                    <a:pt x="1163" y="1"/>
                  </a:moveTo>
                  <a:cubicBezTo>
                    <a:pt x="891" y="1"/>
                    <a:pt x="620" y="104"/>
                    <a:pt x="413" y="311"/>
                  </a:cubicBezTo>
                  <a:cubicBezTo>
                    <a:pt x="1" y="724"/>
                    <a:pt x="1" y="1394"/>
                    <a:pt x="413" y="1808"/>
                  </a:cubicBezTo>
                  <a:cubicBezTo>
                    <a:pt x="620" y="2015"/>
                    <a:pt x="891" y="2118"/>
                    <a:pt x="1163" y="2118"/>
                  </a:cubicBezTo>
                  <a:cubicBezTo>
                    <a:pt x="1434" y="2118"/>
                    <a:pt x="1705" y="2015"/>
                    <a:pt x="1912" y="1808"/>
                  </a:cubicBezTo>
                  <a:cubicBezTo>
                    <a:pt x="2325" y="1394"/>
                    <a:pt x="2325" y="724"/>
                    <a:pt x="1912" y="311"/>
                  </a:cubicBezTo>
                  <a:cubicBezTo>
                    <a:pt x="1705" y="104"/>
                    <a:pt x="1434" y="1"/>
                    <a:pt x="11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4" name="Google Shape;5344;p68"/>
            <p:cNvSpPr/>
            <p:nvPr/>
          </p:nvSpPr>
          <p:spPr>
            <a:xfrm>
              <a:off x="1033879" y="2685438"/>
              <a:ext cx="41755" cy="60490"/>
            </a:xfrm>
            <a:custGeom>
              <a:avLst/>
              <a:gdLst/>
              <a:ahLst/>
              <a:cxnLst/>
              <a:rect l="l" t="t" r="r" b="b"/>
              <a:pathLst>
                <a:path w="1462" h="2118" extrusionOk="0">
                  <a:moveTo>
                    <a:pt x="1060" y="0"/>
                  </a:moveTo>
                  <a:cubicBezTo>
                    <a:pt x="476" y="0"/>
                    <a:pt x="1" y="475"/>
                    <a:pt x="1" y="1059"/>
                  </a:cubicBezTo>
                  <a:cubicBezTo>
                    <a:pt x="1" y="1643"/>
                    <a:pt x="476" y="2118"/>
                    <a:pt x="1060" y="2118"/>
                  </a:cubicBezTo>
                  <a:cubicBezTo>
                    <a:pt x="1202" y="2118"/>
                    <a:pt x="1339" y="2090"/>
                    <a:pt x="1461" y="2038"/>
                  </a:cubicBezTo>
                  <a:cubicBezTo>
                    <a:pt x="1076" y="1881"/>
                    <a:pt x="804" y="1501"/>
                    <a:pt x="804" y="1059"/>
                  </a:cubicBezTo>
                  <a:cubicBezTo>
                    <a:pt x="804" y="615"/>
                    <a:pt x="1076" y="237"/>
                    <a:pt x="1461" y="80"/>
                  </a:cubicBezTo>
                  <a:cubicBezTo>
                    <a:pt x="1339" y="29"/>
                    <a:pt x="1202" y="0"/>
                    <a:pt x="1060"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348"/>
        <p:cNvGrpSpPr/>
        <p:nvPr/>
      </p:nvGrpSpPr>
      <p:grpSpPr>
        <a:xfrm>
          <a:off x="0" y="0"/>
          <a:ext cx="0" cy="0"/>
          <a:chOff x="0" y="0"/>
          <a:chExt cx="0" cy="0"/>
        </a:xfrm>
      </p:grpSpPr>
      <p:sp>
        <p:nvSpPr>
          <p:cNvPr id="5349" name="Google Shape;5349;p69"/>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write conclusions!</a:t>
            </a:r>
            <a:endParaRPr/>
          </a:p>
        </p:txBody>
      </p:sp>
      <p:graphicFrame>
        <p:nvGraphicFramePr>
          <p:cNvPr id="5350" name="Google Shape;5350;p69"/>
          <p:cNvGraphicFramePr/>
          <p:nvPr/>
        </p:nvGraphicFramePr>
        <p:xfrm>
          <a:off x="719988" y="1577863"/>
          <a:ext cx="3000000" cy="3000000"/>
        </p:xfrm>
        <a:graphic>
          <a:graphicData uri="http://schemas.openxmlformats.org/drawingml/2006/table">
            <a:tbl>
              <a:tblPr>
                <a:noFill/>
                <a:tableStyleId>{AB1FA02C-B630-46F3-810D-4C66A9C3E753}</a:tableStyleId>
              </a:tblPr>
              <a:tblGrid>
                <a:gridCol w="7704000">
                  <a:extLst>
                    <a:ext uri="{9D8B030D-6E8A-4147-A177-3AD203B41FA5}">
                      <a16:colId xmlns:a16="http://schemas.microsoft.com/office/drawing/2014/main" val="20000"/>
                    </a:ext>
                  </a:extLst>
                </a:gridCol>
              </a:tblGrid>
              <a:tr h="535900">
                <a:tc>
                  <a:txBody>
                    <a:bodyPr/>
                    <a:lstStyle/>
                    <a:p>
                      <a:pPr marL="0" lvl="0" indent="0" algn="l" rtl="0">
                        <a:spcBef>
                          <a:spcPts val="0"/>
                        </a:spcBef>
                        <a:spcAft>
                          <a:spcPts val="0"/>
                        </a:spcAft>
                        <a:buNone/>
                      </a:pPr>
                      <a:r>
                        <a:rPr lang="en" sz="2000" b="1">
                          <a:solidFill>
                            <a:schemeClr val="dk1"/>
                          </a:solidFill>
                          <a:latin typeface="Chau Philomene One"/>
                          <a:ea typeface="Chau Philomene One"/>
                          <a:cs typeface="Chau Philomene One"/>
                          <a:sym typeface="Chau Philomene One"/>
                        </a:rPr>
                        <a:t>Conclusion 1:</a:t>
                      </a:r>
                      <a:endParaRPr sz="2000" b="1">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alpha val="0"/>
                        </a:schemeClr>
                      </a:solidFill>
                      <a:prstDash val="dash"/>
                      <a:round/>
                      <a:headEnd type="none" w="sm" len="sm"/>
                      <a:tailEnd type="none" w="sm" len="sm"/>
                    </a:lnT>
                    <a:lnB w="19050" cap="flat" cmpd="sng">
                      <a:solidFill>
                        <a:schemeClr val="dk2">
                          <a:alpha val="0"/>
                        </a:schemeClr>
                      </a:solidFill>
                      <a:prstDash val="dash"/>
                      <a:round/>
                      <a:headEnd type="none" w="sm" len="sm"/>
                      <a:tailEnd type="none" w="sm" len="sm"/>
                    </a:lnB>
                    <a:solidFill>
                      <a:schemeClr val="dk2"/>
                    </a:solidFill>
                  </a:tcPr>
                </a:tc>
                <a:extLst>
                  <a:ext uri="{0D108BD9-81ED-4DB2-BD59-A6C34878D82A}">
                    <a16:rowId xmlns:a16="http://schemas.microsoft.com/office/drawing/2014/main" val="10000"/>
                  </a:ext>
                </a:extLst>
              </a:tr>
              <a:tr h="435400">
                <a:tc>
                  <a:txBody>
                    <a:bodyPr/>
                    <a:lstStyle/>
                    <a:p>
                      <a:pPr marL="0" lvl="0" indent="0" algn="l" rtl="0">
                        <a:spcBef>
                          <a:spcPts val="0"/>
                        </a:spcBef>
                        <a:spcAft>
                          <a:spcPts val="0"/>
                        </a:spcAft>
                        <a:buNone/>
                      </a:pPr>
                      <a:r>
                        <a:rPr lang="en">
                          <a:solidFill>
                            <a:schemeClr val="dk1"/>
                          </a:solidFill>
                          <a:latin typeface="Dosis"/>
                          <a:ea typeface="Dosis"/>
                          <a:cs typeface="Dosis"/>
                          <a:sym typeface="Dosis"/>
                        </a:rPr>
                        <a:t>Write a conclusion about globalization and how to talk about it as a social studies subject in here</a:t>
                      </a:r>
                      <a:endParaRPr>
                        <a:solidFill>
                          <a:schemeClr val="dk1"/>
                        </a:solidFill>
                        <a:latin typeface="Dosis"/>
                        <a:ea typeface="Dosis"/>
                        <a:cs typeface="Dosis"/>
                        <a:sym typeface="Dosis"/>
                      </a:endParaRPr>
                    </a:p>
                  </a:txBody>
                  <a:tcPr marL="91425" marR="91425" marT="91425" marB="91425" anchor="ctr">
                    <a:lnL w="19050" cap="flat" cmpd="sng">
                      <a:solidFill>
                        <a:schemeClr val="dk2"/>
                      </a:solidFill>
                      <a:prstDash val="dash"/>
                      <a:round/>
                      <a:headEnd type="none" w="sm" len="sm"/>
                      <a:tailEnd type="none" w="sm" len="sm"/>
                    </a:lnL>
                    <a:lnR w="19050" cap="flat" cmpd="sng">
                      <a:solidFill>
                        <a:schemeClr val="dk2"/>
                      </a:solidFill>
                      <a:prstDash val="dash"/>
                      <a:round/>
                      <a:headEnd type="none" w="sm" len="sm"/>
                      <a:tailEnd type="none" w="sm" len="sm"/>
                    </a:lnR>
                    <a:lnT w="19050" cap="flat" cmpd="sng">
                      <a:solidFill>
                        <a:schemeClr val="dk2">
                          <a:alpha val="0"/>
                        </a:schemeClr>
                      </a:solidFill>
                      <a:prstDash val="dash"/>
                      <a:round/>
                      <a:headEnd type="none" w="sm" len="sm"/>
                      <a:tailEnd type="none" w="sm" len="sm"/>
                    </a:lnT>
                    <a:lnB w="19050" cap="flat" cmpd="sng">
                      <a:solidFill>
                        <a:schemeClr val="dk2">
                          <a:alpha val="0"/>
                        </a:schemeClr>
                      </a:solidFill>
                      <a:prstDash val="dash"/>
                      <a:round/>
                      <a:headEnd type="none" w="sm" len="sm"/>
                      <a:tailEnd type="none" w="sm" len="sm"/>
                    </a:lnB>
                  </a:tcPr>
                </a:tc>
                <a:extLst>
                  <a:ext uri="{0D108BD9-81ED-4DB2-BD59-A6C34878D82A}">
                    <a16:rowId xmlns:a16="http://schemas.microsoft.com/office/drawing/2014/main" val="10001"/>
                  </a:ext>
                </a:extLst>
              </a:tr>
              <a:tr h="535900">
                <a:tc>
                  <a:txBody>
                    <a:bodyPr/>
                    <a:lstStyle/>
                    <a:p>
                      <a:pPr marL="0" lvl="0" indent="0" algn="l" rtl="0">
                        <a:spcBef>
                          <a:spcPts val="0"/>
                        </a:spcBef>
                        <a:spcAft>
                          <a:spcPts val="0"/>
                        </a:spcAft>
                        <a:buClr>
                          <a:srgbClr val="000000"/>
                        </a:buClr>
                        <a:buSzPts val="1100"/>
                        <a:buFont typeface="Arial"/>
                        <a:buNone/>
                      </a:pPr>
                      <a:r>
                        <a:rPr lang="en" sz="2000" b="1">
                          <a:solidFill>
                            <a:schemeClr val="dk1"/>
                          </a:solidFill>
                          <a:latin typeface="Chau Philomene One"/>
                          <a:ea typeface="Chau Philomene One"/>
                          <a:cs typeface="Chau Philomene One"/>
                          <a:sym typeface="Chau Philomene One"/>
                        </a:rPr>
                        <a:t>Conclusion 2:</a:t>
                      </a:r>
                      <a:endParaRPr sz="2000" b="1">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alpha val="0"/>
                        </a:schemeClr>
                      </a:solidFill>
                      <a:prstDash val="dash"/>
                      <a:round/>
                      <a:headEnd type="none" w="sm" len="sm"/>
                      <a:tailEnd type="none" w="sm" len="sm"/>
                    </a:lnT>
                    <a:lnB w="19050" cap="flat" cmpd="sng">
                      <a:solidFill>
                        <a:schemeClr val="dk2">
                          <a:alpha val="0"/>
                        </a:schemeClr>
                      </a:solidFill>
                      <a:prstDash val="dash"/>
                      <a:round/>
                      <a:headEnd type="none" w="sm" len="sm"/>
                      <a:tailEnd type="none" w="sm" len="sm"/>
                    </a:lnB>
                    <a:solidFill>
                      <a:schemeClr val="dk2"/>
                    </a:solidFill>
                  </a:tcPr>
                </a:tc>
                <a:extLst>
                  <a:ext uri="{0D108BD9-81ED-4DB2-BD59-A6C34878D82A}">
                    <a16:rowId xmlns:a16="http://schemas.microsoft.com/office/drawing/2014/main" val="10002"/>
                  </a:ext>
                </a:extLst>
              </a:tr>
              <a:tr h="435400">
                <a:tc>
                  <a:txBody>
                    <a:bodyPr/>
                    <a:lstStyle/>
                    <a:p>
                      <a:pPr marL="0" lvl="0" indent="0" algn="l" rtl="0">
                        <a:spcBef>
                          <a:spcPts val="0"/>
                        </a:spcBef>
                        <a:spcAft>
                          <a:spcPts val="0"/>
                        </a:spcAft>
                        <a:buNone/>
                      </a:pPr>
                      <a:r>
                        <a:rPr lang="en">
                          <a:solidFill>
                            <a:schemeClr val="dk1"/>
                          </a:solidFill>
                          <a:latin typeface="Dosis"/>
                          <a:ea typeface="Dosis"/>
                          <a:cs typeface="Dosis"/>
                          <a:sym typeface="Dosis"/>
                        </a:rPr>
                        <a:t>Write a conclusion about globalization and how to talk about it as a social studies subject in here</a:t>
                      </a:r>
                      <a:endParaRPr>
                        <a:solidFill>
                          <a:schemeClr val="dk1"/>
                        </a:solidFill>
                        <a:latin typeface="Dosis"/>
                        <a:ea typeface="Dosis"/>
                        <a:cs typeface="Dosis"/>
                        <a:sym typeface="Dosis"/>
                      </a:endParaRPr>
                    </a:p>
                  </a:txBody>
                  <a:tcPr marL="91425" marR="91425" marT="91425" marB="91425" anchor="ctr">
                    <a:lnL w="19050" cap="flat" cmpd="sng">
                      <a:solidFill>
                        <a:schemeClr val="dk2"/>
                      </a:solidFill>
                      <a:prstDash val="dash"/>
                      <a:round/>
                      <a:headEnd type="none" w="sm" len="sm"/>
                      <a:tailEnd type="none" w="sm" len="sm"/>
                    </a:lnL>
                    <a:lnR w="19050" cap="flat" cmpd="sng">
                      <a:solidFill>
                        <a:schemeClr val="dk2"/>
                      </a:solidFill>
                      <a:prstDash val="dash"/>
                      <a:round/>
                      <a:headEnd type="none" w="sm" len="sm"/>
                      <a:tailEnd type="none" w="sm" len="sm"/>
                    </a:lnR>
                    <a:lnT w="19050" cap="flat" cmpd="sng">
                      <a:solidFill>
                        <a:schemeClr val="dk2">
                          <a:alpha val="0"/>
                        </a:schemeClr>
                      </a:solidFill>
                      <a:prstDash val="dash"/>
                      <a:round/>
                      <a:headEnd type="none" w="sm" len="sm"/>
                      <a:tailEnd type="none" w="sm" len="sm"/>
                    </a:lnT>
                    <a:lnB w="19050" cap="flat" cmpd="sng">
                      <a:solidFill>
                        <a:schemeClr val="dk2">
                          <a:alpha val="0"/>
                        </a:schemeClr>
                      </a:solidFill>
                      <a:prstDash val="dash"/>
                      <a:round/>
                      <a:headEnd type="none" w="sm" len="sm"/>
                      <a:tailEnd type="none" w="sm" len="sm"/>
                    </a:lnB>
                  </a:tcPr>
                </a:tc>
                <a:extLst>
                  <a:ext uri="{0D108BD9-81ED-4DB2-BD59-A6C34878D82A}">
                    <a16:rowId xmlns:a16="http://schemas.microsoft.com/office/drawing/2014/main" val="10003"/>
                  </a:ext>
                </a:extLst>
              </a:tr>
              <a:tr h="535900">
                <a:tc>
                  <a:txBody>
                    <a:bodyPr/>
                    <a:lstStyle/>
                    <a:p>
                      <a:pPr marL="0" lvl="0" indent="0" algn="l" rtl="0">
                        <a:spcBef>
                          <a:spcPts val="0"/>
                        </a:spcBef>
                        <a:spcAft>
                          <a:spcPts val="0"/>
                        </a:spcAft>
                        <a:buClr>
                          <a:srgbClr val="000000"/>
                        </a:buClr>
                        <a:buSzPts val="1100"/>
                        <a:buFont typeface="Arial"/>
                        <a:buNone/>
                      </a:pPr>
                      <a:r>
                        <a:rPr lang="en" sz="2000" b="1">
                          <a:solidFill>
                            <a:schemeClr val="dk1"/>
                          </a:solidFill>
                          <a:latin typeface="Chau Philomene One"/>
                          <a:ea typeface="Chau Philomene One"/>
                          <a:cs typeface="Chau Philomene One"/>
                          <a:sym typeface="Chau Philomene One"/>
                        </a:rPr>
                        <a:t>Conclusion 3:</a:t>
                      </a:r>
                      <a:endParaRPr sz="2000" b="1">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dk2">
                          <a:alpha val="0"/>
                        </a:schemeClr>
                      </a:solidFill>
                      <a:prstDash val="dash"/>
                      <a:round/>
                      <a:headEnd type="none" w="sm" len="sm"/>
                      <a:tailEnd type="none" w="sm" len="sm"/>
                    </a:lnL>
                    <a:lnR w="19050" cap="flat" cmpd="sng">
                      <a:solidFill>
                        <a:schemeClr val="dk2">
                          <a:alpha val="0"/>
                        </a:schemeClr>
                      </a:solidFill>
                      <a:prstDash val="dash"/>
                      <a:round/>
                      <a:headEnd type="none" w="sm" len="sm"/>
                      <a:tailEnd type="none" w="sm" len="sm"/>
                    </a:lnR>
                    <a:lnT w="19050" cap="flat" cmpd="sng">
                      <a:solidFill>
                        <a:schemeClr val="dk2">
                          <a:alpha val="0"/>
                        </a:schemeClr>
                      </a:solidFill>
                      <a:prstDash val="dash"/>
                      <a:round/>
                      <a:headEnd type="none" w="sm" len="sm"/>
                      <a:tailEnd type="none" w="sm" len="sm"/>
                    </a:lnT>
                    <a:lnB w="19050" cap="flat" cmpd="sng">
                      <a:solidFill>
                        <a:schemeClr val="dk2">
                          <a:alpha val="0"/>
                        </a:schemeClr>
                      </a:solidFill>
                      <a:prstDash val="dash"/>
                      <a:round/>
                      <a:headEnd type="none" w="sm" len="sm"/>
                      <a:tailEnd type="none" w="sm" len="sm"/>
                    </a:lnB>
                    <a:solidFill>
                      <a:schemeClr val="dk2"/>
                    </a:solidFill>
                  </a:tcPr>
                </a:tc>
                <a:extLst>
                  <a:ext uri="{0D108BD9-81ED-4DB2-BD59-A6C34878D82A}">
                    <a16:rowId xmlns:a16="http://schemas.microsoft.com/office/drawing/2014/main" val="10004"/>
                  </a:ext>
                </a:extLst>
              </a:tr>
              <a:tr h="435400">
                <a:tc>
                  <a:txBody>
                    <a:bodyPr/>
                    <a:lstStyle/>
                    <a:p>
                      <a:pPr marL="0" lvl="0" indent="0" algn="l" rtl="0">
                        <a:spcBef>
                          <a:spcPts val="0"/>
                        </a:spcBef>
                        <a:spcAft>
                          <a:spcPts val="0"/>
                        </a:spcAft>
                        <a:buNone/>
                      </a:pPr>
                      <a:r>
                        <a:rPr lang="en">
                          <a:solidFill>
                            <a:schemeClr val="dk1"/>
                          </a:solidFill>
                          <a:latin typeface="Dosis"/>
                          <a:ea typeface="Dosis"/>
                          <a:cs typeface="Dosis"/>
                          <a:sym typeface="Dosis"/>
                        </a:rPr>
                        <a:t>Write a conclusion about globalization and how to talk about it as a social studies subject in here</a:t>
                      </a:r>
                      <a:endParaRPr>
                        <a:solidFill>
                          <a:schemeClr val="dk1"/>
                        </a:solidFill>
                        <a:latin typeface="Dosis"/>
                        <a:ea typeface="Dosis"/>
                        <a:cs typeface="Dosis"/>
                        <a:sym typeface="Dosis"/>
                      </a:endParaRPr>
                    </a:p>
                  </a:txBody>
                  <a:tcPr marL="91425" marR="91425" marT="91425" marB="91425" anchor="ctr">
                    <a:lnL w="19050" cap="flat" cmpd="sng">
                      <a:solidFill>
                        <a:schemeClr val="dk2"/>
                      </a:solidFill>
                      <a:prstDash val="dash"/>
                      <a:round/>
                      <a:headEnd type="none" w="sm" len="sm"/>
                      <a:tailEnd type="none" w="sm" len="sm"/>
                    </a:lnL>
                    <a:lnR w="19050" cap="flat" cmpd="sng">
                      <a:solidFill>
                        <a:schemeClr val="dk2"/>
                      </a:solidFill>
                      <a:prstDash val="dash"/>
                      <a:round/>
                      <a:headEnd type="none" w="sm" len="sm"/>
                      <a:tailEnd type="none" w="sm" len="sm"/>
                    </a:lnR>
                    <a:lnT w="19050" cap="flat" cmpd="sng">
                      <a:solidFill>
                        <a:schemeClr val="dk2">
                          <a:alpha val="0"/>
                        </a:schemeClr>
                      </a:solidFill>
                      <a:prstDash val="dash"/>
                      <a:round/>
                      <a:headEnd type="none" w="sm" len="sm"/>
                      <a:tailEnd type="none" w="sm" len="sm"/>
                    </a:lnT>
                    <a:lnB w="19050" cap="flat" cmpd="sng">
                      <a:solidFill>
                        <a:schemeClr val="dk2"/>
                      </a:solidFill>
                      <a:prstDash val="dash"/>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54"/>
        <p:cNvGrpSpPr/>
        <p:nvPr/>
      </p:nvGrpSpPr>
      <p:grpSpPr>
        <a:xfrm>
          <a:off x="0" y="0"/>
          <a:ext cx="0" cy="0"/>
          <a:chOff x="0" y="0"/>
          <a:chExt cx="0" cy="0"/>
        </a:xfrm>
      </p:grpSpPr>
      <p:sp>
        <p:nvSpPr>
          <p:cNvPr id="5355" name="Google Shape;5355;p70"/>
          <p:cNvSpPr txBox="1">
            <a:spLocks noGrp="1"/>
          </p:cNvSpPr>
          <p:nvPr>
            <p:ph type="ctrTitle"/>
          </p:nvPr>
        </p:nvSpPr>
        <p:spPr>
          <a:xfrm>
            <a:off x="3106050" y="658150"/>
            <a:ext cx="2931900" cy="1138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Thanks!</a:t>
            </a:r>
            <a:endParaRPr/>
          </a:p>
        </p:txBody>
      </p:sp>
      <p:sp>
        <p:nvSpPr>
          <p:cNvPr id="5356" name="Google Shape;5356;p70"/>
          <p:cNvSpPr txBox="1">
            <a:spLocks noGrp="1"/>
          </p:cNvSpPr>
          <p:nvPr>
            <p:ph type="subTitle" idx="1"/>
          </p:nvPr>
        </p:nvSpPr>
        <p:spPr>
          <a:xfrm>
            <a:off x="3106050" y="1894126"/>
            <a:ext cx="2931900" cy="113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Does anyone have any questions?</a:t>
            </a:r>
            <a:endParaRPr b="1"/>
          </a:p>
          <a:p>
            <a:pPr marL="0" lvl="0" indent="0" algn="ctr" rtl="0">
              <a:spcBef>
                <a:spcPts val="1000"/>
              </a:spcBef>
              <a:spcAft>
                <a:spcPts val="1000"/>
              </a:spcAft>
              <a:buNone/>
            </a:pPr>
            <a:r>
              <a:rPr lang="en"/>
              <a:t>addyouremail@freepik.com</a:t>
            </a:r>
            <a:br>
              <a:rPr lang="en"/>
            </a:br>
            <a:r>
              <a:rPr lang="en"/>
              <a:t>+91 620 421 838</a:t>
            </a:r>
            <a:br>
              <a:rPr lang="en"/>
            </a:br>
            <a:r>
              <a:rPr lang="en"/>
              <a:t>yourcompany.com</a:t>
            </a:r>
            <a:endParaRPr/>
          </a:p>
        </p:txBody>
      </p:sp>
      <p:sp>
        <p:nvSpPr>
          <p:cNvPr id="5357" name="Google Shape;5357;p70"/>
          <p:cNvSpPr txBox="1">
            <a:spLocks noGrp="1"/>
          </p:cNvSpPr>
          <p:nvPr>
            <p:ph type="subTitle" idx="2"/>
          </p:nvPr>
        </p:nvSpPr>
        <p:spPr>
          <a:xfrm rot="-1407">
            <a:off x="3106050" y="4065950"/>
            <a:ext cx="2931900" cy="41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Please keep this slide as attribution</a:t>
            </a:r>
            <a:endParaRPr/>
          </a:p>
        </p:txBody>
      </p:sp>
      <p:sp>
        <p:nvSpPr>
          <p:cNvPr id="5358" name="Google Shape;5358;p70"/>
          <p:cNvSpPr/>
          <p:nvPr/>
        </p:nvSpPr>
        <p:spPr>
          <a:xfrm>
            <a:off x="1919625" y="929100"/>
            <a:ext cx="751200" cy="7512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9" name="Google Shape;5359;p70"/>
          <p:cNvSpPr/>
          <p:nvPr/>
        </p:nvSpPr>
        <p:spPr>
          <a:xfrm>
            <a:off x="1919625" y="3734150"/>
            <a:ext cx="751200" cy="7512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0" name="Google Shape;5360;p70"/>
          <p:cNvSpPr/>
          <p:nvPr/>
        </p:nvSpPr>
        <p:spPr>
          <a:xfrm>
            <a:off x="1919625" y="2331625"/>
            <a:ext cx="751200" cy="7512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1" name="Google Shape;5361;p70"/>
          <p:cNvSpPr/>
          <p:nvPr/>
        </p:nvSpPr>
        <p:spPr>
          <a:xfrm>
            <a:off x="6473175" y="929100"/>
            <a:ext cx="751200" cy="7512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2" name="Google Shape;5362;p70"/>
          <p:cNvSpPr/>
          <p:nvPr/>
        </p:nvSpPr>
        <p:spPr>
          <a:xfrm>
            <a:off x="6473175" y="3734150"/>
            <a:ext cx="751200" cy="7512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3" name="Google Shape;5363;p70"/>
          <p:cNvSpPr/>
          <p:nvPr/>
        </p:nvSpPr>
        <p:spPr>
          <a:xfrm>
            <a:off x="6473175" y="2331625"/>
            <a:ext cx="751200" cy="751200"/>
          </a:xfrm>
          <a:prstGeom prst="rect">
            <a:avLst/>
          </a:prstGeom>
          <a:no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4" name="Google Shape;5364;p70"/>
          <p:cNvSpPr/>
          <p:nvPr/>
        </p:nvSpPr>
        <p:spPr>
          <a:xfrm rot="5400000">
            <a:off x="785342" y="4395772"/>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5" name="Google Shape;5365;p70"/>
          <p:cNvSpPr/>
          <p:nvPr/>
        </p:nvSpPr>
        <p:spPr>
          <a:xfrm rot="5400000">
            <a:off x="1219067" y="3219097"/>
            <a:ext cx="190232" cy="369384"/>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6" name="Google Shape;5366;p70"/>
          <p:cNvSpPr/>
          <p:nvPr/>
        </p:nvSpPr>
        <p:spPr>
          <a:xfrm rot="5400000">
            <a:off x="932691" y="2304406"/>
            <a:ext cx="359970" cy="698998"/>
          </a:xfrm>
          <a:custGeom>
            <a:avLst/>
            <a:gdLst/>
            <a:ahLst/>
            <a:cxnLst/>
            <a:rect l="l" t="t" r="r" b="b"/>
            <a:pathLst>
              <a:path w="5528" h="10734" extrusionOk="0">
                <a:moveTo>
                  <a:pt x="3686" y="1"/>
                </a:moveTo>
                <a:cubicBezTo>
                  <a:pt x="2669" y="1"/>
                  <a:pt x="1844" y="826"/>
                  <a:pt x="1844" y="1843"/>
                </a:cubicBezTo>
                <a:cubicBezTo>
                  <a:pt x="1844" y="2134"/>
                  <a:pt x="1920" y="2406"/>
                  <a:pt x="2039" y="2650"/>
                </a:cubicBezTo>
                <a:cubicBezTo>
                  <a:pt x="1974" y="2643"/>
                  <a:pt x="1910" y="2631"/>
                  <a:pt x="1844" y="2631"/>
                </a:cubicBezTo>
                <a:cubicBezTo>
                  <a:pt x="827" y="2631"/>
                  <a:pt x="3" y="3455"/>
                  <a:pt x="3" y="4472"/>
                </a:cubicBezTo>
                <a:cubicBezTo>
                  <a:pt x="1" y="5203"/>
                  <a:pt x="431" y="5831"/>
                  <a:pt x="1051" y="6128"/>
                </a:cubicBezTo>
                <a:cubicBezTo>
                  <a:pt x="892" y="6399"/>
                  <a:pt x="795" y="6713"/>
                  <a:pt x="795" y="7050"/>
                </a:cubicBezTo>
                <a:cubicBezTo>
                  <a:pt x="795" y="7789"/>
                  <a:pt x="1232" y="8421"/>
                  <a:pt x="1862" y="8713"/>
                </a:cubicBezTo>
                <a:cubicBezTo>
                  <a:pt x="1856" y="8773"/>
                  <a:pt x="1844" y="8830"/>
                  <a:pt x="1844" y="8890"/>
                </a:cubicBezTo>
                <a:cubicBezTo>
                  <a:pt x="1844" y="9910"/>
                  <a:pt x="2669" y="10732"/>
                  <a:pt x="3686" y="10734"/>
                </a:cubicBezTo>
                <a:cubicBezTo>
                  <a:pt x="4704" y="10734"/>
                  <a:pt x="5528" y="9911"/>
                  <a:pt x="5528" y="8893"/>
                </a:cubicBezTo>
                <a:lnTo>
                  <a:pt x="5528" y="1843"/>
                </a:lnTo>
                <a:cubicBezTo>
                  <a:pt x="5528" y="826"/>
                  <a:pt x="4704" y="1"/>
                  <a:pt x="3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67" name="Google Shape;5367;p70"/>
          <p:cNvGrpSpPr/>
          <p:nvPr/>
        </p:nvGrpSpPr>
        <p:grpSpPr>
          <a:xfrm>
            <a:off x="2065328" y="1078752"/>
            <a:ext cx="459708" cy="451640"/>
            <a:chOff x="5108852" y="3817357"/>
            <a:chExt cx="362947" cy="356576"/>
          </a:xfrm>
        </p:grpSpPr>
        <p:sp>
          <p:nvSpPr>
            <p:cNvPr id="5368" name="Google Shape;5368;p70"/>
            <p:cNvSpPr/>
            <p:nvPr/>
          </p:nvSpPr>
          <p:spPr>
            <a:xfrm>
              <a:off x="5108852" y="3817357"/>
              <a:ext cx="356524" cy="356498"/>
            </a:xfrm>
            <a:custGeom>
              <a:avLst/>
              <a:gdLst/>
              <a:ahLst/>
              <a:cxnLst/>
              <a:rect l="l" t="t" r="r" b="b"/>
              <a:pathLst>
                <a:path w="13600" h="13599" extrusionOk="0">
                  <a:moveTo>
                    <a:pt x="6800" y="0"/>
                  </a:moveTo>
                  <a:cubicBezTo>
                    <a:pt x="3047" y="0"/>
                    <a:pt x="1" y="3046"/>
                    <a:pt x="1" y="6799"/>
                  </a:cubicBezTo>
                  <a:cubicBezTo>
                    <a:pt x="1" y="10552"/>
                    <a:pt x="3047" y="13598"/>
                    <a:pt x="6800" y="13598"/>
                  </a:cubicBezTo>
                  <a:cubicBezTo>
                    <a:pt x="10568" y="13598"/>
                    <a:pt x="13599" y="10552"/>
                    <a:pt x="13599" y="6799"/>
                  </a:cubicBezTo>
                  <a:cubicBezTo>
                    <a:pt x="13599" y="3046"/>
                    <a:pt x="10568" y="0"/>
                    <a:pt x="68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9" name="Google Shape;5369;p70"/>
            <p:cNvSpPr/>
            <p:nvPr/>
          </p:nvSpPr>
          <p:spPr>
            <a:xfrm>
              <a:off x="5264019" y="3817357"/>
              <a:ext cx="207780" cy="356576"/>
            </a:xfrm>
            <a:custGeom>
              <a:avLst/>
              <a:gdLst/>
              <a:ahLst/>
              <a:cxnLst/>
              <a:rect l="l" t="t" r="r" b="b"/>
              <a:pathLst>
                <a:path w="7926" h="13602" extrusionOk="0">
                  <a:moveTo>
                    <a:pt x="881" y="0"/>
                  </a:moveTo>
                  <a:cubicBezTo>
                    <a:pt x="592" y="0"/>
                    <a:pt x="289" y="15"/>
                    <a:pt x="0" y="58"/>
                  </a:cubicBezTo>
                  <a:cubicBezTo>
                    <a:pt x="3378" y="505"/>
                    <a:pt x="5919" y="3378"/>
                    <a:pt x="5919" y="6799"/>
                  </a:cubicBezTo>
                  <a:cubicBezTo>
                    <a:pt x="5919" y="10220"/>
                    <a:pt x="3378" y="13093"/>
                    <a:pt x="0" y="13541"/>
                  </a:cubicBezTo>
                  <a:cubicBezTo>
                    <a:pt x="306" y="13581"/>
                    <a:pt x="609" y="13601"/>
                    <a:pt x="909" y="13601"/>
                  </a:cubicBezTo>
                  <a:cubicBezTo>
                    <a:pt x="4428" y="13601"/>
                    <a:pt x="7426" y="10865"/>
                    <a:pt x="7666" y="7247"/>
                  </a:cubicBezTo>
                  <a:cubicBezTo>
                    <a:pt x="7925" y="3320"/>
                    <a:pt x="4822" y="0"/>
                    <a:pt x="881"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0" name="Google Shape;5370;p70"/>
            <p:cNvSpPr/>
            <p:nvPr/>
          </p:nvSpPr>
          <p:spPr>
            <a:xfrm>
              <a:off x="5136116" y="3871229"/>
              <a:ext cx="295495" cy="248282"/>
            </a:xfrm>
            <a:custGeom>
              <a:avLst/>
              <a:gdLst/>
              <a:ahLst/>
              <a:cxnLst/>
              <a:rect l="l" t="t" r="r" b="b"/>
              <a:pathLst>
                <a:path w="11272" h="9471" extrusionOk="0">
                  <a:moveTo>
                    <a:pt x="5753" y="0"/>
                  </a:moveTo>
                  <a:cubicBezTo>
                    <a:pt x="5655" y="0"/>
                    <a:pt x="5556" y="3"/>
                    <a:pt x="5457" y="9"/>
                  </a:cubicBezTo>
                  <a:lnTo>
                    <a:pt x="5457" y="24"/>
                  </a:lnTo>
                  <a:cubicBezTo>
                    <a:pt x="2050" y="240"/>
                    <a:pt x="0" y="3878"/>
                    <a:pt x="1559" y="6910"/>
                  </a:cubicBezTo>
                  <a:cubicBezTo>
                    <a:pt x="1559" y="6924"/>
                    <a:pt x="1559" y="6953"/>
                    <a:pt x="1559" y="6982"/>
                  </a:cubicBezTo>
                  <a:lnTo>
                    <a:pt x="1083" y="8165"/>
                  </a:lnTo>
                  <a:cubicBezTo>
                    <a:pt x="1054" y="8223"/>
                    <a:pt x="1097" y="8295"/>
                    <a:pt x="1169" y="8295"/>
                  </a:cubicBezTo>
                  <a:lnTo>
                    <a:pt x="2599" y="8295"/>
                  </a:lnTo>
                  <a:cubicBezTo>
                    <a:pt x="2613" y="8295"/>
                    <a:pt x="2642" y="8295"/>
                    <a:pt x="2656" y="8310"/>
                  </a:cubicBezTo>
                  <a:cubicBezTo>
                    <a:pt x="3568" y="9102"/>
                    <a:pt x="4661" y="9471"/>
                    <a:pt x="5738" y="9471"/>
                  </a:cubicBezTo>
                  <a:cubicBezTo>
                    <a:pt x="7665" y="9471"/>
                    <a:pt x="9541" y="8292"/>
                    <a:pt x="10235" y="6246"/>
                  </a:cubicBezTo>
                  <a:cubicBezTo>
                    <a:pt x="11271" y="3150"/>
                    <a:pt x="8951" y="0"/>
                    <a:pt x="57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1" name="Google Shape;5371;p70"/>
            <p:cNvSpPr/>
            <p:nvPr/>
          </p:nvSpPr>
          <p:spPr>
            <a:xfrm>
              <a:off x="5219060" y="3952863"/>
              <a:ext cx="128060" cy="78933"/>
            </a:xfrm>
            <a:custGeom>
              <a:avLst/>
              <a:gdLst/>
              <a:ahLst/>
              <a:cxnLst/>
              <a:rect l="l" t="t" r="r" b="b"/>
              <a:pathLst>
                <a:path w="4885" h="3011" extrusionOk="0">
                  <a:moveTo>
                    <a:pt x="4807" y="0"/>
                  </a:moveTo>
                  <a:cubicBezTo>
                    <a:pt x="4796" y="0"/>
                    <a:pt x="4785" y="4"/>
                    <a:pt x="4776" y="13"/>
                  </a:cubicBezTo>
                  <a:lnTo>
                    <a:pt x="3505" y="1024"/>
                  </a:lnTo>
                  <a:cubicBezTo>
                    <a:pt x="3491" y="1038"/>
                    <a:pt x="3476" y="1038"/>
                    <a:pt x="3476" y="1038"/>
                  </a:cubicBezTo>
                  <a:lnTo>
                    <a:pt x="864" y="1038"/>
                  </a:lnTo>
                  <a:cubicBezTo>
                    <a:pt x="835" y="1038"/>
                    <a:pt x="820" y="1053"/>
                    <a:pt x="806" y="1082"/>
                  </a:cubicBezTo>
                  <a:lnTo>
                    <a:pt x="12" y="2944"/>
                  </a:lnTo>
                  <a:cubicBezTo>
                    <a:pt x="1" y="2977"/>
                    <a:pt x="24" y="3011"/>
                    <a:pt x="62" y="3011"/>
                  </a:cubicBezTo>
                  <a:cubicBezTo>
                    <a:pt x="73" y="3011"/>
                    <a:pt x="86" y="3008"/>
                    <a:pt x="99" y="3002"/>
                  </a:cubicBezTo>
                  <a:lnTo>
                    <a:pt x="1398" y="2222"/>
                  </a:lnTo>
                  <a:lnTo>
                    <a:pt x="3751" y="2222"/>
                  </a:lnTo>
                  <a:cubicBezTo>
                    <a:pt x="3780" y="2222"/>
                    <a:pt x="3794" y="2208"/>
                    <a:pt x="3808" y="2193"/>
                  </a:cubicBezTo>
                  <a:lnTo>
                    <a:pt x="4862" y="86"/>
                  </a:lnTo>
                  <a:cubicBezTo>
                    <a:pt x="4885" y="52"/>
                    <a:pt x="4846" y="0"/>
                    <a:pt x="48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72" name="Google Shape;5372;p70"/>
          <p:cNvGrpSpPr/>
          <p:nvPr/>
        </p:nvGrpSpPr>
        <p:grpSpPr>
          <a:xfrm>
            <a:off x="6618980" y="3884052"/>
            <a:ext cx="459708" cy="451640"/>
            <a:chOff x="4660419" y="3817357"/>
            <a:chExt cx="362947" cy="356576"/>
          </a:xfrm>
        </p:grpSpPr>
        <p:grpSp>
          <p:nvGrpSpPr>
            <p:cNvPr id="5373" name="Google Shape;5373;p70"/>
            <p:cNvGrpSpPr/>
            <p:nvPr/>
          </p:nvGrpSpPr>
          <p:grpSpPr>
            <a:xfrm>
              <a:off x="4660419" y="3817357"/>
              <a:ext cx="362947" cy="356576"/>
              <a:chOff x="4660419" y="3817357"/>
              <a:chExt cx="362947" cy="356576"/>
            </a:xfrm>
          </p:grpSpPr>
          <p:sp>
            <p:nvSpPr>
              <p:cNvPr id="5374" name="Google Shape;5374;p70"/>
              <p:cNvSpPr/>
              <p:nvPr/>
            </p:nvSpPr>
            <p:spPr>
              <a:xfrm>
                <a:off x="4660419" y="3817357"/>
                <a:ext cx="356498" cy="356498"/>
              </a:xfrm>
              <a:custGeom>
                <a:avLst/>
                <a:gdLst/>
                <a:ahLst/>
                <a:cxnLst/>
                <a:rect l="l" t="t" r="r" b="b"/>
                <a:pathLst>
                  <a:path w="13599" h="13599" extrusionOk="0">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5" name="Google Shape;5375;p70"/>
              <p:cNvSpPr/>
              <p:nvPr/>
            </p:nvSpPr>
            <p:spPr>
              <a:xfrm>
                <a:off x="4815585" y="3817357"/>
                <a:ext cx="207780" cy="356576"/>
              </a:xfrm>
              <a:custGeom>
                <a:avLst/>
                <a:gdLst/>
                <a:ahLst/>
                <a:cxnLst/>
                <a:rect l="l" t="t" r="r" b="b"/>
                <a:pathLst>
                  <a:path w="7926" h="13602" extrusionOk="0">
                    <a:moveTo>
                      <a:pt x="881" y="0"/>
                    </a:moveTo>
                    <a:cubicBezTo>
                      <a:pt x="578" y="0"/>
                      <a:pt x="289" y="15"/>
                      <a:pt x="0" y="58"/>
                    </a:cubicBezTo>
                    <a:cubicBezTo>
                      <a:pt x="3378" y="505"/>
                      <a:pt x="5904" y="3378"/>
                      <a:pt x="5904" y="6799"/>
                    </a:cubicBezTo>
                    <a:cubicBezTo>
                      <a:pt x="5904" y="10220"/>
                      <a:pt x="3378" y="13093"/>
                      <a:pt x="0" y="13541"/>
                    </a:cubicBezTo>
                    <a:cubicBezTo>
                      <a:pt x="305" y="13581"/>
                      <a:pt x="607" y="13601"/>
                      <a:pt x="906" y="13601"/>
                    </a:cubicBezTo>
                    <a:cubicBezTo>
                      <a:pt x="4416" y="13601"/>
                      <a:pt x="7426" y="10865"/>
                      <a:pt x="7666" y="7247"/>
                    </a:cubicBezTo>
                    <a:cubicBezTo>
                      <a:pt x="7925" y="3320"/>
                      <a:pt x="4807" y="0"/>
                      <a:pt x="881"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76" name="Google Shape;5376;p70"/>
            <p:cNvGrpSpPr/>
            <p:nvPr/>
          </p:nvGrpSpPr>
          <p:grpSpPr>
            <a:xfrm>
              <a:off x="4694459" y="3856408"/>
              <a:ext cx="282308" cy="265356"/>
              <a:chOff x="4690600" y="3853050"/>
              <a:chExt cx="289488" cy="272132"/>
            </a:xfrm>
          </p:grpSpPr>
          <p:sp>
            <p:nvSpPr>
              <p:cNvPr id="5377" name="Google Shape;5377;p70"/>
              <p:cNvSpPr/>
              <p:nvPr/>
            </p:nvSpPr>
            <p:spPr>
              <a:xfrm>
                <a:off x="4690600" y="3853050"/>
                <a:ext cx="289488" cy="272132"/>
              </a:xfrm>
              <a:custGeom>
                <a:avLst/>
                <a:gdLst/>
                <a:ahLst/>
                <a:cxnLst/>
                <a:rect l="l" t="t" r="r" b="b"/>
                <a:pathLst>
                  <a:path w="14478" h="13610" extrusionOk="0">
                    <a:moveTo>
                      <a:pt x="1168" y="13543"/>
                    </a:moveTo>
                    <a:cubicBezTo>
                      <a:pt x="1235" y="13276"/>
                      <a:pt x="1301" y="13043"/>
                      <a:pt x="1368" y="12776"/>
                    </a:cubicBezTo>
                    <a:cubicBezTo>
                      <a:pt x="1568" y="12009"/>
                      <a:pt x="1802" y="11241"/>
                      <a:pt x="2002" y="10474"/>
                    </a:cubicBezTo>
                    <a:cubicBezTo>
                      <a:pt x="2002" y="10374"/>
                      <a:pt x="2002" y="10207"/>
                      <a:pt x="1935" y="10107"/>
                    </a:cubicBezTo>
                    <a:cubicBezTo>
                      <a:pt x="1" y="6371"/>
                      <a:pt x="2002" y="1835"/>
                      <a:pt x="6138" y="867"/>
                    </a:cubicBezTo>
                    <a:cubicBezTo>
                      <a:pt x="9874" y="0"/>
                      <a:pt x="13210" y="2535"/>
                      <a:pt x="13844" y="5904"/>
                    </a:cubicBezTo>
                    <a:cubicBezTo>
                      <a:pt x="14478" y="9407"/>
                      <a:pt x="12176" y="12742"/>
                      <a:pt x="8673" y="13376"/>
                    </a:cubicBezTo>
                    <a:cubicBezTo>
                      <a:pt x="7306" y="13610"/>
                      <a:pt x="5971" y="13410"/>
                      <a:pt x="4704" y="12776"/>
                    </a:cubicBezTo>
                    <a:cubicBezTo>
                      <a:pt x="4604" y="12742"/>
                      <a:pt x="4437" y="12709"/>
                      <a:pt x="4304" y="12742"/>
                    </a:cubicBezTo>
                    <a:cubicBezTo>
                      <a:pt x="2636" y="13176"/>
                      <a:pt x="1502" y="13476"/>
                      <a:pt x="1168" y="13543"/>
                    </a:cubicBezTo>
                    <a:close/>
                    <a:moveTo>
                      <a:pt x="2636" y="12075"/>
                    </a:moveTo>
                    <a:cubicBezTo>
                      <a:pt x="3270" y="11909"/>
                      <a:pt x="3870" y="11775"/>
                      <a:pt x="4437" y="11608"/>
                    </a:cubicBezTo>
                    <a:cubicBezTo>
                      <a:pt x="4604" y="11575"/>
                      <a:pt x="4737" y="11575"/>
                      <a:pt x="4871" y="11675"/>
                    </a:cubicBezTo>
                    <a:cubicBezTo>
                      <a:pt x="5971" y="12309"/>
                      <a:pt x="7139" y="12542"/>
                      <a:pt x="8407" y="12342"/>
                    </a:cubicBezTo>
                    <a:cubicBezTo>
                      <a:pt x="11309" y="11875"/>
                      <a:pt x="13277" y="9173"/>
                      <a:pt x="12843" y="6271"/>
                    </a:cubicBezTo>
                    <a:cubicBezTo>
                      <a:pt x="12376" y="3302"/>
                      <a:pt x="9574" y="1301"/>
                      <a:pt x="6605" y="1835"/>
                    </a:cubicBezTo>
                    <a:cubicBezTo>
                      <a:pt x="3036" y="2502"/>
                      <a:pt x="1135" y="6471"/>
                      <a:pt x="2903" y="9640"/>
                    </a:cubicBezTo>
                    <a:cubicBezTo>
                      <a:pt x="3103" y="10007"/>
                      <a:pt x="3169" y="10274"/>
                      <a:pt x="3036" y="10641"/>
                    </a:cubicBezTo>
                    <a:cubicBezTo>
                      <a:pt x="2869" y="11108"/>
                      <a:pt x="2769" y="11575"/>
                      <a:pt x="2636" y="1207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8" name="Google Shape;5378;p70"/>
              <p:cNvSpPr/>
              <p:nvPr/>
            </p:nvSpPr>
            <p:spPr>
              <a:xfrm>
                <a:off x="4773984" y="3934408"/>
                <a:ext cx="133407" cy="122069"/>
              </a:xfrm>
              <a:custGeom>
                <a:avLst/>
                <a:gdLst/>
                <a:ahLst/>
                <a:cxnLst/>
                <a:rect l="l" t="t" r="r" b="b"/>
                <a:pathLst>
                  <a:path w="6672" h="6105" extrusionOk="0">
                    <a:moveTo>
                      <a:pt x="5070" y="6072"/>
                    </a:moveTo>
                    <a:cubicBezTo>
                      <a:pt x="3803" y="6005"/>
                      <a:pt x="1835" y="5038"/>
                      <a:pt x="467" y="2669"/>
                    </a:cubicBezTo>
                    <a:cubicBezTo>
                      <a:pt x="0" y="1835"/>
                      <a:pt x="67" y="868"/>
                      <a:pt x="767" y="234"/>
                    </a:cubicBezTo>
                    <a:cubicBezTo>
                      <a:pt x="1001" y="1"/>
                      <a:pt x="1301" y="67"/>
                      <a:pt x="1601" y="101"/>
                    </a:cubicBezTo>
                    <a:cubicBezTo>
                      <a:pt x="1668" y="101"/>
                      <a:pt x="1735" y="234"/>
                      <a:pt x="1768" y="301"/>
                    </a:cubicBezTo>
                    <a:cubicBezTo>
                      <a:pt x="1935" y="701"/>
                      <a:pt x="2135" y="1101"/>
                      <a:pt x="2268" y="1535"/>
                    </a:cubicBezTo>
                    <a:cubicBezTo>
                      <a:pt x="2369" y="1769"/>
                      <a:pt x="2202" y="1969"/>
                      <a:pt x="1902" y="2336"/>
                    </a:cubicBezTo>
                    <a:cubicBezTo>
                      <a:pt x="1801" y="2469"/>
                      <a:pt x="1768" y="2569"/>
                      <a:pt x="1835" y="2703"/>
                    </a:cubicBezTo>
                    <a:cubicBezTo>
                      <a:pt x="2369" y="3603"/>
                      <a:pt x="3102" y="4237"/>
                      <a:pt x="4070" y="4604"/>
                    </a:cubicBezTo>
                    <a:cubicBezTo>
                      <a:pt x="4203" y="4671"/>
                      <a:pt x="4303" y="4637"/>
                      <a:pt x="4403" y="4504"/>
                    </a:cubicBezTo>
                    <a:cubicBezTo>
                      <a:pt x="4904" y="3903"/>
                      <a:pt x="4937" y="3703"/>
                      <a:pt x="5237" y="3837"/>
                    </a:cubicBezTo>
                    <a:cubicBezTo>
                      <a:pt x="6505" y="4470"/>
                      <a:pt x="6605" y="4470"/>
                      <a:pt x="6605" y="4637"/>
                    </a:cubicBezTo>
                    <a:cubicBezTo>
                      <a:pt x="6672" y="5705"/>
                      <a:pt x="5671" y="6105"/>
                      <a:pt x="5070" y="607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79" name="Google Shape;5379;p70"/>
          <p:cNvGrpSpPr/>
          <p:nvPr/>
        </p:nvGrpSpPr>
        <p:grpSpPr>
          <a:xfrm>
            <a:off x="6618978" y="2473927"/>
            <a:ext cx="460173" cy="451640"/>
            <a:chOff x="3763184" y="3817357"/>
            <a:chExt cx="363314" cy="356576"/>
          </a:xfrm>
        </p:grpSpPr>
        <p:sp>
          <p:nvSpPr>
            <p:cNvPr id="5380" name="Google Shape;5380;p70"/>
            <p:cNvSpPr/>
            <p:nvPr/>
          </p:nvSpPr>
          <p:spPr>
            <a:xfrm>
              <a:off x="3763184"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1" name="Google Shape;5381;p70"/>
            <p:cNvSpPr/>
            <p:nvPr/>
          </p:nvSpPr>
          <p:spPr>
            <a:xfrm>
              <a:off x="3918324" y="3817357"/>
              <a:ext cx="208173" cy="356576"/>
            </a:xfrm>
            <a:custGeom>
              <a:avLst/>
              <a:gdLst/>
              <a:ahLst/>
              <a:cxnLst/>
              <a:rect l="l" t="t" r="r" b="b"/>
              <a:pathLst>
                <a:path w="7941" h="13602" extrusionOk="0">
                  <a:moveTo>
                    <a:pt x="896" y="0"/>
                  </a:moveTo>
                  <a:cubicBezTo>
                    <a:pt x="593" y="0"/>
                    <a:pt x="304" y="15"/>
                    <a:pt x="1" y="58"/>
                  </a:cubicBezTo>
                  <a:cubicBezTo>
                    <a:pt x="3393" y="505"/>
                    <a:pt x="5919" y="3378"/>
                    <a:pt x="5919" y="6799"/>
                  </a:cubicBezTo>
                  <a:cubicBezTo>
                    <a:pt x="5919" y="10220"/>
                    <a:pt x="3393" y="13093"/>
                    <a:pt x="1" y="13541"/>
                  </a:cubicBezTo>
                  <a:cubicBezTo>
                    <a:pt x="306" y="13581"/>
                    <a:pt x="610" y="13601"/>
                    <a:pt x="909" y="13601"/>
                  </a:cubicBezTo>
                  <a:cubicBezTo>
                    <a:pt x="4431" y="13601"/>
                    <a:pt x="7441" y="10865"/>
                    <a:pt x="7681" y="7247"/>
                  </a:cubicBezTo>
                  <a:cubicBezTo>
                    <a:pt x="7940" y="3320"/>
                    <a:pt x="4822" y="0"/>
                    <a:pt x="89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2" name="Google Shape;5382;p70"/>
            <p:cNvSpPr/>
            <p:nvPr/>
          </p:nvSpPr>
          <p:spPr>
            <a:xfrm>
              <a:off x="3848330" y="3964188"/>
              <a:ext cx="39375" cy="116945"/>
            </a:xfrm>
            <a:custGeom>
              <a:avLst/>
              <a:gdLst/>
              <a:ahLst/>
              <a:cxnLst/>
              <a:rect l="l" t="t" r="r" b="b"/>
              <a:pathLst>
                <a:path w="1502" h="4461" extrusionOk="0">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3" name="Google Shape;5383;p70"/>
            <p:cNvSpPr/>
            <p:nvPr/>
          </p:nvSpPr>
          <p:spPr>
            <a:xfrm>
              <a:off x="3832418" y="3894403"/>
              <a:ext cx="55287" cy="47475"/>
            </a:xfrm>
            <a:custGeom>
              <a:avLst/>
              <a:gdLst/>
              <a:ahLst/>
              <a:cxnLst/>
              <a:rect l="l" t="t" r="r" b="b"/>
              <a:pathLst>
                <a:path w="2109" h="1811" extrusionOk="0">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4" name="Google Shape;5384;p70"/>
            <p:cNvSpPr/>
            <p:nvPr/>
          </p:nvSpPr>
          <p:spPr>
            <a:xfrm>
              <a:off x="3925901" y="3964161"/>
              <a:ext cx="124914" cy="117365"/>
            </a:xfrm>
            <a:custGeom>
              <a:avLst/>
              <a:gdLst/>
              <a:ahLst/>
              <a:cxnLst/>
              <a:rect l="l" t="t" r="r" b="b"/>
              <a:pathLst>
                <a:path w="4765" h="4477" extrusionOk="0">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85" name="Google Shape;5385;p70"/>
          <p:cNvGrpSpPr/>
          <p:nvPr/>
        </p:nvGrpSpPr>
        <p:grpSpPr>
          <a:xfrm>
            <a:off x="6618733" y="1078752"/>
            <a:ext cx="459708" cy="451640"/>
            <a:chOff x="4211985" y="3817357"/>
            <a:chExt cx="362947" cy="356576"/>
          </a:xfrm>
        </p:grpSpPr>
        <p:sp>
          <p:nvSpPr>
            <p:cNvPr id="5386" name="Google Shape;5386;p70"/>
            <p:cNvSpPr/>
            <p:nvPr/>
          </p:nvSpPr>
          <p:spPr>
            <a:xfrm>
              <a:off x="4211985" y="3817357"/>
              <a:ext cx="356498" cy="356498"/>
            </a:xfrm>
            <a:custGeom>
              <a:avLst/>
              <a:gdLst/>
              <a:ahLst/>
              <a:cxnLst/>
              <a:rect l="l" t="t" r="r" b="b"/>
              <a:pathLst>
                <a:path w="13599" h="13599" extrusionOk="0">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7" name="Google Shape;5387;p70"/>
            <p:cNvSpPr/>
            <p:nvPr/>
          </p:nvSpPr>
          <p:spPr>
            <a:xfrm>
              <a:off x="4366758" y="3817357"/>
              <a:ext cx="208173" cy="356576"/>
            </a:xfrm>
            <a:custGeom>
              <a:avLst/>
              <a:gdLst/>
              <a:ahLst/>
              <a:cxnLst/>
              <a:rect l="l" t="t" r="r" b="b"/>
              <a:pathLst>
                <a:path w="7941" h="13602" extrusionOk="0">
                  <a:moveTo>
                    <a:pt x="896" y="0"/>
                  </a:moveTo>
                  <a:cubicBezTo>
                    <a:pt x="593" y="0"/>
                    <a:pt x="304" y="15"/>
                    <a:pt x="1" y="58"/>
                  </a:cubicBezTo>
                  <a:cubicBezTo>
                    <a:pt x="3393" y="505"/>
                    <a:pt x="5919" y="3378"/>
                    <a:pt x="5919" y="6799"/>
                  </a:cubicBezTo>
                  <a:cubicBezTo>
                    <a:pt x="5919" y="10220"/>
                    <a:pt x="3393" y="13093"/>
                    <a:pt x="1" y="13541"/>
                  </a:cubicBezTo>
                  <a:cubicBezTo>
                    <a:pt x="306" y="13581"/>
                    <a:pt x="610" y="13601"/>
                    <a:pt x="909" y="13601"/>
                  </a:cubicBezTo>
                  <a:cubicBezTo>
                    <a:pt x="4431" y="13601"/>
                    <a:pt x="7441" y="10865"/>
                    <a:pt x="7681" y="7247"/>
                  </a:cubicBezTo>
                  <a:cubicBezTo>
                    <a:pt x="7940" y="3320"/>
                    <a:pt x="4822" y="0"/>
                    <a:pt x="896"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8" name="Google Shape;5388;p70"/>
            <p:cNvSpPr/>
            <p:nvPr/>
          </p:nvSpPr>
          <p:spPr>
            <a:xfrm>
              <a:off x="4288061" y="3909555"/>
              <a:ext cx="227756" cy="187463"/>
            </a:xfrm>
            <a:custGeom>
              <a:avLst/>
              <a:gdLst/>
              <a:ahLst/>
              <a:cxnLst/>
              <a:rect l="l" t="t" r="r" b="b"/>
              <a:pathLst>
                <a:path w="8688" h="7151" extrusionOk="0">
                  <a:moveTo>
                    <a:pt x="5678" y="0"/>
                  </a:moveTo>
                  <a:cubicBezTo>
                    <a:pt x="4639" y="0"/>
                    <a:pt x="3643" y="810"/>
                    <a:pt x="3652" y="2026"/>
                  </a:cubicBezTo>
                  <a:lnTo>
                    <a:pt x="3652" y="2070"/>
                  </a:lnTo>
                  <a:lnTo>
                    <a:pt x="3551" y="2070"/>
                  </a:lnTo>
                  <a:cubicBezTo>
                    <a:pt x="3219" y="2012"/>
                    <a:pt x="2887" y="1940"/>
                    <a:pt x="2570" y="1839"/>
                  </a:cubicBezTo>
                  <a:cubicBezTo>
                    <a:pt x="1819" y="1579"/>
                    <a:pt x="1155" y="1160"/>
                    <a:pt x="592" y="612"/>
                  </a:cubicBezTo>
                  <a:lnTo>
                    <a:pt x="390" y="410"/>
                  </a:lnTo>
                  <a:cubicBezTo>
                    <a:pt x="375" y="395"/>
                    <a:pt x="358" y="388"/>
                    <a:pt x="342" y="388"/>
                  </a:cubicBezTo>
                  <a:cubicBezTo>
                    <a:pt x="312" y="388"/>
                    <a:pt x="284" y="410"/>
                    <a:pt x="275" y="438"/>
                  </a:cubicBezTo>
                  <a:lnTo>
                    <a:pt x="202" y="727"/>
                  </a:lnTo>
                  <a:cubicBezTo>
                    <a:pt x="0" y="1492"/>
                    <a:pt x="318" y="2301"/>
                    <a:pt x="982" y="2734"/>
                  </a:cubicBezTo>
                  <a:cubicBezTo>
                    <a:pt x="852" y="2734"/>
                    <a:pt x="708" y="2719"/>
                    <a:pt x="578" y="2690"/>
                  </a:cubicBezTo>
                  <a:lnTo>
                    <a:pt x="332" y="2633"/>
                  </a:lnTo>
                  <a:cubicBezTo>
                    <a:pt x="327" y="2631"/>
                    <a:pt x="321" y="2630"/>
                    <a:pt x="315" y="2630"/>
                  </a:cubicBezTo>
                  <a:cubicBezTo>
                    <a:pt x="278" y="2630"/>
                    <a:pt x="246" y="2667"/>
                    <a:pt x="246" y="2705"/>
                  </a:cubicBezTo>
                  <a:lnTo>
                    <a:pt x="289" y="2950"/>
                  </a:lnTo>
                  <a:cubicBezTo>
                    <a:pt x="390" y="3513"/>
                    <a:pt x="751" y="3990"/>
                    <a:pt x="1256" y="4221"/>
                  </a:cubicBezTo>
                  <a:cubicBezTo>
                    <a:pt x="1314" y="4249"/>
                    <a:pt x="1299" y="4336"/>
                    <a:pt x="1242" y="4350"/>
                  </a:cubicBezTo>
                  <a:lnTo>
                    <a:pt x="967" y="4350"/>
                  </a:lnTo>
                  <a:cubicBezTo>
                    <a:pt x="910" y="4365"/>
                    <a:pt x="881" y="4408"/>
                    <a:pt x="910" y="4452"/>
                  </a:cubicBezTo>
                  <a:lnTo>
                    <a:pt x="1040" y="4697"/>
                  </a:lnTo>
                  <a:cubicBezTo>
                    <a:pt x="1314" y="5173"/>
                    <a:pt x="1790" y="5491"/>
                    <a:pt x="2324" y="5563"/>
                  </a:cubicBezTo>
                  <a:cubicBezTo>
                    <a:pt x="2382" y="5577"/>
                    <a:pt x="2397" y="5650"/>
                    <a:pt x="2353" y="5693"/>
                  </a:cubicBezTo>
                  <a:cubicBezTo>
                    <a:pt x="1891" y="6025"/>
                    <a:pt x="1357" y="6256"/>
                    <a:pt x="794" y="6357"/>
                  </a:cubicBezTo>
                  <a:lnTo>
                    <a:pt x="188" y="6458"/>
                  </a:lnTo>
                  <a:cubicBezTo>
                    <a:pt x="116" y="6472"/>
                    <a:pt x="116" y="6559"/>
                    <a:pt x="174" y="6588"/>
                  </a:cubicBezTo>
                  <a:lnTo>
                    <a:pt x="751" y="6804"/>
                  </a:lnTo>
                  <a:cubicBezTo>
                    <a:pt x="1328" y="7035"/>
                    <a:pt x="1949" y="7151"/>
                    <a:pt x="2570" y="7151"/>
                  </a:cubicBezTo>
                  <a:cubicBezTo>
                    <a:pt x="5385" y="7136"/>
                    <a:pt x="7680" y="4870"/>
                    <a:pt x="7694" y="2055"/>
                  </a:cubicBezTo>
                  <a:lnTo>
                    <a:pt x="7694" y="2026"/>
                  </a:lnTo>
                  <a:lnTo>
                    <a:pt x="7694" y="1983"/>
                  </a:lnTo>
                  <a:lnTo>
                    <a:pt x="7694" y="1969"/>
                  </a:lnTo>
                  <a:cubicBezTo>
                    <a:pt x="7896" y="1839"/>
                    <a:pt x="8070" y="1680"/>
                    <a:pt x="8243" y="1507"/>
                  </a:cubicBezTo>
                  <a:lnTo>
                    <a:pt x="8647" y="1088"/>
                  </a:lnTo>
                  <a:cubicBezTo>
                    <a:pt x="8687" y="1048"/>
                    <a:pt x="8653" y="971"/>
                    <a:pt x="8591" y="971"/>
                  </a:cubicBezTo>
                  <a:cubicBezTo>
                    <a:pt x="8586" y="971"/>
                    <a:pt x="8580" y="971"/>
                    <a:pt x="8575" y="973"/>
                  </a:cubicBezTo>
                  <a:lnTo>
                    <a:pt x="8012" y="1117"/>
                  </a:lnTo>
                  <a:lnTo>
                    <a:pt x="7824" y="1146"/>
                  </a:lnTo>
                  <a:cubicBezTo>
                    <a:pt x="7820" y="1147"/>
                    <a:pt x="7816" y="1147"/>
                    <a:pt x="7812" y="1147"/>
                  </a:cubicBezTo>
                  <a:cubicBezTo>
                    <a:pt x="7761" y="1147"/>
                    <a:pt x="7728" y="1070"/>
                    <a:pt x="7781" y="1030"/>
                  </a:cubicBezTo>
                  <a:cubicBezTo>
                    <a:pt x="7839" y="973"/>
                    <a:pt x="7896" y="915"/>
                    <a:pt x="7954" y="857"/>
                  </a:cubicBezTo>
                  <a:lnTo>
                    <a:pt x="8402" y="366"/>
                  </a:lnTo>
                  <a:cubicBezTo>
                    <a:pt x="8439" y="329"/>
                    <a:pt x="8401" y="259"/>
                    <a:pt x="8353" y="259"/>
                  </a:cubicBezTo>
                  <a:cubicBezTo>
                    <a:pt x="8346" y="259"/>
                    <a:pt x="8338" y="261"/>
                    <a:pt x="8330" y="265"/>
                  </a:cubicBezTo>
                  <a:lnTo>
                    <a:pt x="7709" y="467"/>
                  </a:lnTo>
                  <a:cubicBezTo>
                    <a:pt x="7521" y="525"/>
                    <a:pt x="7334" y="583"/>
                    <a:pt x="7131" y="612"/>
                  </a:cubicBezTo>
                  <a:cubicBezTo>
                    <a:pt x="7117" y="612"/>
                    <a:pt x="7088" y="597"/>
                    <a:pt x="7074" y="583"/>
                  </a:cubicBezTo>
                  <a:cubicBezTo>
                    <a:pt x="6667" y="180"/>
                    <a:pt x="6168" y="0"/>
                    <a:pt x="56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89" name="Google Shape;5389;p70"/>
          <p:cNvGrpSpPr/>
          <p:nvPr/>
        </p:nvGrpSpPr>
        <p:grpSpPr>
          <a:xfrm>
            <a:off x="2065354" y="3884052"/>
            <a:ext cx="459675" cy="452005"/>
            <a:chOff x="3314750" y="3817357"/>
            <a:chExt cx="362920" cy="356865"/>
          </a:xfrm>
        </p:grpSpPr>
        <p:grpSp>
          <p:nvGrpSpPr>
            <p:cNvPr id="5390" name="Google Shape;5390;p70"/>
            <p:cNvGrpSpPr/>
            <p:nvPr/>
          </p:nvGrpSpPr>
          <p:grpSpPr>
            <a:xfrm>
              <a:off x="3314750" y="3817357"/>
              <a:ext cx="362920" cy="356865"/>
              <a:chOff x="3314750" y="3817357"/>
              <a:chExt cx="362920" cy="356865"/>
            </a:xfrm>
          </p:grpSpPr>
          <p:sp>
            <p:nvSpPr>
              <p:cNvPr id="5391" name="Google Shape;5391;p70"/>
              <p:cNvSpPr/>
              <p:nvPr/>
            </p:nvSpPr>
            <p:spPr>
              <a:xfrm>
                <a:off x="3314750"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2" name="Google Shape;5392;p70"/>
              <p:cNvSpPr/>
              <p:nvPr/>
            </p:nvSpPr>
            <p:spPr>
              <a:xfrm>
                <a:off x="3469891" y="3817357"/>
                <a:ext cx="207780" cy="356865"/>
              </a:xfrm>
              <a:custGeom>
                <a:avLst/>
                <a:gdLst/>
                <a:ahLst/>
                <a:cxnLst/>
                <a:rect l="l" t="t" r="r" b="b"/>
                <a:pathLst>
                  <a:path w="7926" h="13613" extrusionOk="0">
                    <a:moveTo>
                      <a:pt x="881" y="0"/>
                    </a:moveTo>
                    <a:cubicBezTo>
                      <a:pt x="884" y="0"/>
                      <a:pt x="886" y="0"/>
                      <a:pt x="888" y="0"/>
                    </a:cubicBezTo>
                    <a:lnTo>
                      <a:pt x="888" y="0"/>
                    </a:lnTo>
                    <a:cubicBezTo>
                      <a:pt x="891" y="0"/>
                      <a:pt x="893" y="0"/>
                      <a:pt x="896" y="0"/>
                    </a:cubicBezTo>
                    <a:close/>
                    <a:moveTo>
                      <a:pt x="888" y="0"/>
                    </a:moveTo>
                    <a:lnTo>
                      <a:pt x="888" y="0"/>
                    </a:lnTo>
                    <a:cubicBezTo>
                      <a:pt x="588" y="0"/>
                      <a:pt x="301" y="15"/>
                      <a:pt x="1" y="58"/>
                    </a:cubicBezTo>
                    <a:cubicBezTo>
                      <a:pt x="3393" y="491"/>
                      <a:pt x="5934" y="3378"/>
                      <a:pt x="5934" y="6799"/>
                    </a:cubicBezTo>
                    <a:cubicBezTo>
                      <a:pt x="5934" y="10220"/>
                      <a:pt x="3393" y="13107"/>
                      <a:pt x="1" y="13555"/>
                    </a:cubicBezTo>
                    <a:cubicBezTo>
                      <a:pt x="299" y="13594"/>
                      <a:pt x="595" y="13612"/>
                      <a:pt x="887" y="13612"/>
                    </a:cubicBezTo>
                    <a:cubicBezTo>
                      <a:pt x="4418" y="13612"/>
                      <a:pt x="7441" y="10873"/>
                      <a:pt x="7680" y="7247"/>
                    </a:cubicBezTo>
                    <a:cubicBezTo>
                      <a:pt x="7926" y="3323"/>
                      <a:pt x="4826" y="4"/>
                      <a:pt x="888"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93" name="Google Shape;5393;p70"/>
            <p:cNvGrpSpPr/>
            <p:nvPr/>
          </p:nvGrpSpPr>
          <p:grpSpPr>
            <a:xfrm>
              <a:off x="3394986" y="3894612"/>
              <a:ext cx="202339" cy="202323"/>
              <a:chOff x="935197" y="1793977"/>
              <a:chExt cx="256451" cy="256430"/>
            </a:xfrm>
          </p:grpSpPr>
          <p:sp>
            <p:nvSpPr>
              <p:cNvPr id="5394" name="Google Shape;5394;p70"/>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70"/>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96" name="Google Shape;5396;p70"/>
          <p:cNvGrpSpPr/>
          <p:nvPr/>
        </p:nvGrpSpPr>
        <p:grpSpPr>
          <a:xfrm>
            <a:off x="2065356" y="2481227"/>
            <a:ext cx="459675" cy="452005"/>
            <a:chOff x="2866317" y="3817357"/>
            <a:chExt cx="362920" cy="356865"/>
          </a:xfrm>
        </p:grpSpPr>
        <p:sp>
          <p:nvSpPr>
            <p:cNvPr id="5397" name="Google Shape;5397;p70"/>
            <p:cNvSpPr/>
            <p:nvPr/>
          </p:nvSpPr>
          <p:spPr>
            <a:xfrm>
              <a:off x="2866317" y="3817357"/>
              <a:ext cx="356865" cy="356498"/>
            </a:xfrm>
            <a:custGeom>
              <a:avLst/>
              <a:gdLst/>
              <a:ahLst/>
              <a:cxnLst/>
              <a:rect l="l" t="t" r="r" b="b"/>
              <a:pathLst>
                <a:path w="13613" h="13599" extrusionOk="0">
                  <a:moveTo>
                    <a:pt x="6799" y="0"/>
                  </a:moveTo>
                  <a:cubicBezTo>
                    <a:pt x="3046" y="0"/>
                    <a:pt x="0" y="3046"/>
                    <a:pt x="0" y="6799"/>
                  </a:cubicBezTo>
                  <a:cubicBezTo>
                    <a:pt x="0" y="10552"/>
                    <a:pt x="3046" y="13598"/>
                    <a:pt x="6799" y="13598"/>
                  </a:cubicBezTo>
                  <a:cubicBezTo>
                    <a:pt x="10567" y="13598"/>
                    <a:pt x="13613" y="10552"/>
                    <a:pt x="13613" y="6799"/>
                  </a:cubicBezTo>
                  <a:cubicBezTo>
                    <a:pt x="13613" y="3046"/>
                    <a:pt x="10567" y="0"/>
                    <a:pt x="67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70"/>
            <p:cNvSpPr/>
            <p:nvPr/>
          </p:nvSpPr>
          <p:spPr>
            <a:xfrm>
              <a:off x="3021457" y="3817357"/>
              <a:ext cx="207780" cy="356576"/>
            </a:xfrm>
            <a:custGeom>
              <a:avLst/>
              <a:gdLst/>
              <a:ahLst/>
              <a:cxnLst/>
              <a:rect l="l" t="t" r="r" b="b"/>
              <a:pathLst>
                <a:path w="7926" h="13602" extrusionOk="0">
                  <a:moveTo>
                    <a:pt x="881" y="0"/>
                  </a:moveTo>
                  <a:cubicBezTo>
                    <a:pt x="593" y="0"/>
                    <a:pt x="290" y="15"/>
                    <a:pt x="1" y="58"/>
                  </a:cubicBezTo>
                  <a:cubicBezTo>
                    <a:pt x="3379" y="505"/>
                    <a:pt x="5919" y="3378"/>
                    <a:pt x="5919" y="6799"/>
                  </a:cubicBezTo>
                  <a:cubicBezTo>
                    <a:pt x="5919" y="10220"/>
                    <a:pt x="3379" y="13093"/>
                    <a:pt x="1" y="13541"/>
                  </a:cubicBezTo>
                  <a:cubicBezTo>
                    <a:pt x="306" y="13581"/>
                    <a:pt x="610" y="13601"/>
                    <a:pt x="909" y="13601"/>
                  </a:cubicBezTo>
                  <a:cubicBezTo>
                    <a:pt x="4431" y="13601"/>
                    <a:pt x="7440" y="10865"/>
                    <a:pt x="7666" y="7247"/>
                  </a:cubicBezTo>
                  <a:cubicBezTo>
                    <a:pt x="7926" y="3320"/>
                    <a:pt x="4822" y="0"/>
                    <a:pt x="881" y="0"/>
                  </a:cubicBezTo>
                  <a:close/>
                </a:path>
              </a:pathLst>
            </a:custGeom>
            <a:solidFill>
              <a:srgbClr val="061D28">
                <a:alpha val="2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70"/>
            <p:cNvSpPr/>
            <p:nvPr/>
          </p:nvSpPr>
          <p:spPr>
            <a:xfrm>
              <a:off x="2928367" y="3894561"/>
              <a:ext cx="194175" cy="279662"/>
            </a:xfrm>
            <a:custGeom>
              <a:avLst/>
              <a:gdLst/>
              <a:ahLst/>
              <a:cxnLst/>
              <a:rect l="l" t="t" r="r" b="b"/>
              <a:pathLst>
                <a:path w="7407" h="10668" extrusionOk="0">
                  <a:moveTo>
                    <a:pt x="6208" y="0"/>
                  </a:moveTo>
                  <a:cubicBezTo>
                    <a:pt x="4086" y="14"/>
                    <a:pt x="2079" y="1732"/>
                    <a:pt x="2079" y="3854"/>
                  </a:cubicBezTo>
                  <a:lnTo>
                    <a:pt x="2079" y="4114"/>
                  </a:lnTo>
                  <a:cubicBezTo>
                    <a:pt x="2079" y="4129"/>
                    <a:pt x="2051" y="4157"/>
                    <a:pt x="2036" y="4157"/>
                  </a:cubicBezTo>
                  <a:lnTo>
                    <a:pt x="174" y="4157"/>
                  </a:lnTo>
                  <a:cubicBezTo>
                    <a:pt x="73" y="4157"/>
                    <a:pt x="1" y="4230"/>
                    <a:pt x="1" y="4331"/>
                  </a:cubicBezTo>
                  <a:lnTo>
                    <a:pt x="1" y="6048"/>
                  </a:lnTo>
                  <a:cubicBezTo>
                    <a:pt x="1" y="6149"/>
                    <a:pt x="73" y="6236"/>
                    <a:pt x="174" y="6236"/>
                  </a:cubicBezTo>
                  <a:lnTo>
                    <a:pt x="2036" y="6236"/>
                  </a:lnTo>
                  <a:cubicBezTo>
                    <a:pt x="2051" y="6236"/>
                    <a:pt x="2079" y="6251"/>
                    <a:pt x="2079" y="6279"/>
                  </a:cubicBezTo>
                  <a:lnTo>
                    <a:pt x="2079" y="10220"/>
                  </a:lnTo>
                  <a:cubicBezTo>
                    <a:pt x="2079" y="10235"/>
                    <a:pt x="2079" y="10249"/>
                    <a:pt x="2108" y="10264"/>
                  </a:cubicBezTo>
                  <a:cubicBezTo>
                    <a:pt x="2743" y="10495"/>
                    <a:pt x="3422" y="10624"/>
                    <a:pt x="4100" y="10668"/>
                  </a:cubicBezTo>
                  <a:cubicBezTo>
                    <a:pt x="4129" y="10668"/>
                    <a:pt x="4144" y="10639"/>
                    <a:pt x="4144" y="10624"/>
                  </a:cubicBezTo>
                  <a:lnTo>
                    <a:pt x="4144" y="6279"/>
                  </a:lnTo>
                  <a:cubicBezTo>
                    <a:pt x="4144" y="6251"/>
                    <a:pt x="4158" y="6236"/>
                    <a:pt x="4187" y="6236"/>
                  </a:cubicBezTo>
                  <a:lnTo>
                    <a:pt x="7218" y="6236"/>
                  </a:lnTo>
                  <a:cubicBezTo>
                    <a:pt x="7319" y="6236"/>
                    <a:pt x="7406" y="6149"/>
                    <a:pt x="7406" y="6048"/>
                  </a:cubicBezTo>
                  <a:lnTo>
                    <a:pt x="7406" y="4331"/>
                  </a:lnTo>
                  <a:cubicBezTo>
                    <a:pt x="7406" y="4230"/>
                    <a:pt x="7319" y="4143"/>
                    <a:pt x="7218" y="4143"/>
                  </a:cubicBezTo>
                  <a:lnTo>
                    <a:pt x="4187" y="4143"/>
                  </a:lnTo>
                  <a:cubicBezTo>
                    <a:pt x="4158" y="4143"/>
                    <a:pt x="4144" y="4129"/>
                    <a:pt x="4144" y="4100"/>
                  </a:cubicBezTo>
                  <a:lnTo>
                    <a:pt x="4144" y="3854"/>
                  </a:lnTo>
                  <a:cubicBezTo>
                    <a:pt x="4144" y="2714"/>
                    <a:pt x="5068" y="2079"/>
                    <a:pt x="6208" y="2079"/>
                  </a:cubicBezTo>
                  <a:lnTo>
                    <a:pt x="7218" y="2079"/>
                  </a:lnTo>
                  <a:cubicBezTo>
                    <a:pt x="7319" y="2079"/>
                    <a:pt x="7406" y="1992"/>
                    <a:pt x="7406" y="1891"/>
                  </a:cubicBezTo>
                  <a:lnTo>
                    <a:pt x="7406" y="173"/>
                  </a:lnTo>
                  <a:cubicBezTo>
                    <a:pt x="7406" y="72"/>
                    <a:pt x="7319" y="0"/>
                    <a:pt x="72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Social Studies Subject for High School: Globalization by Slidesgo">
  <a:themeElements>
    <a:clrScheme name="Simple Light">
      <a:dk1>
        <a:srgbClr val="061D28"/>
      </a:dk1>
      <a:lt1>
        <a:srgbClr val="B9E6ED"/>
      </a:lt1>
      <a:dk2>
        <a:srgbClr val="FFFFFF"/>
      </a:dk2>
      <a:lt2>
        <a:srgbClr val="16C5D5"/>
      </a:lt2>
      <a:accent1>
        <a:srgbClr val="1A4F6E"/>
      </a:accent1>
      <a:accent2>
        <a:srgbClr val="C3D107"/>
      </a:accent2>
      <a:accent3>
        <a:srgbClr val="979B00"/>
      </a:accent3>
      <a:accent4>
        <a:srgbClr val="FCCF10"/>
      </a:accent4>
      <a:accent5>
        <a:srgbClr val="F35828"/>
      </a:accent5>
      <a:accent6>
        <a:srgbClr val="9B1A00"/>
      </a:accent6>
      <a:hlink>
        <a:srgbClr val="061D2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1333</Words>
  <Application>Microsoft Office PowerPoint</Application>
  <PresentationFormat>Экран (16:9)</PresentationFormat>
  <Paragraphs>224</Paragraphs>
  <Slides>30</Slides>
  <Notes>30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30</vt:i4>
      </vt:variant>
    </vt:vector>
  </HeadingPairs>
  <TitlesOfParts>
    <vt:vector size="36" baseType="lpstr">
      <vt:lpstr>Poller One</vt:lpstr>
      <vt:lpstr>Anaheim</vt:lpstr>
      <vt:lpstr>Dosis</vt:lpstr>
      <vt:lpstr>Chau Philomene One</vt:lpstr>
      <vt:lpstr>Arial</vt:lpstr>
      <vt:lpstr>Social Studies Subject for High School: Globalization by Slidesgo</vt:lpstr>
      <vt:lpstr>Social Studies Subject for High School: Globalization</vt:lpstr>
      <vt:lpstr>Contents of this template</vt:lpstr>
      <vt:lpstr>01</vt:lpstr>
      <vt:lpstr>Whoa!</vt:lpstr>
      <vt:lpstr>Introduction</vt:lpstr>
      <vt:lpstr>History</vt:lpstr>
      <vt:lpstr>Things that changed history</vt:lpstr>
      <vt:lpstr>General characteristics</vt:lpstr>
      <vt:lpstr>Cultural differences</vt:lpstr>
      <vt:lpstr>The first movement</vt:lpstr>
      <vt:lpstr>When did globalization start?</vt:lpstr>
      <vt:lpstr>History vs interpretations</vt:lpstr>
      <vt:lpstr>Historical examples</vt:lpstr>
      <vt:lpstr>Why was globalization created?</vt:lpstr>
      <vt:lpstr>—Someone Famous</vt:lpstr>
      <vt:lpstr>45,129</vt:lpstr>
      <vt:lpstr>16%</vt:lpstr>
      <vt:lpstr>Desktop mockup</vt:lpstr>
      <vt:lpstr>Tablet mockup</vt:lpstr>
      <vt:lpstr>Cell phone mockup</vt:lpstr>
      <vt:lpstr>03</vt:lpstr>
      <vt:lpstr>Most influential countries</vt:lpstr>
      <vt:lpstr>Timeline</vt:lpstr>
      <vt:lpstr>Globalization explained</vt:lpstr>
      <vt:lpstr>How globalization affects people?</vt:lpstr>
      <vt:lpstr>Region’s revolution</vt:lpstr>
      <vt:lpstr>Our team</vt:lpstr>
      <vt:lpstr>First globalized countries</vt:lpstr>
      <vt:lpstr>You can write conclusions!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Studies Subject for High School: Globalization</dc:title>
  <cp:lastModifiedBy>я</cp:lastModifiedBy>
  <cp:revision>1</cp:revision>
  <dcterms:modified xsi:type="dcterms:W3CDTF">2026-02-19T08:24:34Z</dcterms:modified>
</cp:coreProperties>
</file>
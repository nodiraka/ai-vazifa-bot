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3" r:id="rId17"/>
    <p:sldId id="274" r:id="rId18"/>
    <p:sldId id="275" r:id="rId19"/>
  </p:sldIdLst>
  <p:sldSz cx="9144000" cy="5143500" type="screen16x9"/>
  <p:notesSz cx="6858000" cy="9144000"/>
  <p:embeddedFontLst>
    <p:embeddedFont>
      <p:font typeface="Raleway" panose="020B0604020202020204" charset="-52"/>
      <p:regular r:id="rId21"/>
      <p:bold r:id="rId22"/>
      <p:italic r:id="rId23"/>
      <p:boldItalic r:id="rId24"/>
    </p:embeddedFont>
    <p:embeddedFont>
      <p:font typeface="Open Sans" panose="020B0604020202020204" charset="0"/>
      <p:regular r:id="rId25"/>
      <p:bold r:id="rId26"/>
      <p:italic r:id="rId27"/>
      <p:boldItalic r:id="rId28"/>
    </p:embeddedFont>
    <p:embeddedFont>
      <p:font typeface="Albert Sans" panose="020B0604020202020204" charset="0"/>
      <p:regular r:id="rId29"/>
      <p:bold r:id="rId30"/>
      <p:italic r:id="rId31"/>
      <p:boldItalic r:id="rId32"/>
    </p:embeddedFont>
    <p:embeddedFont>
      <p:font typeface="Archivo Black" panose="020B0604020202020204" charset="0"/>
      <p:regular r:id="rId33"/>
    </p:embeddedFont>
    <p:embeddedFont>
      <p:font typeface="Lato"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CE11D2-39CB-4F7E-8575-560699A34D34}">
  <a:tblStyle styleId="{07CE11D2-39CB-4F7E-8575-560699A34D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599A1-7091-437A-ADEC-E13A7E75AEF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viewProps" Target="viewProp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ee83cba634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ee83cba634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ee83cba634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ee83cba634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0a3ae21fe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0a3ae21fe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ee83cba634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1ee83cba634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ee713dd16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ee713dd16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ee83cba634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1ee83cba634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ee83cba634_1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ee83cba634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ee713dd16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1ee713dd16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ee83cba634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ee83cba634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ee83cba634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1ee83cba634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1ee83cba634_1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1ee83cba634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ee83cba634_1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1ee83cba634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1ee83cba634_1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1ee83cba634_1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ee83cba634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ee83cba634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ee83cba634_1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ee83cba634_1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1ee83cba634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1ee83cba634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1ee713dd1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1ee713dd1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4000" cy="5143325"/>
            <a:chOff x="0" y="0"/>
            <a:chExt cx="9144000" cy="5143325"/>
          </a:xfrm>
        </p:grpSpPr>
        <p:sp>
          <p:nvSpPr>
            <p:cNvPr id="10" name="Google Shape;10;p2"/>
            <p:cNvSpPr/>
            <p:nvPr/>
          </p:nvSpPr>
          <p:spPr>
            <a:xfrm>
              <a:off x="0" y="0"/>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500">
                <a:latin typeface="Lato"/>
                <a:ea typeface="Lato"/>
                <a:cs typeface="Lato"/>
                <a:sym typeface="Lato"/>
              </a:endParaRPr>
            </a:p>
          </p:txBody>
        </p:sp>
        <p:sp>
          <p:nvSpPr>
            <p:cNvPr id="11" name="Google Shape;11;p2"/>
            <p:cNvSpPr/>
            <p:nvPr/>
          </p:nvSpPr>
          <p:spPr>
            <a:xfrm>
              <a:off x="0" y="4783325"/>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500">
                <a:latin typeface="Lato"/>
                <a:ea typeface="Lato"/>
                <a:cs typeface="Lato"/>
                <a:sym typeface="Lato"/>
              </a:endParaRPr>
            </a:p>
          </p:txBody>
        </p:sp>
      </p:grpSp>
      <p:sp>
        <p:nvSpPr>
          <p:cNvPr id="12" name="Google Shape;12;p2"/>
          <p:cNvSpPr txBox="1">
            <a:spLocks noGrp="1"/>
          </p:cNvSpPr>
          <p:nvPr>
            <p:ph type="ctrTitle"/>
          </p:nvPr>
        </p:nvSpPr>
        <p:spPr>
          <a:xfrm>
            <a:off x="720000" y="1658100"/>
            <a:ext cx="5305500" cy="13221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3500"/>
              <a:buNone/>
              <a:defRPr sz="3500"/>
            </a:lvl1pPr>
            <a:lvl2pPr lvl="1" algn="ctr">
              <a:spcBef>
                <a:spcPts val="0"/>
              </a:spcBef>
              <a:spcAft>
                <a:spcPts val="0"/>
              </a:spcAft>
              <a:buClr>
                <a:srgbClr val="191919"/>
              </a:buClr>
              <a:buSzPts val="3000"/>
              <a:buNone/>
              <a:defRPr>
                <a:solidFill>
                  <a:srgbClr val="191919"/>
                </a:solidFill>
              </a:defRPr>
            </a:lvl2pPr>
            <a:lvl3pPr lvl="2" algn="ctr">
              <a:spcBef>
                <a:spcPts val="0"/>
              </a:spcBef>
              <a:spcAft>
                <a:spcPts val="0"/>
              </a:spcAft>
              <a:buClr>
                <a:srgbClr val="191919"/>
              </a:buClr>
              <a:buSzPts val="3000"/>
              <a:buNone/>
              <a:defRPr>
                <a:solidFill>
                  <a:srgbClr val="191919"/>
                </a:solidFill>
              </a:defRPr>
            </a:lvl3pPr>
            <a:lvl4pPr lvl="3" algn="ctr">
              <a:spcBef>
                <a:spcPts val="0"/>
              </a:spcBef>
              <a:spcAft>
                <a:spcPts val="0"/>
              </a:spcAft>
              <a:buClr>
                <a:srgbClr val="191919"/>
              </a:buClr>
              <a:buSzPts val="3000"/>
              <a:buNone/>
              <a:defRPr>
                <a:solidFill>
                  <a:srgbClr val="191919"/>
                </a:solidFill>
              </a:defRPr>
            </a:lvl4pPr>
            <a:lvl5pPr lvl="4" algn="ctr">
              <a:spcBef>
                <a:spcPts val="0"/>
              </a:spcBef>
              <a:spcAft>
                <a:spcPts val="0"/>
              </a:spcAft>
              <a:buClr>
                <a:srgbClr val="191919"/>
              </a:buClr>
              <a:buSzPts val="3000"/>
              <a:buNone/>
              <a:defRPr>
                <a:solidFill>
                  <a:srgbClr val="191919"/>
                </a:solidFill>
              </a:defRPr>
            </a:lvl5pPr>
            <a:lvl6pPr lvl="5" algn="ctr">
              <a:spcBef>
                <a:spcPts val="0"/>
              </a:spcBef>
              <a:spcAft>
                <a:spcPts val="0"/>
              </a:spcAft>
              <a:buClr>
                <a:srgbClr val="191919"/>
              </a:buClr>
              <a:buSzPts val="3000"/>
              <a:buNone/>
              <a:defRPr>
                <a:solidFill>
                  <a:srgbClr val="191919"/>
                </a:solidFill>
              </a:defRPr>
            </a:lvl6pPr>
            <a:lvl7pPr lvl="6" algn="ctr">
              <a:spcBef>
                <a:spcPts val="0"/>
              </a:spcBef>
              <a:spcAft>
                <a:spcPts val="0"/>
              </a:spcAft>
              <a:buClr>
                <a:srgbClr val="191919"/>
              </a:buClr>
              <a:buSzPts val="3000"/>
              <a:buNone/>
              <a:defRPr>
                <a:solidFill>
                  <a:srgbClr val="191919"/>
                </a:solidFill>
              </a:defRPr>
            </a:lvl7pPr>
            <a:lvl8pPr lvl="7" algn="ctr">
              <a:spcBef>
                <a:spcPts val="0"/>
              </a:spcBef>
              <a:spcAft>
                <a:spcPts val="0"/>
              </a:spcAft>
              <a:buClr>
                <a:srgbClr val="191919"/>
              </a:buClr>
              <a:buSzPts val="3000"/>
              <a:buNone/>
              <a:defRPr>
                <a:solidFill>
                  <a:srgbClr val="191919"/>
                </a:solidFill>
              </a:defRPr>
            </a:lvl8pPr>
            <a:lvl9pPr lvl="8" algn="ctr">
              <a:spcBef>
                <a:spcPts val="0"/>
              </a:spcBef>
              <a:spcAft>
                <a:spcPts val="0"/>
              </a:spcAft>
              <a:buClr>
                <a:srgbClr val="191919"/>
              </a:buClr>
              <a:buSzPts val="3000"/>
              <a:buNone/>
              <a:defRPr>
                <a:solidFill>
                  <a:srgbClr val="191919"/>
                </a:solidFill>
              </a:defRPr>
            </a:lvl9pPr>
          </a:lstStyle>
          <a:p>
            <a:endParaRPr/>
          </a:p>
        </p:txBody>
      </p:sp>
      <p:sp>
        <p:nvSpPr>
          <p:cNvPr id="13" name="Google Shape;13;p2"/>
          <p:cNvSpPr txBox="1">
            <a:spLocks noGrp="1"/>
          </p:cNvSpPr>
          <p:nvPr>
            <p:ph type="subTitle" idx="1"/>
          </p:nvPr>
        </p:nvSpPr>
        <p:spPr>
          <a:xfrm>
            <a:off x="848975" y="3080650"/>
            <a:ext cx="3335700" cy="372000"/>
          </a:xfrm>
          <a:prstGeom prst="rect">
            <a:avLst/>
          </a:prstGeom>
          <a:solidFill>
            <a:schemeClr val="accent1"/>
          </a:solidFill>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grpSp>
        <p:nvGrpSpPr>
          <p:cNvPr id="15" name="Google Shape;15;p3"/>
          <p:cNvGrpSpPr/>
          <p:nvPr/>
        </p:nvGrpSpPr>
        <p:grpSpPr>
          <a:xfrm>
            <a:off x="0" y="0"/>
            <a:ext cx="9144000" cy="5143325"/>
            <a:chOff x="0" y="0"/>
            <a:chExt cx="9144000" cy="5143325"/>
          </a:xfrm>
        </p:grpSpPr>
        <p:sp>
          <p:nvSpPr>
            <p:cNvPr id="16" name="Google Shape;16;p3"/>
            <p:cNvSpPr/>
            <p:nvPr/>
          </p:nvSpPr>
          <p:spPr>
            <a:xfrm>
              <a:off x="0" y="0"/>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7;p3"/>
            <p:cNvSpPr/>
            <p:nvPr/>
          </p:nvSpPr>
          <p:spPr>
            <a:xfrm>
              <a:off x="0" y="4783325"/>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8" name="Google Shape;18;p3"/>
          <p:cNvSpPr txBox="1">
            <a:spLocks noGrp="1"/>
          </p:cNvSpPr>
          <p:nvPr>
            <p:ph type="title"/>
          </p:nvPr>
        </p:nvSpPr>
        <p:spPr>
          <a:xfrm>
            <a:off x="3568900" y="2486700"/>
            <a:ext cx="4860000" cy="1354500"/>
          </a:xfrm>
          <a:prstGeom prst="rect">
            <a:avLst/>
          </a:prstGeom>
        </p:spPr>
        <p:txBody>
          <a:bodyPr spcFirstLastPara="1" wrap="square" lIns="91425" tIns="91425" rIns="91425" bIns="91425" anchor="t" anchorCtr="0">
            <a:noAutofit/>
          </a:bodyPr>
          <a:lstStyle>
            <a:lvl1pPr lvl="0" rtl="0">
              <a:spcBef>
                <a:spcPts val="0"/>
              </a:spcBef>
              <a:spcAft>
                <a:spcPts val="0"/>
              </a:spcAft>
              <a:buSzPts val="3800"/>
              <a:buNone/>
              <a:defRPr sz="38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19" name="Google Shape;19;p3"/>
          <p:cNvSpPr txBox="1">
            <a:spLocks noGrp="1"/>
          </p:cNvSpPr>
          <p:nvPr>
            <p:ph type="title" idx="2" hasCustomPrompt="1"/>
          </p:nvPr>
        </p:nvSpPr>
        <p:spPr>
          <a:xfrm>
            <a:off x="3657600" y="1302300"/>
            <a:ext cx="1440000" cy="11082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grpSp>
        <p:nvGrpSpPr>
          <p:cNvPr id="21" name="Google Shape;21;p4"/>
          <p:cNvGrpSpPr/>
          <p:nvPr/>
        </p:nvGrpSpPr>
        <p:grpSpPr>
          <a:xfrm>
            <a:off x="0" y="0"/>
            <a:ext cx="9144000" cy="5143500"/>
            <a:chOff x="0" y="0"/>
            <a:chExt cx="9144000" cy="5143500"/>
          </a:xfrm>
        </p:grpSpPr>
        <p:sp>
          <p:nvSpPr>
            <p:cNvPr id="22" name="Google Shape;22;p4"/>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23;p4"/>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4" name="Google Shape;24;p4"/>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25" name="Google Shape;25;p4"/>
          <p:cNvSpPr txBox="1">
            <a:spLocks noGrp="1"/>
          </p:cNvSpPr>
          <p:nvPr>
            <p:ph type="body" idx="1"/>
          </p:nvPr>
        </p:nvSpPr>
        <p:spPr>
          <a:xfrm>
            <a:off x="720000" y="1224263"/>
            <a:ext cx="7704000" cy="369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grpSp>
        <p:nvGrpSpPr>
          <p:cNvPr id="27" name="Google Shape;27;p5"/>
          <p:cNvGrpSpPr/>
          <p:nvPr/>
        </p:nvGrpSpPr>
        <p:grpSpPr>
          <a:xfrm>
            <a:off x="0" y="0"/>
            <a:ext cx="9144000" cy="5143500"/>
            <a:chOff x="0" y="0"/>
            <a:chExt cx="9144000" cy="5143500"/>
          </a:xfrm>
        </p:grpSpPr>
        <p:sp>
          <p:nvSpPr>
            <p:cNvPr id="28" name="Google Shape;28;p5"/>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29;p5"/>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30" name="Google Shape;30;p5"/>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4751950" y="2302349"/>
            <a:ext cx="3312000" cy="12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 name="Google Shape;32;p5"/>
          <p:cNvSpPr txBox="1">
            <a:spLocks noGrp="1"/>
          </p:cNvSpPr>
          <p:nvPr>
            <p:ph type="subTitle" idx="2"/>
          </p:nvPr>
        </p:nvSpPr>
        <p:spPr>
          <a:xfrm>
            <a:off x="1079900" y="2302357"/>
            <a:ext cx="3312000" cy="12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 name="Google Shape;33;p5"/>
          <p:cNvSpPr txBox="1">
            <a:spLocks noGrp="1"/>
          </p:cNvSpPr>
          <p:nvPr>
            <p:ph type="subTitle" idx="3"/>
          </p:nvPr>
        </p:nvSpPr>
        <p:spPr>
          <a:xfrm>
            <a:off x="1079900" y="1916850"/>
            <a:ext cx="3312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9pPr>
          </a:lstStyle>
          <a:p>
            <a:endParaRPr/>
          </a:p>
        </p:txBody>
      </p:sp>
      <p:sp>
        <p:nvSpPr>
          <p:cNvPr id="34" name="Google Shape;34;p5"/>
          <p:cNvSpPr txBox="1">
            <a:spLocks noGrp="1"/>
          </p:cNvSpPr>
          <p:nvPr>
            <p:ph type="subTitle" idx="4"/>
          </p:nvPr>
        </p:nvSpPr>
        <p:spPr>
          <a:xfrm>
            <a:off x="4751950" y="1916850"/>
            <a:ext cx="3312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b="1">
                <a:latin typeface="Archivo Black"/>
                <a:ea typeface="Archivo Black"/>
                <a:cs typeface="Archivo Black"/>
                <a:sym typeface="Archivo Black"/>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grpSp>
        <p:nvGrpSpPr>
          <p:cNvPr id="36" name="Google Shape;36;p6"/>
          <p:cNvGrpSpPr/>
          <p:nvPr/>
        </p:nvGrpSpPr>
        <p:grpSpPr>
          <a:xfrm>
            <a:off x="0" y="0"/>
            <a:ext cx="9144000" cy="5143500"/>
            <a:chOff x="0" y="0"/>
            <a:chExt cx="9144000" cy="5143500"/>
          </a:xfrm>
        </p:grpSpPr>
        <p:sp>
          <p:nvSpPr>
            <p:cNvPr id="37" name="Google Shape;37;p6"/>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 name="Google Shape;38;p6"/>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39" name="Google Shape;39;p6"/>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grpSp>
        <p:nvGrpSpPr>
          <p:cNvPr id="41" name="Google Shape;41;p7"/>
          <p:cNvGrpSpPr/>
          <p:nvPr/>
        </p:nvGrpSpPr>
        <p:grpSpPr>
          <a:xfrm>
            <a:off x="0" y="0"/>
            <a:ext cx="9144000" cy="5143500"/>
            <a:chOff x="0" y="0"/>
            <a:chExt cx="9144000" cy="5143500"/>
          </a:xfrm>
        </p:grpSpPr>
        <p:sp>
          <p:nvSpPr>
            <p:cNvPr id="42" name="Google Shape;42;p7"/>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 name="Google Shape;43;p7"/>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44" name="Google Shape;44;p7"/>
          <p:cNvSpPr txBox="1">
            <a:spLocks noGrp="1"/>
          </p:cNvSpPr>
          <p:nvPr>
            <p:ph type="title"/>
          </p:nvPr>
        </p:nvSpPr>
        <p:spPr>
          <a:xfrm>
            <a:off x="720000" y="446400"/>
            <a:ext cx="3744000" cy="110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720000" y="1809163"/>
            <a:ext cx="3744000" cy="1605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46" name="Google Shape;46;p7"/>
          <p:cNvSpPr>
            <a:spLocks noGrp="1"/>
          </p:cNvSpPr>
          <p:nvPr>
            <p:ph type="pic" idx="2"/>
          </p:nvPr>
        </p:nvSpPr>
        <p:spPr>
          <a:xfrm>
            <a:off x="4768800" y="0"/>
            <a:ext cx="4014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grpSp>
        <p:nvGrpSpPr>
          <p:cNvPr id="48" name="Google Shape;48;p8"/>
          <p:cNvGrpSpPr/>
          <p:nvPr/>
        </p:nvGrpSpPr>
        <p:grpSpPr>
          <a:xfrm>
            <a:off x="0" y="0"/>
            <a:ext cx="9144000" cy="5143325"/>
            <a:chOff x="0" y="0"/>
            <a:chExt cx="9144000" cy="5143325"/>
          </a:xfrm>
        </p:grpSpPr>
        <p:sp>
          <p:nvSpPr>
            <p:cNvPr id="49" name="Google Shape;49;p8"/>
            <p:cNvSpPr/>
            <p:nvPr/>
          </p:nvSpPr>
          <p:spPr>
            <a:xfrm>
              <a:off x="0" y="0"/>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50;p8"/>
            <p:cNvSpPr/>
            <p:nvPr/>
          </p:nvSpPr>
          <p:spPr>
            <a:xfrm>
              <a:off x="0" y="4783325"/>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1" name="Google Shape;51;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500"/>
              <a:buNone/>
              <a:defRPr sz="4500"/>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endParaRPr/>
          </a:p>
        </p:txBody>
      </p:sp>
      <p:sp>
        <p:nvSpPr>
          <p:cNvPr id="54" name="Google Shape;54;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55" name="Google Shape;55;p9"/>
          <p:cNvGrpSpPr/>
          <p:nvPr/>
        </p:nvGrpSpPr>
        <p:grpSpPr>
          <a:xfrm>
            <a:off x="0" y="0"/>
            <a:ext cx="9144000" cy="5143500"/>
            <a:chOff x="0" y="0"/>
            <a:chExt cx="9144000" cy="5143500"/>
          </a:xfrm>
        </p:grpSpPr>
        <p:sp>
          <p:nvSpPr>
            <p:cNvPr id="56" name="Google Shape;56;p9"/>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 name="Google Shape;57;p9"/>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8"/>
        <p:cNvGrpSpPr/>
        <p:nvPr/>
      </p:nvGrpSpPr>
      <p:grpSpPr>
        <a:xfrm>
          <a:off x="0" y="0"/>
          <a:ext cx="0" cy="0"/>
          <a:chOff x="0" y="0"/>
          <a:chExt cx="0" cy="0"/>
        </a:xfrm>
      </p:grpSpPr>
      <p:sp>
        <p:nvSpPr>
          <p:cNvPr id="59" name="Google Shape;59;p10"/>
          <p:cNvSpPr>
            <a:spLocks noGrp="1"/>
          </p:cNvSpPr>
          <p:nvPr>
            <p:ph type="pic" idx="2"/>
          </p:nvPr>
        </p:nvSpPr>
        <p:spPr>
          <a:xfrm>
            <a:off x="361125" y="0"/>
            <a:ext cx="8421600" cy="5157300"/>
          </a:xfrm>
          <a:prstGeom prst="rect">
            <a:avLst/>
          </a:prstGeom>
          <a:noFill/>
          <a:ln>
            <a:noFill/>
          </a:ln>
        </p:spPr>
      </p:sp>
      <p:sp>
        <p:nvSpPr>
          <p:cNvPr id="60" name="Google Shape;60;p10"/>
          <p:cNvSpPr txBox="1">
            <a:spLocks noGrp="1"/>
          </p:cNvSpPr>
          <p:nvPr>
            <p:ph type="title"/>
          </p:nvPr>
        </p:nvSpPr>
        <p:spPr>
          <a:xfrm>
            <a:off x="720000" y="4038000"/>
            <a:ext cx="7704000" cy="5727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1" name="Google Shape;61;p10"/>
          <p:cNvGrpSpPr/>
          <p:nvPr/>
        </p:nvGrpSpPr>
        <p:grpSpPr>
          <a:xfrm>
            <a:off x="0" y="0"/>
            <a:ext cx="9144000" cy="5143500"/>
            <a:chOff x="0" y="0"/>
            <a:chExt cx="9144000" cy="5143500"/>
          </a:xfrm>
        </p:grpSpPr>
        <p:sp>
          <p:nvSpPr>
            <p:cNvPr id="62" name="Google Shape;62;p10"/>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63;p10"/>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1"/>
        <p:cNvGrpSpPr/>
        <p:nvPr/>
      </p:nvGrpSpPr>
      <p:grpSpPr>
        <a:xfrm>
          <a:off x="0" y="0"/>
          <a:ext cx="0" cy="0"/>
          <a:chOff x="0" y="0"/>
          <a:chExt cx="0" cy="0"/>
        </a:xfrm>
      </p:grpSpPr>
      <p:grpSp>
        <p:nvGrpSpPr>
          <p:cNvPr id="72" name="Google Shape;72;p13"/>
          <p:cNvGrpSpPr/>
          <p:nvPr/>
        </p:nvGrpSpPr>
        <p:grpSpPr>
          <a:xfrm>
            <a:off x="0" y="0"/>
            <a:ext cx="9144000" cy="5143500"/>
            <a:chOff x="0" y="0"/>
            <a:chExt cx="9144000" cy="5143500"/>
          </a:xfrm>
        </p:grpSpPr>
        <p:sp>
          <p:nvSpPr>
            <p:cNvPr id="73" name="Google Shape;73;p13"/>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 name="Google Shape;74;p13"/>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75" name="Google Shape;75;p13"/>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13"/>
          <p:cNvSpPr txBox="1">
            <a:spLocks noGrp="1"/>
          </p:cNvSpPr>
          <p:nvPr>
            <p:ph type="title" idx="2" hasCustomPrompt="1"/>
          </p:nvPr>
        </p:nvSpPr>
        <p:spPr>
          <a:xfrm>
            <a:off x="720000" y="1185521"/>
            <a:ext cx="792000" cy="6480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title" idx="3" hasCustomPrompt="1"/>
          </p:nvPr>
        </p:nvSpPr>
        <p:spPr>
          <a:xfrm>
            <a:off x="720000" y="2941191"/>
            <a:ext cx="792000" cy="6465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a:spLocks noGrp="1"/>
          </p:cNvSpPr>
          <p:nvPr>
            <p:ph type="title" idx="4" hasCustomPrompt="1"/>
          </p:nvPr>
        </p:nvSpPr>
        <p:spPr>
          <a:xfrm>
            <a:off x="3420000" y="1185521"/>
            <a:ext cx="792000" cy="6480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title" idx="5" hasCustomPrompt="1"/>
          </p:nvPr>
        </p:nvSpPr>
        <p:spPr>
          <a:xfrm>
            <a:off x="3420000" y="2941191"/>
            <a:ext cx="792000" cy="6465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title" idx="6" hasCustomPrompt="1"/>
          </p:nvPr>
        </p:nvSpPr>
        <p:spPr>
          <a:xfrm>
            <a:off x="6118500" y="1185521"/>
            <a:ext cx="792000" cy="6480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title" idx="7" hasCustomPrompt="1"/>
          </p:nvPr>
        </p:nvSpPr>
        <p:spPr>
          <a:xfrm>
            <a:off x="6118500" y="2941191"/>
            <a:ext cx="792000" cy="646500"/>
          </a:xfrm>
          <a:prstGeom prst="rect">
            <a:avLst/>
          </a:prstGeom>
          <a:solidFill>
            <a:schemeClr val="accent1"/>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subTitle" idx="1"/>
          </p:nvPr>
        </p:nvSpPr>
        <p:spPr>
          <a:xfrm>
            <a:off x="720000" y="1832013"/>
            <a:ext cx="2305500" cy="10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83" name="Google Shape;83;p13"/>
          <p:cNvSpPr txBox="1">
            <a:spLocks noGrp="1"/>
          </p:cNvSpPr>
          <p:nvPr>
            <p:ph type="subTitle" idx="8"/>
          </p:nvPr>
        </p:nvSpPr>
        <p:spPr>
          <a:xfrm>
            <a:off x="3420000" y="1832013"/>
            <a:ext cx="2304000" cy="10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84" name="Google Shape;84;p13"/>
          <p:cNvSpPr txBox="1">
            <a:spLocks noGrp="1"/>
          </p:cNvSpPr>
          <p:nvPr>
            <p:ph type="subTitle" idx="9"/>
          </p:nvPr>
        </p:nvSpPr>
        <p:spPr>
          <a:xfrm>
            <a:off x="6118500" y="1832013"/>
            <a:ext cx="2305500" cy="10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85" name="Google Shape;85;p13"/>
          <p:cNvSpPr txBox="1">
            <a:spLocks noGrp="1"/>
          </p:cNvSpPr>
          <p:nvPr>
            <p:ph type="subTitle" idx="13"/>
          </p:nvPr>
        </p:nvSpPr>
        <p:spPr>
          <a:xfrm>
            <a:off x="720000" y="3587700"/>
            <a:ext cx="2305500" cy="10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86" name="Google Shape;86;p13"/>
          <p:cNvSpPr txBox="1">
            <a:spLocks noGrp="1"/>
          </p:cNvSpPr>
          <p:nvPr>
            <p:ph type="subTitle" idx="14"/>
          </p:nvPr>
        </p:nvSpPr>
        <p:spPr>
          <a:xfrm>
            <a:off x="3420000" y="3587700"/>
            <a:ext cx="2304000" cy="101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87" name="Google Shape;87;p13"/>
          <p:cNvSpPr txBox="1">
            <a:spLocks noGrp="1"/>
          </p:cNvSpPr>
          <p:nvPr>
            <p:ph type="subTitle" idx="15"/>
          </p:nvPr>
        </p:nvSpPr>
        <p:spPr>
          <a:xfrm>
            <a:off x="6118500" y="3587700"/>
            <a:ext cx="2305500" cy="10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7"/>
        <p:cNvGrpSpPr/>
        <p:nvPr/>
      </p:nvGrpSpPr>
      <p:grpSpPr>
        <a:xfrm>
          <a:off x="0" y="0"/>
          <a:ext cx="0" cy="0"/>
          <a:chOff x="0" y="0"/>
          <a:chExt cx="0" cy="0"/>
        </a:xfrm>
      </p:grpSpPr>
      <p:grpSp>
        <p:nvGrpSpPr>
          <p:cNvPr id="98" name="Google Shape;98;p15"/>
          <p:cNvGrpSpPr/>
          <p:nvPr/>
        </p:nvGrpSpPr>
        <p:grpSpPr>
          <a:xfrm>
            <a:off x="0" y="0"/>
            <a:ext cx="9144000" cy="5143325"/>
            <a:chOff x="0" y="0"/>
            <a:chExt cx="9144000" cy="5143325"/>
          </a:xfrm>
        </p:grpSpPr>
        <p:sp>
          <p:nvSpPr>
            <p:cNvPr id="99" name="Google Shape;99;p15"/>
            <p:cNvSpPr/>
            <p:nvPr/>
          </p:nvSpPr>
          <p:spPr>
            <a:xfrm>
              <a:off x="0" y="0"/>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 name="Google Shape;100;p15"/>
            <p:cNvSpPr/>
            <p:nvPr/>
          </p:nvSpPr>
          <p:spPr>
            <a:xfrm>
              <a:off x="0" y="4783325"/>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01" name="Google Shape;101;p15"/>
          <p:cNvSpPr txBox="1">
            <a:spLocks noGrp="1"/>
          </p:cNvSpPr>
          <p:nvPr>
            <p:ph type="title" hasCustomPrompt="1"/>
          </p:nvPr>
        </p:nvSpPr>
        <p:spPr>
          <a:xfrm>
            <a:off x="1655640" y="1933050"/>
            <a:ext cx="2880000" cy="877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500"/>
              <a:buNone/>
              <a:defRPr sz="4500"/>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
        <p:nvSpPr>
          <p:cNvPr id="102" name="Google Shape;102;p15"/>
          <p:cNvSpPr txBox="1">
            <a:spLocks noGrp="1"/>
          </p:cNvSpPr>
          <p:nvPr>
            <p:ph type="subTitle" idx="1"/>
          </p:nvPr>
        </p:nvSpPr>
        <p:spPr>
          <a:xfrm>
            <a:off x="1655640" y="2810247"/>
            <a:ext cx="2880000" cy="400200"/>
          </a:xfrm>
          <a:prstGeom prst="rect">
            <a:avLst/>
          </a:prstGeom>
          <a:solidFill>
            <a:schemeClr val="accent1"/>
          </a:solid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None/>
              <a:defRPr sz="1400">
                <a:solidFill>
                  <a:schemeClr val="dk1"/>
                </a:solidFill>
              </a:defRPr>
            </a:lvl4pPr>
            <a:lvl5pPr lvl="4" algn="ctr" rtl="0">
              <a:lnSpc>
                <a:spcPct val="100000"/>
              </a:lnSpc>
              <a:spcBef>
                <a:spcPts val="0"/>
              </a:spcBef>
              <a:spcAft>
                <a:spcPts val="0"/>
              </a:spcAft>
              <a:buClr>
                <a:schemeClr val="dk1"/>
              </a:buClr>
              <a:buSzPts val="1400"/>
              <a:buNone/>
              <a:defRPr sz="1400">
                <a:solidFill>
                  <a:schemeClr val="dk1"/>
                </a:solidFill>
              </a:defRPr>
            </a:lvl5pPr>
            <a:lvl6pPr lvl="5" algn="ctr" rtl="0">
              <a:lnSpc>
                <a:spcPct val="100000"/>
              </a:lnSpc>
              <a:spcBef>
                <a:spcPts val="0"/>
              </a:spcBef>
              <a:spcAft>
                <a:spcPts val="0"/>
              </a:spcAft>
              <a:buClr>
                <a:schemeClr val="dk1"/>
              </a:buClr>
              <a:buSzPts val="1400"/>
              <a:buNone/>
              <a:defRPr sz="1400">
                <a:solidFill>
                  <a:schemeClr val="dk1"/>
                </a:solidFill>
              </a:defRPr>
            </a:lvl6pPr>
            <a:lvl7pPr lvl="6" algn="ctr" rtl="0">
              <a:lnSpc>
                <a:spcPct val="100000"/>
              </a:lnSpc>
              <a:spcBef>
                <a:spcPts val="0"/>
              </a:spcBef>
              <a:spcAft>
                <a:spcPts val="0"/>
              </a:spcAft>
              <a:buClr>
                <a:schemeClr val="dk1"/>
              </a:buClr>
              <a:buSzPts val="1400"/>
              <a:buNone/>
              <a:defRPr sz="1400">
                <a:solidFill>
                  <a:schemeClr val="dk1"/>
                </a:solidFill>
              </a:defRPr>
            </a:lvl7pPr>
            <a:lvl8pPr lvl="7" algn="ctr" rtl="0">
              <a:lnSpc>
                <a:spcPct val="100000"/>
              </a:lnSpc>
              <a:spcBef>
                <a:spcPts val="0"/>
              </a:spcBef>
              <a:spcAft>
                <a:spcPts val="0"/>
              </a:spcAft>
              <a:buClr>
                <a:schemeClr val="dk1"/>
              </a:buClr>
              <a:buSzPts val="1400"/>
              <a:buNone/>
              <a:defRPr sz="1400">
                <a:solidFill>
                  <a:schemeClr val="dk1"/>
                </a:solidFill>
              </a:defRPr>
            </a:lvl8pPr>
            <a:lvl9pPr lvl="8" algn="ctr" rtl="0">
              <a:lnSpc>
                <a:spcPct val="100000"/>
              </a:lnSpc>
              <a:spcBef>
                <a:spcPts val="0"/>
              </a:spcBef>
              <a:spcAft>
                <a:spcPts val="0"/>
              </a:spcAft>
              <a:buClr>
                <a:schemeClr val="dk1"/>
              </a:buClr>
              <a:buSzPts val="1400"/>
              <a:buNone/>
              <a:defRPr sz="1400">
                <a:solidFill>
                  <a:schemeClr val="dk1"/>
                </a:solidFill>
              </a:defRPr>
            </a:lvl9pPr>
          </a:lstStyle>
          <a:p>
            <a:endParaRPr/>
          </a:p>
        </p:txBody>
      </p:sp>
      <p:sp>
        <p:nvSpPr>
          <p:cNvPr id="103" name="Google Shape;103;p15"/>
          <p:cNvSpPr txBox="1">
            <a:spLocks noGrp="1"/>
          </p:cNvSpPr>
          <p:nvPr>
            <p:ph type="title" idx="2" hasCustomPrompt="1"/>
          </p:nvPr>
        </p:nvSpPr>
        <p:spPr>
          <a:xfrm>
            <a:off x="1655640" y="539989"/>
            <a:ext cx="2880000" cy="877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500"/>
              <a:buNone/>
              <a:defRPr sz="4500"/>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
        <p:nvSpPr>
          <p:cNvPr id="104" name="Google Shape;104;p15"/>
          <p:cNvSpPr txBox="1">
            <a:spLocks noGrp="1"/>
          </p:cNvSpPr>
          <p:nvPr>
            <p:ph type="subTitle" idx="3"/>
          </p:nvPr>
        </p:nvSpPr>
        <p:spPr>
          <a:xfrm>
            <a:off x="1655640" y="1417201"/>
            <a:ext cx="2880000" cy="400200"/>
          </a:xfrm>
          <a:prstGeom prst="rect">
            <a:avLst/>
          </a:prstGeom>
          <a:solidFill>
            <a:schemeClr val="accent1"/>
          </a:solid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None/>
              <a:defRPr sz="1400">
                <a:solidFill>
                  <a:schemeClr val="dk1"/>
                </a:solidFill>
              </a:defRPr>
            </a:lvl4pPr>
            <a:lvl5pPr lvl="4" algn="ctr" rtl="0">
              <a:lnSpc>
                <a:spcPct val="100000"/>
              </a:lnSpc>
              <a:spcBef>
                <a:spcPts val="0"/>
              </a:spcBef>
              <a:spcAft>
                <a:spcPts val="0"/>
              </a:spcAft>
              <a:buClr>
                <a:schemeClr val="dk1"/>
              </a:buClr>
              <a:buSzPts val="1400"/>
              <a:buNone/>
              <a:defRPr sz="1400">
                <a:solidFill>
                  <a:schemeClr val="dk1"/>
                </a:solidFill>
              </a:defRPr>
            </a:lvl5pPr>
            <a:lvl6pPr lvl="5" algn="ctr" rtl="0">
              <a:lnSpc>
                <a:spcPct val="100000"/>
              </a:lnSpc>
              <a:spcBef>
                <a:spcPts val="0"/>
              </a:spcBef>
              <a:spcAft>
                <a:spcPts val="0"/>
              </a:spcAft>
              <a:buClr>
                <a:schemeClr val="dk1"/>
              </a:buClr>
              <a:buSzPts val="1400"/>
              <a:buNone/>
              <a:defRPr sz="1400">
                <a:solidFill>
                  <a:schemeClr val="dk1"/>
                </a:solidFill>
              </a:defRPr>
            </a:lvl6pPr>
            <a:lvl7pPr lvl="6" algn="ctr" rtl="0">
              <a:lnSpc>
                <a:spcPct val="100000"/>
              </a:lnSpc>
              <a:spcBef>
                <a:spcPts val="0"/>
              </a:spcBef>
              <a:spcAft>
                <a:spcPts val="0"/>
              </a:spcAft>
              <a:buClr>
                <a:schemeClr val="dk1"/>
              </a:buClr>
              <a:buSzPts val="1400"/>
              <a:buNone/>
              <a:defRPr sz="1400">
                <a:solidFill>
                  <a:schemeClr val="dk1"/>
                </a:solidFill>
              </a:defRPr>
            </a:lvl7pPr>
            <a:lvl8pPr lvl="7" algn="ctr" rtl="0">
              <a:lnSpc>
                <a:spcPct val="100000"/>
              </a:lnSpc>
              <a:spcBef>
                <a:spcPts val="0"/>
              </a:spcBef>
              <a:spcAft>
                <a:spcPts val="0"/>
              </a:spcAft>
              <a:buClr>
                <a:schemeClr val="dk1"/>
              </a:buClr>
              <a:buSzPts val="1400"/>
              <a:buNone/>
              <a:defRPr sz="1400">
                <a:solidFill>
                  <a:schemeClr val="dk1"/>
                </a:solidFill>
              </a:defRPr>
            </a:lvl8pPr>
            <a:lvl9pPr lvl="8" algn="ctr" rtl="0">
              <a:lnSpc>
                <a:spcPct val="100000"/>
              </a:lnSpc>
              <a:spcBef>
                <a:spcPts val="0"/>
              </a:spcBef>
              <a:spcAft>
                <a:spcPts val="0"/>
              </a:spcAft>
              <a:buClr>
                <a:schemeClr val="dk1"/>
              </a:buClr>
              <a:buSzPts val="1400"/>
              <a:buNone/>
              <a:defRPr sz="1400">
                <a:solidFill>
                  <a:schemeClr val="dk1"/>
                </a:solidFill>
              </a:defRPr>
            </a:lvl9pPr>
          </a:lstStyle>
          <a:p>
            <a:endParaRPr/>
          </a:p>
        </p:txBody>
      </p:sp>
      <p:sp>
        <p:nvSpPr>
          <p:cNvPr id="105" name="Google Shape;105;p15"/>
          <p:cNvSpPr txBox="1">
            <a:spLocks noGrp="1"/>
          </p:cNvSpPr>
          <p:nvPr>
            <p:ph type="title" idx="4" hasCustomPrompt="1"/>
          </p:nvPr>
        </p:nvSpPr>
        <p:spPr>
          <a:xfrm>
            <a:off x="1655640" y="3326100"/>
            <a:ext cx="2880000" cy="877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500"/>
              <a:buNone/>
              <a:defRPr sz="4500"/>
            </a:lvl1pPr>
            <a:lvl2pPr lvl="1" algn="ctr" rtl="0">
              <a:spcBef>
                <a:spcPts val="0"/>
              </a:spcBef>
              <a:spcAft>
                <a:spcPts val="0"/>
              </a:spcAft>
              <a:buSzPts val="4500"/>
              <a:buNone/>
              <a:defRPr sz="4500"/>
            </a:lvl2pPr>
            <a:lvl3pPr lvl="2" algn="ctr" rtl="0">
              <a:spcBef>
                <a:spcPts val="0"/>
              </a:spcBef>
              <a:spcAft>
                <a:spcPts val="0"/>
              </a:spcAft>
              <a:buSzPts val="4500"/>
              <a:buNone/>
              <a:defRPr sz="4500"/>
            </a:lvl3pPr>
            <a:lvl4pPr lvl="3" algn="ctr" rtl="0">
              <a:spcBef>
                <a:spcPts val="0"/>
              </a:spcBef>
              <a:spcAft>
                <a:spcPts val="0"/>
              </a:spcAft>
              <a:buSzPts val="4500"/>
              <a:buNone/>
              <a:defRPr sz="4500"/>
            </a:lvl4pPr>
            <a:lvl5pPr lvl="4" algn="ctr" rtl="0">
              <a:spcBef>
                <a:spcPts val="0"/>
              </a:spcBef>
              <a:spcAft>
                <a:spcPts val="0"/>
              </a:spcAft>
              <a:buSzPts val="4500"/>
              <a:buNone/>
              <a:defRPr sz="4500"/>
            </a:lvl5pPr>
            <a:lvl6pPr lvl="5" algn="ctr" rtl="0">
              <a:spcBef>
                <a:spcPts val="0"/>
              </a:spcBef>
              <a:spcAft>
                <a:spcPts val="0"/>
              </a:spcAft>
              <a:buSzPts val="4500"/>
              <a:buNone/>
              <a:defRPr sz="4500"/>
            </a:lvl6pPr>
            <a:lvl7pPr lvl="6" algn="ctr" rtl="0">
              <a:spcBef>
                <a:spcPts val="0"/>
              </a:spcBef>
              <a:spcAft>
                <a:spcPts val="0"/>
              </a:spcAft>
              <a:buSzPts val="4500"/>
              <a:buNone/>
              <a:defRPr sz="4500"/>
            </a:lvl7pPr>
            <a:lvl8pPr lvl="7" algn="ctr" rtl="0">
              <a:spcBef>
                <a:spcPts val="0"/>
              </a:spcBef>
              <a:spcAft>
                <a:spcPts val="0"/>
              </a:spcAft>
              <a:buSzPts val="4500"/>
              <a:buNone/>
              <a:defRPr sz="4500"/>
            </a:lvl8pPr>
            <a:lvl9pPr lvl="8" algn="ctr" rtl="0">
              <a:spcBef>
                <a:spcPts val="0"/>
              </a:spcBef>
              <a:spcAft>
                <a:spcPts val="0"/>
              </a:spcAft>
              <a:buSzPts val="4500"/>
              <a:buNone/>
              <a:defRPr sz="4500"/>
            </a:lvl9pPr>
          </a:lstStyle>
          <a:p>
            <a:r>
              <a:t>xx%</a:t>
            </a:r>
          </a:p>
        </p:txBody>
      </p:sp>
      <p:sp>
        <p:nvSpPr>
          <p:cNvPr id="106" name="Google Shape;106;p15"/>
          <p:cNvSpPr txBox="1">
            <a:spLocks noGrp="1"/>
          </p:cNvSpPr>
          <p:nvPr>
            <p:ph type="subTitle" idx="5"/>
          </p:nvPr>
        </p:nvSpPr>
        <p:spPr>
          <a:xfrm>
            <a:off x="1655640" y="4203297"/>
            <a:ext cx="2880000" cy="400200"/>
          </a:xfrm>
          <a:prstGeom prst="rect">
            <a:avLst/>
          </a:prstGeom>
          <a:solidFill>
            <a:schemeClr val="accent1"/>
          </a:solid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None/>
              <a:defRPr sz="1400">
                <a:solidFill>
                  <a:schemeClr val="dk1"/>
                </a:solidFill>
              </a:defRPr>
            </a:lvl4pPr>
            <a:lvl5pPr lvl="4" algn="ctr" rtl="0">
              <a:lnSpc>
                <a:spcPct val="100000"/>
              </a:lnSpc>
              <a:spcBef>
                <a:spcPts val="0"/>
              </a:spcBef>
              <a:spcAft>
                <a:spcPts val="0"/>
              </a:spcAft>
              <a:buClr>
                <a:schemeClr val="dk1"/>
              </a:buClr>
              <a:buSzPts val="1400"/>
              <a:buNone/>
              <a:defRPr sz="1400">
                <a:solidFill>
                  <a:schemeClr val="dk1"/>
                </a:solidFill>
              </a:defRPr>
            </a:lvl5pPr>
            <a:lvl6pPr lvl="5" algn="ctr" rtl="0">
              <a:lnSpc>
                <a:spcPct val="100000"/>
              </a:lnSpc>
              <a:spcBef>
                <a:spcPts val="0"/>
              </a:spcBef>
              <a:spcAft>
                <a:spcPts val="0"/>
              </a:spcAft>
              <a:buClr>
                <a:schemeClr val="dk1"/>
              </a:buClr>
              <a:buSzPts val="1400"/>
              <a:buNone/>
              <a:defRPr sz="1400">
                <a:solidFill>
                  <a:schemeClr val="dk1"/>
                </a:solidFill>
              </a:defRPr>
            </a:lvl6pPr>
            <a:lvl7pPr lvl="6" algn="ctr" rtl="0">
              <a:lnSpc>
                <a:spcPct val="100000"/>
              </a:lnSpc>
              <a:spcBef>
                <a:spcPts val="0"/>
              </a:spcBef>
              <a:spcAft>
                <a:spcPts val="0"/>
              </a:spcAft>
              <a:buClr>
                <a:schemeClr val="dk1"/>
              </a:buClr>
              <a:buSzPts val="1400"/>
              <a:buNone/>
              <a:defRPr sz="1400">
                <a:solidFill>
                  <a:schemeClr val="dk1"/>
                </a:solidFill>
              </a:defRPr>
            </a:lvl7pPr>
            <a:lvl8pPr lvl="7" algn="ctr" rtl="0">
              <a:lnSpc>
                <a:spcPct val="100000"/>
              </a:lnSpc>
              <a:spcBef>
                <a:spcPts val="0"/>
              </a:spcBef>
              <a:spcAft>
                <a:spcPts val="0"/>
              </a:spcAft>
              <a:buClr>
                <a:schemeClr val="dk1"/>
              </a:buClr>
              <a:buSzPts val="1400"/>
              <a:buNone/>
              <a:defRPr sz="1400">
                <a:solidFill>
                  <a:schemeClr val="dk1"/>
                </a:solidFill>
              </a:defRPr>
            </a:lvl8pPr>
            <a:lvl9pPr lvl="8" algn="ctr" rtl="0">
              <a:lnSpc>
                <a:spcPct val="100000"/>
              </a:lnSpc>
              <a:spcBef>
                <a:spcPts val="0"/>
              </a:spcBef>
              <a:spcAft>
                <a:spcPts val="0"/>
              </a:spcAft>
              <a:buClr>
                <a:schemeClr val="dk1"/>
              </a:buClr>
              <a:buSzPts val="1400"/>
              <a:buNone/>
              <a:defRPr sz="14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7"/>
        <p:cNvGrpSpPr/>
        <p:nvPr/>
      </p:nvGrpSpPr>
      <p:grpSpPr>
        <a:xfrm>
          <a:off x="0" y="0"/>
          <a:ext cx="0" cy="0"/>
          <a:chOff x="0" y="0"/>
          <a:chExt cx="0" cy="0"/>
        </a:xfrm>
      </p:grpSpPr>
      <p:grpSp>
        <p:nvGrpSpPr>
          <p:cNvPr id="108" name="Google Shape;108;p16"/>
          <p:cNvGrpSpPr/>
          <p:nvPr/>
        </p:nvGrpSpPr>
        <p:grpSpPr>
          <a:xfrm>
            <a:off x="0" y="0"/>
            <a:ext cx="9144000" cy="5143500"/>
            <a:chOff x="0" y="0"/>
            <a:chExt cx="9144000" cy="5143500"/>
          </a:xfrm>
        </p:grpSpPr>
        <p:sp>
          <p:nvSpPr>
            <p:cNvPr id="109" name="Google Shape;109;p16"/>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 name="Google Shape;110;p16"/>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11" name="Google Shape;111;p16"/>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2" name="Google Shape;112;p16"/>
          <p:cNvSpPr txBox="1">
            <a:spLocks noGrp="1"/>
          </p:cNvSpPr>
          <p:nvPr>
            <p:ph type="subTitle" idx="1"/>
          </p:nvPr>
        </p:nvSpPr>
        <p:spPr>
          <a:xfrm>
            <a:off x="977900" y="2024313"/>
            <a:ext cx="2232000" cy="20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3" name="Google Shape;113;p16"/>
          <p:cNvSpPr txBox="1">
            <a:spLocks noGrp="1"/>
          </p:cNvSpPr>
          <p:nvPr>
            <p:ph type="subTitle" idx="2"/>
          </p:nvPr>
        </p:nvSpPr>
        <p:spPr>
          <a:xfrm>
            <a:off x="3467950" y="2024313"/>
            <a:ext cx="2232000" cy="20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4" name="Google Shape;114;p16"/>
          <p:cNvSpPr txBox="1">
            <a:spLocks noGrp="1"/>
          </p:cNvSpPr>
          <p:nvPr>
            <p:ph type="subTitle" idx="3"/>
          </p:nvPr>
        </p:nvSpPr>
        <p:spPr>
          <a:xfrm>
            <a:off x="5958000" y="2024313"/>
            <a:ext cx="2232000" cy="20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16"/>
          <p:cNvSpPr txBox="1">
            <a:spLocks noGrp="1"/>
          </p:cNvSpPr>
          <p:nvPr>
            <p:ph type="subTitle" idx="4"/>
          </p:nvPr>
        </p:nvSpPr>
        <p:spPr>
          <a:xfrm>
            <a:off x="977900" y="1638813"/>
            <a:ext cx="2232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16" name="Google Shape;116;p16"/>
          <p:cNvSpPr txBox="1">
            <a:spLocks noGrp="1"/>
          </p:cNvSpPr>
          <p:nvPr>
            <p:ph type="subTitle" idx="5"/>
          </p:nvPr>
        </p:nvSpPr>
        <p:spPr>
          <a:xfrm>
            <a:off x="3467950" y="1638813"/>
            <a:ext cx="2232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17" name="Google Shape;117;p16"/>
          <p:cNvSpPr txBox="1">
            <a:spLocks noGrp="1"/>
          </p:cNvSpPr>
          <p:nvPr>
            <p:ph type="subTitle" idx="6"/>
          </p:nvPr>
        </p:nvSpPr>
        <p:spPr>
          <a:xfrm>
            <a:off x="5958000" y="1638813"/>
            <a:ext cx="2232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18"/>
        <p:cNvGrpSpPr/>
        <p:nvPr/>
      </p:nvGrpSpPr>
      <p:grpSpPr>
        <a:xfrm>
          <a:off x="0" y="0"/>
          <a:ext cx="0" cy="0"/>
          <a:chOff x="0" y="0"/>
          <a:chExt cx="0" cy="0"/>
        </a:xfrm>
      </p:grpSpPr>
      <p:grpSp>
        <p:nvGrpSpPr>
          <p:cNvPr id="119" name="Google Shape;119;p17"/>
          <p:cNvGrpSpPr/>
          <p:nvPr/>
        </p:nvGrpSpPr>
        <p:grpSpPr>
          <a:xfrm>
            <a:off x="0" y="0"/>
            <a:ext cx="9144000" cy="5143500"/>
            <a:chOff x="0" y="0"/>
            <a:chExt cx="9144000" cy="5143500"/>
          </a:xfrm>
        </p:grpSpPr>
        <p:sp>
          <p:nvSpPr>
            <p:cNvPr id="120" name="Google Shape;120;p17"/>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 name="Google Shape;121;p17"/>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22" name="Google Shape;122;p17"/>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3" name="Google Shape;123;p17"/>
          <p:cNvSpPr txBox="1">
            <a:spLocks noGrp="1"/>
          </p:cNvSpPr>
          <p:nvPr>
            <p:ph type="subTitle" idx="1"/>
          </p:nvPr>
        </p:nvSpPr>
        <p:spPr>
          <a:xfrm>
            <a:off x="1320000" y="1389600"/>
            <a:ext cx="2952000" cy="461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2pPr>
            <a:lvl3pPr lvl="2"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3pPr>
            <a:lvl4pPr lvl="3"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4pPr>
            <a:lvl5pPr lvl="4"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5pPr>
            <a:lvl6pPr lvl="5"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6pPr>
            <a:lvl7pPr lvl="6"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7pPr>
            <a:lvl8pPr lvl="7"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8pPr>
            <a:lvl9pPr lvl="8"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9pPr>
          </a:lstStyle>
          <a:p>
            <a:endParaRPr/>
          </a:p>
        </p:txBody>
      </p:sp>
      <p:sp>
        <p:nvSpPr>
          <p:cNvPr id="124" name="Google Shape;124;p17"/>
          <p:cNvSpPr txBox="1">
            <a:spLocks noGrp="1"/>
          </p:cNvSpPr>
          <p:nvPr>
            <p:ph type="subTitle" idx="2"/>
          </p:nvPr>
        </p:nvSpPr>
        <p:spPr>
          <a:xfrm>
            <a:off x="1320000" y="1771525"/>
            <a:ext cx="2952000" cy="923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7"/>
          <p:cNvSpPr txBox="1">
            <a:spLocks noGrp="1"/>
          </p:cNvSpPr>
          <p:nvPr>
            <p:ph type="subTitle" idx="3"/>
          </p:nvPr>
        </p:nvSpPr>
        <p:spPr>
          <a:xfrm>
            <a:off x="4872000" y="1771525"/>
            <a:ext cx="2952000" cy="923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7"/>
          <p:cNvSpPr txBox="1">
            <a:spLocks noGrp="1"/>
          </p:cNvSpPr>
          <p:nvPr>
            <p:ph type="subTitle" idx="4"/>
          </p:nvPr>
        </p:nvSpPr>
        <p:spPr>
          <a:xfrm>
            <a:off x="1320000" y="3384300"/>
            <a:ext cx="2952000" cy="92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7" name="Google Shape;127;p17"/>
          <p:cNvSpPr txBox="1">
            <a:spLocks noGrp="1"/>
          </p:cNvSpPr>
          <p:nvPr>
            <p:ph type="subTitle" idx="5"/>
          </p:nvPr>
        </p:nvSpPr>
        <p:spPr>
          <a:xfrm>
            <a:off x="4872000" y="3384300"/>
            <a:ext cx="2952000" cy="92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8" name="Google Shape;128;p17"/>
          <p:cNvSpPr txBox="1">
            <a:spLocks noGrp="1"/>
          </p:cNvSpPr>
          <p:nvPr>
            <p:ph type="subTitle" idx="6"/>
          </p:nvPr>
        </p:nvSpPr>
        <p:spPr>
          <a:xfrm>
            <a:off x="1320000" y="2998800"/>
            <a:ext cx="2952000" cy="461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2pPr>
            <a:lvl3pPr lvl="2"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3pPr>
            <a:lvl4pPr lvl="3"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4pPr>
            <a:lvl5pPr lvl="4"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5pPr>
            <a:lvl6pPr lvl="5"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6pPr>
            <a:lvl7pPr lvl="6"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7pPr>
            <a:lvl8pPr lvl="7"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8pPr>
            <a:lvl9pPr lvl="8"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9pPr>
          </a:lstStyle>
          <a:p>
            <a:endParaRPr/>
          </a:p>
        </p:txBody>
      </p:sp>
      <p:sp>
        <p:nvSpPr>
          <p:cNvPr id="129" name="Google Shape;129;p17"/>
          <p:cNvSpPr txBox="1">
            <a:spLocks noGrp="1"/>
          </p:cNvSpPr>
          <p:nvPr>
            <p:ph type="subTitle" idx="7"/>
          </p:nvPr>
        </p:nvSpPr>
        <p:spPr>
          <a:xfrm>
            <a:off x="4872000" y="1389600"/>
            <a:ext cx="2952000" cy="461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2pPr>
            <a:lvl3pPr lvl="2"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3pPr>
            <a:lvl4pPr lvl="3"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4pPr>
            <a:lvl5pPr lvl="4"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5pPr>
            <a:lvl6pPr lvl="5"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6pPr>
            <a:lvl7pPr lvl="6"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7pPr>
            <a:lvl8pPr lvl="7"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8pPr>
            <a:lvl9pPr lvl="8"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9pPr>
          </a:lstStyle>
          <a:p>
            <a:endParaRPr/>
          </a:p>
        </p:txBody>
      </p:sp>
      <p:sp>
        <p:nvSpPr>
          <p:cNvPr id="130" name="Google Shape;130;p17"/>
          <p:cNvSpPr txBox="1">
            <a:spLocks noGrp="1"/>
          </p:cNvSpPr>
          <p:nvPr>
            <p:ph type="subTitle" idx="8"/>
          </p:nvPr>
        </p:nvSpPr>
        <p:spPr>
          <a:xfrm>
            <a:off x="4872000" y="2998800"/>
            <a:ext cx="2952000" cy="461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2pPr>
            <a:lvl3pPr lvl="2"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3pPr>
            <a:lvl4pPr lvl="3"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4pPr>
            <a:lvl5pPr lvl="4"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5pPr>
            <a:lvl6pPr lvl="5"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6pPr>
            <a:lvl7pPr lvl="6"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7pPr>
            <a:lvl8pPr lvl="7"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8pPr>
            <a:lvl9pPr lvl="8" algn="ctr" rtl="0">
              <a:lnSpc>
                <a:spcPct val="100000"/>
              </a:lnSpc>
              <a:spcBef>
                <a:spcPts val="0"/>
              </a:spcBef>
              <a:spcAft>
                <a:spcPts val="0"/>
              </a:spcAft>
              <a:buClr>
                <a:schemeClr val="dk1"/>
              </a:buClr>
              <a:buSzPts val="1800"/>
              <a:buFont typeface="Archivo Black"/>
              <a:buNone/>
              <a:defRPr sz="1800">
                <a:solidFill>
                  <a:schemeClr val="dk1"/>
                </a:solidFill>
                <a:latin typeface="Archivo Black"/>
                <a:ea typeface="Archivo Black"/>
                <a:cs typeface="Archivo Black"/>
                <a:sym typeface="Archivo Black"/>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31"/>
        <p:cNvGrpSpPr/>
        <p:nvPr/>
      </p:nvGrpSpPr>
      <p:grpSpPr>
        <a:xfrm>
          <a:off x="0" y="0"/>
          <a:ext cx="0" cy="0"/>
          <a:chOff x="0" y="0"/>
          <a:chExt cx="0" cy="0"/>
        </a:xfrm>
      </p:grpSpPr>
      <p:grpSp>
        <p:nvGrpSpPr>
          <p:cNvPr id="132" name="Google Shape;132;p18"/>
          <p:cNvGrpSpPr/>
          <p:nvPr/>
        </p:nvGrpSpPr>
        <p:grpSpPr>
          <a:xfrm>
            <a:off x="0" y="0"/>
            <a:ext cx="9144000" cy="5143500"/>
            <a:chOff x="0" y="0"/>
            <a:chExt cx="9144000" cy="5143500"/>
          </a:xfrm>
        </p:grpSpPr>
        <p:sp>
          <p:nvSpPr>
            <p:cNvPr id="133" name="Google Shape;133;p18"/>
            <p:cNvSpPr/>
            <p:nvPr/>
          </p:nvSpPr>
          <p:spPr>
            <a:xfrm>
              <a:off x="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 name="Google Shape;134;p18"/>
            <p:cNvSpPr/>
            <p:nvPr/>
          </p:nvSpPr>
          <p:spPr>
            <a:xfrm>
              <a:off x="8784000" y="0"/>
              <a:ext cx="360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5" name="Google Shape;135;p18"/>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6" name="Google Shape;136;p18"/>
          <p:cNvSpPr txBox="1">
            <a:spLocks noGrp="1"/>
          </p:cNvSpPr>
          <p:nvPr>
            <p:ph type="subTitle" idx="1"/>
          </p:nvPr>
        </p:nvSpPr>
        <p:spPr>
          <a:xfrm>
            <a:off x="917888" y="1775110"/>
            <a:ext cx="2303100" cy="92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7" name="Google Shape;137;p18"/>
          <p:cNvSpPr txBox="1">
            <a:spLocks noGrp="1"/>
          </p:cNvSpPr>
          <p:nvPr>
            <p:ph type="subTitle" idx="2"/>
          </p:nvPr>
        </p:nvSpPr>
        <p:spPr>
          <a:xfrm>
            <a:off x="3419925" y="1775100"/>
            <a:ext cx="23040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8" name="Google Shape;138;p18"/>
          <p:cNvSpPr txBox="1">
            <a:spLocks noGrp="1"/>
          </p:cNvSpPr>
          <p:nvPr>
            <p:ph type="subTitle" idx="3"/>
          </p:nvPr>
        </p:nvSpPr>
        <p:spPr>
          <a:xfrm>
            <a:off x="917888" y="3384300"/>
            <a:ext cx="23040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9" name="Google Shape;139;p18"/>
          <p:cNvSpPr txBox="1">
            <a:spLocks noGrp="1"/>
          </p:cNvSpPr>
          <p:nvPr>
            <p:ph type="subTitle" idx="4"/>
          </p:nvPr>
        </p:nvSpPr>
        <p:spPr>
          <a:xfrm>
            <a:off x="3419925" y="3384300"/>
            <a:ext cx="23040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0" name="Google Shape;140;p18"/>
          <p:cNvSpPr txBox="1">
            <a:spLocks noGrp="1"/>
          </p:cNvSpPr>
          <p:nvPr>
            <p:ph type="subTitle" idx="5"/>
          </p:nvPr>
        </p:nvSpPr>
        <p:spPr>
          <a:xfrm>
            <a:off x="5921963" y="1775100"/>
            <a:ext cx="2304000" cy="92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18"/>
          <p:cNvSpPr txBox="1">
            <a:spLocks noGrp="1"/>
          </p:cNvSpPr>
          <p:nvPr>
            <p:ph type="subTitle" idx="6"/>
          </p:nvPr>
        </p:nvSpPr>
        <p:spPr>
          <a:xfrm>
            <a:off x="5921963" y="3384300"/>
            <a:ext cx="2304000" cy="92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18"/>
          <p:cNvSpPr txBox="1">
            <a:spLocks noGrp="1"/>
          </p:cNvSpPr>
          <p:nvPr>
            <p:ph type="subTitle" idx="7"/>
          </p:nvPr>
        </p:nvSpPr>
        <p:spPr>
          <a:xfrm>
            <a:off x="917888" y="1389600"/>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43" name="Google Shape;143;p18"/>
          <p:cNvSpPr txBox="1">
            <a:spLocks noGrp="1"/>
          </p:cNvSpPr>
          <p:nvPr>
            <p:ph type="subTitle" idx="8"/>
          </p:nvPr>
        </p:nvSpPr>
        <p:spPr>
          <a:xfrm>
            <a:off x="3419925" y="1389600"/>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44" name="Google Shape;144;p18"/>
          <p:cNvSpPr txBox="1">
            <a:spLocks noGrp="1"/>
          </p:cNvSpPr>
          <p:nvPr>
            <p:ph type="subTitle" idx="9"/>
          </p:nvPr>
        </p:nvSpPr>
        <p:spPr>
          <a:xfrm>
            <a:off x="5921963" y="1389600"/>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45" name="Google Shape;145;p18"/>
          <p:cNvSpPr txBox="1">
            <a:spLocks noGrp="1"/>
          </p:cNvSpPr>
          <p:nvPr>
            <p:ph type="subTitle" idx="13"/>
          </p:nvPr>
        </p:nvSpPr>
        <p:spPr>
          <a:xfrm>
            <a:off x="917888" y="2998800"/>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46" name="Google Shape;146;p18"/>
          <p:cNvSpPr txBox="1">
            <a:spLocks noGrp="1"/>
          </p:cNvSpPr>
          <p:nvPr>
            <p:ph type="subTitle" idx="14"/>
          </p:nvPr>
        </p:nvSpPr>
        <p:spPr>
          <a:xfrm>
            <a:off x="3419925" y="2998802"/>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
        <p:nvSpPr>
          <p:cNvPr id="147" name="Google Shape;147;p18"/>
          <p:cNvSpPr txBox="1">
            <a:spLocks noGrp="1"/>
          </p:cNvSpPr>
          <p:nvPr>
            <p:ph type="subTitle" idx="15"/>
          </p:nvPr>
        </p:nvSpPr>
        <p:spPr>
          <a:xfrm>
            <a:off x="5921963" y="2998802"/>
            <a:ext cx="2304000" cy="46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Archivo Black"/>
              <a:buNone/>
              <a:defRPr sz="1800" b="1">
                <a:solidFill>
                  <a:schemeClr val="dk1"/>
                </a:solidFill>
                <a:latin typeface="Archivo Black"/>
                <a:ea typeface="Archivo Black"/>
                <a:cs typeface="Archivo Black"/>
                <a:sym typeface="Archivo Black"/>
              </a:defRPr>
            </a:lvl1pPr>
            <a:lvl2pPr lvl="1"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2pPr>
            <a:lvl3pPr lvl="2"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3pPr>
            <a:lvl4pPr lvl="3"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4pPr>
            <a:lvl5pPr lvl="4"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5pPr>
            <a:lvl6pPr lvl="5"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6pPr>
            <a:lvl7pPr lvl="6"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7pPr>
            <a:lvl8pPr lvl="7"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8pPr>
            <a:lvl9pPr lvl="8" algn="ctr" rtl="0">
              <a:lnSpc>
                <a:spcPct val="100000"/>
              </a:lnSpc>
              <a:spcBef>
                <a:spcPts val="0"/>
              </a:spcBef>
              <a:spcAft>
                <a:spcPts val="0"/>
              </a:spcAft>
              <a:buSzPts val="1800"/>
              <a:buFont typeface="Archivo Black"/>
              <a:buNone/>
              <a:defRPr sz="1800">
                <a:latin typeface="Archivo Black"/>
                <a:ea typeface="Archivo Black"/>
                <a:cs typeface="Archivo Black"/>
                <a:sym typeface="Archivo Black"/>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48"/>
        <p:cNvGrpSpPr/>
        <p:nvPr/>
      </p:nvGrpSpPr>
      <p:grpSpPr>
        <a:xfrm>
          <a:off x="0" y="0"/>
          <a:ext cx="0" cy="0"/>
          <a:chOff x="0" y="0"/>
          <a:chExt cx="0" cy="0"/>
        </a:xfrm>
      </p:grpSpPr>
      <p:grpSp>
        <p:nvGrpSpPr>
          <p:cNvPr id="149" name="Google Shape;149;p19"/>
          <p:cNvGrpSpPr/>
          <p:nvPr/>
        </p:nvGrpSpPr>
        <p:grpSpPr>
          <a:xfrm>
            <a:off x="0" y="0"/>
            <a:ext cx="9144000" cy="5143325"/>
            <a:chOff x="0" y="0"/>
            <a:chExt cx="9144000" cy="5143325"/>
          </a:xfrm>
        </p:grpSpPr>
        <p:sp>
          <p:nvSpPr>
            <p:cNvPr id="150" name="Google Shape;150;p19"/>
            <p:cNvSpPr/>
            <p:nvPr/>
          </p:nvSpPr>
          <p:spPr>
            <a:xfrm>
              <a:off x="0" y="0"/>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 name="Google Shape;151;p19"/>
            <p:cNvSpPr/>
            <p:nvPr/>
          </p:nvSpPr>
          <p:spPr>
            <a:xfrm>
              <a:off x="0" y="4783325"/>
              <a:ext cx="9144000" cy="360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52" name="Google Shape;152;p19"/>
          <p:cNvSpPr txBox="1">
            <a:spLocks noGrp="1"/>
          </p:cNvSpPr>
          <p:nvPr>
            <p:ph type="ctrTitle"/>
          </p:nvPr>
        </p:nvSpPr>
        <p:spPr>
          <a:xfrm>
            <a:off x="2772000" y="692400"/>
            <a:ext cx="3600000" cy="98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3" name="Google Shape;153;p19"/>
          <p:cNvSpPr txBox="1">
            <a:spLocks noGrp="1"/>
          </p:cNvSpPr>
          <p:nvPr>
            <p:ph type="subTitle" idx="1"/>
          </p:nvPr>
        </p:nvSpPr>
        <p:spPr>
          <a:xfrm>
            <a:off x="2772000" y="1677600"/>
            <a:ext cx="36000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154" name="Google Shape;154;p19"/>
          <p:cNvSpPr txBox="1"/>
          <p:nvPr/>
        </p:nvSpPr>
        <p:spPr>
          <a:xfrm>
            <a:off x="2412000" y="3548600"/>
            <a:ext cx="4320000" cy="492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b="1">
                <a:solidFill>
                  <a:schemeClr val="dk1"/>
                </a:solidFill>
                <a:latin typeface="Lato"/>
                <a:ea typeface="Lato"/>
                <a:cs typeface="Lato"/>
                <a:sym typeface="Lato"/>
              </a:rPr>
              <a:t>CREDITS:</a:t>
            </a:r>
            <a:r>
              <a:rPr lang="en" sz="1000">
                <a:solidFill>
                  <a:schemeClr val="dk1"/>
                </a:solidFill>
                <a:latin typeface="Lato"/>
                <a:ea typeface="Lato"/>
                <a:cs typeface="Lato"/>
                <a:sym typeface="Lato"/>
              </a:rPr>
              <a:t> This presentation template was created by </a:t>
            </a:r>
            <a:r>
              <a:rPr lang="en" sz="1000" b="1" u="sng">
                <a:solidFill>
                  <a:schemeClr val="dk1"/>
                </a:solidFill>
                <a:latin typeface="Lato"/>
                <a:ea typeface="Lato"/>
                <a:cs typeface="Lato"/>
                <a:sym typeface="Lat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u="sng">
                <a:solidFill>
                  <a:schemeClr val="dk1"/>
                </a:solidFill>
                <a:latin typeface="Lato"/>
                <a:ea typeface="Lato"/>
                <a:cs typeface="Lato"/>
                <a:sym typeface="Lato"/>
              </a:rPr>
              <a:t>,</a:t>
            </a:r>
            <a:r>
              <a:rPr lang="en" sz="1000" b="1">
                <a:solidFill>
                  <a:schemeClr val="dk1"/>
                </a:solidFill>
                <a:latin typeface="Lato"/>
                <a:ea typeface="Lato"/>
                <a:cs typeface="Lato"/>
                <a:sym typeface="Lato"/>
              </a:rPr>
              <a:t> </a:t>
            </a:r>
            <a:r>
              <a:rPr lang="en" sz="1000">
                <a:solidFill>
                  <a:schemeClr val="dk1"/>
                </a:solidFill>
                <a:latin typeface="Lato"/>
                <a:ea typeface="Lato"/>
                <a:cs typeface="Lato"/>
                <a:sym typeface="Lato"/>
              </a:rPr>
              <a:t>including icons by </a:t>
            </a:r>
            <a:r>
              <a:rPr lang="en" sz="1000" b="1" u="sng">
                <a:solidFill>
                  <a:schemeClr val="dk1"/>
                </a:solid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Lato"/>
                <a:ea typeface="Lato"/>
                <a:cs typeface="Lato"/>
                <a:sym typeface="Lato"/>
              </a:rPr>
              <a:t> </a:t>
            </a:r>
            <a:r>
              <a:rPr lang="en" sz="1000">
                <a:solidFill>
                  <a:schemeClr val="dk1"/>
                </a:solidFill>
                <a:latin typeface="Lato"/>
                <a:ea typeface="Lato"/>
                <a:cs typeface="Lato"/>
                <a:sym typeface="Lato"/>
              </a:rPr>
              <a:t>and infographics &amp; images by </a:t>
            </a:r>
            <a:r>
              <a:rPr lang="en" sz="1000" b="1" u="sng">
                <a:solidFill>
                  <a:schemeClr val="dk1"/>
                </a:solid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000" b="1" u="sng">
              <a:solidFill>
                <a:schemeClr val="dk1"/>
              </a:solidFill>
              <a:highlight>
                <a:srgbClr val="DFDEFC"/>
              </a:highlight>
              <a:latin typeface="Lato"/>
              <a:ea typeface="Lato"/>
              <a:cs typeface="Lato"/>
              <a:sym typeface="La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5"/>
        <p:cNvGrpSpPr/>
        <p:nvPr/>
      </p:nvGrpSpPr>
      <p:grpSpPr>
        <a:xfrm>
          <a:off x="0" y="0"/>
          <a:ext cx="0" cy="0"/>
          <a:chOff x="0" y="0"/>
          <a:chExt cx="0" cy="0"/>
        </a:xfrm>
      </p:grpSpPr>
      <p:grpSp>
        <p:nvGrpSpPr>
          <p:cNvPr id="156" name="Google Shape;156;p20"/>
          <p:cNvGrpSpPr/>
          <p:nvPr/>
        </p:nvGrpSpPr>
        <p:grpSpPr>
          <a:xfrm>
            <a:off x="0" y="0"/>
            <a:ext cx="9144000" cy="5143500"/>
            <a:chOff x="0" y="0"/>
            <a:chExt cx="9144000" cy="5143500"/>
          </a:xfrm>
        </p:grpSpPr>
        <p:sp>
          <p:nvSpPr>
            <p:cNvPr id="157" name="Google Shape;157;p20"/>
            <p:cNvSpPr/>
            <p:nvPr/>
          </p:nvSpPr>
          <p:spPr>
            <a:xfrm>
              <a:off x="0" y="0"/>
              <a:ext cx="360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8" name="Google Shape;158;p20"/>
            <p:cNvSpPr/>
            <p:nvPr/>
          </p:nvSpPr>
          <p:spPr>
            <a:xfrm>
              <a:off x="8784000" y="0"/>
              <a:ext cx="360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59"/>
        <p:cNvGrpSpPr/>
        <p:nvPr/>
      </p:nvGrpSpPr>
      <p:grpSpPr>
        <a:xfrm>
          <a:off x="0" y="0"/>
          <a:ext cx="0" cy="0"/>
          <a:chOff x="0" y="0"/>
          <a:chExt cx="0" cy="0"/>
        </a:xfrm>
      </p:grpSpPr>
      <p:grpSp>
        <p:nvGrpSpPr>
          <p:cNvPr id="160" name="Google Shape;160;p21"/>
          <p:cNvGrpSpPr/>
          <p:nvPr/>
        </p:nvGrpSpPr>
        <p:grpSpPr>
          <a:xfrm>
            <a:off x="0" y="0"/>
            <a:ext cx="9144000" cy="5143325"/>
            <a:chOff x="0" y="0"/>
            <a:chExt cx="9144000" cy="5143325"/>
          </a:xfrm>
        </p:grpSpPr>
        <p:sp>
          <p:nvSpPr>
            <p:cNvPr id="161" name="Google Shape;161;p21"/>
            <p:cNvSpPr/>
            <p:nvPr/>
          </p:nvSpPr>
          <p:spPr>
            <a:xfrm>
              <a:off x="0" y="0"/>
              <a:ext cx="9144000" cy="36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2" name="Google Shape;162;p21"/>
            <p:cNvSpPr/>
            <p:nvPr/>
          </p:nvSpPr>
          <p:spPr>
            <a:xfrm>
              <a:off x="0" y="4783325"/>
              <a:ext cx="9144000" cy="36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64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2pPr>
            <a:lvl3pPr lvl="2"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3pPr>
            <a:lvl4pPr lvl="3"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4pPr>
            <a:lvl5pPr lvl="4"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5pPr>
            <a:lvl6pPr lvl="5"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6pPr>
            <a:lvl7pPr lvl="6"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7pPr>
            <a:lvl8pPr lvl="7"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8pPr>
            <a:lvl9pPr lvl="8" rtl="0">
              <a:spcBef>
                <a:spcPts val="0"/>
              </a:spcBef>
              <a:spcAft>
                <a:spcPts val="0"/>
              </a:spcAft>
              <a:buClr>
                <a:schemeClr val="dk1"/>
              </a:buClr>
              <a:buSzPts val="3000"/>
              <a:buFont typeface="Archivo Black"/>
              <a:buNone/>
              <a:defRPr sz="3000" b="1">
                <a:solidFill>
                  <a:schemeClr val="dk1"/>
                </a:solidFill>
                <a:latin typeface="Archivo Black"/>
                <a:ea typeface="Archivo Black"/>
                <a:cs typeface="Archivo Black"/>
                <a:sym typeface="Archivo Black"/>
              </a:defRPr>
            </a:lvl9pPr>
          </a:lstStyle>
          <a:p>
            <a:endParaRPr/>
          </a:p>
        </p:txBody>
      </p:sp>
      <p:sp>
        <p:nvSpPr>
          <p:cNvPr id="7" name="Google Shape;7;p1"/>
          <p:cNvSpPr txBox="1">
            <a:spLocks noGrp="1"/>
          </p:cNvSpPr>
          <p:nvPr>
            <p:ph type="body" idx="1"/>
          </p:nvPr>
        </p:nvSpPr>
        <p:spPr>
          <a:xfrm>
            <a:off x="715100" y="1093025"/>
            <a:ext cx="7713900" cy="34758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18.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s://docs.google.com/spreadsheets/d/1hWjDFOKkJP0chG-3ZBybskXJXeUrjKUb9JVUHEgWvLI/cop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spreadsheets/d/1hWjDFOKkJP0chG-3ZBybskXJXeUrjKUb9JVUHEgWvLI/copy"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hyperlink" Target="https://docs.google.com/spreadsheets/d/1hWjDFOKkJP0chG-3ZBybskXJXeUrjKUb9JVUHEgWvLI/copy"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a:spLocks noGrp="1"/>
          </p:cNvSpPr>
          <p:nvPr>
            <p:ph type="ctrTitle"/>
          </p:nvPr>
        </p:nvSpPr>
        <p:spPr>
          <a:xfrm>
            <a:off x="720000" y="1658100"/>
            <a:ext cx="5305500" cy="1322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Psychopathology: Behavioral Disorder</a:t>
            </a:r>
            <a:endParaRPr/>
          </a:p>
        </p:txBody>
      </p:sp>
      <p:sp>
        <p:nvSpPr>
          <p:cNvPr id="174" name="Google Shape;174;p25"/>
          <p:cNvSpPr txBox="1">
            <a:spLocks noGrp="1"/>
          </p:cNvSpPr>
          <p:nvPr>
            <p:ph type="subTitle" idx="1"/>
          </p:nvPr>
        </p:nvSpPr>
        <p:spPr>
          <a:xfrm>
            <a:off x="848975" y="3080650"/>
            <a:ext cx="3335700" cy="37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grpSp>
        <p:nvGrpSpPr>
          <p:cNvPr id="175" name="Google Shape;175;p25"/>
          <p:cNvGrpSpPr/>
          <p:nvPr/>
        </p:nvGrpSpPr>
        <p:grpSpPr>
          <a:xfrm>
            <a:off x="6191930" y="360325"/>
            <a:ext cx="2952010" cy="4425052"/>
            <a:chOff x="6191930" y="360325"/>
            <a:chExt cx="2952010" cy="4425052"/>
          </a:xfrm>
        </p:grpSpPr>
        <p:grpSp>
          <p:nvGrpSpPr>
            <p:cNvPr id="176" name="Google Shape;176;p25"/>
            <p:cNvGrpSpPr/>
            <p:nvPr/>
          </p:nvGrpSpPr>
          <p:grpSpPr>
            <a:xfrm>
              <a:off x="7667640" y="1834389"/>
              <a:ext cx="1476300" cy="1476012"/>
              <a:chOff x="7667640" y="1834389"/>
              <a:chExt cx="1476300" cy="1476012"/>
            </a:xfrm>
          </p:grpSpPr>
          <p:sp>
            <p:nvSpPr>
              <p:cNvPr id="177" name="Google Shape;177;p25"/>
              <p:cNvSpPr/>
              <p:nvPr/>
            </p:nvSpPr>
            <p:spPr>
              <a:xfrm>
                <a:off x="7667640" y="1834389"/>
                <a:ext cx="1476300" cy="1476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78" name="Google Shape;178;p25"/>
              <p:cNvGrpSpPr/>
              <p:nvPr/>
            </p:nvGrpSpPr>
            <p:grpSpPr>
              <a:xfrm>
                <a:off x="7891198" y="1979081"/>
                <a:ext cx="1029247" cy="1331319"/>
                <a:chOff x="7268762" y="2274007"/>
                <a:chExt cx="598574" cy="773079"/>
              </a:xfrm>
            </p:grpSpPr>
            <p:sp>
              <p:nvSpPr>
                <p:cNvPr id="179" name="Google Shape;179;p25"/>
                <p:cNvSpPr/>
                <p:nvPr/>
              </p:nvSpPr>
              <p:spPr>
                <a:xfrm>
                  <a:off x="7268762" y="2582200"/>
                  <a:ext cx="598573" cy="464886"/>
                </a:xfrm>
                <a:custGeom>
                  <a:avLst/>
                  <a:gdLst/>
                  <a:ahLst/>
                  <a:cxnLst/>
                  <a:rect l="l" t="t" r="r" b="b"/>
                  <a:pathLst>
                    <a:path w="1465" h="1139" extrusionOk="0">
                      <a:moveTo>
                        <a:pt x="1465" y="73"/>
                      </a:moveTo>
                      <a:cubicBezTo>
                        <a:pt x="1465" y="48"/>
                        <a:pt x="1463" y="24"/>
                        <a:pt x="1461" y="0"/>
                      </a:cubicBezTo>
                      <a:lnTo>
                        <a:pt x="89" y="0"/>
                      </a:lnTo>
                      <a:cubicBezTo>
                        <a:pt x="86" y="24"/>
                        <a:pt x="85" y="48"/>
                        <a:pt x="85" y="73"/>
                      </a:cubicBezTo>
                      <a:lnTo>
                        <a:pt x="0" y="481"/>
                      </a:lnTo>
                      <a:lnTo>
                        <a:pt x="136" y="481"/>
                      </a:lnTo>
                      <a:lnTo>
                        <a:pt x="136" y="841"/>
                      </a:lnTo>
                      <a:cubicBezTo>
                        <a:pt x="136" y="907"/>
                        <a:pt x="189" y="960"/>
                        <a:pt x="254" y="960"/>
                      </a:cubicBezTo>
                      <a:lnTo>
                        <a:pt x="501" y="960"/>
                      </a:lnTo>
                      <a:cubicBezTo>
                        <a:pt x="565" y="960"/>
                        <a:pt x="619" y="1013"/>
                        <a:pt x="619" y="1079"/>
                      </a:cubicBezTo>
                      <a:lnTo>
                        <a:pt x="619" y="1139"/>
                      </a:lnTo>
                      <a:lnTo>
                        <a:pt x="1465" y="1139"/>
                      </a:lnTo>
                      <a:lnTo>
                        <a:pt x="1465" y="481"/>
                      </a:lnTo>
                      <a:lnTo>
                        <a:pt x="1465" y="481"/>
                      </a:lnTo>
                      <a:lnTo>
                        <a:pt x="1465" y="73"/>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 name="Google Shape;180;p25"/>
                <p:cNvSpPr/>
                <p:nvPr/>
              </p:nvSpPr>
              <p:spPr>
                <a:xfrm>
                  <a:off x="7316158" y="2274007"/>
                  <a:ext cx="551178" cy="308155"/>
                </a:xfrm>
                <a:custGeom>
                  <a:avLst/>
                  <a:gdLst/>
                  <a:ahLst/>
                  <a:cxnLst/>
                  <a:rect l="l" t="t" r="r" b="b"/>
                  <a:pathLst>
                    <a:path w="1349" h="755" extrusionOk="0">
                      <a:moveTo>
                        <a:pt x="795" y="13"/>
                      </a:moveTo>
                      <a:lnTo>
                        <a:pt x="795" y="13"/>
                      </a:lnTo>
                      <a:cubicBezTo>
                        <a:pt x="445" y="-57"/>
                        <a:pt x="105" y="149"/>
                        <a:pt x="0" y="482"/>
                      </a:cubicBezTo>
                      <a:lnTo>
                        <a:pt x="1345" y="755"/>
                      </a:lnTo>
                      <a:cubicBezTo>
                        <a:pt x="1378" y="407"/>
                        <a:pt x="1144" y="84"/>
                        <a:pt x="795" y="13"/>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181" name="Google Shape;181;p25"/>
            <p:cNvGrpSpPr/>
            <p:nvPr/>
          </p:nvGrpSpPr>
          <p:grpSpPr>
            <a:xfrm>
              <a:off x="6191930" y="1834389"/>
              <a:ext cx="1476300" cy="1476012"/>
              <a:chOff x="6191930" y="1834389"/>
              <a:chExt cx="1476300" cy="1476012"/>
            </a:xfrm>
          </p:grpSpPr>
          <p:sp>
            <p:nvSpPr>
              <p:cNvPr id="182" name="Google Shape;182;p25"/>
              <p:cNvSpPr/>
              <p:nvPr/>
            </p:nvSpPr>
            <p:spPr>
              <a:xfrm>
                <a:off x="6191930" y="1834389"/>
                <a:ext cx="1476300" cy="1476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83" name="Google Shape;183;p25"/>
              <p:cNvGrpSpPr/>
              <p:nvPr/>
            </p:nvGrpSpPr>
            <p:grpSpPr>
              <a:xfrm>
                <a:off x="6415976" y="2076794"/>
                <a:ext cx="1028271" cy="1233606"/>
                <a:chOff x="5588817" y="2877867"/>
                <a:chExt cx="598006" cy="716338"/>
              </a:xfrm>
            </p:grpSpPr>
            <p:sp>
              <p:nvSpPr>
                <p:cNvPr id="184" name="Google Shape;184;p25"/>
                <p:cNvSpPr/>
                <p:nvPr/>
              </p:nvSpPr>
              <p:spPr>
                <a:xfrm>
                  <a:off x="5588817" y="2877867"/>
                  <a:ext cx="598006" cy="716338"/>
                </a:xfrm>
                <a:custGeom>
                  <a:avLst/>
                  <a:gdLst/>
                  <a:ahLst/>
                  <a:cxnLst/>
                  <a:rect l="l" t="t" r="r" b="b"/>
                  <a:pathLst>
                    <a:path w="1465" h="1755" extrusionOk="0">
                      <a:moveTo>
                        <a:pt x="1465" y="690"/>
                      </a:moveTo>
                      <a:cubicBezTo>
                        <a:pt x="1465" y="309"/>
                        <a:pt x="1156" y="0"/>
                        <a:pt x="775" y="0"/>
                      </a:cubicBezTo>
                      <a:lnTo>
                        <a:pt x="775" y="0"/>
                      </a:lnTo>
                      <a:cubicBezTo>
                        <a:pt x="393" y="0"/>
                        <a:pt x="84" y="309"/>
                        <a:pt x="84" y="690"/>
                      </a:cubicBezTo>
                      <a:lnTo>
                        <a:pt x="0" y="1097"/>
                      </a:lnTo>
                      <a:lnTo>
                        <a:pt x="135" y="1097"/>
                      </a:lnTo>
                      <a:lnTo>
                        <a:pt x="135" y="1457"/>
                      </a:lnTo>
                      <a:cubicBezTo>
                        <a:pt x="135" y="1523"/>
                        <a:pt x="188" y="1576"/>
                        <a:pt x="254" y="1576"/>
                      </a:cubicBezTo>
                      <a:lnTo>
                        <a:pt x="500" y="1576"/>
                      </a:lnTo>
                      <a:cubicBezTo>
                        <a:pt x="566" y="1576"/>
                        <a:pt x="619" y="1629"/>
                        <a:pt x="619" y="1695"/>
                      </a:cubicBezTo>
                      <a:lnTo>
                        <a:pt x="619" y="1755"/>
                      </a:lnTo>
                      <a:lnTo>
                        <a:pt x="1465" y="1755"/>
                      </a:lnTo>
                      <a:lnTo>
                        <a:pt x="1465" y="1097"/>
                      </a:lnTo>
                      <a:lnTo>
                        <a:pt x="1465" y="1097"/>
                      </a:lnTo>
                      <a:lnTo>
                        <a:pt x="1465" y="690"/>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5" name="Google Shape;185;p25"/>
                <p:cNvSpPr/>
                <p:nvPr/>
              </p:nvSpPr>
              <p:spPr>
                <a:xfrm>
                  <a:off x="5822715" y="2999105"/>
                  <a:ext cx="168993" cy="335516"/>
                </a:xfrm>
                <a:custGeom>
                  <a:avLst/>
                  <a:gdLst/>
                  <a:ahLst/>
                  <a:cxnLst/>
                  <a:rect l="l" t="t" r="r" b="b"/>
                  <a:pathLst>
                    <a:path w="414" h="822" extrusionOk="0">
                      <a:moveTo>
                        <a:pt x="414" y="207"/>
                      </a:moveTo>
                      <a:cubicBezTo>
                        <a:pt x="414" y="93"/>
                        <a:pt x="321" y="0"/>
                        <a:pt x="207" y="0"/>
                      </a:cubicBezTo>
                      <a:cubicBezTo>
                        <a:pt x="92" y="0"/>
                        <a:pt x="0" y="93"/>
                        <a:pt x="0" y="207"/>
                      </a:cubicBezTo>
                      <a:cubicBezTo>
                        <a:pt x="0" y="288"/>
                        <a:pt x="46" y="357"/>
                        <a:pt x="113" y="392"/>
                      </a:cubicBezTo>
                      <a:lnTo>
                        <a:pt x="6" y="822"/>
                      </a:lnTo>
                      <a:lnTo>
                        <a:pt x="407" y="822"/>
                      </a:lnTo>
                      <a:lnTo>
                        <a:pt x="301" y="392"/>
                      </a:lnTo>
                      <a:cubicBezTo>
                        <a:pt x="368" y="357"/>
                        <a:pt x="414" y="288"/>
                        <a:pt x="414" y="207"/>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186" name="Google Shape;186;p25"/>
            <p:cNvGrpSpPr/>
            <p:nvPr/>
          </p:nvGrpSpPr>
          <p:grpSpPr>
            <a:xfrm>
              <a:off x="6191930" y="3308452"/>
              <a:ext cx="1476300" cy="1476012"/>
              <a:chOff x="6191930" y="3308452"/>
              <a:chExt cx="1476300" cy="1476012"/>
            </a:xfrm>
          </p:grpSpPr>
          <p:sp>
            <p:nvSpPr>
              <p:cNvPr id="187" name="Google Shape;187;p25"/>
              <p:cNvSpPr/>
              <p:nvPr/>
            </p:nvSpPr>
            <p:spPr>
              <a:xfrm>
                <a:off x="6191930" y="3308452"/>
                <a:ext cx="1476300" cy="1476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88" name="Google Shape;188;p25"/>
              <p:cNvGrpSpPr/>
              <p:nvPr/>
            </p:nvGrpSpPr>
            <p:grpSpPr>
              <a:xfrm>
                <a:off x="6415625" y="3550155"/>
                <a:ext cx="1028973" cy="1234309"/>
                <a:chOff x="1497993" y="4432522"/>
                <a:chExt cx="598414" cy="716747"/>
              </a:xfrm>
            </p:grpSpPr>
            <p:sp>
              <p:nvSpPr>
                <p:cNvPr id="189" name="Google Shape;189;p25"/>
                <p:cNvSpPr/>
                <p:nvPr/>
              </p:nvSpPr>
              <p:spPr>
                <a:xfrm>
                  <a:off x="1497993" y="4432522"/>
                  <a:ext cx="598414" cy="716747"/>
                </a:xfrm>
                <a:custGeom>
                  <a:avLst/>
                  <a:gdLst/>
                  <a:ahLst/>
                  <a:cxnLst/>
                  <a:rect l="l" t="t" r="r" b="b"/>
                  <a:pathLst>
                    <a:path w="1466" h="1756" extrusionOk="0">
                      <a:moveTo>
                        <a:pt x="775" y="0"/>
                      </a:moveTo>
                      <a:lnTo>
                        <a:pt x="775" y="0"/>
                      </a:lnTo>
                      <a:cubicBezTo>
                        <a:pt x="394" y="0"/>
                        <a:pt x="85" y="309"/>
                        <a:pt x="85" y="690"/>
                      </a:cubicBezTo>
                      <a:lnTo>
                        <a:pt x="0" y="1098"/>
                      </a:lnTo>
                      <a:lnTo>
                        <a:pt x="135" y="1098"/>
                      </a:lnTo>
                      <a:lnTo>
                        <a:pt x="135" y="1459"/>
                      </a:lnTo>
                      <a:cubicBezTo>
                        <a:pt x="135" y="1524"/>
                        <a:pt x="189" y="1577"/>
                        <a:pt x="254" y="1577"/>
                      </a:cubicBezTo>
                      <a:lnTo>
                        <a:pt x="501" y="1577"/>
                      </a:lnTo>
                      <a:cubicBezTo>
                        <a:pt x="566" y="1577"/>
                        <a:pt x="619" y="1630"/>
                        <a:pt x="619" y="1696"/>
                      </a:cubicBezTo>
                      <a:lnTo>
                        <a:pt x="619" y="1756"/>
                      </a:lnTo>
                      <a:lnTo>
                        <a:pt x="1466" y="1756"/>
                      </a:lnTo>
                      <a:lnTo>
                        <a:pt x="1466" y="1098"/>
                      </a:lnTo>
                      <a:lnTo>
                        <a:pt x="1466" y="836"/>
                      </a:lnTo>
                      <a:lnTo>
                        <a:pt x="1466" y="690"/>
                      </a:lnTo>
                      <a:cubicBezTo>
                        <a:pt x="1466" y="309"/>
                        <a:pt x="1156" y="0"/>
                        <a:pt x="775" y="0"/>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 name="Google Shape;190;p25"/>
                <p:cNvSpPr/>
                <p:nvPr/>
              </p:nvSpPr>
              <p:spPr>
                <a:xfrm>
                  <a:off x="1624942" y="4548454"/>
                  <a:ext cx="382887" cy="326944"/>
                </a:xfrm>
                <a:custGeom>
                  <a:avLst/>
                  <a:gdLst/>
                  <a:ahLst/>
                  <a:cxnLst/>
                  <a:rect l="l" t="t" r="r" b="b"/>
                  <a:pathLst>
                    <a:path w="938" h="801" extrusionOk="0">
                      <a:moveTo>
                        <a:pt x="686" y="0"/>
                      </a:moveTo>
                      <a:cubicBezTo>
                        <a:pt x="594" y="0"/>
                        <a:pt x="513" y="49"/>
                        <a:pt x="469" y="123"/>
                      </a:cubicBezTo>
                      <a:cubicBezTo>
                        <a:pt x="425" y="49"/>
                        <a:pt x="345" y="0"/>
                        <a:pt x="253" y="0"/>
                      </a:cubicBezTo>
                      <a:cubicBezTo>
                        <a:pt x="113" y="0"/>
                        <a:pt x="0" y="113"/>
                        <a:pt x="0" y="253"/>
                      </a:cubicBezTo>
                      <a:cubicBezTo>
                        <a:pt x="0" y="543"/>
                        <a:pt x="469" y="801"/>
                        <a:pt x="469" y="801"/>
                      </a:cubicBezTo>
                      <a:cubicBezTo>
                        <a:pt x="469" y="801"/>
                        <a:pt x="938" y="537"/>
                        <a:pt x="938" y="253"/>
                      </a:cubicBezTo>
                      <a:cubicBezTo>
                        <a:pt x="938" y="113"/>
                        <a:pt x="825" y="0"/>
                        <a:pt x="686"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191" name="Google Shape;191;p25"/>
            <p:cNvGrpSpPr/>
            <p:nvPr/>
          </p:nvGrpSpPr>
          <p:grpSpPr>
            <a:xfrm>
              <a:off x="6191930" y="360325"/>
              <a:ext cx="1476300" cy="1476012"/>
              <a:chOff x="6191930" y="360325"/>
              <a:chExt cx="1476300" cy="1476012"/>
            </a:xfrm>
          </p:grpSpPr>
          <p:sp>
            <p:nvSpPr>
              <p:cNvPr id="192" name="Google Shape;192;p25"/>
              <p:cNvSpPr/>
              <p:nvPr/>
            </p:nvSpPr>
            <p:spPr>
              <a:xfrm>
                <a:off x="6191930" y="360325"/>
                <a:ext cx="1476300" cy="1476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93" name="Google Shape;193;p25"/>
              <p:cNvGrpSpPr/>
              <p:nvPr/>
            </p:nvGrpSpPr>
            <p:grpSpPr>
              <a:xfrm>
                <a:off x="6415487" y="602731"/>
                <a:ext cx="1029249" cy="1233606"/>
                <a:chOff x="2615812" y="1568617"/>
                <a:chExt cx="598574" cy="716338"/>
              </a:xfrm>
            </p:grpSpPr>
            <p:sp>
              <p:nvSpPr>
                <p:cNvPr id="194" name="Google Shape;194;p25"/>
                <p:cNvSpPr/>
                <p:nvPr/>
              </p:nvSpPr>
              <p:spPr>
                <a:xfrm>
                  <a:off x="2760860" y="1568617"/>
                  <a:ext cx="453527" cy="716338"/>
                </a:xfrm>
                <a:custGeom>
                  <a:avLst/>
                  <a:gdLst/>
                  <a:ahLst/>
                  <a:cxnLst/>
                  <a:rect l="l" t="t" r="r" b="b"/>
                  <a:pathLst>
                    <a:path w="1110" h="1755" extrusionOk="0">
                      <a:moveTo>
                        <a:pt x="419" y="0"/>
                      </a:moveTo>
                      <a:lnTo>
                        <a:pt x="419" y="0"/>
                      </a:lnTo>
                      <a:cubicBezTo>
                        <a:pt x="294" y="0"/>
                        <a:pt x="177" y="33"/>
                        <a:pt x="77" y="91"/>
                      </a:cubicBezTo>
                      <a:cubicBezTo>
                        <a:pt x="-130" y="210"/>
                        <a:pt x="146" y="1576"/>
                        <a:pt x="146" y="1576"/>
                      </a:cubicBezTo>
                      <a:cubicBezTo>
                        <a:pt x="210" y="1576"/>
                        <a:pt x="264" y="1629"/>
                        <a:pt x="264" y="1695"/>
                      </a:cubicBezTo>
                      <a:lnTo>
                        <a:pt x="264" y="1755"/>
                      </a:lnTo>
                      <a:lnTo>
                        <a:pt x="1110" y="1755"/>
                      </a:lnTo>
                      <a:lnTo>
                        <a:pt x="1110" y="1097"/>
                      </a:lnTo>
                      <a:lnTo>
                        <a:pt x="1110" y="836"/>
                      </a:lnTo>
                      <a:lnTo>
                        <a:pt x="1110" y="690"/>
                      </a:lnTo>
                      <a:cubicBezTo>
                        <a:pt x="1110" y="309"/>
                        <a:pt x="801" y="0"/>
                        <a:pt x="419"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 name="Google Shape;195;p25"/>
                <p:cNvSpPr/>
                <p:nvPr/>
              </p:nvSpPr>
              <p:spPr>
                <a:xfrm>
                  <a:off x="2615812" y="1579230"/>
                  <a:ext cx="478859" cy="632664"/>
                </a:xfrm>
                <a:custGeom>
                  <a:avLst/>
                  <a:gdLst/>
                  <a:ahLst/>
                  <a:cxnLst/>
                  <a:rect l="l" t="t" r="r" b="b"/>
                  <a:pathLst>
                    <a:path w="1172" h="1550" extrusionOk="0">
                      <a:moveTo>
                        <a:pt x="918" y="1550"/>
                      </a:moveTo>
                      <a:cubicBezTo>
                        <a:pt x="984" y="1550"/>
                        <a:pt x="1037" y="1497"/>
                        <a:pt x="1037" y="1431"/>
                      </a:cubicBezTo>
                      <a:lnTo>
                        <a:pt x="1037" y="1071"/>
                      </a:lnTo>
                      <a:lnTo>
                        <a:pt x="1172" y="1071"/>
                      </a:lnTo>
                      <a:lnTo>
                        <a:pt x="1088" y="664"/>
                      </a:lnTo>
                      <a:cubicBezTo>
                        <a:pt x="1088" y="349"/>
                        <a:pt x="875" y="82"/>
                        <a:pt x="586" y="0"/>
                      </a:cubicBezTo>
                      <a:cubicBezTo>
                        <a:pt x="297" y="82"/>
                        <a:pt x="85" y="349"/>
                        <a:pt x="85" y="664"/>
                      </a:cubicBezTo>
                      <a:lnTo>
                        <a:pt x="0" y="1071"/>
                      </a:lnTo>
                      <a:lnTo>
                        <a:pt x="136" y="1071"/>
                      </a:lnTo>
                      <a:lnTo>
                        <a:pt x="136" y="1431"/>
                      </a:lnTo>
                      <a:cubicBezTo>
                        <a:pt x="136" y="1497"/>
                        <a:pt x="189" y="1550"/>
                        <a:pt x="254" y="1550"/>
                      </a:cubicBezTo>
                      <a:lnTo>
                        <a:pt x="501" y="1550"/>
                      </a:lnTo>
                      <a:cubicBezTo>
                        <a:pt x="534" y="1550"/>
                        <a:pt x="918" y="1550"/>
                        <a:pt x="918" y="1550"/>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196" name="Google Shape;196;p25"/>
            <p:cNvGrpSpPr/>
            <p:nvPr/>
          </p:nvGrpSpPr>
          <p:grpSpPr>
            <a:xfrm>
              <a:off x="7667640" y="3309365"/>
              <a:ext cx="1476300" cy="1476012"/>
              <a:chOff x="7667640" y="3309365"/>
              <a:chExt cx="1476300" cy="1476012"/>
            </a:xfrm>
          </p:grpSpPr>
          <p:sp>
            <p:nvSpPr>
              <p:cNvPr id="197" name="Google Shape;197;p25"/>
              <p:cNvSpPr/>
              <p:nvPr/>
            </p:nvSpPr>
            <p:spPr>
              <a:xfrm>
                <a:off x="7667640" y="3309365"/>
                <a:ext cx="1476300" cy="1476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198" name="Google Shape;198;p25"/>
              <p:cNvGrpSpPr/>
              <p:nvPr/>
            </p:nvGrpSpPr>
            <p:grpSpPr>
              <a:xfrm>
                <a:off x="7891317" y="3548597"/>
                <a:ext cx="1029009" cy="1236780"/>
                <a:chOff x="6843146" y="-108333"/>
                <a:chExt cx="598435" cy="718181"/>
              </a:xfrm>
            </p:grpSpPr>
            <p:sp>
              <p:nvSpPr>
                <p:cNvPr id="199" name="Google Shape;199;p25"/>
                <p:cNvSpPr/>
                <p:nvPr/>
              </p:nvSpPr>
              <p:spPr>
                <a:xfrm>
                  <a:off x="6843146" y="-108333"/>
                  <a:ext cx="598435" cy="718181"/>
                </a:xfrm>
                <a:custGeom>
                  <a:avLst/>
                  <a:gdLst/>
                  <a:ahLst/>
                  <a:cxnLst/>
                  <a:rect l="l" t="t" r="r" b="b"/>
                  <a:pathLst>
                    <a:path w="1582" h="1896" extrusionOk="0">
                      <a:moveTo>
                        <a:pt x="1582" y="1186"/>
                      </a:moveTo>
                      <a:lnTo>
                        <a:pt x="1491" y="746"/>
                      </a:lnTo>
                      <a:cubicBezTo>
                        <a:pt x="1491" y="334"/>
                        <a:pt x="1157" y="0"/>
                        <a:pt x="746" y="0"/>
                      </a:cubicBezTo>
                      <a:lnTo>
                        <a:pt x="746" y="0"/>
                      </a:lnTo>
                      <a:cubicBezTo>
                        <a:pt x="334" y="0"/>
                        <a:pt x="0" y="334"/>
                        <a:pt x="0" y="746"/>
                      </a:cubicBezTo>
                      <a:lnTo>
                        <a:pt x="0" y="903"/>
                      </a:lnTo>
                      <a:lnTo>
                        <a:pt x="0" y="1186"/>
                      </a:lnTo>
                      <a:lnTo>
                        <a:pt x="0" y="1896"/>
                      </a:lnTo>
                      <a:lnTo>
                        <a:pt x="914" y="1896"/>
                      </a:lnTo>
                      <a:lnTo>
                        <a:pt x="914" y="1831"/>
                      </a:lnTo>
                      <a:cubicBezTo>
                        <a:pt x="914" y="1760"/>
                        <a:pt x="971" y="1703"/>
                        <a:pt x="1042" y="1703"/>
                      </a:cubicBezTo>
                      <a:lnTo>
                        <a:pt x="1308" y="1703"/>
                      </a:lnTo>
                      <a:cubicBezTo>
                        <a:pt x="1379" y="1703"/>
                        <a:pt x="1436" y="1645"/>
                        <a:pt x="1436" y="1575"/>
                      </a:cubicBezTo>
                      <a:lnTo>
                        <a:pt x="1436" y="1186"/>
                      </a:lnTo>
                      <a:lnTo>
                        <a:pt x="1582" y="1186"/>
                      </a:ln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 name="Google Shape;200;p25"/>
                <p:cNvSpPr/>
                <p:nvPr/>
              </p:nvSpPr>
              <p:spPr>
                <a:xfrm>
                  <a:off x="6843146" y="-93561"/>
                  <a:ext cx="417997" cy="703408"/>
                </a:xfrm>
                <a:custGeom>
                  <a:avLst/>
                  <a:gdLst/>
                  <a:ahLst/>
                  <a:cxnLst/>
                  <a:rect l="l" t="t" r="r" b="b"/>
                  <a:pathLst>
                    <a:path w="1105" h="1857" extrusionOk="0">
                      <a:moveTo>
                        <a:pt x="0" y="864"/>
                      </a:moveTo>
                      <a:lnTo>
                        <a:pt x="0" y="707"/>
                      </a:lnTo>
                      <a:cubicBezTo>
                        <a:pt x="0" y="378"/>
                        <a:pt x="212" y="100"/>
                        <a:pt x="507" y="0"/>
                      </a:cubicBezTo>
                      <a:cubicBezTo>
                        <a:pt x="802" y="100"/>
                        <a:pt x="1014" y="378"/>
                        <a:pt x="1014" y="707"/>
                      </a:cubicBezTo>
                      <a:lnTo>
                        <a:pt x="1105" y="1147"/>
                      </a:lnTo>
                      <a:lnTo>
                        <a:pt x="959" y="1147"/>
                      </a:lnTo>
                      <a:lnTo>
                        <a:pt x="959" y="1536"/>
                      </a:lnTo>
                      <a:cubicBezTo>
                        <a:pt x="959" y="1606"/>
                        <a:pt x="902" y="1664"/>
                        <a:pt x="831" y="1664"/>
                      </a:cubicBezTo>
                      <a:lnTo>
                        <a:pt x="565" y="1664"/>
                      </a:lnTo>
                      <a:cubicBezTo>
                        <a:pt x="494" y="1664"/>
                        <a:pt x="437" y="1721"/>
                        <a:pt x="437" y="1792"/>
                      </a:cubicBezTo>
                      <a:lnTo>
                        <a:pt x="437" y="1857"/>
                      </a:lnTo>
                      <a:lnTo>
                        <a:pt x="0" y="1857"/>
                      </a:lnTo>
                      <a:lnTo>
                        <a:pt x="0" y="1147"/>
                      </a:lnTo>
                      <a:lnTo>
                        <a:pt x="0" y="864"/>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201" name="Google Shape;201;p25"/>
            <p:cNvGrpSpPr/>
            <p:nvPr/>
          </p:nvGrpSpPr>
          <p:grpSpPr>
            <a:xfrm>
              <a:off x="7667640" y="360433"/>
              <a:ext cx="1476300" cy="1476012"/>
              <a:chOff x="7667640" y="360433"/>
              <a:chExt cx="1476300" cy="1476012"/>
            </a:xfrm>
          </p:grpSpPr>
          <p:sp>
            <p:nvSpPr>
              <p:cNvPr id="202" name="Google Shape;202;p25"/>
              <p:cNvSpPr/>
              <p:nvPr/>
            </p:nvSpPr>
            <p:spPr>
              <a:xfrm>
                <a:off x="7667640" y="360433"/>
                <a:ext cx="1476300" cy="1476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03" name="Google Shape;203;p25"/>
              <p:cNvGrpSpPr/>
              <p:nvPr/>
            </p:nvGrpSpPr>
            <p:grpSpPr>
              <a:xfrm>
                <a:off x="7891317" y="600318"/>
                <a:ext cx="1029009" cy="1236127"/>
                <a:chOff x="608896" y="2423510"/>
                <a:chExt cx="598435" cy="717802"/>
              </a:xfrm>
            </p:grpSpPr>
            <p:sp>
              <p:nvSpPr>
                <p:cNvPr id="204" name="Google Shape;204;p25"/>
                <p:cNvSpPr/>
                <p:nvPr/>
              </p:nvSpPr>
              <p:spPr>
                <a:xfrm>
                  <a:off x="608896" y="2423510"/>
                  <a:ext cx="598435" cy="717802"/>
                </a:xfrm>
                <a:custGeom>
                  <a:avLst/>
                  <a:gdLst/>
                  <a:ahLst/>
                  <a:cxnLst/>
                  <a:rect l="l" t="t" r="r" b="b"/>
                  <a:pathLst>
                    <a:path w="1582" h="1895" extrusionOk="0">
                      <a:moveTo>
                        <a:pt x="746" y="0"/>
                      </a:moveTo>
                      <a:lnTo>
                        <a:pt x="746" y="0"/>
                      </a:lnTo>
                      <a:cubicBezTo>
                        <a:pt x="1157" y="0"/>
                        <a:pt x="1491" y="333"/>
                        <a:pt x="1491" y="745"/>
                      </a:cubicBezTo>
                      <a:lnTo>
                        <a:pt x="1582" y="1185"/>
                      </a:lnTo>
                      <a:lnTo>
                        <a:pt x="1436" y="1185"/>
                      </a:lnTo>
                      <a:lnTo>
                        <a:pt x="1436" y="1574"/>
                      </a:lnTo>
                      <a:cubicBezTo>
                        <a:pt x="1436" y="1645"/>
                        <a:pt x="1379" y="1702"/>
                        <a:pt x="1308" y="1702"/>
                      </a:cubicBezTo>
                      <a:lnTo>
                        <a:pt x="1042" y="1702"/>
                      </a:lnTo>
                      <a:cubicBezTo>
                        <a:pt x="971" y="1702"/>
                        <a:pt x="914" y="1759"/>
                        <a:pt x="914" y="1830"/>
                      </a:cubicBezTo>
                      <a:lnTo>
                        <a:pt x="914" y="1895"/>
                      </a:lnTo>
                      <a:lnTo>
                        <a:pt x="0" y="1895"/>
                      </a:lnTo>
                      <a:lnTo>
                        <a:pt x="0" y="1185"/>
                      </a:lnTo>
                      <a:lnTo>
                        <a:pt x="0" y="902"/>
                      </a:lnTo>
                      <a:lnTo>
                        <a:pt x="0" y="745"/>
                      </a:lnTo>
                      <a:cubicBezTo>
                        <a:pt x="0" y="333"/>
                        <a:pt x="334" y="0"/>
                        <a:pt x="746" y="0"/>
                      </a:cubicBez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 name="Google Shape;205;p25"/>
                <p:cNvSpPr/>
                <p:nvPr/>
              </p:nvSpPr>
              <p:spPr>
                <a:xfrm>
                  <a:off x="802197" y="2696610"/>
                  <a:ext cx="175899" cy="177651"/>
                </a:xfrm>
                <a:custGeom>
                  <a:avLst/>
                  <a:gdLst/>
                  <a:ahLst/>
                  <a:cxnLst/>
                  <a:rect l="l" t="t" r="r" b="b"/>
                  <a:pathLst>
                    <a:path w="465" h="469" extrusionOk="0">
                      <a:moveTo>
                        <a:pt x="465" y="236"/>
                      </a:moveTo>
                      <a:cubicBezTo>
                        <a:pt x="465" y="365"/>
                        <a:pt x="361" y="469"/>
                        <a:pt x="233" y="469"/>
                      </a:cubicBezTo>
                      <a:lnTo>
                        <a:pt x="233" y="469"/>
                      </a:lnTo>
                      <a:cubicBezTo>
                        <a:pt x="104" y="469"/>
                        <a:pt x="0" y="365"/>
                        <a:pt x="0" y="236"/>
                      </a:cubicBezTo>
                      <a:lnTo>
                        <a:pt x="0" y="0"/>
                      </a:lnTo>
                      <a:lnTo>
                        <a:pt x="465" y="0"/>
                      </a:lnTo>
                      <a:lnTo>
                        <a:pt x="465" y="236"/>
                      </a:ln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 name="Google Shape;206;p25"/>
                <p:cNvSpPr/>
                <p:nvPr/>
              </p:nvSpPr>
              <p:spPr>
                <a:xfrm>
                  <a:off x="802197" y="2518962"/>
                  <a:ext cx="175899" cy="177651"/>
                </a:xfrm>
                <a:custGeom>
                  <a:avLst/>
                  <a:gdLst/>
                  <a:ahLst/>
                  <a:cxnLst/>
                  <a:rect l="l" t="t" r="r" b="b"/>
                  <a:pathLst>
                    <a:path w="465" h="469" extrusionOk="0">
                      <a:moveTo>
                        <a:pt x="233" y="0"/>
                      </a:moveTo>
                      <a:lnTo>
                        <a:pt x="233" y="0"/>
                      </a:lnTo>
                      <a:cubicBezTo>
                        <a:pt x="361" y="0"/>
                        <a:pt x="465" y="104"/>
                        <a:pt x="465" y="232"/>
                      </a:cubicBezTo>
                      <a:lnTo>
                        <a:pt x="465" y="469"/>
                      </a:lnTo>
                      <a:lnTo>
                        <a:pt x="0" y="469"/>
                      </a:lnTo>
                      <a:lnTo>
                        <a:pt x="0" y="232"/>
                      </a:lnTo>
                      <a:cubicBezTo>
                        <a:pt x="0" y="104"/>
                        <a:pt x="104" y="0"/>
                        <a:pt x="233"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body" idx="1"/>
          </p:nvPr>
        </p:nvSpPr>
        <p:spPr>
          <a:xfrm>
            <a:off x="720000" y="1224263"/>
            <a:ext cx="7704000" cy="36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delete this slide when you’re done editing the presentation</a:t>
            </a:r>
            <a:endParaRPr/>
          </a:p>
        </p:txBody>
      </p:sp>
      <p:sp>
        <p:nvSpPr>
          <p:cNvPr id="212" name="Google Shape;212;p26"/>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graphicFrame>
        <p:nvGraphicFramePr>
          <p:cNvPr id="213" name="Google Shape;213;p26"/>
          <p:cNvGraphicFramePr/>
          <p:nvPr/>
        </p:nvGraphicFramePr>
        <p:xfrm>
          <a:off x="720000" y="1726317"/>
          <a:ext cx="3000000" cy="3000000"/>
        </p:xfrm>
        <a:graphic>
          <a:graphicData uri="http://schemas.openxmlformats.org/drawingml/2006/table">
            <a:tbl>
              <a:tblPr>
                <a:noFill/>
                <a:tableStyleId>{07CE11D2-39CB-4F7E-8575-560699A34D34}</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000" b="1" u="sng">
                          <a:solidFill>
                            <a:schemeClr val="hlink"/>
                          </a:solidFill>
                          <a:latin typeface="Lato"/>
                          <a:ea typeface="Lato"/>
                          <a:cs typeface="Lato"/>
                          <a:sym typeface="Lato"/>
                          <a:hlinkClick r:id="" action="ppaction://noaction"/>
                        </a:rPr>
                        <a:t>Fonts</a:t>
                      </a:r>
                      <a:endParaRPr sz="1000" b="1" u="sng">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To view this template correctly in PowerPoint, download and install the fonts we used</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000" b="1" u="sng">
                          <a:solidFill>
                            <a:schemeClr val="hlink"/>
                          </a:solidFill>
                          <a:latin typeface="Lato"/>
                          <a:ea typeface="Lato"/>
                          <a:cs typeface="Lato"/>
                          <a:sym typeface="Lato"/>
                          <a:hlinkClick r:id="" action="ppaction://noaction"/>
                        </a:rPr>
                        <a:t>Used</a:t>
                      </a:r>
                      <a:r>
                        <a:rPr lang="en" sz="1000" b="1">
                          <a:solidFill>
                            <a:schemeClr val="dk1"/>
                          </a:solidFill>
                          <a:latin typeface="Lato"/>
                          <a:ea typeface="Lato"/>
                          <a:cs typeface="Lato"/>
                          <a:sym typeface="Lato"/>
                        </a:rPr>
                        <a:t> and </a:t>
                      </a:r>
                      <a:r>
                        <a:rPr lang="en" sz="1000" b="1" u="sng">
                          <a:solidFill>
                            <a:schemeClr val="hlink"/>
                          </a:solidFill>
                          <a:latin typeface="Lato"/>
                          <a:ea typeface="Lato"/>
                          <a:cs typeface="Lato"/>
                          <a:sym typeface="Lato"/>
                          <a:hlinkClick r:id="" action="ppaction://noaction"/>
                        </a:rPr>
                        <a:t>alternative</a:t>
                      </a:r>
                      <a:r>
                        <a:rPr lang="en" sz="1000" b="1" u="sng">
                          <a:solidFill>
                            <a:schemeClr val="hlink"/>
                          </a:solidFill>
                          <a:latin typeface="Lato"/>
                          <a:ea typeface="Lato"/>
                          <a:cs typeface="Lato"/>
                          <a:sym typeface="Lato"/>
                          <a:hlinkClick r:id="" action="ppaction://noaction"/>
                        </a:rPr>
                        <a:t> resources</a:t>
                      </a:r>
                      <a:endParaRPr sz="1000" b="1" u="sng">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Lato"/>
                          <a:ea typeface="Lato"/>
                          <a:cs typeface="Lato"/>
                          <a:sym typeface="Lato"/>
                        </a:rPr>
                        <a:t>An assortment of graphic resources that are suitable for use in this presentation</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000" b="1" u="sng">
                          <a:solidFill>
                            <a:schemeClr val="hlink"/>
                          </a:solidFill>
                          <a:latin typeface="Lato"/>
                          <a:ea typeface="Lato"/>
                          <a:cs typeface="Lato"/>
                          <a:sym typeface="Lato"/>
                          <a:hlinkClick r:id="rId3" action="ppaction://hlinksldjump"/>
                        </a:rPr>
                        <a:t>Thanks slide</a:t>
                      </a:r>
                      <a:endParaRPr sz="1000" b="1" u="sng">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You must keep it so that proper credits for our design are given</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000" b="1" u="sng">
                          <a:solidFill>
                            <a:schemeClr val="hlink"/>
                          </a:solidFill>
                          <a:latin typeface="Lato"/>
                          <a:ea typeface="Lato"/>
                          <a:cs typeface="Lato"/>
                          <a:sym typeface="Lato"/>
                          <a:hlinkClick r:id="" action="ppaction://noaction"/>
                        </a:rPr>
                        <a:t>Colors</a:t>
                      </a:r>
                      <a:endParaRPr sz="1000" b="1" u="sng">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All the colors used in this presentation</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000" b="1" u="sng">
                          <a:solidFill>
                            <a:schemeClr val="hlink"/>
                          </a:solidFill>
                          <a:latin typeface="Lato"/>
                          <a:ea typeface="Lato"/>
                          <a:cs typeface="Lato"/>
                          <a:sym typeface="Lato"/>
                          <a:hlinkClick r:id="" action="ppaction://noaction"/>
                        </a:rPr>
                        <a:t>Icons</a:t>
                      </a:r>
                      <a:r>
                        <a:rPr lang="en" sz="1000" b="1">
                          <a:solidFill>
                            <a:schemeClr val="dk1"/>
                          </a:solidFill>
                          <a:latin typeface="Lato"/>
                          <a:ea typeface="Lato"/>
                          <a:cs typeface="Lato"/>
                          <a:sym typeface="Lato"/>
                        </a:rPr>
                        <a:t> and </a:t>
                      </a:r>
                      <a:r>
                        <a:rPr lang="en" sz="1000" b="1" u="sng">
                          <a:solidFill>
                            <a:schemeClr val="hlink"/>
                          </a:solidFill>
                          <a:latin typeface="Lato"/>
                          <a:ea typeface="Lato"/>
                          <a:cs typeface="Lato"/>
                          <a:sym typeface="Lato"/>
                          <a:hlinkClick r:id="" action="ppaction://noaction"/>
                        </a:rPr>
                        <a:t>infographic resources</a:t>
                      </a:r>
                      <a:endParaRPr sz="1000" b="1" u="sng">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These can be used in the template, and their size and color can be edited</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000" b="1">
                          <a:solidFill>
                            <a:schemeClr val="dk1"/>
                          </a:solidFill>
                          <a:latin typeface="Lato"/>
                          <a:ea typeface="Lato"/>
                          <a:cs typeface="Lato"/>
                          <a:sym typeface="Lato"/>
                        </a:rPr>
                        <a:t>Editable presentation theme </a:t>
                      </a:r>
                      <a:endParaRPr sz="1000" b="1">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You can edit the master slides easily. For more info, click </a:t>
                      </a:r>
                      <a:r>
                        <a:rPr lang="en" sz="1000" b="1" u="sng">
                          <a:solidFill>
                            <a:schemeClr val="dk1"/>
                          </a:solid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14" name="Google Shape;214;p26"/>
          <p:cNvSpPr txBox="1"/>
          <p:nvPr/>
        </p:nvSpPr>
        <p:spPr>
          <a:xfrm>
            <a:off x="719988" y="4115900"/>
            <a:ext cx="38520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Lato"/>
                <a:ea typeface="Lato"/>
                <a:cs typeface="Lato"/>
                <a:sym typeface="Lato"/>
              </a:rPr>
              <a:t>For more info:</a:t>
            </a:r>
            <a:br>
              <a:rPr lang="en" sz="1000" b="1">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000" b="1" u="sng">
              <a:solidFill>
                <a:schemeClr val="dk1"/>
              </a:solidFill>
              <a:latin typeface="Lato"/>
              <a:ea typeface="Lato"/>
              <a:cs typeface="Lato"/>
              <a:sym typeface="Lato"/>
            </a:endParaRPr>
          </a:p>
        </p:txBody>
      </p:sp>
      <p:sp>
        <p:nvSpPr>
          <p:cNvPr id="215" name="Google Shape;215;p26"/>
          <p:cNvSpPr txBox="1"/>
          <p:nvPr/>
        </p:nvSpPr>
        <p:spPr>
          <a:xfrm>
            <a:off x="4571991" y="4115900"/>
            <a:ext cx="38520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Lato"/>
                <a:ea typeface="Lato"/>
                <a:cs typeface="Lato"/>
                <a:sym typeface="Lato"/>
              </a:rPr>
              <a:t>You can visit our sister projects:</a:t>
            </a:r>
            <a:br>
              <a:rPr lang="en" sz="1000" b="1">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7"/>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21" name="Google Shape;221;p27"/>
          <p:cNvSpPr txBox="1">
            <a:spLocks noGrp="1"/>
          </p:cNvSpPr>
          <p:nvPr>
            <p:ph type="title" idx="2"/>
          </p:nvPr>
        </p:nvSpPr>
        <p:spPr>
          <a:xfrm>
            <a:off x="720000" y="1185521"/>
            <a:ext cx="792000" cy="64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22" name="Google Shape;222;p27"/>
          <p:cNvSpPr txBox="1">
            <a:spLocks noGrp="1"/>
          </p:cNvSpPr>
          <p:nvPr>
            <p:ph type="title" idx="3"/>
          </p:nvPr>
        </p:nvSpPr>
        <p:spPr>
          <a:xfrm>
            <a:off x="720000" y="2941191"/>
            <a:ext cx="792000" cy="646500"/>
          </a:xfrm>
          <a:prstGeom prst="rect">
            <a:avLst/>
          </a:prstGeom>
        </p:spPr>
        <p:txBody>
          <a:bodyPr spcFirstLastPara="1" wrap="square" lIns="91425" tIns="91425" rIns="91425" bIns="91425" anchor="b" anchorCtr="0">
            <a:spAutoFit/>
          </a:bodyPr>
          <a:lstStyle/>
          <a:p>
            <a:pPr marL="0" lvl="0" indent="0" algn="ctr" rtl="0">
              <a:spcBef>
                <a:spcPts val="0"/>
              </a:spcBef>
              <a:spcAft>
                <a:spcPts val="0"/>
              </a:spcAft>
              <a:buNone/>
            </a:pPr>
            <a:r>
              <a:rPr lang="en"/>
              <a:t>04</a:t>
            </a:r>
            <a:endParaRPr/>
          </a:p>
        </p:txBody>
      </p:sp>
      <p:sp>
        <p:nvSpPr>
          <p:cNvPr id="223" name="Google Shape;223;p27"/>
          <p:cNvSpPr txBox="1">
            <a:spLocks noGrp="1"/>
          </p:cNvSpPr>
          <p:nvPr>
            <p:ph type="title" idx="4"/>
          </p:nvPr>
        </p:nvSpPr>
        <p:spPr>
          <a:xfrm>
            <a:off x="3420000" y="1185521"/>
            <a:ext cx="792000" cy="64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224" name="Google Shape;224;p27"/>
          <p:cNvSpPr txBox="1">
            <a:spLocks noGrp="1"/>
          </p:cNvSpPr>
          <p:nvPr>
            <p:ph type="title" idx="5"/>
          </p:nvPr>
        </p:nvSpPr>
        <p:spPr>
          <a:xfrm>
            <a:off x="3420000" y="2941191"/>
            <a:ext cx="792000" cy="646500"/>
          </a:xfrm>
          <a:prstGeom prst="rect">
            <a:avLst/>
          </a:prstGeom>
        </p:spPr>
        <p:txBody>
          <a:bodyPr spcFirstLastPara="1" wrap="square" lIns="91425" tIns="91425" rIns="91425" bIns="91425" anchor="b" anchorCtr="0">
            <a:spAutoFit/>
          </a:bodyPr>
          <a:lstStyle/>
          <a:p>
            <a:pPr marL="0" lvl="0" indent="0" algn="ctr" rtl="0">
              <a:spcBef>
                <a:spcPts val="0"/>
              </a:spcBef>
              <a:spcAft>
                <a:spcPts val="0"/>
              </a:spcAft>
              <a:buNone/>
            </a:pPr>
            <a:r>
              <a:rPr lang="en"/>
              <a:t>05</a:t>
            </a:r>
            <a:endParaRPr/>
          </a:p>
        </p:txBody>
      </p:sp>
      <p:sp>
        <p:nvSpPr>
          <p:cNvPr id="225" name="Google Shape;225;p27"/>
          <p:cNvSpPr txBox="1">
            <a:spLocks noGrp="1"/>
          </p:cNvSpPr>
          <p:nvPr>
            <p:ph type="title" idx="6"/>
          </p:nvPr>
        </p:nvSpPr>
        <p:spPr>
          <a:xfrm>
            <a:off x="6118500" y="1185521"/>
            <a:ext cx="792000" cy="64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226" name="Google Shape;226;p27"/>
          <p:cNvSpPr txBox="1">
            <a:spLocks noGrp="1"/>
          </p:cNvSpPr>
          <p:nvPr>
            <p:ph type="title" idx="7"/>
          </p:nvPr>
        </p:nvSpPr>
        <p:spPr>
          <a:xfrm>
            <a:off x="6118500" y="2941191"/>
            <a:ext cx="792000" cy="646500"/>
          </a:xfrm>
          <a:prstGeom prst="rect">
            <a:avLst/>
          </a:prstGeom>
        </p:spPr>
        <p:txBody>
          <a:bodyPr spcFirstLastPara="1" wrap="square" lIns="91425" tIns="91425" rIns="91425" bIns="91425" anchor="b" anchorCtr="0">
            <a:spAutoFit/>
          </a:bodyPr>
          <a:lstStyle/>
          <a:p>
            <a:pPr marL="0" lvl="0" indent="0" algn="ctr" rtl="0">
              <a:spcBef>
                <a:spcPts val="0"/>
              </a:spcBef>
              <a:spcAft>
                <a:spcPts val="0"/>
              </a:spcAft>
              <a:buNone/>
            </a:pPr>
            <a:r>
              <a:rPr lang="en"/>
              <a:t>06</a:t>
            </a:r>
            <a:endParaRPr/>
          </a:p>
        </p:txBody>
      </p:sp>
      <p:sp>
        <p:nvSpPr>
          <p:cNvPr id="227" name="Google Shape;227;p27"/>
          <p:cNvSpPr txBox="1">
            <a:spLocks noGrp="1"/>
          </p:cNvSpPr>
          <p:nvPr>
            <p:ph type="subTitle" idx="1"/>
          </p:nvPr>
        </p:nvSpPr>
        <p:spPr>
          <a:xfrm>
            <a:off x="720000" y="1832013"/>
            <a:ext cx="2305500" cy="10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disease and its symptoms</a:t>
            </a:r>
            <a:endParaRPr/>
          </a:p>
        </p:txBody>
      </p:sp>
      <p:sp>
        <p:nvSpPr>
          <p:cNvPr id="228" name="Google Shape;228;p27"/>
          <p:cNvSpPr txBox="1">
            <a:spLocks noGrp="1"/>
          </p:cNvSpPr>
          <p:nvPr>
            <p:ph type="subTitle" idx="8"/>
          </p:nvPr>
        </p:nvSpPr>
        <p:spPr>
          <a:xfrm>
            <a:off x="3420000" y="1832013"/>
            <a:ext cx="2304000" cy="10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People at risk</a:t>
            </a:r>
            <a:endParaRPr/>
          </a:p>
        </p:txBody>
      </p:sp>
      <p:sp>
        <p:nvSpPr>
          <p:cNvPr id="229" name="Google Shape;229;p27"/>
          <p:cNvSpPr txBox="1">
            <a:spLocks noGrp="1"/>
          </p:cNvSpPr>
          <p:nvPr>
            <p:ph type="subTitle" idx="9"/>
          </p:nvPr>
        </p:nvSpPr>
        <p:spPr>
          <a:xfrm>
            <a:off x="6118500" y="1832013"/>
            <a:ext cx="2305500" cy="10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factors</a:t>
            </a:r>
            <a:endParaRPr/>
          </a:p>
        </p:txBody>
      </p:sp>
      <p:sp>
        <p:nvSpPr>
          <p:cNvPr id="230" name="Google Shape;230;p27"/>
          <p:cNvSpPr txBox="1">
            <a:spLocks noGrp="1"/>
          </p:cNvSpPr>
          <p:nvPr>
            <p:ph type="subTitle" idx="13"/>
          </p:nvPr>
        </p:nvSpPr>
        <p:spPr>
          <a:xfrm>
            <a:off x="720000" y="3587700"/>
            <a:ext cx="2305500" cy="10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Available treatments</a:t>
            </a:r>
            <a:endParaRPr/>
          </a:p>
        </p:txBody>
      </p:sp>
      <p:sp>
        <p:nvSpPr>
          <p:cNvPr id="231" name="Google Shape;231;p27"/>
          <p:cNvSpPr txBox="1">
            <a:spLocks noGrp="1"/>
          </p:cNvSpPr>
          <p:nvPr>
            <p:ph type="subTitle" idx="14"/>
          </p:nvPr>
        </p:nvSpPr>
        <p:spPr>
          <a:xfrm>
            <a:off x="3420000" y="3587700"/>
            <a:ext cx="2304000" cy="101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Prevention and control</a:t>
            </a:r>
            <a:endParaRPr/>
          </a:p>
        </p:txBody>
      </p:sp>
      <p:sp>
        <p:nvSpPr>
          <p:cNvPr id="232" name="Google Shape;232;p27"/>
          <p:cNvSpPr txBox="1">
            <a:spLocks noGrp="1"/>
          </p:cNvSpPr>
          <p:nvPr>
            <p:ph type="subTitle" idx="15"/>
          </p:nvPr>
        </p:nvSpPr>
        <p:spPr>
          <a:xfrm>
            <a:off x="6118500" y="3587700"/>
            <a:ext cx="2305500" cy="101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a:spLocks noGrp="1"/>
          </p:cNvSpPr>
          <p:nvPr>
            <p:ph type="title"/>
          </p:nvPr>
        </p:nvSpPr>
        <p:spPr>
          <a:xfrm>
            <a:off x="3568900" y="2486700"/>
            <a:ext cx="4860000" cy="13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disease and its symptoms</a:t>
            </a:r>
            <a:endParaRPr/>
          </a:p>
        </p:txBody>
      </p:sp>
      <p:sp>
        <p:nvSpPr>
          <p:cNvPr id="238" name="Google Shape;238;p28"/>
          <p:cNvSpPr txBox="1">
            <a:spLocks noGrp="1"/>
          </p:cNvSpPr>
          <p:nvPr>
            <p:ph type="title" idx="2"/>
          </p:nvPr>
        </p:nvSpPr>
        <p:spPr>
          <a:xfrm>
            <a:off x="3657600" y="1302300"/>
            <a:ext cx="1440000" cy="110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grpSp>
        <p:nvGrpSpPr>
          <p:cNvPr id="239" name="Google Shape;239;p28"/>
          <p:cNvGrpSpPr/>
          <p:nvPr/>
        </p:nvGrpSpPr>
        <p:grpSpPr>
          <a:xfrm>
            <a:off x="-1092" y="359549"/>
            <a:ext cx="2951472" cy="4424402"/>
            <a:chOff x="-1092" y="359549"/>
            <a:chExt cx="2951472" cy="4424402"/>
          </a:xfrm>
        </p:grpSpPr>
        <p:grpSp>
          <p:nvGrpSpPr>
            <p:cNvPr id="240" name="Google Shape;240;p28"/>
            <p:cNvGrpSpPr/>
            <p:nvPr/>
          </p:nvGrpSpPr>
          <p:grpSpPr>
            <a:xfrm>
              <a:off x="1474875" y="1834337"/>
              <a:ext cx="1475504" cy="1474726"/>
              <a:chOff x="-140823" y="75"/>
              <a:chExt cx="858600" cy="857100"/>
            </a:xfrm>
          </p:grpSpPr>
          <p:sp>
            <p:nvSpPr>
              <p:cNvPr id="241" name="Google Shape;241;p28"/>
              <p:cNvSpPr/>
              <p:nvPr/>
            </p:nvSpPr>
            <p:spPr>
              <a:xfrm>
                <a:off x="-140823" y="75"/>
                <a:ext cx="8586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28"/>
              <p:cNvGrpSpPr/>
              <p:nvPr/>
            </p:nvGrpSpPr>
            <p:grpSpPr>
              <a:xfrm>
                <a:off x="-12953" y="140020"/>
                <a:ext cx="598414" cy="717155"/>
                <a:chOff x="3168380" y="486304"/>
                <a:chExt cx="598414" cy="717155"/>
              </a:xfrm>
            </p:grpSpPr>
            <p:sp>
              <p:nvSpPr>
                <p:cNvPr id="243" name="Google Shape;243;p28"/>
                <p:cNvSpPr/>
                <p:nvPr/>
              </p:nvSpPr>
              <p:spPr>
                <a:xfrm>
                  <a:off x="3168380" y="486304"/>
                  <a:ext cx="598414" cy="717155"/>
                </a:xfrm>
                <a:custGeom>
                  <a:avLst/>
                  <a:gdLst/>
                  <a:ahLst/>
                  <a:cxnLst/>
                  <a:rect l="l" t="t" r="r" b="b"/>
                  <a:pathLst>
                    <a:path w="1466" h="1757" extrusionOk="0">
                      <a:moveTo>
                        <a:pt x="775" y="0"/>
                      </a:moveTo>
                      <a:lnTo>
                        <a:pt x="775" y="0"/>
                      </a:lnTo>
                      <a:cubicBezTo>
                        <a:pt x="394" y="0"/>
                        <a:pt x="85" y="310"/>
                        <a:pt x="85" y="691"/>
                      </a:cubicBezTo>
                      <a:lnTo>
                        <a:pt x="0" y="1099"/>
                      </a:lnTo>
                      <a:lnTo>
                        <a:pt x="135" y="1099"/>
                      </a:lnTo>
                      <a:lnTo>
                        <a:pt x="135" y="1459"/>
                      </a:lnTo>
                      <a:cubicBezTo>
                        <a:pt x="135" y="1524"/>
                        <a:pt x="189" y="1578"/>
                        <a:pt x="254" y="1578"/>
                      </a:cubicBezTo>
                      <a:lnTo>
                        <a:pt x="501" y="1578"/>
                      </a:lnTo>
                      <a:cubicBezTo>
                        <a:pt x="566" y="1578"/>
                        <a:pt x="619" y="1631"/>
                        <a:pt x="619" y="1696"/>
                      </a:cubicBezTo>
                      <a:lnTo>
                        <a:pt x="619" y="1757"/>
                      </a:lnTo>
                      <a:lnTo>
                        <a:pt x="1466" y="1757"/>
                      </a:lnTo>
                      <a:lnTo>
                        <a:pt x="1466" y="1099"/>
                      </a:lnTo>
                      <a:lnTo>
                        <a:pt x="1466" y="836"/>
                      </a:lnTo>
                      <a:lnTo>
                        <a:pt x="1466" y="691"/>
                      </a:lnTo>
                      <a:cubicBezTo>
                        <a:pt x="1466" y="310"/>
                        <a:pt x="1156" y="0"/>
                        <a:pt x="775"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4" name="Google Shape;244;p28"/>
                <p:cNvSpPr/>
                <p:nvPr/>
              </p:nvSpPr>
              <p:spPr>
                <a:xfrm>
                  <a:off x="3350845" y="577742"/>
                  <a:ext cx="271858" cy="202452"/>
                </a:xfrm>
                <a:custGeom>
                  <a:avLst/>
                  <a:gdLst/>
                  <a:ahLst/>
                  <a:cxnLst/>
                  <a:rect l="l" t="t" r="r" b="b"/>
                  <a:pathLst>
                    <a:path w="666" h="496" extrusionOk="0">
                      <a:moveTo>
                        <a:pt x="333" y="496"/>
                      </a:moveTo>
                      <a:lnTo>
                        <a:pt x="333" y="496"/>
                      </a:lnTo>
                      <a:cubicBezTo>
                        <a:pt x="149" y="496"/>
                        <a:pt x="0" y="347"/>
                        <a:pt x="0" y="163"/>
                      </a:cubicBezTo>
                      <a:lnTo>
                        <a:pt x="0" y="0"/>
                      </a:lnTo>
                      <a:lnTo>
                        <a:pt x="666" y="0"/>
                      </a:lnTo>
                      <a:lnTo>
                        <a:pt x="666" y="163"/>
                      </a:lnTo>
                      <a:cubicBezTo>
                        <a:pt x="666" y="347"/>
                        <a:pt x="517" y="496"/>
                        <a:pt x="333" y="496"/>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5" name="Google Shape;245;p28"/>
                <p:cNvSpPr/>
                <p:nvPr/>
              </p:nvSpPr>
              <p:spPr>
                <a:xfrm>
                  <a:off x="3350845" y="780214"/>
                  <a:ext cx="271858" cy="135921"/>
                </a:xfrm>
                <a:custGeom>
                  <a:avLst/>
                  <a:gdLst/>
                  <a:ahLst/>
                  <a:cxnLst/>
                  <a:rect l="l" t="t" r="r" b="b"/>
                  <a:pathLst>
                    <a:path w="666" h="333" extrusionOk="0">
                      <a:moveTo>
                        <a:pt x="0" y="333"/>
                      </a:moveTo>
                      <a:cubicBezTo>
                        <a:pt x="0" y="149"/>
                        <a:pt x="149" y="0"/>
                        <a:pt x="333" y="0"/>
                      </a:cubicBezTo>
                      <a:lnTo>
                        <a:pt x="333" y="0"/>
                      </a:lnTo>
                      <a:cubicBezTo>
                        <a:pt x="517" y="0"/>
                        <a:pt x="666" y="149"/>
                        <a:pt x="666" y="333"/>
                      </a:cubicBezTo>
                      <a:lnTo>
                        <a:pt x="0" y="333"/>
                      </a:ln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 name="Google Shape;246;p28"/>
                <p:cNvSpPr/>
                <p:nvPr/>
              </p:nvSpPr>
              <p:spPr>
                <a:xfrm>
                  <a:off x="3348395" y="644281"/>
                  <a:ext cx="276756" cy="138370"/>
                </a:xfrm>
                <a:custGeom>
                  <a:avLst/>
                  <a:gdLst/>
                  <a:ahLst/>
                  <a:cxnLst/>
                  <a:rect l="l" t="t" r="r" b="b"/>
                  <a:pathLst>
                    <a:path w="678" h="339" extrusionOk="0">
                      <a:moveTo>
                        <a:pt x="678" y="0"/>
                      </a:moveTo>
                      <a:lnTo>
                        <a:pt x="339" y="339"/>
                      </a:lnTo>
                      <a:lnTo>
                        <a:pt x="0" y="0"/>
                      </a:lnTo>
                      <a:lnTo>
                        <a:pt x="678" y="0"/>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247" name="Google Shape;247;p28"/>
                <p:cNvSpPr/>
                <p:nvPr/>
              </p:nvSpPr>
              <p:spPr>
                <a:xfrm>
                  <a:off x="3350845" y="780214"/>
                  <a:ext cx="271858" cy="202452"/>
                </a:xfrm>
                <a:custGeom>
                  <a:avLst/>
                  <a:gdLst/>
                  <a:ahLst/>
                  <a:cxnLst/>
                  <a:rect l="l" t="t" r="r" b="b"/>
                  <a:pathLst>
                    <a:path w="666" h="496" extrusionOk="0">
                      <a:moveTo>
                        <a:pt x="666" y="333"/>
                      </a:moveTo>
                      <a:lnTo>
                        <a:pt x="666" y="333"/>
                      </a:lnTo>
                      <a:lnTo>
                        <a:pt x="666" y="333"/>
                      </a:lnTo>
                      <a:lnTo>
                        <a:pt x="333" y="0"/>
                      </a:lnTo>
                      <a:lnTo>
                        <a:pt x="0" y="333"/>
                      </a:lnTo>
                      <a:lnTo>
                        <a:pt x="0" y="333"/>
                      </a:lnTo>
                      <a:lnTo>
                        <a:pt x="0" y="333"/>
                      </a:lnTo>
                      <a:lnTo>
                        <a:pt x="0" y="339"/>
                      </a:lnTo>
                      <a:lnTo>
                        <a:pt x="0" y="496"/>
                      </a:lnTo>
                      <a:lnTo>
                        <a:pt x="666" y="496"/>
                      </a:lnTo>
                      <a:lnTo>
                        <a:pt x="666" y="339"/>
                      </a:lnTo>
                      <a:lnTo>
                        <a:pt x="666" y="333"/>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248" name="Google Shape;248;p28"/>
            <p:cNvGrpSpPr/>
            <p:nvPr/>
          </p:nvGrpSpPr>
          <p:grpSpPr>
            <a:xfrm>
              <a:off x="-1092" y="1834285"/>
              <a:ext cx="1475504" cy="1474726"/>
              <a:chOff x="-140823" y="4286325"/>
              <a:chExt cx="858600" cy="857100"/>
            </a:xfrm>
          </p:grpSpPr>
          <p:sp>
            <p:nvSpPr>
              <p:cNvPr id="249" name="Google Shape;249;p28"/>
              <p:cNvSpPr/>
              <p:nvPr/>
            </p:nvSpPr>
            <p:spPr>
              <a:xfrm>
                <a:off x="-140823" y="4286325"/>
                <a:ext cx="858600" cy="8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 name="Google Shape;250;p28"/>
              <p:cNvGrpSpPr/>
              <p:nvPr/>
            </p:nvGrpSpPr>
            <p:grpSpPr>
              <a:xfrm>
                <a:off x="-12688" y="4426670"/>
                <a:ext cx="597883" cy="716755"/>
                <a:chOff x="7528308" y="514061"/>
                <a:chExt cx="597883" cy="716755"/>
              </a:xfrm>
            </p:grpSpPr>
            <p:sp>
              <p:nvSpPr>
                <p:cNvPr id="251" name="Google Shape;251;p28"/>
                <p:cNvSpPr/>
                <p:nvPr/>
              </p:nvSpPr>
              <p:spPr>
                <a:xfrm>
                  <a:off x="7528308" y="514061"/>
                  <a:ext cx="597883" cy="716755"/>
                </a:xfrm>
                <a:custGeom>
                  <a:avLst/>
                  <a:gdLst/>
                  <a:ahLst/>
                  <a:cxnLst/>
                  <a:rect l="l" t="t" r="r" b="b"/>
                  <a:pathLst>
                    <a:path w="1464" h="1756" extrusionOk="0">
                      <a:moveTo>
                        <a:pt x="774" y="0"/>
                      </a:moveTo>
                      <a:lnTo>
                        <a:pt x="774" y="0"/>
                      </a:lnTo>
                      <a:cubicBezTo>
                        <a:pt x="393" y="0"/>
                        <a:pt x="84" y="309"/>
                        <a:pt x="84" y="690"/>
                      </a:cubicBezTo>
                      <a:lnTo>
                        <a:pt x="0" y="1098"/>
                      </a:lnTo>
                      <a:lnTo>
                        <a:pt x="135" y="1098"/>
                      </a:lnTo>
                      <a:lnTo>
                        <a:pt x="135" y="1459"/>
                      </a:lnTo>
                      <a:cubicBezTo>
                        <a:pt x="135" y="1524"/>
                        <a:pt x="188" y="1577"/>
                        <a:pt x="254" y="1577"/>
                      </a:cubicBezTo>
                      <a:lnTo>
                        <a:pt x="500" y="1577"/>
                      </a:lnTo>
                      <a:cubicBezTo>
                        <a:pt x="566" y="1577"/>
                        <a:pt x="618" y="1630"/>
                        <a:pt x="618" y="1696"/>
                      </a:cubicBezTo>
                      <a:lnTo>
                        <a:pt x="618" y="1756"/>
                      </a:lnTo>
                      <a:lnTo>
                        <a:pt x="1464" y="1756"/>
                      </a:lnTo>
                      <a:lnTo>
                        <a:pt x="1464" y="1098"/>
                      </a:lnTo>
                      <a:lnTo>
                        <a:pt x="1464" y="836"/>
                      </a:lnTo>
                      <a:lnTo>
                        <a:pt x="1464" y="690"/>
                      </a:lnTo>
                      <a:cubicBezTo>
                        <a:pt x="1464" y="309"/>
                        <a:pt x="1155" y="0"/>
                        <a:pt x="774" y="0"/>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 name="Google Shape;252;p28"/>
                <p:cNvSpPr/>
                <p:nvPr/>
              </p:nvSpPr>
              <p:spPr>
                <a:xfrm>
                  <a:off x="7678187" y="644268"/>
                  <a:ext cx="148654" cy="148984"/>
                </a:xfrm>
                <a:custGeom>
                  <a:avLst/>
                  <a:gdLst/>
                  <a:ahLst/>
                  <a:cxnLst/>
                  <a:rect l="l" t="t" r="r" b="b"/>
                  <a:pathLst>
                    <a:path w="364" h="365" extrusionOk="0">
                      <a:moveTo>
                        <a:pt x="0" y="0"/>
                      </a:moveTo>
                      <a:lnTo>
                        <a:pt x="364" y="0"/>
                      </a:lnTo>
                      <a:lnTo>
                        <a:pt x="364" y="365"/>
                      </a:lnTo>
                      <a:lnTo>
                        <a:pt x="0" y="365"/>
                      </a:lnTo>
                      <a:lnTo>
                        <a:pt x="0" y="0"/>
                      </a:ln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 name="Google Shape;253;p28"/>
                <p:cNvSpPr/>
                <p:nvPr/>
              </p:nvSpPr>
              <p:spPr>
                <a:xfrm>
                  <a:off x="7872579" y="738147"/>
                  <a:ext cx="57991" cy="57961"/>
                </a:xfrm>
                <a:custGeom>
                  <a:avLst/>
                  <a:gdLst/>
                  <a:ahLst/>
                  <a:cxnLst/>
                  <a:rect l="l" t="t" r="r" b="b"/>
                  <a:pathLst>
                    <a:path w="142" h="142" extrusionOk="0">
                      <a:moveTo>
                        <a:pt x="142" y="71"/>
                      </a:moveTo>
                      <a:cubicBezTo>
                        <a:pt x="142" y="32"/>
                        <a:pt x="110" y="0"/>
                        <a:pt x="71" y="0"/>
                      </a:cubicBezTo>
                      <a:cubicBezTo>
                        <a:pt x="32" y="0"/>
                        <a:pt x="0" y="32"/>
                        <a:pt x="0" y="71"/>
                      </a:cubicBezTo>
                      <a:cubicBezTo>
                        <a:pt x="0" y="95"/>
                        <a:pt x="12" y="116"/>
                        <a:pt x="31" y="129"/>
                      </a:cubicBezTo>
                      <a:lnTo>
                        <a:pt x="31" y="142"/>
                      </a:lnTo>
                      <a:lnTo>
                        <a:pt x="112" y="142"/>
                      </a:lnTo>
                      <a:lnTo>
                        <a:pt x="112" y="129"/>
                      </a:lnTo>
                      <a:cubicBezTo>
                        <a:pt x="130" y="116"/>
                        <a:pt x="142" y="95"/>
                        <a:pt x="142" y="71"/>
                      </a:cubicBezTo>
                      <a:close/>
                    </a:path>
                  </a:pathLst>
                </a:custGeom>
                <a:solidFill>
                  <a:srgbClr val="596DFF"/>
                </a:solidFill>
                <a:ln>
                  <a:noFill/>
                </a:ln>
              </p:spPr>
              <p:txBody>
                <a:bodyPr spcFirstLastPara="1" wrap="square" lIns="81625" tIns="5525" rIns="81625" bIns="55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 name="Google Shape;254;p28"/>
                <p:cNvSpPr/>
                <p:nvPr/>
              </p:nvSpPr>
              <p:spPr>
                <a:xfrm>
                  <a:off x="7772116" y="793251"/>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134" y="0"/>
                      </a:lnTo>
                      <a:lnTo>
                        <a:pt x="134" y="142"/>
                      </a:lnTo>
                      <a:lnTo>
                        <a:pt x="128" y="142"/>
                      </a:lnTo>
                      <a:cubicBezTo>
                        <a:pt x="115" y="124"/>
                        <a:pt x="94" y="112"/>
                        <a:pt x="70" y="112"/>
                      </a:cubicBezTo>
                      <a:cubicBezTo>
                        <a:pt x="31" y="112"/>
                        <a:pt x="0" y="144"/>
                        <a:pt x="0" y="183"/>
                      </a:cubicBezTo>
                      <a:cubicBezTo>
                        <a:pt x="0" y="222"/>
                        <a:pt x="31" y="254"/>
                        <a:pt x="70" y="254"/>
                      </a:cubicBezTo>
                      <a:cubicBezTo>
                        <a:pt x="94" y="254"/>
                        <a:pt x="115" y="242"/>
                        <a:pt x="128" y="223"/>
                      </a:cubicBezTo>
                      <a:lnTo>
                        <a:pt x="134" y="223"/>
                      </a:lnTo>
                      <a:lnTo>
                        <a:pt x="134" y="365"/>
                      </a:lnTo>
                      <a:lnTo>
                        <a:pt x="277" y="365"/>
                      </a:lnTo>
                      <a:lnTo>
                        <a:pt x="277" y="365"/>
                      </a:lnTo>
                      <a:cubicBezTo>
                        <a:pt x="258" y="352"/>
                        <a:pt x="246" y="331"/>
                        <a:pt x="246" y="307"/>
                      </a:cubicBezTo>
                      <a:cubicBezTo>
                        <a:pt x="246" y="268"/>
                        <a:pt x="278" y="237"/>
                        <a:pt x="317" y="237"/>
                      </a:cubicBezTo>
                      <a:cubicBezTo>
                        <a:pt x="356" y="237"/>
                        <a:pt x="388" y="268"/>
                        <a:pt x="388" y="307"/>
                      </a:cubicBezTo>
                      <a:cubicBezTo>
                        <a:pt x="388" y="331"/>
                        <a:pt x="376" y="352"/>
                        <a:pt x="358" y="365"/>
                      </a:cubicBezTo>
                      <a:lnTo>
                        <a:pt x="358" y="365"/>
                      </a:lnTo>
                      <a:lnTo>
                        <a:pt x="500" y="365"/>
                      </a:lnTo>
                      <a:lnTo>
                        <a:pt x="500" y="223"/>
                      </a:lnTo>
                      <a:lnTo>
                        <a:pt x="506" y="223"/>
                      </a:lnTo>
                      <a:cubicBezTo>
                        <a:pt x="519" y="242"/>
                        <a:pt x="540" y="254"/>
                        <a:pt x="564" y="254"/>
                      </a:cubicBezTo>
                      <a:cubicBezTo>
                        <a:pt x="603" y="254"/>
                        <a:pt x="634" y="222"/>
                        <a:pt x="634" y="183"/>
                      </a:cubicBezTo>
                      <a:cubicBezTo>
                        <a:pt x="634" y="144"/>
                        <a:pt x="603" y="112"/>
                        <a:pt x="564" y="112"/>
                      </a:cubicBez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 name="Google Shape;255;p28"/>
                <p:cNvSpPr/>
                <p:nvPr/>
              </p:nvSpPr>
              <p:spPr>
                <a:xfrm>
                  <a:off x="7772116" y="644268"/>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358" y="0"/>
                      </a:lnTo>
                      <a:lnTo>
                        <a:pt x="358" y="3"/>
                      </a:lnTo>
                      <a:cubicBezTo>
                        <a:pt x="376" y="15"/>
                        <a:pt x="388" y="37"/>
                        <a:pt x="388" y="60"/>
                      </a:cubicBezTo>
                      <a:cubicBezTo>
                        <a:pt x="388" y="99"/>
                        <a:pt x="356" y="131"/>
                        <a:pt x="317" y="131"/>
                      </a:cubicBezTo>
                      <a:cubicBezTo>
                        <a:pt x="278" y="131"/>
                        <a:pt x="246" y="99"/>
                        <a:pt x="246" y="60"/>
                      </a:cubicBezTo>
                      <a:cubicBezTo>
                        <a:pt x="246" y="37"/>
                        <a:pt x="258" y="15"/>
                        <a:pt x="277" y="3"/>
                      </a:cubicBezTo>
                      <a:lnTo>
                        <a:pt x="277" y="0"/>
                      </a:lnTo>
                      <a:lnTo>
                        <a:pt x="134" y="0"/>
                      </a:lnTo>
                      <a:lnTo>
                        <a:pt x="134" y="142"/>
                      </a:lnTo>
                      <a:lnTo>
                        <a:pt x="128" y="142"/>
                      </a:lnTo>
                      <a:cubicBezTo>
                        <a:pt x="115" y="124"/>
                        <a:pt x="94" y="112"/>
                        <a:pt x="70" y="112"/>
                      </a:cubicBezTo>
                      <a:cubicBezTo>
                        <a:pt x="31" y="112"/>
                        <a:pt x="0" y="144"/>
                        <a:pt x="0" y="183"/>
                      </a:cubicBezTo>
                      <a:cubicBezTo>
                        <a:pt x="0" y="222"/>
                        <a:pt x="31" y="253"/>
                        <a:pt x="70" y="253"/>
                      </a:cubicBezTo>
                      <a:cubicBezTo>
                        <a:pt x="94" y="253"/>
                        <a:pt x="115" y="241"/>
                        <a:pt x="128" y="223"/>
                      </a:cubicBezTo>
                      <a:lnTo>
                        <a:pt x="134" y="223"/>
                      </a:lnTo>
                      <a:lnTo>
                        <a:pt x="134" y="365"/>
                      </a:lnTo>
                      <a:lnTo>
                        <a:pt x="500" y="365"/>
                      </a:lnTo>
                      <a:lnTo>
                        <a:pt x="500" y="223"/>
                      </a:lnTo>
                      <a:lnTo>
                        <a:pt x="506" y="223"/>
                      </a:lnTo>
                      <a:cubicBezTo>
                        <a:pt x="519" y="241"/>
                        <a:pt x="540" y="253"/>
                        <a:pt x="564" y="253"/>
                      </a:cubicBezTo>
                      <a:cubicBezTo>
                        <a:pt x="603" y="253"/>
                        <a:pt x="634" y="222"/>
                        <a:pt x="634" y="183"/>
                      </a:cubicBezTo>
                      <a:cubicBezTo>
                        <a:pt x="634" y="144"/>
                        <a:pt x="603" y="112"/>
                        <a:pt x="564" y="112"/>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256" name="Google Shape;256;p28"/>
                <p:cNvSpPr/>
                <p:nvPr/>
              </p:nvSpPr>
              <p:spPr>
                <a:xfrm>
                  <a:off x="7623054" y="793251"/>
                  <a:ext cx="203787" cy="148984"/>
                </a:xfrm>
                <a:custGeom>
                  <a:avLst/>
                  <a:gdLst/>
                  <a:ahLst/>
                  <a:cxnLst/>
                  <a:rect l="l" t="t" r="r" b="b"/>
                  <a:pathLst>
                    <a:path w="499" h="365" extrusionOk="0">
                      <a:moveTo>
                        <a:pt x="135" y="0"/>
                      </a:moveTo>
                      <a:lnTo>
                        <a:pt x="135" y="142"/>
                      </a:lnTo>
                      <a:lnTo>
                        <a:pt x="129" y="142"/>
                      </a:lnTo>
                      <a:cubicBezTo>
                        <a:pt x="116" y="124"/>
                        <a:pt x="95" y="112"/>
                        <a:pt x="71" y="112"/>
                      </a:cubicBezTo>
                      <a:cubicBezTo>
                        <a:pt x="32" y="112"/>
                        <a:pt x="0" y="144"/>
                        <a:pt x="0" y="183"/>
                      </a:cubicBezTo>
                      <a:cubicBezTo>
                        <a:pt x="0" y="222"/>
                        <a:pt x="32" y="254"/>
                        <a:pt x="71" y="254"/>
                      </a:cubicBezTo>
                      <a:cubicBezTo>
                        <a:pt x="95" y="254"/>
                        <a:pt x="116" y="242"/>
                        <a:pt x="129" y="223"/>
                      </a:cubicBezTo>
                      <a:lnTo>
                        <a:pt x="135" y="223"/>
                      </a:lnTo>
                      <a:lnTo>
                        <a:pt x="135" y="365"/>
                      </a:lnTo>
                      <a:lnTo>
                        <a:pt x="499" y="365"/>
                      </a:lnTo>
                      <a:lnTo>
                        <a:pt x="499" y="0"/>
                      </a:lnTo>
                      <a:lnTo>
                        <a:pt x="135" y="0"/>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257" name="Google Shape;257;p28"/>
            <p:cNvGrpSpPr/>
            <p:nvPr/>
          </p:nvGrpSpPr>
          <p:grpSpPr>
            <a:xfrm>
              <a:off x="1474875" y="359601"/>
              <a:ext cx="1475504" cy="1474726"/>
              <a:chOff x="715881" y="75"/>
              <a:chExt cx="858600" cy="857100"/>
            </a:xfrm>
          </p:grpSpPr>
          <p:sp>
            <p:nvSpPr>
              <p:cNvPr id="258" name="Google Shape;258;p28"/>
              <p:cNvSpPr/>
              <p:nvPr/>
            </p:nvSpPr>
            <p:spPr>
              <a:xfrm>
                <a:off x="715881" y="75"/>
                <a:ext cx="8586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28"/>
              <p:cNvGrpSpPr/>
              <p:nvPr/>
            </p:nvGrpSpPr>
            <p:grpSpPr>
              <a:xfrm>
                <a:off x="844593" y="140428"/>
                <a:ext cx="598700" cy="716747"/>
                <a:chOff x="844577" y="70247"/>
                <a:chExt cx="598700" cy="716747"/>
              </a:xfrm>
            </p:grpSpPr>
            <p:sp>
              <p:nvSpPr>
                <p:cNvPr id="260" name="Google Shape;260;p28"/>
                <p:cNvSpPr/>
                <p:nvPr/>
              </p:nvSpPr>
              <p:spPr>
                <a:xfrm flipH="1">
                  <a:off x="844577" y="70247"/>
                  <a:ext cx="598700" cy="716747"/>
                </a:xfrm>
                <a:custGeom>
                  <a:avLst/>
                  <a:gdLst/>
                  <a:ahLst/>
                  <a:cxnLst/>
                  <a:rect l="l" t="t" r="r" b="b"/>
                  <a:pathLst>
                    <a:path w="1466" h="1756" extrusionOk="0">
                      <a:moveTo>
                        <a:pt x="1466" y="690"/>
                      </a:moveTo>
                      <a:cubicBezTo>
                        <a:pt x="1466" y="309"/>
                        <a:pt x="1157" y="0"/>
                        <a:pt x="775" y="0"/>
                      </a:cubicBezTo>
                      <a:lnTo>
                        <a:pt x="775" y="0"/>
                      </a:lnTo>
                      <a:cubicBezTo>
                        <a:pt x="394" y="0"/>
                        <a:pt x="85" y="309"/>
                        <a:pt x="85" y="690"/>
                      </a:cubicBezTo>
                      <a:lnTo>
                        <a:pt x="0" y="1098"/>
                      </a:lnTo>
                      <a:lnTo>
                        <a:pt x="136" y="1098"/>
                      </a:lnTo>
                      <a:lnTo>
                        <a:pt x="136" y="1459"/>
                      </a:lnTo>
                      <a:cubicBezTo>
                        <a:pt x="136" y="1524"/>
                        <a:pt x="189" y="1577"/>
                        <a:pt x="254" y="1577"/>
                      </a:cubicBezTo>
                      <a:lnTo>
                        <a:pt x="501" y="1577"/>
                      </a:lnTo>
                      <a:cubicBezTo>
                        <a:pt x="567" y="1577"/>
                        <a:pt x="620" y="1630"/>
                        <a:pt x="620" y="1696"/>
                      </a:cubicBezTo>
                      <a:lnTo>
                        <a:pt x="620" y="1756"/>
                      </a:lnTo>
                      <a:lnTo>
                        <a:pt x="1466" y="1756"/>
                      </a:lnTo>
                      <a:lnTo>
                        <a:pt x="1466" y="1098"/>
                      </a:lnTo>
                      <a:lnTo>
                        <a:pt x="1466" y="1098"/>
                      </a:lnTo>
                      <a:lnTo>
                        <a:pt x="1466" y="690"/>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261" name="Google Shape;261;p28"/>
                <p:cNvSpPr/>
                <p:nvPr/>
              </p:nvSpPr>
              <p:spPr>
                <a:xfrm flipH="1">
                  <a:off x="904611" y="152297"/>
                  <a:ext cx="426768" cy="426538"/>
                </a:xfrm>
                <a:custGeom>
                  <a:avLst/>
                  <a:gdLst/>
                  <a:ahLst/>
                  <a:cxnLst/>
                  <a:rect l="l" t="t" r="r" b="b"/>
                  <a:pathLst>
                    <a:path w="1045" h="1045" extrusionOk="0">
                      <a:moveTo>
                        <a:pt x="485" y="432"/>
                      </a:moveTo>
                      <a:cubicBezTo>
                        <a:pt x="247" y="-144"/>
                        <a:pt x="799" y="-144"/>
                        <a:pt x="560" y="432"/>
                      </a:cubicBezTo>
                      <a:cubicBezTo>
                        <a:pt x="799" y="-144"/>
                        <a:pt x="1189" y="247"/>
                        <a:pt x="614" y="485"/>
                      </a:cubicBezTo>
                      <a:cubicBezTo>
                        <a:pt x="1189" y="247"/>
                        <a:pt x="1189" y="799"/>
                        <a:pt x="614" y="561"/>
                      </a:cubicBezTo>
                      <a:cubicBezTo>
                        <a:pt x="1189" y="799"/>
                        <a:pt x="799" y="1189"/>
                        <a:pt x="560" y="614"/>
                      </a:cubicBezTo>
                      <a:cubicBezTo>
                        <a:pt x="799" y="1189"/>
                        <a:pt x="247" y="1189"/>
                        <a:pt x="485" y="614"/>
                      </a:cubicBezTo>
                      <a:cubicBezTo>
                        <a:pt x="247" y="1189"/>
                        <a:pt x="-144" y="799"/>
                        <a:pt x="432" y="561"/>
                      </a:cubicBezTo>
                      <a:cubicBezTo>
                        <a:pt x="-144" y="799"/>
                        <a:pt x="-144" y="247"/>
                        <a:pt x="432" y="485"/>
                      </a:cubicBezTo>
                      <a:cubicBezTo>
                        <a:pt x="-144" y="247"/>
                        <a:pt x="247" y="-144"/>
                        <a:pt x="485" y="432"/>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262" name="Google Shape;262;p28"/>
            <p:cNvGrpSpPr/>
            <p:nvPr/>
          </p:nvGrpSpPr>
          <p:grpSpPr>
            <a:xfrm>
              <a:off x="1474875" y="3309054"/>
              <a:ext cx="1475400" cy="1474898"/>
              <a:chOff x="1474875" y="3309054"/>
              <a:chExt cx="1475400" cy="1474898"/>
            </a:xfrm>
          </p:grpSpPr>
          <p:sp>
            <p:nvSpPr>
              <p:cNvPr id="263" name="Google Shape;263;p28"/>
              <p:cNvSpPr/>
              <p:nvPr/>
            </p:nvSpPr>
            <p:spPr>
              <a:xfrm>
                <a:off x="1474875" y="3309054"/>
                <a:ext cx="1475400" cy="1474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 name="Google Shape;264;p28"/>
              <p:cNvGrpSpPr/>
              <p:nvPr/>
            </p:nvGrpSpPr>
            <p:grpSpPr>
              <a:xfrm>
                <a:off x="1698485" y="3549871"/>
                <a:ext cx="1028866" cy="1234080"/>
                <a:chOff x="5986227" y="30754"/>
                <a:chExt cx="598700" cy="717155"/>
              </a:xfrm>
            </p:grpSpPr>
            <p:sp>
              <p:nvSpPr>
                <p:cNvPr id="265" name="Google Shape;265;p28"/>
                <p:cNvSpPr/>
                <p:nvPr/>
              </p:nvSpPr>
              <p:spPr>
                <a:xfrm>
                  <a:off x="5986227" y="30754"/>
                  <a:ext cx="598700" cy="717155"/>
                </a:xfrm>
                <a:custGeom>
                  <a:avLst/>
                  <a:gdLst/>
                  <a:ahLst/>
                  <a:cxnLst/>
                  <a:rect l="l" t="t" r="r" b="b"/>
                  <a:pathLst>
                    <a:path w="1466" h="1757" extrusionOk="0">
                      <a:moveTo>
                        <a:pt x="1466" y="691"/>
                      </a:moveTo>
                      <a:cubicBezTo>
                        <a:pt x="1466" y="310"/>
                        <a:pt x="1157" y="0"/>
                        <a:pt x="775" y="0"/>
                      </a:cubicBezTo>
                      <a:lnTo>
                        <a:pt x="775" y="0"/>
                      </a:lnTo>
                      <a:cubicBezTo>
                        <a:pt x="394" y="0"/>
                        <a:pt x="85" y="310"/>
                        <a:pt x="85" y="691"/>
                      </a:cubicBezTo>
                      <a:lnTo>
                        <a:pt x="0" y="1099"/>
                      </a:lnTo>
                      <a:lnTo>
                        <a:pt x="136" y="1099"/>
                      </a:lnTo>
                      <a:lnTo>
                        <a:pt x="136" y="1459"/>
                      </a:lnTo>
                      <a:cubicBezTo>
                        <a:pt x="136" y="1524"/>
                        <a:pt x="189" y="1578"/>
                        <a:pt x="254" y="1578"/>
                      </a:cubicBezTo>
                      <a:lnTo>
                        <a:pt x="501" y="1578"/>
                      </a:lnTo>
                      <a:cubicBezTo>
                        <a:pt x="567" y="1578"/>
                        <a:pt x="620" y="1631"/>
                        <a:pt x="620" y="1696"/>
                      </a:cubicBezTo>
                      <a:lnTo>
                        <a:pt x="620" y="1757"/>
                      </a:lnTo>
                      <a:lnTo>
                        <a:pt x="1466" y="1757"/>
                      </a:lnTo>
                      <a:lnTo>
                        <a:pt x="1466" y="1099"/>
                      </a:lnTo>
                      <a:lnTo>
                        <a:pt x="1466" y="1099"/>
                      </a:lnTo>
                      <a:lnTo>
                        <a:pt x="1466" y="691"/>
                      </a:ln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6" name="Google Shape;266;p28"/>
                <p:cNvSpPr/>
                <p:nvPr/>
              </p:nvSpPr>
              <p:spPr>
                <a:xfrm>
                  <a:off x="6107518" y="122192"/>
                  <a:ext cx="408390" cy="408170"/>
                </a:xfrm>
                <a:custGeom>
                  <a:avLst/>
                  <a:gdLst/>
                  <a:ahLst/>
                  <a:cxnLst/>
                  <a:rect l="l" t="t" r="r" b="b"/>
                  <a:pathLst>
                    <a:path w="1000" h="1000" extrusionOk="0">
                      <a:moveTo>
                        <a:pt x="500" y="1000"/>
                      </a:moveTo>
                      <a:cubicBezTo>
                        <a:pt x="224" y="1000"/>
                        <a:pt x="0" y="776"/>
                        <a:pt x="0" y="500"/>
                      </a:cubicBezTo>
                      <a:cubicBezTo>
                        <a:pt x="0" y="225"/>
                        <a:pt x="224" y="0"/>
                        <a:pt x="500" y="0"/>
                      </a:cubicBezTo>
                      <a:cubicBezTo>
                        <a:pt x="775" y="0"/>
                        <a:pt x="1000" y="225"/>
                        <a:pt x="1000" y="500"/>
                      </a:cubicBezTo>
                      <a:cubicBezTo>
                        <a:pt x="1000" y="776"/>
                        <a:pt x="775" y="1000"/>
                        <a:pt x="500" y="1000"/>
                      </a:cubicBezTo>
                      <a:moveTo>
                        <a:pt x="500" y="47"/>
                      </a:moveTo>
                      <a:cubicBezTo>
                        <a:pt x="250" y="47"/>
                        <a:pt x="46" y="250"/>
                        <a:pt x="46" y="500"/>
                      </a:cubicBezTo>
                      <a:cubicBezTo>
                        <a:pt x="46" y="750"/>
                        <a:pt x="250" y="954"/>
                        <a:pt x="500" y="954"/>
                      </a:cubicBezTo>
                      <a:cubicBezTo>
                        <a:pt x="750" y="954"/>
                        <a:pt x="953" y="750"/>
                        <a:pt x="953" y="500"/>
                      </a:cubicBezTo>
                      <a:cubicBezTo>
                        <a:pt x="953" y="250"/>
                        <a:pt x="750" y="47"/>
                        <a:pt x="500" y="47"/>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7" name="Google Shape;267;p28"/>
                <p:cNvSpPr/>
                <p:nvPr/>
              </p:nvSpPr>
              <p:spPr>
                <a:xfrm>
                  <a:off x="6149174" y="163830"/>
                  <a:ext cx="324670" cy="324903"/>
                </a:xfrm>
                <a:custGeom>
                  <a:avLst/>
                  <a:gdLst/>
                  <a:ahLst/>
                  <a:cxnLst/>
                  <a:rect l="l" t="t" r="r" b="b"/>
                  <a:pathLst>
                    <a:path w="795" h="796" extrusionOk="0">
                      <a:moveTo>
                        <a:pt x="398" y="796"/>
                      </a:moveTo>
                      <a:cubicBezTo>
                        <a:pt x="178" y="796"/>
                        <a:pt x="0" y="617"/>
                        <a:pt x="0" y="398"/>
                      </a:cubicBezTo>
                      <a:cubicBezTo>
                        <a:pt x="0" y="178"/>
                        <a:pt x="178" y="0"/>
                        <a:pt x="398" y="0"/>
                      </a:cubicBezTo>
                      <a:cubicBezTo>
                        <a:pt x="617" y="0"/>
                        <a:pt x="795" y="179"/>
                        <a:pt x="795" y="398"/>
                      </a:cubicBezTo>
                      <a:cubicBezTo>
                        <a:pt x="795" y="618"/>
                        <a:pt x="617" y="796"/>
                        <a:pt x="398" y="796"/>
                      </a:cubicBezTo>
                      <a:moveTo>
                        <a:pt x="398" y="47"/>
                      </a:moveTo>
                      <a:cubicBezTo>
                        <a:pt x="204" y="47"/>
                        <a:pt x="47" y="204"/>
                        <a:pt x="47" y="398"/>
                      </a:cubicBezTo>
                      <a:cubicBezTo>
                        <a:pt x="47" y="591"/>
                        <a:pt x="204" y="749"/>
                        <a:pt x="398" y="749"/>
                      </a:cubicBezTo>
                      <a:cubicBezTo>
                        <a:pt x="591" y="749"/>
                        <a:pt x="749" y="591"/>
                        <a:pt x="749" y="398"/>
                      </a:cubicBezTo>
                      <a:cubicBezTo>
                        <a:pt x="749" y="204"/>
                        <a:pt x="591" y="47"/>
                        <a:pt x="398" y="47"/>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8" name="Google Shape;268;p28"/>
                <p:cNvSpPr/>
                <p:nvPr/>
              </p:nvSpPr>
              <p:spPr>
                <a:xfrm>
                  <a:off x="6190829" y="205875"/>
                  <a:ext cx="241358" cy="241228"/>
                </a:xfrm>
                <a:custGeom>
                  <a:avLst/>
                  <a:gdLst/>
                  <a:ahLst/>
                  <a:cxnLst/>
                  <a:rect l="l" t="t" r="r" b="b"/>
                  <a:pathLst>
                    <a:path w="591" h="591" extrusionOk="0">
                      <a:moveTo>
                        <a:pt x="296" y="591"/>
                      </a:moveTo>
                      <a:cubicBezTo>
                        <a:pt x="133" y="591"/>
                        <a:pt x="0" y="458"/>
                        <a:pt x="0" y="295"/>
                      </a:cubicBezTo>
                      <a:cubicBezTo>
                        <a:pt x="0" y="132"/>
                        <a:pt x="133" y="0"/>
                        <a:pt x="296" y="0"/>
                      </a:cubicBezTo>
                      <a:cubicBezTo>
                        <a:pt x="459" y="0"/>
                        <a:pt x="591" y="132"/>
                        <a:pt x="591" y="295"/>
                      </a:cubicBezTo>
                      <a:cubicBezTo>
                        <a:pt x="591" y="458"/>
                        <a:pt x="459" y="591"/>
                        <a:pt x="296" y="591"/>
                      </a:cubicBezTo>
                      <a:moveTo>
                        <a:pt x="296" y="46"/>
                      </a:moveTo>
                      <a:cubicBezTo>
                        <a:pt x="158" y="46"/>
                        <a:pt x="47" y="158"/>
                        <a:pt x="47" y="295"/>
                      </a:cubicBezTo>
                      <a:cubicBezTo>
                        <a:pt x="47" y="433"/>
                        <a:pt x="158" y="544"/>
                        <a:pt x="296" y="544"/>
                      </a:cubicBezTo>
                      <a:cubicBezTo>
                        <a:pt x="433" y="544"/>
                        <a:pt x="545" y="432"/>
                        <a:pt x="545" y="295"/>
                      </a:cubicBezTo>
                      <a:cubicBezTo>
                        <a:pt x="545" y="157"/>
                        <a:pt x="433" y="46"/>
                        <a:pt x="296" y="46"/>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9" name="Google Shape;269;p28"/>
                <p:cNvSpPr/>
                <p:nvPr/>
              </p:nvSpPr>
              <p:spPr>
                <a:xfrm>
                  <a:off x="6232485" y="247513"/>
                  <a:ext cx="158047" cy="157962"/>
                </a:xfrm>
                <a:custGeom>
                  <a:avLst/>
                  <a:gdLst/>
                  <a:ahLst/>
                  <a:cxnLst/>
                  <a:rect l="l" t="t" r="r" b="b"/>
                  <a:pathLst>
                    <a:path w="387" h="387" extrusionOk="0">
                      <a:moveTo>
                        <a:pt x="194" y="387"/>
                      </a:moveTo>
                      <a:cubicBezTo>
                        <a:pt x="87" y="387"/>
                        <a:pt x="0" y="300"/>
                        <a:pt x="0" y="193"/>
                      </a:cubicBezTo>
                      <a:cubicBezTo>
                        <a:pt x="0" y="87"/>
                        <a:pt x="87" y="0"/>
                        <a:pt x="194" y="0"/>
                      </a:cubicBezTo>
                      <a:cubicBezTo>
                        <a:pt x="300" y="0"/>
                        <a:pt x="387" y="87"/>
                        <a:pt x="387" y="193"/>
                      </a:cubicBezTo>
                      <a:cubicBezTo>
                        <a:pt x="387" y="300"/>
                        <a:pt x="300" y="387"/>
                        <a:pt x="194" y="387"/>
                      </a:cubicBezTo>
                      <a:moveTo>
                        <a:pt x="194" y="46"/>
                      </a:moveTo>
                      <a:cubicBezTo>
                        <a:pt x="113" y="46"/>
                        <a:pt x="47" y="112"/>
                        <a:pt x="47" y="193"/>
                      </a:cubicBezTo>
                      <a:cubicBezTo>
                        <a:pt x="47" y="274"/>
                        <a:pt x="113" y="340"/>
                        <a:pt x="194" y="340"/>
                      </a:cubicBezTo>
                      <a:cubicBezTo>
                        <a:pt x="275" y="340"/>
                        <a:pt x="340" y="274"/>
                        <a:pt x="340" y="193"/>
                      </a:cubicBezTo>
                      <a:cubicBezTo>
                        <a:pt x="340" y="112"/>
                        <a:pt x="275" y="46"/>
                        <a:pt x="194" y="46"/>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0" name="Google Shape;270;p28"/>
                <p:cNvSpPr/>
                <p:nvPr/>
              </p:nvSpPr>
              <p:spPr>
                <a:xfrm>
                  <a:off x="6274140" y="289150"/>
                  <a:ext cx="74735" cy="74287"/>
                </a:xfrm>
                <a:custGeom>
                  <a:avLst/>
                  <a:gdLst/>
                  <a:ahLst/>
                  <a:cxnLst/>
                  <a:rect l="l" t="t" r="r" b="b"/>
                  <a:pathLst>
                    <a:path w="183" h="182" extrusionOk="0">
                      <a:moveTo>
                        <a:pt x="92" y="182"/>
                      </a:moveTo>
                      <a:cubicBezTo>
                        <a:pt x="41" y="182"/>
                        <a:pt x="0" y="141"/>
                        <a:pt x="0" y="91"/>
                      </a:cubicBezTo>
                      <a:cubicBezTo>
                        <a:pt x="0" y="40"/>
                        <a:pt x="41" y="0"/>
                        <a:pt x="92" y="0"/>
                      </a:cubicBezTo>
                      <a:cubicBezTo>
                        <a:pt x="142" y="0"/>
                        <a:pt x="183" y="40"/>
                        <a:pt x="183" y="91"/>
                      </a:cubicBezTo>
                      <a:cubicBezTo>
                        <a:pt x="183" y="141"/>
                        <a:pt x="142" y="182"/>
                        <a:pt x="92" y="182"/>
                      </a:cubicBezTo>
                      <a:moveTo>
                        <a:pt x="92" y="47"/>
                      </a:moveTo>
                      <a:cubicBezTo>
                        <a:pt x="67" y="47"/>
                        <a:pt x="47" y="66"/>
                        <a:pt x="47" y="91"/>
                      </a:cubicBezTo>
                      <a:cubicBezTo>
                        <a:pt x="47" y="115"/>
                        <a:pt x="67" y="136"/>
                        <a:pt x="92" y="136"/>
                      </a:cubicBezTo>
                      <a:cubicBezTo>
                        <a:pt x="116" y="136"/>
                        <a:pt x="136" y="115"/>
                        <a:pt x="136" y="91"/>
                      </a:cubicBezTo>
                      <a:cubicBezTo>
                        <a:pt x="136" y="66"/>
                        <a:pt x="116" y="47"/>
                        <a:pt x="92" y="47"/>
                      </a:cubicBezTo>
                      <a:close/>
                    </a:path>
                  </a:pathLst>
                </a:custGeom>
                <a:solidFill>
                  <a:schemeClr val="lt1"/>
                </a:solidFill>
                <a:ln>
                  <a:noFill/>
                </a:ln>
              </p:spPr>
              <p:txBody>
                <a:bodyPr spcFirstLastPara="1" wrap="square" lIns="81625" tIns="18600" rIns="81625" bIns="1860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271" name="Google Shape;271;p28"/>
            <p:cNvGrpSpPr/>
            <p:nvPr/>
          </p:nvGrpSpPr>
          <p:grpSpPr>
            <a:xfrm>
              <a:off x="-1092" y="3309054"/>
              <a:ext cx="1475504" cy="1474898"/>
              <a:chOff x="8426223" y="75"/>
              <a:chExt cx="858600" cy="857100"/>
            </a:xfrm>
          </p:grpSpPr>
          <p:sp>
            <p:nvSpPr>
              <p:cNvPr id="272" name="Google Shape;272;p28"/>
              <p:cNvSpPr/>
              <p:nvPr/>
            </p:nvSpPr>
            <p:spPr>
              <a:xfrm>
                <a:off x="8426223" y="75"/>
                <a:ext cx="858600" cy="8571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73" name="Google Shape;273;p28"/>
              <p:cNvGrpSpPr/>
              <p:nvPr/>
            </p:nvGrpSpPr>
            <p:grpSpPr>
              <a:xfrm>
                <a:off x="8558529" y="139373"/>
                <a:ext cx="598435" cy="717802"/>
                <a:chOff x="1669996" y="4355964"/>
                <a:chExt cx="598435" cy="717802"/>
              </a:xfrm>
            </p:grpSpPr>
            <p:sp>
              <p:nvSpPr>
                <p:cNvPr id="274" name="Google Shape;274;p28"/>
                <p:cNvSpPr/>
                <p:nvPr/>
              </p:nvSpPr>
              <p:spPr>
                <a:xfrm>
                  <a:off x="1669996" y="4355964"/>
                  <a:ext cx="598435" cy="717802"/>
                </a:xfrm>
                <a:custGeom>
                  <a:avLst/>
                  <a:gdLst/>
                  <a:ahLst/>
                  <a:cxnLst/>
                  <a:rect l="l" t="t" r="r" b="b"/>
                  <a:pathLst>
                    <a:path w="1582" h="1895" extrusionOk="0">
                      <a:moveTo>
                        <a:pt x="1582" y="1185"/>
                      </a:moveTo>
                      <a:lnTo>
                        <a:pt x="1491" y="745"/>
                      </a:lnTo>
                      <a:cubicBezTo>
                        <a:pt x="1491" y="334"/>
                        <a:pt x="1157" y="0"/>
                        <a:pt x="746" y="0"/>
                      </a:cubicBezTo>
                      <a:lnTo>
                        <a:pt x="746" y="0"/>
                      </a:lnTo>
                      <a:cubicBezTo>
                        <a:pt x="334" y="0"/>
                        <a:pt x="0" y="334"/>
                        <a:pt x="0" y="745"/>
                      </a:cubicBezTo>
                      <a:lnTo>
                        <a:pt x="0" y="902"/>
                      </a:lnTo>
                      <a:lnTo>
                        <a:pt x="0" y="1185"/>
                      </a:lnTo>
                      <a:lnTo>
                        <a:pt x="0" y="1895"/>
                      </a:lnTo>
                      <a:lnTo>
                        <a:pt x="914" y="1895"/>
                      </a:lnTo>
                      <a:lnTo>
                        <a:pt x="914" y="1830"/>
                      </a:lnTo>
                      <a:cubicBezTo>
                        <a:pt x="914" y="1759"/>
                        <a:pt x="971" y="1701"/>
                        <a:pt x="1042" y="1701"/>
                      </a:cubicBezTo>
                      <a:lnTo>
                        <a:pt x="1308" y="1701"/>
                      </a:lnTo>
                      <a:cubicBezTo>
                        <a:pt x="1379" y="1701"/>
                        <a:pt x="1436" y="1644"/>
                        <a:pt x="1436" y="1573"/>
                      </a:cubicBezTo>
                      <a:lnTo>
                        <a:pt x="1436" y="1185"/>
                      </a:lnTo>
                      <a:lnTo>
                        <a:pt x="1582" y="1185"/>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5" name="Google Shape;275;p28"/>
                <p:cNvSpPr/>
                <p:nvPr/>
              </p:nvSpPr>
              <p:spPr>
                <a:xfrm>
                  <a:off x="1726360" y="4435508"/>
                  <a:ext cx="433884" cy="432197"/>
                </a:xfrm>
                <a:custGeom>
                  <a:avLst/>
                  <a:gdLst/>
                  <a:ahLst/>
                  <a:cxnLst/>
                  <a:rect l="l" t="t" r="r" b="b"/>
                  <a:pathLst>
                    <a:path w="1147" h="1141" extrusionOk="0">
                      <a:moveTo>
                        <a:pt x="126" y="652"/>
                      </a:moveTo>
                      <a:cubicBezTo>
                        <a:pt x="138" y="713"/>
                        <a:pt x="162" y="772"/>
                        <a:pt x="199" y="825"/>
                      </a:cubicBezTo>
                      <a:lnTo>
                        <a:pt x="111" y="912"/>
                      </a:lnTo>
                      <a:lnTo>
                        <a:pt x="230" y="1031"/>
                      </a:lnTo>
                      <a:lnTo>
                        <a:pt x="318" y="943"/>
                      </a:lnTo>
                      <a:cubicBezTo>
                        <a:pt x="371" y="980"/>
                        <a:pt x="431" y="1004"/>
                        <a:pt x="492" y="1016"/>
                      </a:cubicBezTo>
                      <a:lnTo>
                        <a:pt x="493" y="1140"/>
                      </a:lnTo>
                      <a:lnTo>
                        <a:pt x="660" y="1141"/>
                      </a:lnTo>
                      <a:lnTo>
                        <a:pt x="660" y="1017"/>
                      </a:lnTo>
                      <a:cubicBezTo>
                        <a:pt x="721" y="1006"/>
                        <a:pt x="780" y="982"/>
                        <a:pt x="833" y="946"/>
                      </a:cubicBezTo>
                      <a:lnTo>
                        <a:pt x="922" y="1035"/>
                      </a:lnTo>
                      <a:lnTo>
                        <a:pt x="1040" y="918"/>
                      </a:lnTo>
                      <a:lnTo>
                        <a:pt x="951" y="830"/>
                      </a:lnTo>
                      <a:cubicBezTo>
                        <a:pt x="987" y="777"/>
                        <a:pt x="1011" y="718"/>
                        <a:pt x="1022" y="658"/>
                      </a:cubicBezTo>
                      <a:lnTo>
                        <a:pt x="1147" y="659"/>
                      </a:lnTo>
                      <a:lnTo>
                        <a:pt x="1147" y="492"/>
                      </a:lnTo>
                      <a:lnTo>
                        <a:pt x="1021" y="491"/>
                      </a:lnTo>
                      <a:cubicBezTo>
                        <a:pt x="1009" y="430"/>
                        <a:pt x="985" y="371"/>
                        <a:pt x="948" y="318"/>
                      </a:cubicBezTo>
                      <a:lnTo>
                        <a:pt x="1037" y="230"/>
                      </a:lnTo>
                      <a:lnTo>
                        <a:pt x="917" y="111"/>
                      </a:lnTo>
                      <a:lnTo>
                        <a:pt x="829" y="199"/>
                      </a:lnTo>
                      <a:cubicBezTo>
                        <a:pt x="776" y="162"/>
                        <a:pt x="716" y="138"/>
                        <a:pt x="655" y="126"/>
                      </a:cubicBezTo>
                      <a:lnTo>
                        <a:pt x="655" y="2"/>
                      </a:lnTo>
                      <a:lnTo>
                        <a:pt x="487" y="0"/>
                      </a:lnTo>
                      <a:lnTo>
                        <a:pt x="488" y="125"/>
                      </a:lnTo>
                      <a:cubicBezTo>
                        <a:pt x="426" y="136"/>
                        <a:pt x="367" y="160"/>
                        <a:pt x="314" y="196"/>
                      </a:cubicBezTo>
                      <a:lnTo>
                        <a:pt x="225" y="107"/>
                      </a:lnTo>
                      <a:lnTo>
                        <a:pt x="107" y="224"/>
                      </a:lnTo>
                      <a:lnTo>
                        <a:pt x="196" y="313"/>
                      </a:lnTo>
                      <a:cubicBezTo>
                        <a:pt x="160" y="366"/>
                        <a:pt x="136" y="424"/>
                        <a:pt x="125" y="485"/>
                      </a:cubicBezTo>
                      <a:lnTo>
                        <a:pt x="0" y="484"/>
                      </a:lnTo>
                      <a:lnTo>
                        <a:pt x="1" y="651"/>
                      </a:lnTo>
                      <a:lnTo>
                        <a:pt x="126" y="652"/>
                      </a:lnTo>
                      <a:moveTo>
                        <a:pt x="410" y="405"/>
                      </a:moveTo>
                      <a:cubicBezTo>
                        <a:pt x="499" y="316"/>
                        <a:pt x="645" y="317"/>
                        <a:pt x="735" y="407"/>
                      </a:cubicBezTo>
                      <a:cubicBezTo>
                        <a:pt x="826" y="498"/>
                        <a:pt x="826" y="643"/>
                        <a:pt x="737" y="732"/>
                      </a:cubicBezTo>
                      <a:cubicBezTo>
                        <a:pt x="647" y="820"/>
                        <a:pt x="502" y="820"/>
                        <a:pt x="411" y="729"/>
                      </a:cubicBezTo>
                      <a:cubicBezTo>
                        <a:pt x="321" y="639"/>
                        <a:pt x="320" y="494"/>
                        <a:pt x="410" y="405"/>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276" name="Google Shape;276;p28"/>
            <p:cNvGrpSpPr/>
            <p:nvPr/>
          </p:nvGrpSpPr>
          <p:grpSpPr>
            <a:xfrm>
              <a:off x="-1092" y="359549"/>
              <a:ext cx="1475504" cy="1474726"/>
              <a:chOff x="3285995" y="4286325"/>
              <a:chExt cx="858600" cy="857100"/>
            </a:xfrm>
          </p:grpSpPr>
          <p:sp>
            <p:nvSpPr>
              <p:cNvPr id="277" name="Google Shape;277;p28"/>
              <p:cNvSpPr/>
              <p:nvPr/>
            </p:nvSpPr>
            <p:spPr>
              <a:xfrm>
                <a:off x="3285995" y="4286325"/>
                <a:ext cx="858600" cy="8571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78" name="Google Shape;278;p28"/>
              <p:cNvGrpSpPr/>
              <p:nvPr/>
            </p:nvGrpSpPr>
            <p:grpSpPr>
              <a:xfrm>
                <a:off x="3414469" y="4426670"/>
                <a:ext cx="597883" cy="716755"/>
                <a:chOff x="2836683" y="959608"/>
                <a:chExt cx="597883" cy="716755"/>
              </a:xfrm>
            </p:grpSpPr>
            <p:sp>
              <p:nvSpPr>
                <p:cNvPr id="279" name="Google Shape;279;p28"/>
                <p:cNvSpPr/>
                <p:nvPr/>
              </p:nvSpPr>
              <p:spPr>
                <a:xfrm>
                  <a:off x="2836683" y="959608"/>
                  <a:ext cx="597883" cy="716755"/>
                </a:xfrm>
                <a:custGeom>
                  <a:avLst/>
                  <a:gdLst/>
                  <a:ahLst/>
                  <a:cxnLst/>
                  <a:rect l="l" t="t" r="r" b="b"/>
                  <a:pathLst>
                    <a:path w="1464" h="1756" extrusionOk="0">
                      <a:moveTo>
                        <a:pt x="774" y="0"/>
                      </a:moveTo>
                      <a:lnTo>
                        <a:pt x="774" y="0"/>
                      </a:lnTo>
                      <a:cubicBezTo>
                        <a:pt x="393" y="0"/>
                        <a:pt x="84" y="309"/>
                        <a:pt x="84" y="691"/>
                      </a:cubicBezTo>
                      <a:lnTo>
                        <a:pt x="0" y="1098"/>
                      </a:lnTo>
                      <a:lnTo>
                        <a:pt x="135" y="1098"/>
                      </a:lnTo>
                      <a:lnTo>
                        <a:pt x="135" y="1459"/>
                      </a:lnTo>
                      <a:cubicBezTo>
                        <a:pt x="135" y="1524"/>
                        <a:pt x="188" y="1577"/>
                        <a:pt x="254" y="1577"/>
                      </a:cubicBezTo>
                      <a:lnTo>
                        <a:pt x="500" y="1577"/>
                      </a:lnTo>
                      <a:cubicBezTo>
                        <a:pt x="566" y="1577"/>
                        <a:pt x="618" y="1630"/>
                        <a:pt x="618" y="1696"/>
                      </a:cubicBezTo>
                      <a:lnTo>
                        <a:pt x="618" y="1756"/>
                      </a:lnTo>
                      <a:lnTo>
                        <a:pt x="1464" y="1756"/>
                      </a:lnTo>
                      <a:lnTo>
                        <a:pt x="1464" y="1098"/>
                      </a:lnTo>
                      <a:lnTo>
                        <a:pt x="1464" y="836"/>
                      </a:lnTo>
                      <a:lnTo>
                        <a:pt x="1464" y="691"/>
                      </a:lnTo>
                      <a:cubicBezTo>
                        <a:pt x="1464" y="309"/>
                        <a:pt x="1155" y="0"/>
                        <a:pt x="774" y="0"/>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0" name="Google Shape;280;p28"/>
                <p:cNvSpPr/>
                <p:nvPr/>
              </p:nvSpPr>
              <p:spPr>
                <a:xfrm>
                  <a:off x="2963692" y="1039202"/>
                  <a:ext cx="374902" cy="375113"/>
                </a:xfrm>
                <a:custGeom>
                  <a:avLst/>
                  <a:gdLst/>
                  <a:ahLst/>
                  <a:cxnLst/>
                  <a:rect l="l" t="t" r="r" b="b"/>
                  <a:pathLst>
                    <a:path w="918" h="919" extrusionOk="0">
                      <a:moveTo>
                        <a:pt x="918" y="460"/>
                      </a:moveTo>
                      <a:cubicBezTo>
                        <a:pt x="918" y="540"/>
                        <a:pt x="898" y="621"/>
                        <a:pt x="857" y="690"/>
                      </a:cubicBezTo>
                      <a:cubicBezTo>
                        <a:pt x="817" y="760"/>
                        <a:pt x="758" y="818"/>
                        <a:pt x="688" y="858"/>
                      </a:cubicBezTo>
                      <a:cubicBezTo>
                        <a:pt x="619" y="898"/>
                        <a:pt x="540" y="919"/>
                        <a:pt x="459" y="919"/>
                      </a:cubicBezTo>
                      <a:cubicBezTo>
                        <a:pt x="379" y="919"/>
                        <a:pt x="299" y="898"/>
                        <a:pt x="230" y="858"/>
                      </a:cubicBezTo>
                      <a:cubicBezTo>
                        <a:pt x="160" y="818"/>
                        <a:pt x="101" y="760"/>
                        <a:pt x="61" y="690"/>
                      </a:cubicBezTo>
                      <a:cubicBezTo>
                        <a:pt x="20" y="621"/>
                        <a:pt x="0" y="540"/>
                        <a:pt x="0" y="460"/>
                      </a:cubicBezTo>
                      <a:cubicBezTo>
                        <a:pt x="0" y="379"/>
                        <a:pt x="21" y="300"/>
                        <a:pt x="61" y="230"/>
                      </a:cubicBezTo>
                      <a:cubicBezTo>
                        <a:pt x="102" y="160"/>
                        <a:pt x="160" y="103"/>
                        <a:pt x="230" y="62"/>
                      </a:cubicBezTo>
                      <a:cubicBezTo>
                        <a:pt x="299" y="22"/>
                        <a:pt x="378" y="0"/>
                        <a:pt x="459" y="0"/>
                      </a:cubicBezTo>
                      <a:cubicBezTo>
                        <a:pt x="539" y="0"/>
                        <a:pt x="619" y="22"/>
                        <a:pt x="688" y="62"/>
                      </a:cubicBezTo>
                      <a:cubicBezTo>
                        <a:pt x="758" y="103"/>
                        <a:pt x="816" y="160"/>
                        <a:pt x="857" y="230"/>
                      </a:cubicBezTo>
                      <a:cubicBezTo>
                        <a:pt x="897" y="300"/>
                        <a:pt x="918" y="379"/>
                        <a:pt x="918" y="460"/>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281" name="Google Shape;281;p28"/>
                <p:cNvSpPr/>
                <p:nvPr/>
              </p:nvSpPr>
              <p:spPr>
                <a:xfrm>
                  <a:off x="3011065" y="1169409"/>
                  <a:ext cx="280156" cy="115105"/>
                </a:xfrm>
                <a:custGeom>
                  <a:avLst/>
                  <a:gdLst/>
                  <a:ahLst/>
                  <a:cxnLst/>
                  <a:rect l="l" t="t" r="r" b="b"/>
                  <a:pathLst>
                    <a:path w="686" h="282" extrusionOk="0">
                      <a:moveTo>
                        <a:pt x="665" y="123"/>
                      </a:moveTo>
                      <a:cubicBezTo>
                        <a:pt x="659" y="118"/>
                        <a:pt x="519" y="0"/>
                        <a:pt x="343" y="0"/>
                      </a:cubicBezTo>
                      <a:cubicBezTo>
                        <a:pt x="166" y="0"/>
                        <a:pt x="27" y="118"/>
                        <a:pt x="21" y="123"/>
                      </a:cubicBezTo>
                      <a:lnTo>
                        <a:pt x="0" y="141"/>
                      </a:lnTo>
                      <a:lnTo>
                        <a:pt x="21" y="158"/>
                      </a:lnTo>
                      <a:cubicBezTo>
                        <a:pt x="27" y="163"/>
                        <a:pt x="167" y="282"/>
                        <a:pt x="343" y="282"/>
                      </a:cubicBezTo>
                      <a:cubicBezTo>
                        <a:pt x="520" y="282"/>
                        <a:pt x="659" y="163"/>
                        <a:pt x="665" y="158"/>
                      </a:cubicBezTo>
                      <a:lnTo>
                        <a:pt x="686" y="141"/>
                      </a:lnTo>
                      <a:lnTo>
                        <a:pt x="665" y="123"/>
                      </a:lnTo>
                      <a:moveTo>
                        <a:pt x="343" y="225"/>
                      </a:moveTo>
                      <a:cubicBezTo>
                        <a:pt x="296" y="225"/>
                        <a:pt x="258" y="188"/>
                        <a:pt x="258" y="141"/>
                      </a:cubicBezTo>
                      <a:cubicBezTo>
                        <a:pt x="258" y="95"/>
                        <a:pt x="296" y="56"/>
                        <a:pt x="343" y="56"/>
                      </a:cubicBezTo>
                      <a:cubicBezTo>
                        <a:pt x="389" y="56"/>
                        <a:pt x="427" y="95"/>
                        <a:pt x="427" y="141"/>
                      </a:cubicBezTo>
                      <a:cubicBezTo>
                        <a:pt x="427" y="188"/>
                        <a:pt x="389" y="225"/>
                        <a:pt x="343" y="225"/>
                      </a:cubicBezTo>
                      <a:moveTo>
                        <a:pt x="239" y="61"/>
                      </a:moveTo>
                      <a:cubicBezTo>
                        <a:pt x="222" y="83"/>
                        <a:pt x="212" y="111"/>
                        <a:pt x="212" y="141"/>
                      </a:cubicBezTo>
                      <a:cubicBezTo>
                        <a:pt x="212" y="171"/>
                        <a:pt x="222" y="198"/>
                        <a:pt x="239" y="220"/>
                      </a:cubicBezTo>
                      <a:cubicBezTo>
                        <a:pt x="165" y="200"/>
                        <a:pt x="106" y="163"/>
                        <a:pt x="75" y="141"/>
                      </a:cubicBezTo>
                      <a:cubicBezTo>
                        <a:pt x="106" y="119"/>
                        <a:pt x="165" y="82"/>
                        <a:pt x="239" y="61"/>
                      </a:cubicBezTo>
                      <a:moveTo>
                        <a:pt x="447" y="220"/>
                      </a:moveTo>
                      <a:cubicBezTo>
                        <a:pt x="464" y="198"/>
                        <a:pt x="474" y="171"/>
                        <a:pt x="474" y="141"/>
                      </a:cubicBezTo>
                      <a:cubicBezTo>
                        <a:pt x="474" y="111"/>
                        <a:pt x="464" y="83"/>
                        <a:pt x="447" y="61"/>
                      </a:cubicBezTo>
                      <a:cubicBezTo>
                        <a:pt x="520" y="82"/>
                        <a:pt x="580" y="119"/>
                        <a:pt x="612" y="141"/>
                      </a:cubicBezTo>
                      <a:cubicBezTo>
                        <a:pt x="580" y="163"/>
                        <a:pt x="520" y="200"/>
                        <a:pt x="447" y="22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9"/>
          <p:cNvSpPr txBox="1">
            <a:spLocks noGrp="1"/>
          </p:cNvSpPr>
          <p:nvPr>
            <p:ph type="title"/>
          </p:nvPr>
        </p:nvSpPr>
        <p:spPr>
          <a:xfrm>
            <a:off x="720000" y="446400"/>
            <a:ext cx="3744000" cy="110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 to the disease</a:t>
            </a:r>
            <a:endParaRPr/>
          </a:p>
        </p:txBody>
      </p:sp>
      <p:sp>
        <p:nvSpPr>
          <p:cNvPr id="287" name="Google Shape;287;p29"/>
          <p:cNvSpPr txBox="1">
            <a:spLocks noGrp="1"/>
          </p:cNvSpPr>
          <p:nvPr>
            <p:ph type="body" idx="1"/>
          </p:nvPr>
        </p:nvSpPr>
        <p:spPr>
          <a:xfrm>
            <a:off x="720000" y="1809163"/>
            <a:ext cx="3744000" cy="160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On the first part of the presentation, it’s important to give an overview of the disease you’re going to speak about. This helps your audience understand: </a:t>
            </a:r>
            <a:endParaRPr>
              <a:solidFill>
                <a:schemeClr val="dk1"/>
              </a:solidFill>
            </a:endParaRPr>
          </a:p>
          <a:p>
            <a:pPr marL="457200" lvl="0" indent="-304800" algn="l" rtl="0">
              <a:spcBef>
                <a:spcPts val="1000"/>
              </a:spcBef>
              <a:spcAft>
                <a:spcPts val="0"/>
              </a:spcAft>
              <a:buClr>
                <a:schemeClr val="dk1"/>
              </a:buClr>
              <a:buSzPts val="1200"/>
              <a:buChar char="●"/>
            </a:pPr>
            <a:r>
              <a:rPr lang="en">
                <a:solidFill>
                  <a:schemeClr val="dk1"/>
                </a:solidFill>
              </a:rPr>
              <a:t>The context</a:t>
            </a:r>
            <a:endParaRPr>
              <a:solidFill>
                <a:schemeClr val="dk1"/>
              </a:solidFill>
            </a:endParaRPr>
          </a:p>
          <a:p>
            <a:pPr marL="457200" lvl="0" indent="-304800" algn="l" rtl="0">
              <a:spcBef>
                <a:spcPts val="0"/>
              </a:spcBef>
              <a:spcAft>
                <a:spcPts val="0"/>
              </a:spcAft>
              <a:buClr>
                <a:schemeClr val="dk1"/>
              </a:buClr>
              <a:buSzPts val="1200"/>
              <a:buChar char="●"/>
            </a:pPr>
            <a:r>
              <a:rPr lang="en">
                <a:solidFill>
                  <a:schemeClr val="dk1"/>
                </a:solidFill>
              </a:rPr>
              <a:t>The health risks</a:t>
            </a:r>
            <a:endParaRPr>
              <a:solidFill>
                <a:schemeClr val="dk1"/>
              </a:solidFill>
            </a:endParaRPr>
          </a:p>
          <a:p>
            <a:pPr marL="457200" lvl="0" indent="-304800" algn="l" rtl="0">
              <a:spcBef>
                <a:spcPts val="0"/>
              </a:spcBef>
              <a:spcAft>
                <a:spcPts val="0"/>
              </a:spcAft>
              <a:buClr>
                <a:schemeClr val="dk1"/>
              </a:buClr>
              <a:buSzPts val="1200"/>
              <a:buChar char="●"/>
            </a:pPr>
            <a:r>
              <a:rPr lang="en">
                <a:solidFill>
                  <a:schemeClr val="dk1"/>
                </a:solidFill>
              </a:rPr>
              <a:t>Likelihood of developing it</a:t>
            </a:r>
            <a:endParaRPr>
              <a:solidFill>
                <a:schemeClr val="dk1"/>
              </a:solidFill>
            </a:endParaRPr>
          </a:p>
          <a:p>
            <a:pPr marL="457200" lvl="0" indent="-304800" algn="l" rtl="0">
              <a:spcBef>
                <a:spcPts val="0"/>
              </a:spcBef>
              <a:spcAft>
                <a:spcPts val="0"/>
              </a:spcAft>
              <a:buClr>
                <a:schemeClr val="dk1"/>
              </a:buClr>
              <a:buSzPts val="1200"/>
              <a:buChar char="●"/>
            </a:pPr>
            <a:r>
              <a:rPr lang="en">
                <a:solidFill>
                  <a:schemeClr val="dk1"/>
                </a:solidFill>
              </a:rPr>
              <a:t>Prevalence</a:t>
            </a:r>
            <a:endParaRPr>
              <a:solidFill>
                <a:schemeClr val="dk1"/>
              </a:solidFill>
            </a:endParaRPr>
          </a:p>
        </p:txBody>
      </p:sp>
      <p:grpSp>
        <p:nvGrpSpPr>
          <p:cNvPr id="289" name="Google Shape;289;p29"/>
          <p:cNvGrpSpPr/>
          <p:nvPr/>
        </p:nvGrpSpPr>
        <p:grpSpPr>
          <a:xfrm>
            <a:off x="4768800" y="3782677"/>
            <a:ext cx="1360795" cy="1360818"/>
            <a:chOff x="4999405" y="4286325"/>
            <a:chExt cx="858600" cy="857100"/>
          </a:xfrm>
        </p:grpSpPr>
        <p:sp>
          <p:nvSpPr>
            <p:cNvPr id="290" name="Google Shape;290;p29"/>
            <p:cNvSpPr/>
            <p:nvPr/>
          </p:nvSpPr>
          <p:spPr>
            <a:xfrm>
              <a:off x="4999405" y="4286325"/>
              <a:ext cx="858600" cy="8571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91" name="Google Shape;291;p29"/>
            <p:cNvGrpSpPr/>
            <p:nvPr/>
          </p:nvGrpSpPr>
          <p:grpSpPr>
            <a:xfrm>
              <a:off x="5129502" y="4427087"/>
              <a:ext cx="598574" cy="716338"/>
              <a:chOff x="2615812" y="1568617"/>
              <a:chExt cx="598574" cy="716338"/>
            </a:xfrm>
          </p:grpSpPr>
          <p:sp>
            <p:nvSpPr>
              <p:cNvPr id="292" name="Google Shape;292;p29"/>
              <p:cNvSpPr/>
              <p:nvPr/>
            </p:nvSpPr>
            <p:spPr>
              <a:xfrm>
                <a:off x="2760860" y="1568617"/>
                <a:ext cx="453527" cy="716338"/>
              </a:xfrm>
              <a:custGeom>
                <a:avLst/>
                <a:gdLst/>
                <a:ahLst/>
                <a:cxnLst/>
                <a:rect l="l" t="t" r="r" b="b"/>
                <a:pathLst>
                  <a:path w="1110" h="1755" extrusionOk="0">
                    <a:moveTo>
                      <a:pt x="419" y="0"/>
                    </a:moveTo>
                    <a:lnTo>
                      <a:pt x="419" y="0"/>
                    </a:lnTo>
                    <a:cubicBezTo>
                      <a:pt x="294" y="0"/>
                      <a:pt x="177" y="33"/>
                      <a:pt x="77" y="91"/>
                    </a:cubicBezTo>
                    <a:cubicBezTo>
                      <a:pt x="-130" y="210"/>
                      <a:pt x="146" y="1576"/>
                      <a:pt x="146" y="1576"/>
                    </a:cubicBezTo>
                    <a:cubicBezTo>
                      <a:pt x="210" y="1576"/>
                      <a:pt x="264" y="1629"/>
                      <a:pt x="264" y="1695"/>
                    </a:cubicBezTo>
                    <a:lnTo>
                      <a:pt x="264" y="1755"/>
                    </a:lnTo>
                    <a:lnTo>
                      <a:pt x="1110" y="1755"/>
                    </a:lnTo>
                    <a:lnTo>
                      <a:pt x="1110" y="1097"/>
                    </a:lnTo>
                    <a:lnTo>
                      <a:pt x="1110" y="836"/>
                    </a:lnTo>
                    <a:lnTo>
                      <a:pt x="1110" y="690"/>
                    </a:lnTo>
                    <a:cubicBezTo>
                      <a:pt x="1110" y="309"/>
                      <a:pt x="801" y="0"/>
                      <a:pt x="419"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3" name="Google Shape;293;p29"/>
              <p:cNvSpPr/>
              <p:nvPr/>
            </p:nvSpPr>
            <p:spPr>
              <a:xfrm>
                <a:off x="2615812" y="1579230"/>
                <a:ext cx="478859" cy="632664"/>
              </a:xfrm>
              <a:custGeom>
                <a:avLst/>
                <a:gdLst/>
                <a:ahLst/>
                <a:cxnLst/>
                <a:rect l="l" t="t" r="r" b="b"/>
                <a:pathLst>
                  <a:path w="1172" h="1550" extrusionOk="0">
                    <a:moveTo>
                      <a:pt x="918" y="1550"/>
                    </a:moveTo>
                    <a:cubicBezTo>
                      <a:pt x="984" y="1550"/>
                      <a:pt x="1037" y="1497"/>
                      <a:pt x="1037" y="1431"/>
                    </a:cubicBezTo>
                    <a:lnTo>
                      <a:pt x="1037" y="1071"/>
                    </a:lnTo>
                    <a:lnTo>
                      <a:pt x="1172" y="1071"/>
                    </a:lnTo>
                    <a:lnTo>
                      <a:pt x="1088" y="664"/>
                    </a:lnTo>
                    <a:cubicBezTo>
                      <a:pt x="1088" y="349"/>
                      <a:pt x="875" y="82"/>
                      <a:pt x="586" y="0"/>
                    </a:cubicBezTo>
                    <a:cubicBezTo>
                      <a:pt x="297" y="82"/>
                      <a:pt x="85" y="349"/>
                      <a:pt x="85" y="664"/>
                    </a:cubicBezTo>
                    <a:lnTo>
                      <a:pt x="0" y="1071"/>
                    </a:lnTo>
                    <a:lnTo>
                      <a:pt x="136" y="1071"/>
                    </a:lnTo>
                    <a:lnTo>
                      <a:pt x="136" y="1431"/>
                    </a:lnTo>
                    <a:cubicBezTo>
                      <a:pt x="136" y="1497"/>
                      <a:pt x="189" y="1550"/>
                      <a:pt x="254" y="1550"/>
                    </a:cubicBezTo>
                    <a:lnTo>
                      <a:pt x="501" y="1550"/>
                    </a:lnTo>
                    <a:cubicBezTo>
                      <a:pt x="534" y="1550"/>
                      <a:pt x="918" y="1550"/>
                      <a:pt x="918" y="1550"/>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sp>
        <p:nvSpPr>
          <p:cNvPr id="2" name="Рисунок 1"/>
          <p:cNvSpPr>
            <a:spLocks noGrp="1"/>
          </p:cNvSpPr>
          <p:nvPr>
            <p:ph type="pic" idx="2"/>
          </p:nvPr>
        </p:nvSpPr>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0"/>
          <p:cNvSpPr txBox="1">
            <a:spLocks noGrp="1"/>
          </p:cNvSpPr>
          <p:nvPr>
            <p:ph type="subTitle" idx="4"/>
          </p:nvPr>
        </p:nvSpPr>
        <p:spPr>
          <a:xfrm>
            <a:off x="4751950" y="1916850"/>
            <a:ext cx="331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Environmental factors</a:t>
            </a:r>
            <a:endParaRPr/>
          </a:p>
        </p:txBody>
      </p:sp>
      <p:sp>
        <p:nvSpPr>
          <p:cNvPr id="299" name="Google Shape;299;p30"/>
          <p:cNvSpPr txBox="1">
            <a:spLocks noGrp="1"/>
          </p:cNvSpPr>
          <p:nvPr>
            <p:ph type="subTitle" idx="1"/>
          </p:nvPr>
        </p:nvSpPr>
        <p:spPr>
          <a:xfrm>
            <a:off x="4751950" y="2302349"/>
            <a:ext cx="33120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an environmental factor puts a person at risk of developing an illness, it means that exposure to certain substances, conditions or situations in the environment can increase the likelihood of developing that illness</a:t>
            </a:r>
            <a:endParaRPr/>
          </a:p>
        </p:txBody>
      </p:sp>
      <p:sp>
        <p:nvSpPr>
          <p:cNvPr id="300" name="Google Shape;300;p30"/>
          <p:cNvSpPr txBox="1">
            <a:spLocks noGrp="1"/>
          </p:cNvSpPr>
          <p:nvPr>
            <p:ph type="subTitle" idx="2"/>
          </p:nvPr>
        </p:nvSpPr>
        <p:spPr>
          <a:xfrm>
            <a:off x="1079900" y="2302357"/>
            <a:ext cx="3312000" cy="12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a genetic factor puts a person at risk of developing an illness, it means that there is a hereditary component to that illness. This can be due to specific genetic mutations or variations that increase a person's susceptibility to developing the illness</a:t>
            </a:r>
            <a:endParaRPr/>
          </a:p>
        </p:txBody>
      </p:sp>
      <p:sp>
        <p:nvSpPr>
          <p:cNvPr id="301" name="Google Shape;301;p30"/>
          <p:cNvSpPr txBox="1">
            <a:spLocks noGrp="1"/>
          </p:cNvSpPr>
          <p:nvPr>
            <p:ph type="subTitle" idx="3"/>
          </p:nvPr>
        </p:nvSpPr>
        <p:spPr>
          <a:xfrm>
            <a:off x="1079900" y="1916850"/>
            <a:ext cx="331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Genetic factors</a:t>
            </a:r>
            <a:endParaRPr/>
          </a:p>
        </p:txBody>
      </p:sp>
      <p:sp>
        <p:nvSpPr>
          <p:cNvPr id="302" name="Google Shape;302;p30"/>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 is at risk?</a:t>
            </a:r>
            <a:endParaRPr/>
          </a:p>
        </p:txBody>
      </p:sp>
      <p:grpSp>
        <p:nvGrpSpPr>
          <p:cNvPr id="303" name="Google Shape;303;p30"/>
          <p:cNvGrpSpPr/>
          <p:nvPr/>
        </p:nvGrpSpPr>
        <p:grpSpPr>
          <a:xfrm>
            <a:off x="7425800" y="3782690"/>
            <a:ext cx="1360795" cy="1360818"/>
            <a:chOff x="-140823" y="4286325"/>
            <a:chExt cx="858600" cy="857100"/>
          </a:xfrm>
        </p:grpSpPr>
        <p:sp>
          <p:nvSpPr>
            <p:cNvPr id="304" name="Google Shape;304;p30"/>
            <p:cNvSpPr/>
            <p:nvPr/>
          </p:nvSpPr>
          <p:spPr>
            <a:xfrm>
              <a:off x="-140823" y="4286325"/>
              <a:ext cx="858600" cy="8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30"/>
            <p:cNvGrpSpPr/>
            <p:nvPr/>
          </p:nvGrpSpPr>
          <p:grpSpPr>
            <a:xfrm>
              <a:off x="-12688" y="4426670"/>
              <a:ext cx="597883" cy="716755"/>
              <a:chOff x="7528308" y="514061"/>
              <a:chExt cx="597883" cy="716755"/>
            </a:xfrm>
          </p:grpSpPr>
          <p:sp>
            <p:nvSpPr>
              <p:cNvPr id="306" name="Google Shape;306;p30"/>
              <p:cNvSpPr/>
              <p:nvPr/>
            </p:nvSpPr>
            <p:spPr>
              <a:xfrm>
                <a:off x="7528308" y="514061"/>
                <a:ext cx="597883" cy="716755"/>
              </a:xfrm>
              <a:custGeom>
                <a:avLst/>
                <a:gdLst/>
                <a:ahLst/>
                <a:cxnLst/>
                <a:rect l="l" t="t" r="r" b="b"/>
                <a:pathLst>
                  <a:path w="1464" h="1756" extrusionOk="0">
                    <a:moveTo>
                      <a:pt x="774" y="0"/>
                    </a:moveTo>
                    <a:lnTo>
                      <a:pt x="774" y="0"/>
                    </a:lnTo>
                    <a:cubicBezTo>
                      <a:pt x="393" y="0"/>
                      <a:pt x="84" y="309"/>
                      <a:pt x="84" y="690"/>
                    </a:cubicBezTo>
                    <a:lnTo>
                      <a:pt x="0" y="1098"/>
                    </a:lnTo>
                    <a:lnTo>
                      <a:pt x="135" y="1098"/>
                    </a:lnTo>
                    <a:lnTo>
                      <a:pt x="135" y="1459"/>
                    </a:lnTo>
                    <a:cubicBezTo>
                      <a:pt x="135" y="1524"/>
                      <a:pt x="188" y="1577"/>
                      <a:pt x="254" y="1577"/>
                    </a:cubicBezTo>
                    <a:lnTo>
                      <a:pt x="500" y="1577"/>
                    </a:lnTo>
                    <a:cubicBezTo>
                      <a:pt x="566" y="1577"/>
                      <a:pt x="618" y="1630"/>
                      <a:pt x="618" y="1696"/>
                    </a:cubicBezTo>
                    <a:lnTo>
                      <a:pt x="618" y="1756"/>
                    </a:lnTo>
                    <a:lnTo>
                      <a:pt x="1464" y="1756"/>
                    </a:lnTo>
                    <a:lnTo>
                      <a:pt x="1464" y="1098"/>
                    </a:lnTo>
                    <a:lnTo>
                      <a:pt x="1464" y="836"/>
                    </a:lnTo>
                    <a:lnTo>
                      <a:pt x="1464" y="690"/>
                    </a:lnTo>
                    <a:cubicBezTo>
                      <a:pt x="1464" y="309"/>
                      <a:pt x="1155" y="0"/>
                      <a:pt x="774" y="0"/>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7" name="Google Shape;307;p30"/>
              <p:cNvSpPr/>
              <p:nvPr/>
            </p:nvSpPr>
            <p:spPr>
              <a:xfrm>
                <a:off x="7678187" y="644268"/>
                <a:ext cx="148654" cy="148984"/>
              </a:xfrm>
              <a:custGeom>
                <a:avLst/>
                <a:gdLst/>
                <a:ahLst/>
                <a:cxnLst/>
                <a:rect l="l" t="t" r="r" b="b"/>
                <a:pathLst>
                  <a:path w="364" h="365" extrusionOk="0">
                    <a:moveTo>
                      <a:pt x="0" y="0"/>
                    </a:moveTo>
                    <a:lnTo>
                      <a:pt x="364" y="0"/>
                    </a:lnTo>
                    <a:lnTo>
                      <a:pt x="364" y="365"/>
                    </a:lnTo>
                    <a:lnTo>
                      <a:pt x="0" y="365"/>
                    </a:lnTo>
                    <a:lnTo>
                      <a:pt x="0" y="0"/>
                    </a:ln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8" name="Google Shape;308;p30"/>
              <p:cNvSpPr/>
              <p:nvPr/>
            </p:nvSpPr>
            <p:spPr>
              <a:xfrm>
                <a:off x="7872579" y="738147"/>
                <a:ext cx="57991" cy="57961"/>
              </a:xfrm>
              <a:custGeom>
                <a:avLst/>
                <a:gdLst/>
                <a:ahLst/>
                <a:cxnLst/>
                <a:rect l="l" t="t" r="r" b="b"/>
                <a:pathLst>
                  <a:path w="142" h="142" extrusionOk="0">
                    <a:moveTo>
                      <a:pt x="142" y="71"/>
                    </a:moveTo>
                    <a:cubicBezTo>
                      <a:pt x="142" y="32"/>
                      <a:pt x="110" y="0"/>
                      <a:pt x="71" y="0"/>
                    </a:cubicBezTo>
                    <a:cubicBezTo>
                      <a:pt x="32" y="0"/>
                      <a:pt x="0" y="32"/>
                      <a:pt x="0" y="71"/>
                    </a:cubicBezTo>
                    <a:cubicBezTo>
                      <a:pt x="0" y="95"/>
                      <a:pt x="12" y="116"/>
                      <a:pt x="31" y="129"/>
                    </a:cubicBezTo>
                    <a:lnTo>
                      <a:pt x="31" y="142"/>
                    </a:lnTo>
                    <a:lnTo>
                      <a:pt x="112" y="142"/>
                    </a:lnTo>
                    <a:lnTo>
                      <a:pt x="112" y="129"/>
                    </a:lnTo>
                    <a:cubicBezTo>
                      <a:pt x="130" y="116"/>
                      <a:pt x="142" y="95"/>
                      <a:pt x="142" y="71"/>
                    </a:cubicBezTo>
                    <a:close/>
                  </a:path>
                </a:pathLst>
              </a:custGeom>
              <a:solidFill>
                <a:srgbClr val="596DFF"/>
              </a:solidFill>
              <a:ln>
                <a:noFill/>
              </a:ln>
            </p:spPr>
            <p:txBody>
              <a:bodyPr spcFirstLastPara="1" wrap="square" lIns="81625" tIns="5525" rIns="81625" bIns="55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9" name="Google Shape;309;p30"/>
              <p:cNvSpPr/>
              <p:nvPr/>
            </p:nvSpPr>
            <p:spPr>
              <a:xfrm>
                <a:off x="7772116" y="793251"/>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134" y="0"/>
                    </a:lnTo>
                    <a:lnTo>
                      <a:pt x="134" y="142"/>
                    </a:lnTo>
                    <a:lnTo>
                      <a:pt x="128" y="142"/>
                    </a:lnTo>
                    <a:cubicBezTo>
                      <a:pt x="115" y="124"/>
                      <a:pt x="94" y="112"/>
                      <a:pt x="70" y="112"/>
                    </a:cubicBezTo>
                    <a:cubicBezTo>
                      <a:pt x="31" y="112"/>
                      <a:pt x="0" y="144"/>
                      <a:pt x="0" y="183"/>
                    </a:cubicBezTo>
                    <a:cubicBezTo>
                      <a:pt x="0" y="222"/>
                      <a:pt x="31" y="254"/>
                      <a:pt x="70" y="254"/>
                    </a:cubicBezTo>
                    <a:cubicBezTo>
                      <a:pt x="94" y="254"/>
                      <a:pt x="115" y="242"/>
                      <a:pt x="128" y="223"/>
                    </a:cubicBezTo>
                    <a:lnTo>
                      <a:pt x="134" y="223"/>
                    </a:lnTo>
                    <a:lnTo>
                      <a:pt x="134" y="365"/>
                    </a:lnTo>
                    <a:lnTo>
                      <a:pt x="277" y="365"/>
                    </a:lnTo>
                    <a:lnTo>
                      <a:pt x="277" y="365"/>
                    </a:lnTo>
                    <a:cubicBezTo>
                      <a:pt x="258" y="352"/>
                      <a:pt x="246" y="331"/>
                      <a:pt x="246" y="307"/>
                    </a:cubicBezTo>
                    <a:cubicBezTo>
                      <a:pt x="246" y="268"/>
                      <a:pt x="278" y="237"/>
                      <a:pt x="317" y="237"/>
                    </a:cubicBezTo>
                    <a:cubicBezTo>
                      <a:pt x="356" y="237"/>
                      <a:pt x="388" y="268"/>
                      <a:pt x="388" y="307"/>
                    </a:cubicBezTo>
                    <a:cubicBezTo>
                      <a:pt x="388" y="331"/>
                      <a:pt x="376" y="352"/>
                      <a:pt x="358" y="365"/>
                    </a:cubicBezTo>
                    <a:lnTo>
                      <a:pt x="358" y="365"/>
                    </a:lnTo>
                    <a:lnTo>
                      <a:pt x="500" y="365"/>
                    </a:lnTo>
                    <a:lnTo>
                      <a:pt x="500" y="223"/>
                    </a:lnTo>
                    <a:lnTo>
                      <a:pt x="506" y="223"/>
                    </a:lnTo>
                    <a:cubicBezTo>
                      <a:pt x="519" y="242"/>
                      <a:pt x="540" y="254"/>
                      <a:pt x="564" y="254"/>
                    </a:cubicBezTo>
                    <a:cubicBezTo>
                      <a:pt x="603" y="254"/>
                      <a:pt x="634" y="222"/>
                      <a:pt x="634" y="183"/>
                    </a:cubicBezTo>
                    <a:cubicBezTo>
                      <a:pt x="634" y="144"/>
                      <a:pt x="603" y="112"/>
                      <a:pt x="564" y="112"/>
                    </a:cubicBez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10" name="Google Shape;310;p30"/>
              <p:cNvSpPr/>
              <p:nvPr/>
            </p:nvSpPr>
            <p:spPr>
              <a:xfrm>
                <a:off x="7772116" y="644268"/>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358" y="0"/>
                    </a:lnTo>
                    <a:lnTo>
                      <a:pt x="358" y="3"/>
                    </a:lnTo>
                    <a:cubicBezTo>
                      <a:pt x="376" y="15"/>
                      <a:pt x="388" y="37"/>
                      <a:pt x="388" y="60"/>
                    </a:cubicBezTo>
                    <a:cubicBezTo>
                      <a:pt x="388" y="99"/>
                      <a:pt x="356" y="131"/>
                      <a:pt x="317" y="131"/>
                    </a:cubicBezTo>
                    <a:cubicBezTo>
                      <a:pt x="278" y="131"/>
                      <a:pt x="246" y="99"/>
                      <a:pt x="246" y="60"/>
                    </a:cubicBezTo>
                    <a:cubicBezTo>
                      <a:pt x="246" y="37"/>
                      <a:pt x="258" y="15"/>
                      <a:pt x="277" y="3"/>
                    </a:cubicBezTo>
                    <a:lnTo>
                      <a:pt x="277" y="0"/>
                    </a:lnTo>
                    <a:lnTo>
                      <a:pt x="134" y="0"/>
                    </a:lnTo>
                    <a:lnTo>
                      <a:pt x="134" y="142"/>
                    </a:lnTo>
                    <a:lnTo>
                      <a:pt x="128" y="142"/>
                    </a:lnTo>
                    <a:cubicBezTo>
                      <a:pt x="115" y="124"/>
                      <a:pt x="94" y="112"/>
                      <a:pt x="70" y="112"/>
                    </a:cubicBezTo>
                    <a:cubicBezTo>
                      <a:pt x="31" y="112"/>
                      <a:pt x="0" y="144"/>
                      <a:pt x="0" y="183"/>
                    </a:cubicBezTo>
                    <a:cubicBezTo>
                      <a:pt x="0" y="222"/>
                      <a:pt x="31" y="253"/>
                      <a:pt x="70" y="253"/>
                    </a:cubicBezTo>
                    <a:cubicBezTo>
                      <a:pt x="94" y="253"/>
                      <a:pt x="115" y="241"/>
                      <a:pt x="128" y="223"/>
                    </a:cubicBezTo>
                    <a:lnTo>
                      <a:pt x="134" y="223"/>
                    </a:lnTo>
                    <a:lnTo>
                      <a:pt x="134" y="365"/>
                    </a:lnTo>
                    <a:lnTo>
                      <a:pt x="500" y="365"/>
                    </a:lnTo>
                    <a:lnTo>
                      <a:pt x="500" y="223"/>
                    </a:lnTo>
                    <a:lnTo>
                      <a:pt x="506" y="223"/>
                    </a:lnTo>
                    <a:cubicBezTo>
                      <a:pt x="519" y="241"/>
                      <a:pt x="540" y="253"/>
                      <a:pt x="564" y="253"/>
                    </a:cubicBezTo>
                    <a:cubicBezTo>
                      <a:pt x="603" y="253"/>
                      <a:pt x="634" y="222"/>
                      <a:pt x="634" y="183"/>
                    </a:cubicBezTo>
                    <a:cubicBezTo>
                      <a:pt x="634" y="144"/>
                      <a:pt x="603" y="112"/>
                      <a:pt x="564" y="112"/>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311" name="Google Shape;311;p30"/>
              <p:cNvSpPr/>
              <p:nvPr/>
            </p:nvSpPr>
            <p:spPr>
              <a:xfrm>
                <a:off x="7623054" y="793251"/>
                <a:ext cx="203787" cy="148984"/>
              </a:xfrm>
              <a:custGeom>
                <a:avLst/>
                <a:gdLst/>
                <a:ahLst/>
                <a:cxnLst/>
                <a:rect l="l" t="t" r="r" b="b"/>
                <a:pathLst>
                  <a:path w="499" h="365" extrusionOk="0">
                    <a:moveTo>
                      <a:pt x="135" y="0"/>
                    </a:moveTo>
                    <a:lnTo>
                      <a:pt x="135" y="142"/>
                    </a:lnTo>
                    <a:lnTo>
                      <a:pt x="129" y="142"/>
                    </a:lnTo>
                    <a:cubicBezTo>
                      <a:pt x="116" y="124"/>
                      <a:pt x="95" y="112"/>
                      <a:pt x="71" y="112"/>
                    </a:cubicBezTo>
                    <a:cubicBezTo>
                      <a:pt x="32" y="112"/>
                      <a:pt x="0" y="144"/>
                      <a:pt x="0" y="183"/>
                    </a:cubicBezTo>
                    <a:cubicBezTo>
                      <a:pt x="0" y="222"/>
                      <a:pt x="32" y="254"/>
                      <a:pt x="71" y="254"/>
                    </a:cubicBezTo>
                    <a:cubicBezTo>
                      <a:pt x="95" y="254"/>
                      <a:pt x="116" y="242"/>
                      <a:pt x="129" y="223"/>
                    </a:cubicBezTo>
                    <a:lnTo>
                      <a:pt x="135" y="223"/>
                    </a:lnTo>
                    <a:lnTo>
                      <a:pt x="135" y="365"/>
                    </a:lnTo>
                    <a:lnTo>
                      <a:pt x="499" y="365"/>
                    </a:lnTo>
                    <a:lnTo>
                      <a:pt x="499" y="0"/>
                    </a:lnTo>
                    <a:lnTo>
                      <a:pt x="135" y="0"/>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diseases</a:t>
            </a:r>
            <a:endParaRPr/>
          </a:p>
        </p:txBody>
      </p:sp>
      <p:sp>
        <p:nvSpPr>
          <p:cNvPr id="317" name="Google Shape;317;p31"/>
          <p:cNvSpPr txBox="1">
            <a:spLocks noGrp="1"/>
          </p:cNvSpPr>
          <p:nvPr>
            <p:ph type="subTitle" idx="4"/>
          </p:nvPr>
        </p:nvSpPr>
        <p:spPr>
          <a:xfrm>
            <a:off x="977900" y="1638813"/>
            <a:ext cx="223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Types</a:t>
            </a:r>
            <a:endParaRPr/>
          </a:p>
        </p:txBody>
      </p:sp>
      <p:sp>
        <p:nvSpPr>
          <p:cNvPr id="318" name="Google Shape;318;p31"/>
          <p:cNvSpPr txBox="1">
            <a:spLocks noGrp="1"/>
          </p:cNvSpPr>
          <p:nvPr>
            <p:ph type="subTitle" idx="5"/>
          </p:nvPr>
        </p:nvSpPr>
        <p:spPr>
          <a:xfrm>
            <a:off x="3467950" y="1638813"/>
            <a:ext cx="223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Spread</a:t>
            </a:r>
            <a:endParaRPr/>
          </a:p>
        </p:txBody>
      </p:sp>
      <p:sp>
        <p:nvSpPr>
          <p:cNvPr id="319" name="Google Shape;319;p31"/>
          <p:cNvSpPr txBox="1">
            <a:spLocks noGrp="1"/>
          </p:cNvSpPr>
          <p:nvPr>
            <p:ph type="subTitle" idx="1"/>
          </p:nvPr>
        </p:nvSpPr>
        <p:spPr>
          <a:xfrm>
            <a:off x="977900" y="2024313"/>
            <a:ext cx="2232000" cy="20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Diseases vary based on transmission, like communicable (spreadable) and non-communicable (non-spreadable). They can also differ in duration: acute (short-term) or chronic (long-lasting)</a:t>
            </a:r>
            <a:endParaRPr/>
          </a:p>
        </p:txBody>
      </p:sp>
      <p:sp>
        <p:nvSpPr>
          <p:cNvPr id="320" name="Google Shape;320;p31"/>
          <p:cNvSpPr txBox="1">
            <a:spLocks noGrp="1"/>
          </p:cNvSpPr>
          <p:nvPr>
            <p:ph type="subTitle" idx="2"/>
          </p:nvPr>
        </p:nvSpPr>
        <p:spPr>
          <a:xfrm>
            <a:off x="3467950" y="2024313"/>
            <a:ext cx="2232000" cy="20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Diseases spread as communicable or stem from genetics/lifestyle as non-communicable. Recognizing how diseases transmit informs preventive measures, while understanding non-communicable causes aids in lifestyle adjustments</a:t>
            </a:r>
            <a:endParaRPr/>
          </a:p>
        </p:txBody>
      </p:sp>
      <p:sp>
        <p:nvSpPr>
          <p:cNvPr id="321" name="Google Shape;321;p31"/>
          <p:cNvSpPr txBox="1">
            <a:spLocks noGrp="1"/>
          </p:cNvSpPr>
          <p:nvPr>
            <p:ph type="subTitle" idx="3"/>
          </p:nvPr>
        </p:nvSpPr>
        <p:spPr>
          <a:xfrm>
            <a:off x="5958000" y="2024313"/>
            <a:ext cx="2232000" cy="20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Diseases range from acute, with sudden symptoms and short span, to chronic, with prolonged effects. Managing acute cases requires swift action, while chronic conditions demand continuous care to alleviate lasting impact</a:t>
            </a:r>
            <a:endParaRPr/>
          </a:p>
        </p:txBody>
      </p:sp>
      <p:sp>
        <p:nvSpPr>
          <p:cNvPr id="322" name="Google Shape;322;p31"/>
          <p:cNvSpPr txBox="1">
            <a:spLocks noGrp="1"/>
          </p:cNvSpPr>
          <p:nvPr>
            <p:ph type="subTitle" idx="6"/>
          </p:nvPr>
        </p:nvSpPr>
        <p:spPr>
          <a:xfrm>
            <a:off x="5958000" y="1638813"/>
            <a:ext cx="223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Duration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a:spLocks noGrp="1"/>
          </p:cNvSpPr>
          <p:nvPr>
            <p:ph type="subTitle" idx="2"/>
          </p:nvPr>
        </p:nvSpPr>
        <p:spPr>
          <a:xfrm>
            <a:off x="1320000" y="1771525"/>
            <a:ext cx="29520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involves the use of medications, surgery, radiation therapy, chemotherapy or other medical procedures to treat a particular illness </a:t>
            </a:r>
            <a:endParaRPr/>
          </a:p>
        </p:txBody>
      </p:sp>
      <p:sp>
        <p:nvSpPr>
          <p:cNvPr id="328" name="Google Shape;328;p32"/>
          <p:cNvSpPr txBox="1">
            <a:spLocks noGrp="1"/>
          </p:cNvSpPr>
          <p:nvPr>
            <p:ph type="subTitle" idx="3"/>
          </p:nvPr>
        </p:nvSpPr>
        <p:spPr>
          <a:xfrm>
            <a:off x="4872000" y="1771525"/>
            <a:ext cx="29520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Behavioral therapies involve various techniques that are used to treat mental health conditions, such as depression, anxiety and addiction</a:t>
            </a:r>
            <a:endParaRPr/>
          </a:p>
        </p:txBody>
      </p:sp>
      <p:sp>
        <p:nvSpPr>
          <p:cNvPr id="329" name="Google Shape;329;p32"/>
          <p:cNvSpPr txBox="1">
            <a:spLocks noGrp="1"/>
          </p:cNvSpPr>
          <p:nvPr>
            <p:ph type="subTitle" idx="4"/>
          </p:nvPr>
        </p:nvSpPr>
        <p:spPr>
          <a:xfrm>
            <a:off x="1320000" y="3384300"/>
            <a:ext cx="2952000" cy="9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Alternative therapies include a range of treatments that are not considered part of conventional medical practice</a:t>
            </a:r>
            <a:endParaRPr/>
          </a:p>
        </p:txBody>
      </p:sp>
      <p:sp>
        <p:nvSpPr>
          <p:cNvPr id="330" name="Google Shape;330;p32"/>
          <p:cNvSpPr txBox="1">
            <a:spLocks noGrp="1"/>
          </p:cNvSpPr>
          <p:nvPr>
            <p:ph type="subTitle" idx="5"/>
          </p:nvPr>
        </p:nvSpPr>
        <p:spPr>
          <a:xfrm>
            <a:off x="4872000" y="3384300"/>
            <a:ext cx="2952000" cy="9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Lifestyle changes involve making modifications to an individual's diet, exercise habits or other behaviors</a:t>
            </a:r>
            <a:endParaRPr/>
          </a:p>
        </p:txBody>
      </p:sp>
      <p:sp>
        <p:nvSpPr>
          <p:cNvPr id="331" name="Google Shape;331;p32"/>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Four main types of treatments</a:t>
            </a:r>
            <a:endParaRPr/>
          </a:p>
        </p:txBody>
      </p:sp>
      <p:sp>
        <p:nvSpPr>
          <p:cNvPr id="332" name="Google Shape;332;p32"/>
          <p:cNvSpPr txBox="1">
            <a:spLocks noGrp="1"/>
          </p:cNvSpPr>
          <p:nvPr>
            <p:ph type="subTitle" idx="1"/>
          </p:nvPr>
        </p:nvSpPr>
        <p:spPr>
          <a:xfrm>
            <a:off x="1320000" y="1389600"/>
            <a:ext cx="295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Medical treatment</a:t>
            </a:r>
            <a:endParaRPr/>
          </a:p>
        </p:txBody>
      </p:sp>
      <p:sp>
        <p:nvSpPr>
          <p:cNvPr id="333" name="Google Shape;333;p32"/>
          <p:cNvSpPr txBox="1">
            <a:spLocks noGrp="1"/>
          </p:cNvSpPr>
          <p:nvPr>
            <p:ph type="subTitle" idx="6"/>
          </p:nvPr>
        </p:nvSpPr>
        <p:spPr>
          <a:xfrm>
            <a:off x="1320000" y="2998800"/>
            <a:ext cx="295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Alternative therapies</a:t>
            </a:r>
            <a:endParaRPr/>
          </a:p>
        </p:txBody>
      </p:sp>
      <p:sp>
        <p:nvSpPr>
          <p:cNvPr id="334" name="Google Shape;334;p32"/>
          <p:cNvSpPr txBox="1">
            <a:spLocks noGrp="1"/>
          </p:cNvSpPr>
          <p:nvPr>
            <p:ph type="subTitle" idx="7"/>
          </p:nvPr>
        </p:nvSpPr>
        <p:spPr>
          <a:xfrm>
            <a:off x="4872000" y="1389600"/>
            <a:ext cx="295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Behavioral therapy</a:t>
            </a:r>
            <a:endParaRPr/>
          </a:p>
        </p:txBody>
      </p:sp>
      <p:sp>
        <p:nvSpPr>
          <p:cNvPr id="335" name="Google Shape;335;p32"/>
          <p:cNvSpPr txBox="1">
            <a:spLocks noGrp="1"/>
          </p:cNvSpPr>
          <p:nvPr>
            <p:ph type="subTitle" idx="8"/>
          </p:nvPr>
        </p:nvSpPr>
        <p:spPr>
          <a:xfrm>
            <a:off x="4872000" y="2998800"/>
            <a:ext cx="2952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Lifestyle changes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3"/>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factors</a:t>
            </a:r>
            <a:endParaRPr/>
          </a:p>
        </p:txBody>
      </p:sp>
      <p:sp>
        <p:nvSpPr>
          <p:cNvPr id="341" name="Google Shape;341;p33"/>
          <p:cNvSpPr txBox="1">
            <a:spLocks noGrp="1"/>
          </p:cNvSpPr>
          <p:nvPr>
            <p:ph type="subTitle" idx="1"/>
          </p:nvPr>
        </p:nvSpPr>
        <p:spPr>
          <a:xfrm>
            <a:off x="917888" y="1775110"/>
            <a:ext cx="2303100" cy="9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Many diseases occur more frequently in certain age brackets</a:t>
            </a:r>
            <a:endParaRPr/>
          </a:p>
        </p:txBody>
      </p:sp>
      <p:sp>
        <p:nvSpPr>
          <p:cNvPr id="342" name="Google Shape;342;p33"/>
          <p:cNvSpPr txBox="1">
            <a:spLocks noGrp="1"/>
          </p:cNvSpPr>
          <p:nvPr>
            <p:ph type="subTitle" idx="2"/>
          </p:nvPr>
        </p:nvSpPr>
        <p:spPr>
          <a:xfrm>
            <a:off x="3419925" y="1775100"/>
            <a:ext cx="23040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diseases have a hereditary component and can be passed down through families</a:t>
            </a:r>
            <a:endParaRPr/>
          </a:p>
        </p:txBody>
      </p:sp>
      <p:sp>
        <p:nvSpPr>
          <p:cNvPr id="343" name="Google Shape;343;p33"/>
          <p:cNvSpPr txBox="1">
            <a:spLocks noGrp="1"/>
          </p:cNvSpPr>
          <p:nvPr>
            <p:ph type="subTitle" idx="3"/>
          </p:nvPr>
        </p:nvSpPr>
        <p:spPr>
          <a:xfrm>
            <a:off x="917888" y="3384300"/>
            <a:ext cx="23040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Exposure to certain substances in the environment can increase the risk of developing some diseases</a:t>
            </a:r>
            <a:endParaRPr/>
          </a:p>
        </p:txBody>
      </p:sp>
      <p:sp>
        <p:nvSpPr>
          <p:cNvPr id="344" name="Google Shape;344;p33"/>
          <p:cNvSpPr txBox="1">
            <a:spLocks noGrp="1"/>
          </p:cNvSpPr>
          <p:nvPr>
            <p:ph type="subTitle" idx="4"/>
          </p:nvPr>
        </p:nvSpPr>
        <p:spPr>
          <a:xfrm>
            <a:off x="3419925" y="3384300"/>
            <a:ext cx="23040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personal or family history of certain illnesses can increase the risk of developing related or similar conditions</a:t>
            </a:r>
            <a:endParaRPr/>
          </a:p>
        </p:txBody>
      </p:sp>
      <p:sp>
        <p:nvSpPr>
          <p:cNvPr id="345" name="Google Shape;345;p33"/>
          <p:cNvSpPr txBox="1">
            <a:spLocks noGrp="1"/>
          </p:cNvSpPr>
          <p:nvPr>
            <p:ph type="subTitle" idx="7"/>
          </p:nvPr>
        </p:nvSpPr>
        <p:spPr>
          <a:xfrm>
            <a:off x="917888" y="1389600"/>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a:t>
            </a:r>
            <a:endParaRPr/>
          </a:p>
        </p:txBody>
      </p:sp>
      <p:sp>
        <p:nvSpPr>
          <p:cNvPr id="346" name="Google Shape;346;p33"/>
          <p:cNvSpPr txBox="1">
            <a:spLocks noGrp="1"/>
          </p:cNvSpPr>
          <p:nvPr>
            <p:ph type="subTitle" idx="8"/>
          </p:nvPr>
        </p:nvSpPr>
        <p:spPr>
          <a:xfrm>
            <a:off x="3419925" y="1389600"/>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Genetics</a:t>
            </a:r>
            <a:endParaRPr/>
          </a:p>
        </p:txBody>
      </p:sp>
      <p:sp>
        <p:nvSpPr>
          <p:cNvPr id="347" name="Google Shape;347;p33"/>
          <p:cNvSpPr txBox="1">
            <a:spLocks noGrp="1"/>
          </p:cNvSpPr>
          <p:nvPr>
            <p:ph type="subTitle" idx="9"/>
          </p:nvPr>
        </p:nvSpPr>
        <p:spPr>
          <a:xfrm>
            <a:off x="5921963" y="1389600"/>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Lifestyle</a:t>
            </a:r>
            <a:endParaRPr/>
          </a:p>
        </p:txBody>
      </p:sp>
      <p:sp>
        <p:nvSpPr>
          <p:cNvPr id="348" name="Google Shape;348;p33"/>
          <p:cNvSpPr txBox="1">
            <a:spLocks noGrp="1"/>
          </p:cNvSpPr>
          <p:nvPr>
            <p:ph type="subTitle" idx="5"/>
          </p:nvPr>
        </p:nvSpPr>
        <p:spPr>
          <a:xfrm>
            <a:off x="5921963" y="1775100"/>
            <a:ext cx="2304000" cy="9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Certain behaviors can increase the risk of developing</a:t>
            </a:r>
            <a:endParaRPr/>
          </a:p>
          <a:p>
            <a:pPr marL="0" lvl="0" indent="0" algn="l" rtl="0">
              <a:spcBef>
                <a:spcPts val="0"/>
              </a:spcBef>
              <a:spcAft>
                <a:spcPts val="0"/>
              </a:spcAft>
              <a:buNone/>
            </a:pPr>
            <a:r>
              <a:rPr lang="en"/>
              <a:t>certain illnesses</a:t>
            </a:r>
            <a:endParaRPr/>
          </a:p>
        </p:txBody>
      </p:sp>
      <p:sp>
        <p:nvSpPr>
          <p:cNvPr id="349" name="Google Shape;349;p33"/>
          <p:cNvSpPr txBox="1">
            <a:spLocks noGrp="1"/>
          </p:cNvSpPr>
          <p:nvPr>
            <p:ph type="subTitle" idx="6"/>
          </p:nvPr>
        </p:nvSpPr>
        <p:spPr>
          <a:xfrm>
            <a:off x="5921963" y="3384300"/>
            <a:ext cx="2304000" cy="9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illnesses are more common in one gender than the other</a:t>
            </a:r>
            <a:endParaRPr/>
          </a:p>
        </p:txBody>
      </p:sp>
      <p:sp>
        <p:nvSpPr>
          <p:cNvPr id="350" name="Google Shape;350;p33"/>
          <p:cNvSpPr txBox="1">
            <a:spLocks noGrp="1"/>
          </p:cNvSpPr>
          <p:nvPr>
            <p:ph type="subTitle" idx="13"/>
          </p:nvPr>
        </p:nvSpPr>
        <p:spPr>
          <a:xfrm>
            <a:off x="917888" y="2998800"/>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Environment</a:t>
            </a:r>
            <a:endParaRPr/>
          </a:p>
        </p:txBody>
      </p:sp>
      <p:sp>
        <p:nvSpPr>
          <p:cNvPr id="351" name="Google Shape;351;p33"/>
          <p:cNvSpPr txBox="1">
            <a:spLocks noGrp="1"/>
          </p:cNvSpPr>
          <p:nvPr>
            <p:ph type="subTitle" idx="14"/>
          </p:nvPr>
        </p:nvSpPr>
        <p:spPr>
          <a:xfrm>
            <a:off x="3419925" y="2998802"/>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Medical history</a:t>
            </a:r>
            <a:endParaRPr/>
          </a:p>
        </p:txBody>
      </p:sp>
      <p:sp>
        <p:nvSpPr>
          <p:cNvPr id="352" name="Google Shape;352;p33"/>
          <p:cNvSpPr txBox="1">
            <a:spLocks noGrp="1"/>
          </p:cNvSpPr>
          <p:nvPr>
            <p:ph type="subTitle" idx="15"/>
          </p:nvPr>
        </p:nvSpPr>
        <p:spPr>
          <a:xfrm>
            <a:off x="5921963" y="2998802"/>
            <a:ext cx="2304000" cy="46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Gender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4"/>
          <p:cNvSpPr txBox="1">
            <a:spLocks noGrp="1"/>
          </p:cNvSpPr>
          <p:nvPr>
            <p:ph type="subTitle" idx="3"/>
          </p:nvPr>
        </p:nvSpPr>
        <p:spPr>
          <a:xfrm>
            <a:off x="1655640" y="1417201"/>
            <a:ext cx="28800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Patients treated</a:t>
            </a:r>
            <a:endParaRPr/>
          </a:p>
        </p:txBody>
      </p:sp>
      <p:sp>
        <p:nvSpPr>
          <p:cNvPr id="358" name="Google Shape;358;p34"/>
          <p:cNvSpPr txBox="1">
            <a:spLocks noGrp="1"/>
          </p:cNvSpPr>
          <p:nvPr>
            <p:ph type="title"/>
          </p:nvPr>
        </p:nvSpPr>
        <p:spPr>
          <a:xfrm>
            <a:off x="1655640" y="1933050"/>
            <a:ext cx="2880000" cy="87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85%</a:t>
            </a:r>
            <a:endParaRPr/>
          </a:p>
        </p:txBody>
      </p:sp>
      <p:sp>
        <p:nvSpPr>
          <p:cNvPr id="359" name="Google Shape;359;p34"/>
          <p:cNvSpPr txBox="1">
            <a:spLocks noGrp="1"/>
          </p:cNvSpPr>
          <p:nvPr>
            <p:ph type="subTitle" idx="1"/>
          </p:nvPr>
        </p:nvSpPr>
        <p:spPr>
          <a:xfrm>
            <a:off x="1655640" y="2810247"/>
            <a:ext cx="28800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Success rate</a:t>
            </a:r>
            <a:endParaRPr/>
          </a:p>
        </p:txBody>
      </p:sp>
      <p:sp>
        <p:nvSpPr>
          <p:cNvPr id="360" name="Google Shape;360;p34"/>
          <p:cNvSpPr txBox="1">
            <a:spLocks noGrp="1"/>
          </p:cNvSpPr>
          <p:nvPr>
            <p:ph type="title" idx="2"/>
          </p:nvPr>
        </p:nvSpPr>
        <p:spPr>
          <a:xfrm>
            <a:off x="1655640" y="539989"/>
            <a:ext cx="2880000" cy="87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10,000</a:t>
            </a:r>
            <a:endParaRPr/>
          </a:p>
        </p:txBody>
      </p:sp>
      <p:sp>
        <p:nvSpPr>
          <p:cNvPr id="361" name="Google Shape;361;p34"/>
          <p:cNvSpPr txBox="1">
            <a:spLocks noGrp="1"/>
          </p:cNvSpPr>
          <p:nvPr>
            <p:ph type="title" idx="4"/>
          </p:nvPr>
        </p:nvSpPr>
        <p:spPr>
          <a:xfrm>
            <a:off x="1655640" y="3326100"/>
            <a:ext cx="2880000" cy="87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1,000</a:t>
            </a:r>
            <a:endParaRPr/>
          </a:p>
        </p:txBody>
      </p:sp>
      <p:sp>
        <p:nvSpPr>
          <p:cNvPr id="362" name="Google Shape;362;p34"/>
          <p:cNvSpPr txBox="1">
            <a:spLocks noGrp="1"/>
          </p:cNvSpPr>
          <p:nvPr>
            <p:ph type="subTitle" idx="5"/>
          </p:nvPr>
        </p:nvSpPr>
        <p:spPr>
          <a:xfrm>
            <a:off x="1655640" y="4203297"/>
            <a:ext cx="28800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Suffered secondary effects</a:t>
            </a:r>
            <a:endParaRPr/>
          </a:p>
        </p:txBody>
      </p:sp>
      <p:grpSp>
        <p:nvGrpSpPr>
          <p:cNvPr id="363" name="Google Shape;363;p34"/>
          <p:cNvGrpSpPr/>
          <p:nvPr/>
        </p:nvGrpSpPr>
        <p:grpSpPr>
          <a:xfrm>
            <a:off x="6191280" y="359584"/>
            <a:ext cx="2952723" cy="4423706"/>
            <a:chOff x="6191280" y="359584"/>
            <a:chExt cx="2952723" cy="4423706"/>
          </a:xfrm>
        </p:grpSpPr>
        <p:grpSp>
          <p:nvGrpSpPr>
            <p:cNvPr id="364" name="Google Shape;364;p34"/>
            <p:cNvGrpSpPr/>
            <p:nvPr/>
          </p:nvGrpSpPr>
          <p:grpSpPr>
            <a:xfrm>
              <a:off x="6191280" y="1833394"/>
              <a:ext cx="1476363" cy="1475933"/>
              <a:chOff x="11089855" y="1834285"/>
              <a:chExt cx="1476363" cy="1473869"/>
            </a:xfrm>
          </p:grpSpPr>
          <p:sp>
            <p:nvSpPr>
              <p:cNvPr id="365" name="Google Shape;365;p34"/>
              <p:cNvSpPr/>
              <p:nvPr/>
            </p:nvSpPr>
            <p:spPr>
              <a:xfrm>
                <a:off x="11089855" y="1834285"/>
                <a:ext cx="1476363" cy="147386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66" name="Google Shape;366;p34"/>
              <p:cNvGrpSpPr/>
              <p:nvPr/>
            </p:nvGrpSpPr>
            <p:grpSpPr>
              <a:xfrm>
                <a:off x="11314338" y="2076339"/>
                <a:ext cx="1028271" cy="1231815"/>
                <a:chOff x="5588817" y="2877867"/>
                <a:chExt cx="598006" cy="716338"/>
              </a:xfrm>
            </p:grpSpPr>
            <p:sp>
              <p:nvSpPr>
                <p:cNvPr id="367" name="Google Shape;367;p34"/>
                <p:cNvSpPr/>
                <p:nvPr/>
              </p:nvSpPr>
              <p:spPr>
                <a:xfrm>
                  <a:off x="5588817" y="2877867"/>
                  <a:ext cx="598006" cy="716338"/>
                </a:xfrm>
                <a:custGeom>
                  <a:avLst/>
                  <a:gdLst/>
                  <a:ahLst/>
                  <a:cxnLst/>
                  <a:rect l="l" t="t" r="r" b="b"/>
                  <a:pathLst>
                    <a:path w="1465" h="1755" extrusionOk="0">
                      <a:moveTo>
                        <a:pt x="1465" y="690"/>
                      </a:moveTo>
                      <a:cubicBezTo>
                        <a:pt x="1465" y="309"/>
                        <a:pt x="1156" y="0"/>
                        <a:pt x="775" y="0"/>
                      </a:cubicBezTo>
                      <a:lnTo>
                        <a:pt x="775" y="0"/>
                      </a:lnTo>
                      <a:cubicBezTo>
                        <a:pt x="393" y="0"/>
                        <a:pt x="84" y="309"/>
                        <a:pt x="84" y="690"/>
                      </a:cubicBezTo>
                      <a:lnTo>
                        <a:pt x="0" y="1097"/>
                      </a:lnTo>
                      <a:lnTo>
                        <a:pt x="135" y="1097"/>
                      </a:lnTo>
                      <a:lnTo>
                        <a:pt x="135" y="1457"/>
                      </a:lnTo>
                      <a:cubicBezTo>
                        <a:pt x="135" y="1523"/>
                        <a:pt x="188" y="1576"/>
                        <a:pt x="254" y="1576"/>
                      </a:cubicBezTo>
                      <a:lnTo>
                        <a:pt x="500" y="1576"/>
                      </a:lnTo>
                      <a:cubicBezTo>
                        <a:pt x="566" y="1576"/>
                        <a:pt x="619" y="1629"/>
                        <a:pt x="619" y="1695"/>
                      </a:cubicBezTo>
                      <a:lnTo>
                        <a:pt x="619" y="1755"/>
                      </a:lnTo>
                      <a:lnTo>
                        <a:pt x="1465" y="1755"/>
                      </a:lnTo>
                      <a:lnTo>
                        <a:pt x="1465" y="1097"/>
                      </a:lnTo>
                      <a:lnTo>
                        <a:pt x="1465" y="1097"/>
                      </a:lnTo>
                      <a:lnTo>
                        <a:pt x="1465" y="690"/>
                      </a:ln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68" name="Google Shape;368;p34"/>
                <p:cNvSpPr/>
                <p:nvPr/>
              </p:nvSpPr>
              <p:spPr>
                <a:xfrm>
                  <a:off x="5822715" y="2999105"/>
                  <a:ext cx="168993" cy="335516"/>
                </a:xfrm>
                <a:custGeom>
                  <a:avLst/>
                  <a:gdLst/>
                  <a:ahLst/>
                  <a:cxnLst/>
                  <a:rect l="l" t="t" r="r" b="b"/>
                  <a:pathLst>
                    <a:path w="414" h="822" extrusionOk="0">
                      <a:moveTo>
                        <a:pt x="414" y="207"/>
                      </a:moveTo>
                      <a:cubicBezTo>
                        <a:pt x="414" y="93"/>
                        <a:pt x="321" y="0"/>
                        <a:pt x="207" y="0"/>
                      </a:cubicBezTo>
                      <a:cubicBezTo>
                        <a:pt x="92" y="0"/>
                        <a:pt x="0" y="93"/>
                        <a:pt x="0" y="207"/>
                      </a:cubicBezTo>
                      <a:cubicBezTo>
                        <a:pt x="0" y="288"/>
                        <a:pt x="46" y="357"/>
                        <a:pt x="113" y="392"/>
                      </a:cubicBezTo>
                      <a:lnTo>
                        <a:pt x="6" y="822"/>
                      </a:lnTo>
                      <a:lnTo>
                        <a:pt x="407" y="822"/>
                      </a:lnTo>
                      <a:lnTo>
                        <a:pt x="301" y="392"/>
                      </a:lnTo>
                      <a:cubicBezTo>
                        <a:pt x="368" y="357"/>
                        <a:pt x="414" y="288"/>
                        <a:pt x="414" y="207"/>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369" name="Google Shape;369;p34"/>
            <p:cNvGrpSpPr/>
            <p:nvPr/>
          </p:nvGrpSpPr>
          <p:grpSpPr>
            <a:xfrm>
              <a:off x="7667640" y="1833989"/>
              <a:ext cx="1476363" cy="1475933"/>
              <a:chOff x="12566215" y="1834285"/>
              <a:chExt cx="1476363" cy="1473869"/>
            </a:xfrm>
          </p:grpSpPr>
          <p:sp>
            <p:nvSpPr>
              <p:cNvPr id="370" name="Google Shape;370;p34"/>
              <p:cNvSpPr/>
              <p:nvPr/>
            </p:nvSpPr>
            <p:spPr>
              <a:xfrm>
                <a:off x="12566215" y="1834285"/>
                <a:ext cx="1476363" cy="1473869"/>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71" name="Google Shape;371;p34"/>
              <p:cNvGrpSpPr/>
              <p:nvPr/>
            </p:nvGrpSpPr>
            <p:grpSpPr>
              <a:xfrm>
                <a:off x="12790329" y="2073170"/>
                <a:ext cx="1029009" cy="1234984"/>
                <a:chOff x="6843146" y="-108333"/>
                <a:chExt cx="598435" cy="718181"/>
              </a:xfrm>
            </p:grpSpPr>
            <p:sp>
              <p:nvSpPr>
                <p:cNvPr id="372" name="Google Shape;372;p34"/>
                <p:cNvSpPr/>
                <p:nvPr/>
              </p:nvSpPr>
              <p:spPr>
                <a:xfrm flipH="1">
                  <a:off x="6843146" y="-108333"/>
                  <a:ext cx="598435" cy="718181"/>
                </a:xfrm>
                <a:custGeom>
                  <a:avLst/>
                  <a:gdLst/>
                  <a:ahLst/>
                  <a:cxnLst/>
                  <a:rect l="l" t="t" r="r" b="b"/>
                  <a:pathLst>
                    <a:path w="1582" h="1896" extrusionOk="0">
                      <a:moveTo>
                        <a:pt x="1582" y="1186"/>
                      </a:moveTo>
                      <a:lnTo>
                        <a:pt x="1491" y="746"/>
                      </a:lnTo>
                      <a:cubicBezTo>
                        <a:pt x="1491" y="334"/>
                        <a:pt x="1157" y="0"/>
                        <a:pt x="746" y="0"/>
                      </a:cubicBezTo>
                      <a:lnTo>
                        <a:pt x="746" y="0"/>
                      </a:lnTo>
                      <a:cubicBezTo>
                        <a:pt x="334" y="0"/>
                        <a:pt x="0" y="334"/>
                        <a:pt x="0" y="746"/>
                      </a:cubicBezTo>
                      <a:lnTo>
                        <a:pt x="0" y="903"/>
                      </a:lnTo>
                      <a:lnTo>
                        <a:pt x="0" y="1186"/>
                      </a:lnTo>
                      <a:lnTo>
                        <a:pt x="0" y="1896"/>
                      </a:lnTo>
                      <a:lnTo>
                        <a:pt x="914" y="1896"/>
                      </a:lnTo>
                      <a:lnTo>
                        <a:pt x="914" y="1831"/>
                      </a:lnTo>
                      <a:cubicBezTo>
                        <a:pt x="914" y="1760"/>
                        <a:pt x="971" y="1703"/>
                        <a:pt x="1042" y="1703"/>
                      </a:cubicBezTo>
                      <a:lnTo>
                        <a:pt x="1308" y="1703"/>
                      </a:lnTo>
                      <a:cubicBezTo>
                        <a:pt x="1379" y="1703"/>
                        <a:pt x="1436" y="1645"/>
                        <a:pt x="1436" y="1575"/>
                      </a:cubicBezTo>
                      <a:lnTo>
                        <a:pt x="1436" y="1186"/>
                      </a:lnTo>
                      <a:lnTo>
                        <a:pt x="1582" y="1186"/>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3" name="Google Shape;373;p34"/>
                <p:cNvSpPr/>
                <p:nvPr/>
              </p:nvSpPr>
              <p:spPr>
                <a:xfrm flipH="1">
                  <a:off x="7023584" y="-93561"/>
                  <a:ext cx="417997" cy="703408"/>
                </a:xfrm>
                <a:custGeom>
                  <a:avLst/>
                  <a:gdLst/>
                  <a:ahLst/>
                  <a:cxnLst/>
                  <a:rect l="l" t="t" r="r" b="b"/>
                  <a:pathLst>
                    <a:path w="1105" h="1857" extrusionOk="0">
                      <a:moveTo>
                        <a:pt x="0" y="864"/>
                      </a:moveTo>
                      <a:lnTo>
                        <a:pt x="0" y="707"/>
                      </a:lnTo>
                      <a:cubicBezTo>
                        <a:pt x="0" y="378"/>
                        <a:pt x="212" y="100"/>
                        <a:pt x="507" y="0"/>
                      </a:cubicBezTo>
                      <a:cubicBezTo>
                        <a:pt x="802" y="100"/>
                        <a:pt x="1014" y="378"/>
                        <a:pt x="1014" y="707"/>
                      </a:cubicBezTo>
                      <a:lnTo>
                        <a:pt x="1105" y="1147"/>
                      </a:lnTo>
                      <a:lnTo>
                        <a:pt x="959" y="1147"/>
                      </a:lnTo>
                      <a:lnTo>
                        <a:pt x="959" y="1536"/>
                      </a:lnTo>
                      <a:cubicBezTo>
                        <a:pt x="959" y="1606"/>
                        <a:pt x="902" y="1664"/>
                        <a:pt x="831" y="1664"/>
                      </a:cubicBezTo>
                      <a:lnTo>
                        <a:pt x="565" y="1664"/>
                      </a:lnTo>
                      <a:cubicBezTo>
                        <a:pt x="494" y="1664"/>
                        <a:pt x="437" y="1721"/>
                        <a:pt x="437" y="1792"/>
                      </a:cubicBezTo>
                      <a:lnTo>
                        <a:pt x="437" y="1857"/>
                      </a:lnTo>
                      <a:lnTo>
                        <a:pt x="0" y="1857"/>
                      </a:lnTo>
                      <a:lnTo>
                        <a:pt x="0" y="1147"/>
                      </a:lnTo>
                      <a:lnTo>
                        <a:pt x="0" y="864"/>
                      </a:ln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374" name="Google Shape;374;p34"/>
            <p:cNvGrpSpPr/>
            <p:nvPr/>
          </p:nvGrpSpPr>
          <p:grpSpPr>
            <a:xfrm>
              <a:off x="7667640" y="359584"/>
              <a:ext cx="1476363" cy="1475933"/>
              <a:chOff x="12566215" y="359601"/>
              <a:chExt cx="1476363" cy="1473869"/>
            </a:xfrm>
          </p:grpSpPr>
          <p:sp>
            <p:nvSpPr>
              <p:cNvPr id="375" name="Google Shape;375;p34"/>
              <p:cNvSpPr/>
              <p:nvPr/>
            </p:nvSpPr>
            <p:spPr>
              <a:xfrm>
                <a:off x="12566215" y="359601"/>
                <a:ext cx="1476363" cy="147386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76" name="Google Shape;376;p34"/>
              <p:cNvGrpSpPr/>
              <p:nvPr/>
            </p:nvGrpSpPr>
            <p:grpSpPr>
              <a:xfrm>
                <a:off x="12788672" y="599137"/>
                <a:ext cx="1029009" cy="1234333"/>
                <a:chOff x="608896" y="2423510"/>
                <a:chExt cx="598435" cy="717802"/>
              </a:xfrm>
            </p:grpSpPr>
            <p:sp>
              <p:nvSpPr>
                <p:cNvPr id="377" name="Google Shape;377;p34"/>
                <p:cNvSpPr/>
                <p:nvPr/>
              </p:nvSpPr>
              <p:spPr>
                <a:xfrm>
                  <a:off x="608896" y="2423510"/>
                  <a:ext cx="598435" cy="717802"/>
                </a:xfrm>
                <a:custGeom>
                  <a:avLst/>
                  <a:gdLst/>
                  <a:ahLst/>
                  <a:cxnLst/>
                  <a:rect l="l" t="t" r="r" b="b"/>
                  <a:pathLst>
                    <a:path w="1582" h="1895" extrusionOk="0">
                      <a:moveTo>
                        <a:pt x="746" y="0"/>
                      </a:moveTo>
                      <a:lnTo>
                        <a:pt x="746" y="0"/>
                      </a:lnTo>
                      <a:cubicBezTo>
                        <a:pt x="1157" y="0"/>
                        <a:pt x="1491" y="333"/>
                        <a:pt x="1491" y="745"/>
                      </a:cubicBezTo>
                      <a:lnTo>
                        <a:pt x="1582" y="1185"/>
                      </a:lnTo>
                      <a:lnTo>
                        <a:pt x="1436" y="1185"/>
                      </a:lnTo>
                      <a:lnTo>
                        <a:pt x="1436" y="1574"/>
                      </a:lnTo>
                      <a:cubicBezTo>
                        <a:pt x="1436" y="1645"/>
                        <a:pt x="1379" y="1702"/>
                        <a:pt x="1308" y="1702"/>
                      </a:cubicBezTo>
                      <a:lnTo>
                        <a:pt x="1042" y="1702"/>
                      </a:lnTo>
                      <a:cubicBezTo>
                        <a:pt x="971" y="1702"/>
                        <a:pt x="914" y="1759"/>
                        <a:pt x="914" y="1830"/>
                      </a:cubicBezTo>
                      <a:lnTo>
                        <a:pt x="914" y="1895"/>
                      </a:lnTo>
                      <a:lnTo>
                        <a:pt x="0" y="1895"/>
                      </a:lnTo>
                      <a:lnTo>
                        <a:pt x="0" y="1185"/>
                      </a:lnTo>
                      <a:lnTo>
                        <a:pt x="0" y="902"/>
                      </a:lnTo>
                      <a:lnTo>
                        <a:pt x="0" y="745"/>
                      </a:lnTo>
                      <a:cubicBezTo>
                        <a:pt x="0" y="333"/>
                        <a:pt x="334" y="0"/>
                        <a:pt x="746" y="0"/>
                      </a:cubicBez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8" name="Google Shape;378;p34"/>
                <p:cNvSpPr/>
                <p:nvPr/>
              </p:nvSpPr>
              <p:spPr>
                <a:xfrm>
                  <a:off x="802197" y="2696610"/>
                  <a:ext cx="175899" cy="177651"/>
                </a:xfrm>
                <a:custGeom>
                  <a:avLst/>
                  <a:gdLst/>
                  <a:ahLst/>
                  <a:cxnLst/>
                  <a:rect l="l" t="t" r="r" b="b"/>
                  <a:pathLst>
                    <a:path w="465" h="469" extrusionOk="0">
                      <a:moveTo>
                        <a:pt x="465" y="236"/>
                      </a:moveTo>
                      <a:cubicBezTo>
                        <a:pt x="465" y="365"/>
                        <a:pt x="361" y="469"/>
                        <a:pt x="233" y="469"/>
                      </a:cubicBezTo>
                      <a:lnTo>
                        <a:pt x="233" y="469"/>
                      </a:lnTo>
                      <a:cubicBezTo>
                        <a:pt x="104" y="469"/>
                        <a:pt x="0" y="365"/>
                        <a:pt x="0" y="236"/>
                      </a:cubicBezTo>
                      <a:lnTo>
                        <a:pt x="0" y="0"/>
                      </a:lnTo>
                      <a:lnTo>
                        <a:pt x="465" y="0"/>
                      </a:lnTo>
                      <a:lnTo>
                        <a:pt x="465" y="236"/>
                      </a:ln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9" name="Google Shape;379;p34"/>
                <p:cNvSpPr/>
                <p:nvPr/>
              </p:nvSpPr>
              <p:spPr>
                <a:xfrm>
                  <a:off x="802197" y="2518962"/>
                  <a:ext cx="175899" cy="177651"/>
                </a:xfrm>
                <a:custGeom>
                  <a:avLst/>
                  <a:gdLst/>
                  <a:ahLst/>
                  <a:cxnLst/>
                  <a:rect l="l" t="t" r="r" b="b"/>
                  <a:pathLst>
                    <a:path w="465" h="469" extrusionOk="0">
                      <a:moveTo>
                        <a:pt x="233" y="0"/>
                      </a:moveTo>
                      <a:lnTo>
                        <a:pt x="233" y="0"/>
                      </a:lnTo>
                      <a:cubicBezTo>
                        <a:pt x="361" y="0"/>
                        <a:pt x="465" y="104"/>
                        <a:pt x="465" y="232"/>
                      </a:cubicBezTo>
                      <a:lnTo>
                        <a:pt x="465" y="469"/>
                      </a:lnTo>
                      <a:lnTo>
                        <a:pt x="0" y="469"/>
                      </a:lnTo>
                      <a:lnTo>
                        <a:pt x="0" y="232"/>
                      </a:lnTo>
                      <a:cubicBezTo>
                        <a:pt x="0" y="104"/>
                        <a:pt x="104" y="0"/>
                        <a:pt x="233"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380" name="Google Shape;380;p34"/>
            <p:cNvGrpSpPr/>
            <p:nvPr/>
          </p:nvGrpSpPr>
          <p:grpSpPr>
            <a:xfrm>
              <a:off x="7667640" y="3308393"/>
              <a:ext cx="1475504" cy="1474726"/>
              <a:chOff x="12566617" y="3308393"/>
              <a:chExt cx="1475504" cy="1474726"/>
            </a:xfrm>
          </p:grpSpPr>
          <p:sp>
            <p:nvSpPr>
              <p:cNvPr id="381" name="Google Shape;381;p34"/>
              <p:cNvSpPr/>
              <p:nvPr/>
            </p:nvSpPr>
            <p:spPr>
              <a:xfrm>
                <a:off x="12566617" y="3308393"/>
                <a:ext cx="1475504" cy="147472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34"/>
              <p:cNvGrpSpPr/>
              <p:nvPr/>
            </p:nvGrpSpPr>
            <p:grpSpPr>
              <a:xfrm>
                <a:off x="12786361" y="3549183"/>
                <a:ext cx="1028374" cy="1233936"/>
                <a:chOff x="3168380" y="486304"/>
                <a:chExt cx="598414" cy="717155"/>
              </a:xfrm>
            </p:grpSpPr>
            <p:sp>
              <p:nvSpPr>
                <p:cNvPr id="383" name="Google Shape;383;p34"/>
                <p:cNvSpPr/>
                <p:nvPr/>
              </p:nvSpPr>
              <p:spPr>
                <a:xfrm>
                  <a:off x="3168380" y="486304"/>
                  <a:ext cx="598414" cy="717155"/>
                </a:xfrm>
                <a:custGeom>
                  <a:avLst/>
                  <a:gdLst/>
                  <a:ahLst/>
                  <a:cxnLst/>
                  <a:rect l="l" t="t" r="r" b="b"/>
                  <a:pathLst>
                    <a:path w="1466" h="1757" extrusionOk="0">
                      <a:moveTo>
                        <a:pt x="775" y="0"/>
                      </a:moveTo>
                      <a:lnTo>
                        <a:pt x="775" y="0"/>
                      </a:lnTo>
                      <a:cubicBezTo>
                        <a:pt x="394" y="0"/>
                        <a:pt x="85" y="310"/>
                        <a:pt x="85" y="691"/>
                      </a:cubicBezTo>
                      <a:lnTo>
                        <a:pt x="0" y="1099"/>
                      </a:lnTo>
                      <a:lnTo>
                        <a:pt x="135" y="1099"/>
                      </a:lnTo>
                      <a:lnTo>
                        <a:pt x="135" y="1459"/>
                      </a:lnTo>
                      <a:cubicBezTo>
                        <a:pt x="135" y="1524"/>
                        <a:pt x="189" y="1578"/>
                        <a:pt x="254" y="1578"/>
                      </a:cubicBezTo>
                      <a:lnTo>
                        <a:pt x="501" y="1578"/>
                      </a:lnTo>
                      <a:cubicBezTo>
                        <a:pt x="566" y="1578"/>
                        <a:pt x="619" y="1631"/>
                        <a:pt x="619" y="1696"/>
                      </a:cubicBezTo>
                      <a:lnTo>
                        <a:pt x="619" y="1757"/>
                      </a:lnTo>
                      <a:lnTo>
                        <a:pt x="1466" y="1757"/>
                      </a:lnTo>
                      <a:lnTo>
                        <a:pt x="1466" y="1099"/>
                      </a:lnTo>
                      <a:lnTo>
                        <a:pt x="1466" y="836"/>
                      </a:lnTo>
                      <a:lnTo>
                        <a:pt x="1466" y="691"/>
                      </a:lnTo>
                      <a:cubicBezTo>
                        <a:pt x="1466" y="310"/>
                        <a:pt x="1156" y="0"/>
                        <a:pt x="775" y="0"/>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4" name="Google Shape;384;p34"/>
                <p:cNvSpPr/>
                <p:nvPr/>
              </p:nvSpPr>
              <p:spPr>
                <a:xfrm>
                  <a:off x="3350845" y="577742"/>
                  <a:ext cx="271858" cy="202452"/>
                </a:xfrm>
                <a:custGeom>
                  <a:avLst/>
                  <a:gdLst/>
                  <a:ahLst/>
                  <a:cxnLst/>
                  <a:rect l="l" t="t" r="r" b="b"/>
                  <a:pathLst>
                    <a:path w="666" h="496" extrusionOk="0">
                      <a:moveTo>
                        <a:pt x="333" y="496"/>
                      </a:moveTo>
                      <a:lnTo>
                        <a:pt x="333" y="496"/>
                      </a:lnTo>
                      <a:cubicBezTo>
                        <a:pt x="149" y="496"/>
                        <a:pt x="0" y="347"/>
                        <a:pt x="0" y="163"/>
                      </a:cubicBezTo>
                      <a:lnTo>
                        <a:pt x="0" y="0"/>
                      </a:lnTo>
                      <a:lnTo>
                        <a:pt x="666" y="0"/>
                      </a:lnTo>
                      <a:lnTo>
                        <a:pt x="666" y="163"/>
                      </a:lnTo>
                      <a:cubicBezTo>
                        <a:pt x="666" y="347"/>
                        <a:pt x="517" y="496"/>
                        <a:pt x="333" y="496"/>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5" name="Google Shape;385;p34"/>
                <p:cNvSpPr/>
                <p:nvPr/>
              </p:nvSpPr>
              <p:spPr>
                <a:xfrm>
                  <a:off x="3350845" y="780214"/>
                  <a:ext cx="271858" cy="135921"/>
                </a:xfrm>
                <a:custGeom>
                  <a:avLst/>
                  <a:gdLst/>
                  <a:ahLst/>
                  <a:cxnLst/>
                  <a:rect l="l" t="t" r="r" b="b"/>
                  <a:pathLst>
                    <a:path w="666" h="333" extrusionOk="0">
                      <a:moveTo>
                        <a:pt x="0" y="333"/>
                      </a:moveTo>
                      <a:cubicBezTo>
                        <a:pt x="0" y="149"/>
                        <a:pt x="149" y="0"/>
                        <a:pt x="333" y="0"/>
                      </a:cubicBezTo>
                      <a:lnTo>
                        <a:pt x="333" y="0"/>
                      </a:lnTo>
                      <a:cubicBezTo>
                        <a:pt x="517" y="0"/>
                        <a:pt x="666" y="149"/>
                        <a:pt x="666" y="333"/>
                      </a:cubicBezTo>
                      <a:lnTo>
                        <a:pt x="0" y="333"/>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6" name="Google Shape;386;p34"/>
                <p:cNvSpPr/>
                <p:nvPr/>
              </p:nvSpPr>
              <p:spPr>
                <a:xfrm>
                  <a:off x="3348395" y="644281"/>
                  <a:ext cx="276756" cy="138370"/>
                </a:xfrm>
                <a:custGeom>
                  <a:avLst/>
                  <a:gdLst/>
                  <a:ahLst/>
                  <a:cxnLst/>
                  <a:rect l="l" t="t" r="r" b="b"/>
                  <a:pathLst>
                    <a:path w="678" h="339" extrusionOk="0">
                      <a:moveTo>
                        <a:pt x="678" y="0"/>
                      </a:moveTo>
                      <a:lnTo>
                        <a:pt x="339" y="339"/>
                      </a:lnTo>
                      <a:lnTo>
                        <a:pt x="0" y="0"/>
                      </a:lnTo>
                      <a:lnTo>
                        <a:pt x="678" y="0"/>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387" name="Google Shape;387;p34"/>
                <p:cNvSpPr/>
                <p:nvPr/>
              </p:nvSpPr>
              <p:spPr>
                <a:xfrm>
                  <a:off x="3350845" y="780214"/>
                  <a:ext cx="271858" cy="202452"/>
                </a:xfrm>
                <a:custGeom>
                  <a:avLst/>
                  <a:gdLst/>
                  <a:ahLst/>
                  <a:cxnLst/>
                  <a:rect l="l" t="t" r="r" b="b"/>
                  <a:pathLst>
                    <a:path w="666" h="496" extrusionOk="0">
                      <a:moveTo>
                        <a:pt x="666" y="333"/>
                      </a:moveTo>
                      <a:lnTo>
                        <a:pt x="666" y="333"/>
                      </a:lnTo>
                      <a:lnTo>
                        <a:pt x="666" y="333"/>
                      </a:lnTo>
                      <a:lnTo>
                        <a:pt x="333" y="0"/>
                      </a:lnTo>
                      <a:lnTo>
                        <a:pt x="0" y="333"/>
                      </a:lnTo>
                      <a:lnTo>
                        <a:pt x="0" y="333"/>
                      </a:lnTo>
                      <a:lnTo>
                        <a:pt x="0" y="333"/>
                      </a:lnTo>
                      <a:lnTo>
                        <a:pt x="0" y="339"/>
                      </a:lnTo>
                      <a:lnTo>
                        <a:pt x="0" y="496"/>
                      </a:lnTo>
                      <a:lnTo>
                        <a:pt x="666" y="496"/>
                      </a:lnTo>
                      <a:lnTo>
                        <a:pt x="666" y="339"/>
                      </a:lnTo>
                      <a:lnTo>
                        <a:pt x="666" y="333"/>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nvGrpSpPr>
            <p:cNvPr id="388" name="Google Shape;388;p34"/>
            <p:cNvGrpSpPr/>
            <p:nvPr/>
          </p:nvGrpSpPr>
          <p:grpSpPr>
            <a:xfrm>
              <a:off x="6191280" y="3308393"/>
              <a:ext cx="1475504" cy="1474898"/>
              <a:chOff x="11089858" y="3308393"/>
              <a:chExt cx="1475504" cy="1474898"/>
            </a:xfrm>
          </p:grpSpPr>
          <p:sp>
            <p:nvSpPr>
              <p:cNvPr id="389" name="Google Shape;389;p34"/>
              <p:cNvSpPr/>
              <p:nvPr/>
            </p:nvSpPr>
            <p:spPr>
              <a:xfrm>
                <a:off x="11089858" y="3308393"/>
                <a:ext cx="1475504" cy="14748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90" name="Google Shape;390;p34"/>
              <p:cNvGrpSpPr/>
              <p:nvPr/>
            </p:nvGrpSpPr>
            <p:grpSpPr>
              <a:xfrm>
                <a:off x="11317225" y="3548096"/>
                <a:ext cx="1028411" cy="1235194"/>
                <a:chOff x="1669996" y="4355964"/>
                <a:chExt cx="598435" cy="717802"/>
              </a:xfrm>
            </p:grpSpPr>
            <p:sp>
              <p:nvSpPr>
                <p:cNvPr id="391" name="Google Shape;391;p34"/>
                <p:cNvSpPr/>
                <p:nvPr/>
              </p:nvSpPr>
              <p:spPr>
                <a:xfrm>
                  <a:off x="1669996" y="4355964"/>
                  <a:ext cx="598435" cy="717802"/>
                </a:xfrm>
                <a:custGeom>
                  <a:avLst/>
                  <a:gdLst/>
                  <a:ahLst/>
                  <a:cxnLst/>
                  <a:rect l="l" t="t" r="r" b="b"/>
                  <a:pathLst>
                    <a:path w="1582" h="1895" extrusionOk="0">
                      <a:moveTo>
                        <a:pt x="1582" y="1185"/>
                      </a:moveTo>
                      <a:lnTo>
                        <a:pt x="1491" y="745"/>
                      </a:lnTo>
                      <a:cubicBezTo>
                        <a:pt x="1491" y="334"/>
                        <a:pt x="1157" y="0"/>
                        <a:pt x="746" y="0"/>
                      </a:cubicBezTo>
                      <a:lnTo>
                        <a:pt x="746" y="0"/>
                      </a:lnTo>
                      <a:cubicBezTo>
                        <a:pt x="334" y="0"/>
                        <a:pt x="0" y="334"/>
                        <a:pt x="0" y="745"/>
                      </a:cubicBezTo>
                      <a:lnTo>
                        <a:pt x="0" y="902"/>
                      </a:lnTo>
                      <a:lnTo>
                        <a:pt x="0" y="1185"/>
                      </a:lnTo>
                      <a:lnTo>
                        <a:pt x="0" y="1895"/>
                      </a:lnTo>
                      <a:lnTo>
                        <a:pt x="914" y="1895"/>
                      </a:lnTo>
                      <a:lnTo>
                        <a:pt x="914" y="1830"/>
                      </a:lnTo>
                      <a:cubicBezTo>
                        <a:pt x="914" y="1759"/>
                        <a:pt x="971" y="1701"/>
                        <a:pt x="1042" y="1701"/>
                      </a:cubicBezTo>
                      <a:lnTo>
                        <a:pt x="1308" y="1701"/>
                      </a:lnTo>
                      <a:cubicBezTo>
                        <a:pt x="1379" y="1701"/>
                        <a:pt x="1436" y="1644"/>
                        <a:pt x="1436" y="1573"/>
                      </a:cubicBezTo>
                      <a:lnTo>
                        <a:pt x="1436" y="1185"/>
                      </a:lnTo>
                      <a:lnTo>
                        <a:pt x="1582" y="1185"/>
                      </a:ln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2" name="Google Shape;392;p34"/>
                <p:cNvSpPr/>
                <p:nvPr/>
              </p:nvSpPr>
              <p:spPr>
                <a:xfrm>
                  <a:off x="1726360" y="4435508"/>
                  <a:ext cx="433884" cy="432197"/>
                </a:xfrm>
                <a:custGeom>
                  <a:avLst/>
                  <a:gdLst/>
                  <a:ahLst/>
                  <a:cxnLst/>
                  <a:rect l="l" t="t" r="r" b="b"/>
                  <a:pathLst>
                    <a:path w="1147" h="1141" extrusionOk="0">
                      <a:moveTo>
                        <a:pt x="126" y="652"/>
                      </a:moveTo>
                      <a:cubicBezTo>
                        <a:pt x="138" y="713"/>
                        <a:pt x="162" y="772"/>
                        <a:pt x="199" y="825"/>
                      </a:cubicBezTo>
                      <a:lnTo>
                        <a:pt x="111" y="912"/>
                      </a:lnTo>
                      <a:lnTo>
                        <a:pt x="230" y="1031"/>
                      </a:lnTo>
                      <a:lnTo>
                        <a:pt x="318" y="943"/>
                      </a:lnTo>
                      <a:cubicBezTo>
                        <a:pt x="371" y="980"/>
                        <a:pt x="431" y="1004"/>
                        <a:pt x="492" y="1016"/>
                      </a:cubicBezTo>
                      <a:lnTo>
                        <a:pt x="493" y="1140"/>
                      </a:lnTo>
                      <a:lnTo>
                        <a:pt x="660" y="1141"/>
                      </a:lnTo>
                      <a:lnTo>
                        <a:pt x="660" y="1017"/>
                      </a:lnTo>
                      <a:cubicBezTo>
                        <a:pt x="721" y="1006"/>
                        <a:pt x="780" y="982"/>
                        <a:pt x="833" y="946"/>
                      </a:cubicBezTo>
                      <a:lnTo>
                        <a:pt x="922" y="1035"/>
                      </a:lnTo>
                      <a:lnTo>
                        <a:pt x="1040" y="918"/>
                      </a:lnTo>
                      <a:lnTo>
                        <a:pt x="951" y="830"/>
                      </a:lnTo>
                      <a:cubicBezTo>
                        <a:pt x="987" y="777"/>
                        <a:pt x="1011" y="718"/>
                        <a:pt x="1022" y="658"/>
                      </a:cubicBezTo>
                      <a:lnTo>
                        <a:pt x="1147" y="659"/>
                      </a:lnTo>
                      <a:lnTo>
                        <a:pt x="1147" y="492"/>
                      </a:lnTo>
                      <a:lnTo>
                        <a:pt x="1021" y="491"/>
                      </a:lnTo>
                      <a:cubicBezTo>
                        <a:pt x="1009" y="430"/>
                        <a:pt x="985" y="371"/>
                        <a:pt x="948" y="318"/>
                      </a:cubicBezTo>
                      <a:lnTo>
                        <a:pt x="1037" y="230"/>
                      </a:lnTo>
                      <a:lnTo>
                        <a:pt x="917" y="111"/>
                      </a:lnTo>
                      <a:lnTo>
                        <a:pt x="829" y="199"/>
                      </a:lnTo>
                      <a:cubicBezTo>
                        <a:pt x="776" y="162"/>
                        <a:pt x="716" y="138"/>
                        <a:pt x="655" y="126"/>
                      </a:cubicBezTo>
                      <a:lnTo>
                        <a:pt x="655" y="2"/>
                      </a:lnTo>
                      <a:lnTo>
                        <a:pt x="487" y="0"/>
                      </a:lnTo>
                      <a:lnTo>
                        <a:pt x="488" y="125"/>
                      </a:lnTo>
                      <a:cubicBezTo>
                        <a:pt x="426" y="136"/>
                        <a:pt x="367" y="160"/>
                        <a:pt x="314" y="196"/>
                      </a:cubicBezTo>
                      <a:lnTo>
                        <a:pt x="225" y="107"/>
                      </a:lnTo>
                      <a:lnTo>
                        <a:pt x="107" y="224"/>
                      </a:lnTo>
                      <a:lnTo>
                        <a:pt x="196" y="313"/>
                      </a:lnTo>
                      <a:cubicBezTo>
                        <a:pt x="160" y="366"/>
                        <a:pt x="136" y="424"/>
                        <a:pt x="125" y="485"/>
                      </a:cubicBezTo>
                      <a:lnTo>
                        <a:pt x="0" y="484"/>
                      </a:lnTo>
                      <a:lnTo>
                        <a:pt x="1" y="651"/>
                      </a:lnTo>
                      <a:lnTo>
                        <a:pt x="126" y="652"/>
                      </a:lnTo>
                      <a:moveTo>
                        <a:pt x="410" y="405"/>
                      </a:moveTo>
                      <a:cubicBezTo>
                        <a:pt x="499" y="316"/>
                        <a:pt x="645" y="317"/>
                        <a:pt x="735" y="407"/>
                      </a:cubicBezTo>
                      <a:cubicBezTo>
                        <a:pt x="826" y="498"/>
                        <a:pt x="826" y="643"/>
                        <a:pt x="737" y="732"/>
                      </a:cubicBezTo>
                      <a:cubicBezTo>
                        <a:pt x="647" y="820"/>
                        <a:pt x="502" y="820"/>
                        <a:pt x="411" y="729"/>
                      </a:cubicBezTo>
                      <a:cubicBezTo>
                        <a:pt x="321" y="639"/>
                        <a:pt x="320" y="494"/>
                        <a:pt x="410" y="405"/>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393" name="Google Shape;393;p34"/>
            <p:cNvGrpSpPr/>
            <p:nvPr/>
          </p:nvGrpSpPr>
          <p:grpSpPr>
            <a:xfrm>
              <a:off x="6191280" y="359601"/>
              <a:ext cx="1475504" cy="1474726"/>
              <a:chOff x="11090536" y="359601"/>
              <a:chExt cx="1475504" cy="1474726"/>
            </a:xfrm>
          </p:grpSpPr>
          <p:sp>
            <p:nvSpPr>
              <p:cNvPr id="394" name="Google Shape;394;p34"/>
              <p:cNvSpPr/>
              <p:nvPr/>
            </p:nvSpPr>
            <p:spPr>
              <a:xfrm>
                <a:off x="11090536" y="359601"/>
                <a:ext cx="1475504" cy="1474726"/>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95" name="Google Shape;395;p34"/>
              <p:cNvGrpSpPr/>
              <p:nvPr/>
            </p:nvGrpSpPr>
            <p:grpSpPr>
              <a:xfrm>
                <a:off x="11311318" y="601078"/>
                <a:ext cx="1027462" cy="1233249"/>
                <a:chOff x="2836683" y="959608"/>
                <a:chExt cx="597883" cy="716755"/>
              </a:xfrm>
            </p:grpSpPr>
            <p:sp>
              <p:nvSpPr>
                <p:cNvPr id="396" name="Google Shape;396;p34"/>
                <p:cNvSpPr/>
                <p:nvPr/>
              </p:nvSpPr>
              <p:spPr>
                <a:xfrm>
                  <a:off x="2836683" y="959608"/>
                  <a:ext cx="597883" cy="716755"/>
                </a:xfrm>
                <a:custGeom>
                  <a:avLst/>
                  <a:gdLst/>
                  <a:ahLst/>
                  <a:cxnLst/>
                  <a:rect l="l" t="t" r="r" b="b"/>
                  <a:pathLst>
                    <a:path w="1464" h="1756" extrusionOk="0">
                      <a:moveTo>
                        <a:pt x="774" y="0"/>
                      </a:moveTo>
                      <a:lnTo>
                        <a:pt x="774" y="0"/>
                      </a:lnTo>
                      <a:cubicBezTo>
                        <a:pt x="393" y="0"/>
                        <a:pt x="84" y="309"/>
                        <a:pt x="84" y="691"/>
                      </a:cubicBezTo>
                      <a:lnTo>
                        <a:pt x="0" y="1098"/>
                      </a:lnTo>
                      <a:lnTo>
                        <a:pt x="135" y="1098"/>
                      </a:lnTo>
                      <a:lnTo>
                        <a:pt x="135" y="1459"/>
                      </a:lnTo>
                      <a:cubicBezTo>
                        <a:pt x="135" y="1524"/>
                        <a:pt x="188" y="1577"/>
                        <a:pt x="254" y="1577"/>
                      </a:cubicBezTo>
                      <a:lnTo>
                        <a:pt x="500" y="1577"/>
                      </a:lnTo>
                      <a:cubicBezTo>
                        <a:pt x="566" y="1577"/>
                        <a:pt x="618" y="1630"/>
                        <a:pt x="618" y="1696"/>
                      </a:cubicBezTo>
                      <a:lnTo>
                        <a:pt x="618" y="1756"/>
                      </a:lnTo>
                      <a:lnTo>
                        <a:pt x="1464" y="1756"/>
                      </a:lnTo>
                      <a:lnTo>
                        <a:pt x="1464" y="1098"/>
                      </a:lnTo>
                      <a:lnTo>
                        <a:pt x="1464" y="836"/>
                      </a:lnTo>
                      <a:lnTo>
                        <a:pt x="1464" y="691"/>
                      </a:lnTo>
                      <a:cubicBezTo>
                        <a:pt x="1464" y="309"/>
                        <a:pt x="1155" y="0"/>
                        <a:pt x="774"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7" name="Google Shape;397;p34"/>
                <p:cNvSpPr/>
                <p:nvPr/>
              </p:nvSpPr>
              <p:spPr>
                <a:xfrm>
                  <a:off x="2963692" y="1039202"/>
                  <a:ext cx="374902" cy="375113"/>
                </a:xfrm>
                <a:custGeom>
                  <a:avLst/>
                  <a:gdLst/>
                  <a:ahLst/>
                  <a:cxnLst/>
                  <a:rect l="l" t="t" r="r" b="b"/>
                  <a:pathLst>
                    <a:path w="918" h="919" extrusionOk="0">
                      <a:moveTo>
                        <a:pt x="918" y="460"/>
                      </a:moveTo>
                      <a:cubicBezTo>
                        <a:pt x="918" y="540"/>
                        <a:pt x="898" y="621"/>
                        <a:pt x="857" y="690"/>
                      </a:cubicBezTo>
                      <a:cubicBezTo>
                        <a:pt x="817" y="760"/>
                        <a:pt x="758" y="818"/>
                        <a:pt x="688" y="858"/>
                      </a:cubicBezTo>
                      <a:cubicBezTo>
                        <a:pt x="619" y="898"/>
                        <a:pt x="540" y="919"/>
                        <a:pt x="459" y="919"/>
                      </a:cubicBezTo>
                      <a:cubicBezTo>
                        <a:pt x="379" y="919"/>
                        <a:pt x="299" y="898"/>
                        <a:pt x="230" y="858"/>
                      </a:cubicBezTo>
                      <a:cubicBezTo>
                        <a:pt x="160" y="818"/>
                        <a:pt x="101" y="760"/>
                        <a:pt x="61" y="690"/>
                      </a:cubicBezTo>
                      <a:cubicBezTo>
                        <a:pt x="20" y="621"/>
                        <a:pt x="0" y="540"/>
                        <a:pt x="0" y="460"/>
                      </a:cubicBezTo>
                      <a:cubicBezTo>
                        <a:pt x="0" y="379"/>
                        <a:pt x="21" y="300"/>
                        <a:pt x="61" y="230"/>
                      </a:cubicBezTo>
                      <a:cubicBezTo>
                        <a:pt x="102" y="160"/>
                        <a:pt x="160" y="103"/>
                        <a:pt x="230" y="62"/>
                      </a:cubicBezTo>
                      <a:cubicBezTo>
                        <a:pt x="299" y="22"/>
                        <a:pt x="378" y="0"/>
                        <a:pt x="459" y="0"/>
                      </a:cubicBezTo>
                      <a:cubicBezTo>
                        <a:pt x="539" y="0"/>
                        <a:pt x="619" y="22"/>
                        <a:pt x="688" y="62"/>
                      </a:cubicBezTo>
                      <a:cubicBezTo>
                        <a:pt x="758" y="103"/>
                        <a:pt x="816" y="160"/>
                        <a:pt x="857" y="230"/>
                      </a:cubicBezTo>
                      <a:cubicBezTo>
                        <a:pt x="897" y="300"/>
                        <a:pt x="918" y="379"/>
                        <a:pt x="918" y="460"/>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398" name="Google Shape;398;p34"/>
                <p:cNvSpPr/>
                <p:nvPr/>
              </p:nvSpPr>
              <p:spPr>
                <a:xfrm>
                  <a:off x="3011065" y="1169409"/>
                  <a:ext cx="280156" cy="115105"/>
                </a:xfrm>
                <a:custGeom>
                  <a:avLst/>
                  <a:gdLst/>
                  <a:ahLst/>
                  <a:cxnLst/>
                  <a:rect l="l" t="t" r="r" b="b"/>
                  <a:pathLst>
                    <a:path w="686" h="282" extrusionOk="0">
                      <a:moveTo>
                        <a:pt x="665" y="123"/>
                      </a:moveTo>
                      <a:cubicBezTo>
                        <a:pt x="659" y="118"/>
                        <a:pt x="519" y="0"/>
                        <a:pt x="343" y="0"/>
                      </a:cubicBezTo>
                      <a:cubicBezTo>
                        <a:pt x="166" y="0"/>
                        <a:pt x="27" y="118"/>
                        <a:pt x="21" y="123"/>
                      </a:cubicBezTo>
                      <a:lnTo>
                        <a:pt x="0" y="141"/>
                      </a:lnTo>
                      <a:lnTo>
                        <a:pt x="21" y="158"/>
                      </a:lnTo>
                      <a:cubicBezTo>
                        <a:pt x="27" y="163"/>
                        <a:pt x="167" y="282"/>
                        <a:pt x="343" y="282"/>
                      </a:cubicBezTo>
                      <a:cubicBezTo>
                        <a:pt x="520" y="282"/>
                        <a:pt x="659" y="163"/>
                        <a:pt x="665" y="158"/>
                      </a:cubicBezTo>
                      <a:lnTo>
                        <a:pt x="686" y="141"/>
                      </a:lnTo>
                      <a:lnTo>
                        <a:pt x="665" y="123"/>
                      </a:lnTo>
                      <a:moveTo>
                        <a:pt x="343" y="225"/>
                      </a:moveTo>
                      <a:cubicBezTo>
                        <a:pt x="296" y="225"/>
                        <a:pt x="258" y="188"/>
                        <a:pt x="258" y="141"/>
                      </a:cubicBezTo>
                      <a:cubicBezTo>
                        <a:pt x="258" y="95"/>
                        <a:pt x="296" y="56"/>
                        <a:pt x="343" y="56"/>
                      </a:cubicBezTo>
                      <a:cubicBezTo>
                        <a:pt x="389" y="56"/>
                        <a:pt x="427" y="95"/>
                        <a:pt x="427" y="141"/>
                      </a:cubicBezTo>
                      <a:cubicBezTo>
                        <a:pt x="427" y="188"/>
                        <a:pt x="389" y="225"/>
                        <a:pt x="343" y="225"/>
                      </a:cubicBezTo>
                      <a:moveTo>
                        <a:pt x="239" y="61"/>
                      </a:moveTo>
                      <a:cubicBezTo>
                        <a:pt x="222" y="83"/>
                        <a:pt x="212" y="111"/>
                        <a:pt x="212" y="141"/>
                      </a:cubicBezTo>
                      <a:cubicBezTo>
                        <a:pt x="212" y="171"/>
                        <a:pt x="222" y="198"/>
                        <a:pt x="239" y="220"/>
                      </a:cubicBezTo>
                      <a:cubicBezTo>
                        <a:pt x="165" y="200"/>
                        <a:pt x="106" y="163"/>
                        <a:pt x="75" y="141"/>
                      </a:cubicBezTo>
                      <a:cubicBezTo>
                        <a:pt x="106" y="119"/>
                        <a:pt x="165" y="82"/>
                        <a:pt x="239" y="61"/>
                      </a:cubicBezTo>
                      <a:moveTo>
                        <a:pt x="447" y="220"/>
                      </a:moveTo>
                      <a:cubicBezTo>
                        <a:pt x="464" y="198"/>
                        <a:pt x="474" y="171"/>
                        <a:pt x="474" y="141"/>
                      </a:cubicBezTo>
                      <a:cubicBezTo>
                        <a:pt x="474" y="111"/>
                        <a:pt x="464" y="83"/>
                        <a:pt x="447" y="61"/>
                      </a:cubicBezTo>
                      <a:cubicBezTo>
                        <a:pt x="520" y="82"/>
                        <a:pt x="580" y="119"/>
                        <a:pt x="612" y="141"/>
                      </a:cubicBezTo>
                      <a:cubicBezTo>
                        <a:pt x="580" y="163"/>
                        <a:pt x="520" y="200"/>
                        <a:pt x="447" y="22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6"/>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 prevalence</a:t>
            </a:r>
            <a:endParaRPr/>
          </a:p>
        </p:txBody>
      </p:sp>
      <p:sp>
        <p:nvSpPr>
          <p:cNvPr id="450" name="Google Shape;450;p36"/>
          <p:cNvSpPr txBox="1"/>
          <p:nvPr/>
        </p:nvSpPr>
        <p:spPr>
          <a:xfrm>
            <a:off x="720000" y="4264800"/>
            <a:ext cx="7704000" cy="33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Lato"/>
                <a:ea typeface="Lato"/>
                <a:cs typeface="Lato"/>
                <a:sym typeface="Lato"/>
              </a:rPr>
              <a:t>Follow the link in the map to modify its data and then paste the new one here. </a:t>
            </a:r>
            <a:r>
              <a:rPr lang="en" sz="1000" b="1" u="sng">
                <a:solidFill>
                  <a:schemeClr val="dk1"/>
                </a:solid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u="sng">
              <a:solidFill>
                <a:schemeClr val="dk1"/>
              </a:solidFill>
              <a:latin typeface="Lato"/>
              <a:ea typeface="Lato"/>
              <a:cs typeface="Lato"/>
              <a:sym typeface="Lato"/>
            </a:endParaRPr>
          </a:p>
        </p:txBody>
      </p:sp>
      <p:sp>
        <p:nvSpPr>
          <p:cNvPr id="451" name="Google Shape;451;p36"/>
          <p:cNvSpPr txBox="1"/>
          <p:nvPr/>
        </p:nvSpPr>
        <p:spPr>
          <a:xfrm>
            <a:off x="5870361" y="1275319"/>
            <a:ext cx="2088000" cy="7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0-5% of the population in these regions are affected by the disease</a:t>
            </a:r>
            <a:endParaRPr sz="1200">
              <a:solidFill>
                <a:schemeClr val="dk1"/>
              </a:solidFill>
              <a:latin typeface="Lato"/>
              <a:ea typeface="Lato"/>
              <a:cs typeface="Lato"/>
              <a:sym typeface="Lato"/>
            </a:endParaRPr>
          </a:p>
        </p:txBody>
      </p:sp>
      <p:sp>
        <p:nvSpPr>
          <p:cNvPr id="452" name="Google Shape;452;p36"/>
          <p:cNvSpPr/>
          <p:nvPr/>
        </p:nvSpPr>
        <p:spPr>
          <a:xfrm>
            <a:off x="5690357" y="1371650"/>
            <a:ext cx="180000" cy="180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6"/>
          <p:cNvSpPr txBox="1"/>
          <p:nvPr/>
        </p:nvSpPr>
        <p:spPr>
          <a:xfrm>
            <a:off x="5870361" y="2271813"/>
            <a:ext cx="2088000" cy="7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6-14% of the population in these regions are affected by the disease</a:t>
            </a:r>
            <a:endParaRPr sz="1200">
              <a:solidFill>
                <a:schemeClr val="dk1"/>
              </a:solidFill>
              <a:latin typeface="Lato"/>
              <a:ea typeface="Lato"/>
              <a:cs typeface="Lato"/>
              <a:sym typeface="Lato"/>
            </a:endParaRPr>
          </a:p>
        </p:txBody>
      </p:sp>
      <p:sp>
        <p:nvSpPr>
          <p:cNvPr id="454" name="Google Shape;454;p36"/>
          <p:cNvSpPr/>
          <p:nvPr/>
        </p:nvSpPr>
        <p:spPr>
          <a:xfrm>
            <a:off x="5690357" y="2366463"/>
            <a:ext cx="180000" cy="18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6"/>
          <p:cNvSpPr txBox="1"/>
          <p:nvPr/>
        </p:nvSpPr>
        <p:spPr>
          <a:xfrm>
            <a:off x="5870361" y="3268306"/>
            <a:ext cx="2088000" cy="7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15-30% of the population in these regions are affected by the disease</a:t>
            </a:r>
            <a:endParaRPr sz="1200">
              <a:solidFill>
                <a:schemeClr val="dk1"/>
              </a:solidFill>
              <a:latin typeface="Lato"/>
              <a:ea typeface="Lato"/>
              <a:cs typeface="Lato"/>
              <a:sym typeface="Lato"/>
            </a:endParaRPr>
          </a:p>
        </p:txBody>
      </p:sp>
      <p:sp>
        <p:nvSpPr>
          <p:cNvPr id="456" name="Google Shape;456;p36"/>
          <p:cNvSpPr/>
          <p:nvPr/>
        </p:nvSpPr>
        <p:spPr>
          <a:xfrm>
            <a:off x="5690357" y="3362950"/>
            <a:ext cx="180000" cy="18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7" name="Google Shape;457;p36" title="Gráfico">
            <a:hlinkClick r:id="rId4"/>
          </p:cNvPr>
          <p:cNvPicPr preferRelativeResize="0"/>
          <p:nvPr/>
        </p:nvPicPr>
        <p:blipFill>
          <a:blip r:embed="rId5">
            <a:alphaModFix/>
          </a:blip>
          <a:stretch>
            <a:fillRect/>
          </a:stretch>
        </p:blipFill>
        <p:spPr>
          <a:xfrm>
            <a:off x="1185639" y="1427738"/>
            <a:ext cx="4039079" cy="2500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37" title="Chart">
            <a:hlinkClick r:id="rId3"/>
          </p:cNvPr>
          <p:cNvPicPr preferRelativeResize="0"/>
          <p:nvPr/>
        </p:nvPicPr>
        <p:blipFill>
          <a:blip r:embed="rId4">
            <a:alphaModFix/>
          </a:blip>
          <a:stretch>
            <a:fillRect/>
          </a:stretch>
        </p:blipFill>
        <p:spPr>
          <a:xfrm>
            <a:off x="950900" y="1303462"/>
            <a:ext cx="4635149" cy="2694637"/>
          </a:xfrm>
          <a:prstGeom prst="rect">
            <a:avLst/>
          </a:prstGeom>
          <a:noFill/>
          <a:ln>
            <a:noFill/>
          </a:ln>
        </p:spPr>
      </p:pic>
      <p:sp>
        <p:nvSpPr>
          <p:cNvPr id="463" name="Google Shape;463;p37"/>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Symptoms and diagnosis</a:t>
            </a:r>
            <a:endParaRPr/>
          </a:p>
        </p:txBody>
      </p:sp>
      <p:sp>
        <p:nvSpPr>
          <p:cNvPr id="464" name="Google Shape;464;p37"/>
          <p:cNvSpPr txBox="1"/>
          <p:nvPr/>
        </p:nvSpPr>
        <p:spPr>
          <a:xfrm>
            <a:off x="719925" y="4264800"/>
            <a:ext cx="7704000" cy="33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Lato"/>
                <a:ea typeface="Lato"/>
                <a:cs typeface="Lato"/>
                <a:sym typeface="Lato"/>
              </a:rPr>
              <a:t>Follow the link in the graph to modify its data and then paste the new one here. </a:t>
            </a:r>
            <a:r>
              <a:rPr lang="en" sz="1000" b="1" u="sng">
                <a:solidFill>
                  <a:schemeClr val="dk1"/>
                </a:solid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a:solidFill>
                <a:schemeClr val="dk1"/>
              </a:solidFill>
              <a:latin typeface="Lato"/>
              <a:ea typeface="Lato"/>
              <a:cs typeface="Lato"/>
              <a:sym typeface="Lato"/>
            </a:endParaRPr>
          </a:p>
        </p:txBody>
      </p:sp>
      <p:sp>
        <p:nvSpPr>
          <p:cNvPr id="465" name="Google Shape;465;p37"/>
          <p:cNvSpPr txBox="1"/>
          <p:nvPr/>
        </p:nvSpPr>
        <p:spPr>
          <a:xfrm>
            <a:off x="5817025" y="1293950"/>
            <a:ext cx="2376000" cy="73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Archivo Black"/>
                <a:ea typeface="Archivo Black"/>
                <a:cs typeface="Archivo Black"/>
                <a:sym typeface="Archivo Black"/>
              </a:rPr>
              <a:t>Most common symptoms</a:t>
            </a:r>
            <a:endParaRPr sz="1800" b="1">
              <a:solidFill>
                <a:schemeClr val="dk1"/>
              </a:solidFill>
              <a:latin typeface="Archivo Black"/>
              <a:ea typeface="Archivo Black"/>
              <a:cs typeface="Archivo Black"/>
              <a:sym typeface="Archivo Black"/>
            </a:endParaRPr>
          </a:p>
        </p:txBody>
      </p:sp>
      <p:sp>
        <p:nvSpPr>
          <p:cNvPr id="466" name="Google Shape;466;p37"/>
          <p:cNvSpPr txBox="1"/>
          <p:nvPr/>
        </p:nvSpPr>
        <p:spPr>
          <a:xfrm>
            <a:off x="5817025" y="1956650"/>
            <a:ext cx="2376000" cy="203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Use this slide to display the most common symptoms of the disease being discussed. Include a graph with a clear title and labels for each axis. You can also explain how the disease is diagnosed, including the types of tests or procedures used, to help your audience understand how it is identified and treated</a:t>
            </a:r>
            <a:endParaRPr sz="1200">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aphicFrame>
        <p:nvGraphicFramePr>
          <p:cNvPr id="471" name="Google Shape;471;p38"/>
          <p:cNvGraphicFramePr/>
          <p:nvPr/>
        </p:nvGraphicFramePr>
        <p:xfrm>
          <a:off x="719988" y="1301288"/>
          <a:ext cx="3000000" cy="3000000"/>
        </p:xfrm>
        <a:graphic>
          <a:graphicData uri="http://schemas.openxmlformats.org/drawingml/2006/table">
            <a:tbl>
              <a:tblPr>
                <a:noFill/>
                <a:tableStyleId>{215599A1-7091-437A-ADEC-E13A7E75AEF0}</a:tableStyleId>
              </a:tblPr>
              <a:tblGrid>
                <a:gridCol w="1046525">
                  <a:extLst>
                    <a:ext uri="{9D8B030D-6E8A-4147-A177-3AD203B41FA5}">
                      <a16:colId xmlns:a16="http://schemas.microsoft.com/office/drawing/2014/main" val="20000"/>
                    </a:ext>
                  </a:extLst>
                </a:gridCol>
                <a:gridCol w="1521450">
                  <a:extLst>
                    <a:ext uri="{9D8B030D-6E8A-4147-A177-3AD203B41FA5}">
                      <a16:colId xmlns:a16="http://schemas.microsoft.com/office/drawing/2014/main" val="20001"/>
                    </a:ext>
                  </a:extLst>
                </a:gridCol>
                <a:gridCol w="1046525">
                  <a:extLst>
                    <a:ext uri="{9D8B030D-6E8A-4147-A177-3AD203B41FA5}">
                      <a16:colId xmlns:a16="http://schemas.microsoft.com/office/drawing/2014/main" val="20002"/>
                    </a:ext>
                  </a:extLst>
                </a:gridCol>
                <a:gridCol w="1521450">
                  <a:extLst>
                    <a:ext uri="{9D8B030D-6E8A-4147-A177-3AD203B41FA5}">
                      <a16:colId xmlns:a16="http://schemas.microsoft.com/office/drawing/2014/main" val="20003"/>
                    </a:ext>
                  </a:extLst>
                </a:gridCol>
                <a:gridCol w="1521450">
                  <a:extLst>
                    <a:ext uri="{9D8B030D-6E8A-4147-A177-3AD203B41FA5}">
                      <a16:colId xmlns:a16="http://schemas.microsoft.com/office/drawing/2014/main" val="20004"/>
                    </a:ext>
                  </a:extLst>
                </a:gridCol>
                <a:gridCol w="1046625">
                  <a:extLst>
                    <a:ext uri="{9D8B030D-6E8A-4147-A177-3AD203B41FA5}">
                      <a16:colId xmlns:a16="http://schemas.microsoft.com/office/drawing/2014/main" val="20005"/>
                    </a:ext>
                  </a:extLst>
                </a:gridCol>
              </a:tblGrid>
              <a:tr h="541925">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Risk factors</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Description</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Prevalence</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Contributing factors</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Complications</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ctr" rtl="0">
                        <a:lnSpc>
                          <a:spcPct val="100000"/>
                        </a:lnSpc>
                        <a:spcBef>
                          <a:spcPts val="0"/>
                        </a:spcBef>
                        <a:spcAft>
                          <a:spcPts val="0"/>
                        </a:spcAft>
                        <a:buNone/>
                      </a:pPr>
                      <a:r>
                        <a:rPr lang="en" sz="1200" b="1">
                          <a:solidFill>
                            <a:schemeClr val="dk1"/>
                          </a:solidFill>
                          <a:latin typeface="Raleway"/>
                          <a:ea typeface="Raleway"/>
                          <a:cs typeface="Raleway"/>
                          <a:sym typeface="Raleway"/>
                        </a:rPr>
                        <a:t>Severity</a:t>
                      </a:r>
                      <a:endParaRPr sz="1200" b="1">
                        <a:solidFill>
                          <a:schemeClr val="dk1"/>
                        </a:solidFill>
                        <a:latin typeface="Raleway"/>
                        <a:ea typeface="Raleway"/>
                        <a:cs typeface="Raleway"/>
                        <a:sym typeface="Raleway"/>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37625">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Enter the risk factors here</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In this part, include a brief description</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80% of cases</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Enter the contributing factors here</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In this part, enter the complications of </a:t>
                      </a:r>
                      <a:endParaRPr sz="1000">
                        <a:solidFill>
                          <a:schemeClr val="dk1"/>
                        </a:solidFill>
                        <a:latin typeface="Lato"/>
                        <a:ea typeface="Lato"/>
                        <a:cs typeface="Lato"/>
                        <a:sym typeface="Lato"/>
                      </a:endParaRPr>
                    </a:p>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the disease</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High</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637625">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risk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include a brief description</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30% of cases</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contributing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enter the complications of </a:t>
                      </a:r>
                      <a:endParaRPr sz="1000">
                        <a:solidFill>
                          <a:schemeClr val="dk1"/>
                        </a:solidFill>
                        <a:latin typeface="Lato"/>
                        <a:ea typeface="Lato"/>
                        <a:cs typeface="Lato"/>
                        <a:sym typeface="Lato"/>
                      </a:endParaRPr>
                    </a:p>
                    <a:p>
                      <a:pPr marL="0" lvl="0" indent="0" algn="l" rtl="0">
                        <a:spcBef>
                          <a:spcPts val="0"/>
                        </a:spcBef>
                        <a:spcAft>
                          <a:spcPts val="0"/>
                        </a:spcAft>
                        <a:buNone/>
                      </a:pPr>
                      <a:r>
                        <a:rPr lang="en" sz="1000">
                          <a:solidFill>
                            <a:schemeClr val="dk1"/>
                          </a:solidFill>
                          <a:latin typeface="Lato"/>
                          <a:ea typeface="Lato"/>
                          <a:cs typeface="Lato"/>
                          <a:sym typeface="Lato"/>
                        </a:rPr>
                        <a:t>the disease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Moderate</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637625">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risk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include a brief description</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40% of cases</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contributing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enter the complications of </a:t>
                      </a:r>
                      <a:endParaRPr sz="1000">
                        <a:solidFill>
                          <a:schemeClr val="dk1"/>
                        </a:solidFill>
                        <a:latin typeface="Lato"/>
                        <a:ea typeface="Lato"/>
                        <a:cs typeface="Lato"/>
                        <a:sym typeface="Lato"/>
                      </a:endParaRPr>
                    </a:p>
                    <a:p>
                      <a:pPr marL="0" lvl="0" indent="0" algn="l" rtl="0">
                        <a:spcBef>
                          <a:spcPts val="0"/>
                        </a:spcBef>
                        <a:spcAft>
                          <a:spcPts val="0"/>
                        </a:spcAft>
                        <a:buNone/>
                      </a:pPr>
                      <a:r>
                        <a:rPr lang="en" sz="1000">
                          <a:solidFill>
                            <a:schemeClr val="dk1"/>
                          </a:solidFill>
                          <a:latin typeface="Lato"/>
                          <a:ea typeface="Lato"/>
                          <a:cs typeface="Lato"/>
                          <a:sym typeface="Lato"/>
                        </a:rPr>
                        <a:t>the disease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High</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637625">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risk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include a brief description</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10% of cases</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Enter the contributing factors here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In this part, enter the complications of </a:t>
                      </a:r>
                      <a:endParaRPr sz="1000">
                        <a:solidFill>
                          <a:schemeClr val="dk1"/>
                        </a:solidFill>
                        <a:latin typeface="Lato"/>
                        <a:ea typeface="Lato"/>
                        <a:cs typeface="Lato"/>
                        <a:sym typeface="Lato"/>
                      </a:endParaRPr>
                    </a:p>
                    <a:p>
                      <a:pPr marL="0" lvl="0" indent="0" algn="l" rtl="0">
                        <a:spcBef>
                          <a:spcPts val="0"/>
                        </a:spcBef>
                        <a:spcAft>
                          <a:spcPts val="0"/>
                        </a:spcAft>
                        <a:buNone/>
                      </a:pPr>
                      <a:r>
                        <a:rPr lang="en" sz="1000">
                          <a:solidFill>
                            <a:schemeClr val="dk1"/>
                          </a:solidFill>
                          <a:latin typeface="Lato"/>
                          <a:ea typeface="Lato"/>
                          <a:cs typeface="Lato"/>
                          <a:sym typeface="Lato"/>
                        </a:rPr>
                        <a:t>the disease</a:t>
                      </a:r>
                      <a:endParaRPr>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solidFill>
                            <a:schemeClr val="dk1"/>
                          </a:solidFill>
                          <a:latin typeface="Lato"/>
                          <a:ea typeface="Lato"/>
                          <a:cs typeface="Lato"/>
                          <a:sym typeface="Lato"/>
                        </a:rPr>
                        <a:t>Moderate</a:t>
                      </a:r>
                      <a:endParaRPr sz="1000">
                        <a:solidFill>
                          <a:schemeClr val="dk1"/>
                        </a:solidFill>
                        <a:latin typeface="Lato"/>
                        <a:ea typeface="Lato"/>
                        <a:cs typeface="Lato"/>
                        <a:sym typeface="Lato"/>
                      </a:endParaRPr>
                    </a:p>
                  </a:txBody>
                  <a:tcPr marL="90000" marR="90000" marT="90000" marB="90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72" name="Google Shape;472;p38"/>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Risk factors and complications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9"/>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 history</a:t>
            </a:r>
            <a:endParaRPr/>
          </a:p>
        </p:txBody>
      </p:sp>
      <p:sp>
        <p:nvSpPr>
          <p:cNvPr id="478" name="Google Shape;478;p39"/>
          <p:cNvSpPr txBox="1"/>
          <p:nvPr/>
        </p:nvSpPr>
        <p:spPr>
          <a:xfrm flipH="1">
            <a:off x="720000" y="1461520"/>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Discovery of the disease</a:t>
            </a:r>
            <a:endParaRPr sz="1200">
              <a:solidFill>
                <a:schemeClr val="dk1"/>
              </a:solidFill>
              <a:latin typeface="Lato"/>
              <a:ea typeface="Lato"/>
              <a:cs typeface="Lato"/>
              <a:sym typeface="Lato"/>
            </a:endParaRPr>
          </a:p>
        </p:txBody>
      </p:sp>
      <p:sp>
        <p:nvSpPr>
          <p:cNvPr id="479" name="Google Shape;479;p39"/>
          <p:cNvSpPr txBox="1"/>
          <p:nvPr/>
        </p:nvSpPr>
        <p:spPr>
          <a:xfrm flipH="1">
            <a:off x="2661708" y="1461520"/>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Early research</a:t>
            </a:r>
            <a:endParaRPr sz="1200">
              <a:solidFill>
                <a:schemeClr val="dk1"/>
              </a:solidFill>
              <a:latin typeface="Lato"/>
              <a:ea typeface="Lato"/>
              <a:cs typeface="Lato"/>
              <a:sym typeface="Lato"/>
            </a:endParaRPr>
          </a:p>
        </p:txBody>
      </p:sp>
      <p:sp>
        <p:nvSpPr>
          <p:cNvPr id="480" name="Google Shape;480;p39"/>
          <p:cNvSpPr txBox="1"/>
          <p:nvPr/>
        </p:nvSpPr>
        <p:spPr>
          <a:xfrm flipH="1">
            <a:off x="4603417" y="1461520"/>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First treatment</a:t>
            </a:r>
            <a:endParaRPr sz="1200">
              <a:solidFill>
                <a:schemeClr val="dk1"/>
              </a:solidFill>
              <a:latin typeface="Lato"/>
              <a:ea typeface="Lato"/>
              <a:cs typeface="Lato"/>
              <a:sym typeface="Lato"/>
            </a:endParaRPr>
          </a:p>
        </p:txBody>
      </p:sp>
      <p:sp>
        <p:nvSpPr>
          <p:cNvPr id="481" name="Google Shape;481;p39"/>
          <p:cNvSpPr txBox="1"/>
          <p:nvPr/>
        </p:nvSpPr>
        <p:spPr>
          <a:xfrm flipH="1">
            <a:off x="6545125" y="1461520"/>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Milestone discoveries</a:t>
            </a:r>
            <a:endParaRPr sz="1200">
              <a:solidFill>
                <a:schemeClr val="dk1"/>
              </a:solidFill>
              <a:latin typeface="Lato"/>
              <a:ea typeface="Lato"/>
              <a:cs typeface="Lato"/>
              <a:sym typeface="Lato"/>
            </a:endParaRPr>
          </a:p>
        </p:txBody>
      </p:sp>
      <p:cxnSp>
        <p:nvCxnSpPr>
          <p:cNvPr id="482" name="Google Shape;482;p39"/>
          <p:cNvCxnSpPr>
            <a:stCxn id="483" idx="3"/>
            <a:endCxn id="484" idx="1"/>
          </p:cNvCxnSpPr>
          <p:nvPr/>
        </p:nvCxnSpPr>
        <p:spPr>
          <a:xfrm>
            <a:off x="1908000" y="2431665"/>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485" name="Google Shape;485;p39"/>
          <p:cNvCxnSpPr>
            <a:stCxn id="484" idx="3"/>
            <a:endCxn id="486" idx="1"/>
          </p:cNvCxnSpPr>
          <p:nvPr/>
        </p:nvCxnSpPr>
        <p:spPr>
          <a:xfrm>
            <a:off x="3849708" y="2431665"/>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487" name="Google Shape;487;p39"/>
          <p:cNvCxnSpPr>
            <a:stCxn id="486" idx="3"/>
            <a:endCxn id="488" idx="1"/>
          </p:cNvCxnSpPr>
          <p:nvPr/>
        </p:nvCxnSpPr>
        <p:spPr>
          <a:xfrm>
            <a:off x="5791417" y="2431665"/>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489" name="Google Shape;489;p39"/>
          <p:cNvCxnSpPr>
            <a:stCxn id="483" idx="0"/>
            <a:endCxn id="478" idx="2"/>
          </p:cNvCxnSpPr>
          <p:nvPr/>
        </p:nvCxnSpPr>
        <p:spPr>
          <a:xfrm rot="10800000">
            <a:off x="1656000" y="1830915"/>
            <a:ext cx="0" cy="369900"/>
          </a:xfrm>
          <a:prstGeom prst="straightConnector1">
            <a:avLst/>
          </a:prstGeom>
          <a:noFill/>
          <a:ln w="9525" cap="flat" cmpd="sng">
            <a:solidFill>
              <a:schemeClr val="dk2"/>
            </a:solidFill>
            <a:prstDash val="solid"/>
            <a:round/>
            <a:headEnd type="none" w="med" len="med"/>
            <a:tailEnd type="none" w="med" len="med"/>
          </a:ln>
        </p:spPr>
      </p:cxnSp>
      <p:cxnSp>
        <p:nvCxnSpPr>
          <p:cNvPr id="490" name="Google Shape;490;p39"/>
          <p:cNvCxnSpPr>
            <a:stCxn id="484" idx="0"/>
            <a:endCxn id="479" idx="2"/>
          </p:cNvCxnSpPr>
          <p:nvPr/>
        </p:nvCxnSpPr>
        <p:spPr>
          <a:xfrm rot="10800000">
            <a:off x="3597708" y="1830915"/>
            <a:ext cx="0" cy="369900"/>
          </a:xfrm>
          <a:prstGeom prst="straightConnector1">
            <a:avLst/>
          </a:prstGeom>
          <a:noFill/>
          <a:ln w="9525" cap="flat" cmpd="sng">
            <a:solidFill>
              <a:schemeClr val="dk2"/>
            </a:solidFill>
            <a:prstDash val="solid"/>
            <a:round/>
            <a:headEnd type="none" w="med" len="med"/>
            <a:tailEnd type="none" w="med" len="med"/>
          </a:ln>
        </p:spPr>
      </p:cxnSp>
      <p:cxnSp>
        <p:nvCxnSpPr>
          <p:cNvPr id="491" name="Google Shape;491;p39"/>
          <p:cNvCxnSpPr>
            <a:stCxn id="486" idx="0"/>
            <a:endCxn id="480" idx="2"/>
          </p:cNvCxnSpPr>
          <p:nvPr/>
        </p:nvCxnSpPr>
        <p:spPr>
          <a:xfrm rot="10800000">
            <a:off x="5539417" y="1830915"/>
            <a:ext cx="0" cy="369900"/>
          </a:xfrm>
          <a:prstGeom prst="straightConnector1">
            <a:avLst/>
          </a:prstGeom>
          <a:noFill/>
          <a:ln w="9525" cap="flat" cmpd="sng">
            <a:solidFill>
              <a:schemeClr val="dk2"/>
            </a:solidFill>
            <a:prstDash val="solid"/>
            <a:round/>
            <a:headEnd type="none" w="med" len="med"/>
            <a:tailEnd type="none" w="med" len="med"/>
          </a:ln>
        </p:spPr>
      </p:cxnSp>
      <p:cxnSp>
        <p:nvCxnSpPr>
          <p:cNvPr id="492" name="Google Shape;492;p39"/>
          <p:cNvCxnSpPr>
            <a:stCxn id="488" idx="0"/>
            <a:endCxn id="481" idx="2"/>
          </p:cNvCxnSpPr>
          <p:nvPr/>
        </p:nvCxnSpPr>
        <p:spPr>
          <a:xfrm rot="10800000">
            <a:off x="7481125" y="1830915"/>
            <a:ext cx="0" cy="369900"/>
          </a:xfrm>
          <a:prstGeom prst="straightConnector1">
            <a:avLst/>
          </a:prstGeom>
          <a:noFill/>
          <a:ln w="9525" cap="flat" cmpd="sng">
            <a:solidFill>
              <a:schemeClr val="dk2"/>
            </a:solidFill>
            <a:prstDash val="solid"/>
            <a:round/>
            <a:headEnd type="none" w="med" len="med"/>
            <a:tailEnd type="none" w="med" len="med"/>
          </a:ln>
        </p:spPr>
      </p:cxnSp>
      <p:sp>
        <p:nvSpPr>
          <p:cNvPr id="493" name="Google Shape;493;p39"/>
          <p:cNvSpPr txBox="1"/>
          <p:nvPr/>
        </p:nvSpPr>
        <p:spPr>
          <a:xfrm flipH="1">
            <a:off x="720000" y="3864205"/>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Breakthrough treatment</a:t>
            </a:r>
            <a:endParaRPr sz="1200">
              <a:solidFill>
                <a:schemeClr val="dk1"/>
              </a:solidFill>
              <a:latin typeface="Lato"/>
              <a:ea typeface="Lato"/>
              <a:cs typeface="Lato"/>
              <a:sym typeface="Lato"/>
            </a:endParaRPr>
          </a:p>
        </p:txBody>
      </p:sp>
      <p:sp>
        <p:nvSpPr>
          <p:cNvPr id="494" name="Google Shape;494;p39"/>
          <p:cNvSpPr txBox="1"/>
          <p:nvPr/>
        </p:nvSpPr>
        <p:spPr>
          <a:xfrm flipH="1">
            <a:off x="2661708" y="3864205"/>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Epidemic outbreak</a:t>
            </a:r>
            <a:endParaRPr sz="1200">
              <a:solidFill>
                <a:schemeClr val="dk1"/>
              </a:solidFill>
              <a:latin typeface="Lato"/>
              <a:ea typeface="Lato"/>
              <a:cs typeface="Lato"/>
              <a:sym typeface="Lato"/>
            </a:endParaRPr>
          </a:p>
        </p:txBody>
      </p:sp>
      <p:sp>
        <p:nvSpPr>
          <p:cNvPr id="495" name="Google Shape;495;p39"/>
          <p:cNvSpPr txBox="1"/>
          <p:nvPr/>
        </p:nvSpPr>
        <p:spPr>
          <a:xfrm flipH="1">
            <a:off x="4603417" y="3864205"/>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Current research</a:t>
            </a:r>
            <a:endParaRPr sz="1200">
              <a:solidFill>
                <a:schemeClr val="dk1"/>
              </a:solidFill>
              <a:latin typeface="Lato"/>
              <a:ea typeface="Lato"/>
              <a:cs typeface="Lato"/>
              <a:sym typeface="Lato"/>
            </a:endParaRPr>
          </a:p>
        </p:txBody>
      </p:sp>
      <p:sp>
        <p:nvSpPr>
          <p:cNvPr id="496" name="Google Shape;496;p39"/>
          <p:cNvSpPr txBox="1"/>
          <p:nvPr/>
        </p:nvSpPr>
        <p:spPr>
          <a:xfrm flipH="1">
            <a:off x="6545125" y="3864205"/>
            <a:ext cx="1872000" cy="36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Future directions</a:t>
            </a:r>
            <a:endParaRPr sz="1200">
              <a:solidFill>
                <a:schemeClr val="dk1"/>
              </a:solidFill>
              <a:latin typeface="Lato"/>
              <a:ea typeface="Lato"/>
              <a:cs typeface="Lato"/>
              <a:sym typeface="Lato"/>
            </a:endParaRPr>
          </a:p>
        </p:txBody>
      </p:sp>
      <p:cxnSp>
        <p:nvCxnSpPr>
          <p:cNvPr id="497" name="Google Shape;497;p39"/>
          <p:cNvCxnSpPr>
            <a:stCxn id="498" idx="3"/>
            <a:endCxn id="499" idx="1"/>
          </p:cNvCxnSpPr>
          <p:nvPr/>
        </p:nvCxnSpPr>
        <p:spPr>
          <a:xfrm>
            <a:off x="1908000" y="3263360"/>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500" name="Google Shape;500;p39"/>
          <p:cNvCxnSpPr>
            <a:stCxn id="499" idx="3"/>
            <a:endCxn id="501" idx="1"/>
          </p:cNvCxnSpPr>
          <p:nvPr/>
        </p:nvCxnSpPr>
        <p:spPr>
          <a:xfrm>
            <a:off x="3849708" y="3263360"/>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502" name="Google Shape;502;p39"/>
          <p:cNvCxnSpPr>
            <a:stCxn id="501" idx="3"/>
            <a:endCxn id="503" idx="1"/>
          </p:cNvCxnSpPr>
          <p:nvPr/>
        </p:nvCxnSpPr>
        <p:spPr>
          <a:xfrm>
            <a:off x="5791417" y="3263360"/>
            <a:ext cx="1437600" cy="0"/>
          </a:xfrm>
          <a:prstGeom prst="straightConnector1">
            <a:avLst/>
          </a:prstGeom>
          <a:noFill/>
          <a:ln w="9525" cap="flat" cmpd="sng">
            <a:solidFill>
              <a:schemeClr val="dk2"/>
            </a:solidFill>
            <a:prstDash val="solid"/>
            <a:round/>
            <a:headEnd type="none" w="med" len="med"/>
            <a:tailEnd type="none" w="med" len="med"/>
          </a:ln>
        </p:spPr>
      </p:cxnSp>
      <p:cxnSp>
        <p:nvCxnSpPr>
          <p:cNvPr id="504" name="Google Shape;504;p39"/>
          <p:cNvCxnSpPr>
            <a:stCxn id="498" idx="2"/>
            <a:endCxn id="493" idx="0"/>
          </p:cNvCxnSpPr>
          <p:nvPr/>
        </p:nvCxnSpPr>
        <p:spPr>
          <a:xfrm>
            <a:off x="1656000" y="3494210"/>
            <a:ext cx="0" cy="369900"/>
          </a:xfrm>
          <a:prstGeom prst="straightConnector1">
            <a:avLst/>
          </a:prstGeom>
          <a:noFill/>
          <a:ln w="9525" cap="flat" cmpd="sng">
            <a:solidFill>
              <a:schemeClr val="dk2"/>
            </a:solidFill>
            <a:prstDash val="solid"/>
            <a:round/>
            <a:headEnd type="none" w="med" len="med"/>
            <a:tailEnd type="none" w="med" len="med"/>
          </a:ln>
        </p:spPr>
      </p:cxnSp>
      <p:cxnSp>
        <p:nvCxnSpPr>
          <p:cNvPr id="505" name="Google Shape;505;p39"/>
          <p:cNvCxnSpPr>
            <a:stCxn id="499" idx="2"/>
            <a:endCxn id="494" idx="0"/>
          </p:cNvCxnSpPr>
          <p:nvPr/>
        </p:nvCxnSpPr>
        <p:spPr>
          <a:xfrm>
            <a:off x="3597708" y="3494210"/>
            <a:ext cx="0" cy="369900"/>
          </a:xfrm>
          <a:prstGeom prst="straightConnector1">
            <a:avLst/>
          </a:prstGeom>
          <a:noFill/>
          <a:ln w="9525" cap="flat" cmpd="sng">
            <a:solidFill>
              <a:schemeClr val="dk2"/>
            </a:solidFill>
            <a:prstDash val="solid"/>
            <a:round/>
            <a:headEnd type="none" w="med" len="med"/>
            <a:tailEnd type="none" w="med" len="med"/>
          </a:ln>
        </p:spPr>
      </p:cxnSp>
      <p:cxnSp>
        <p:nvCxnSpPr>
          <p:cNvPr id="506" name="Google Shape;506;p39"/>
          <p:cNvCxnSpPr>
            <a:stCxn id="501" idx="2"/>
            <a:endCxn id="495" idx="0"/>
          </p:cNvCxnSpPr>
          <p:nvPr/>
        </p:nvCxnSpPr>
        <p:spPr>
          <a:xfrm>
            <a:off x="5539417" y="3494210"/>
            <a:ext cx="0" cy="36990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39"/>
          <p:cNvCxnSpPr>
            <a:stCxn id="503" idx="2"/>
            <a:endCxn id="496" idx="0"/>
          </p:cNvCxnSpPr>
          <p:nvPr/>
        </p:nvCxnSpPr>
        <p:spPr>
          <a:xfrm>
            <a:off x="7481125" y="3494210"/>
            <a:ext cx="0" cy="36990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39"/>
          <p:cNvCxnSpPr>
            <a:stCxn id="488" idx="3"/>
            <a:endCxn id="498" idx="1"/>
          </p:cNvCxnSpPr>
          <p:nvPr/>
        </p:nvCxnSpPr>
        <p:spPr>
          <a:xfrm flipH="1">
            <a:off x="1404025" y="2431665"/>
            <a:ext cx="6329100" cy="831600"/>
          </a:xfrm>
          <a:prstGeom prst="bentConnector5">
            <a:avLst>
              <a:gd name="adj1" fmla="val -3762"/>
              <a:gd name="adj2" fmla="val 50006"/>
              <a:gd name="adj3" fmla="val 103763"/>
            </a:avLst>
          </a:prstGeom>
          <a:noFill/>
          <a:ln w="9525" cap="flat" cmpd="sng">
            <a:solidFill>
              <a:schemeClr val="dk2"/>
            </a:solidFill>
            <a:prstDash val="solid"/>
            <a:round/>
            <a:headEnd type="none" w="med" len="med"/>
            <a:tailEnd type="none" w="med" len="med"/>
          </a:ln>
        </p:spPr>
      </p:cxnSp>
      <p:sp>
        <p:nvSpPr>
          <p:cNvPr id="483" name="Google Shape;483;p39"/>
          <p:cNvSpPr txBox="1"/>
          <p:nvPr/>
        </p:nvSpPr>
        <p:spPr>
          <a:xfrm>
            <a:off x="1404000" y="2200815"/>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01</a:t>
            </a:r>
            <a:endParaRPr sz="1800" b="1">
              <a:solidFill>
                <a:schemeClr val="dk1"/>
              </a:solidFill>
              <a:latin typeface="Archivo Black"/>
              <a:ea typeface="Archivo Black"/>
              <a:cs typeface="Archivo Black"/>
              <a:sym typeface="Archivo Black"/>
            </a:endParaRPr>
          </a:p>
        </p:txBody>
      </p:sp>
      <p:sp>
        <p:nvSpPr>
          <p:cNvPr id="484" name="Google Shape;484;p39"/>
          <p:cNvSpPr txBox="1"/>
          <p:nvPr/>
        </p:nvSpPr>
        <p:spPr>
          <a:xfrm>
            <a:off x="3345708" y="2200815"/>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02</a:t>
            </a:r>
            <a:endParaRPr sz="1800" b="1">
              <a:solidFill>
                <a:schemeClr val="dk1"/>
              </a:solidFill>
              <a:latin typeface="Archivo Black"/>
              <a:ea typeface="Archivo Black"/>
              <a:cs typeface="Archivo Black"/>
              <a:sym typeface="Archivo Black"/>
            </a:endParaRPr>
          </a:p>
        </p:txBody>
      </p:sp>
      <p:sp>
        <p:nvSpPr>
          <p:cNvPr id="486" name="Google Shape;486;p39"/>
          <p:cNvSpPr txBox="1"/>
          <p:nvPr/>
        </p:nvSpPr>
        <p:spPr>
          <a:xfrm>
            <a:off x="5287417" y="2200815"/>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03</a:t>
            </a:r>
            <a:endParaRPr sz="1800" b="1">
              <a:solidFill>
                <a:schemeClr val="dk1"/>
              </a:solidFill>
              <a:latin typeface="Archivo Black"/>
              <a:ea typeface="Archivo Black"/>
              <a:cs typeface="Archivo Black"/>
              <a:sym typeface="Archivo Black"/>
            </a:endParaRPr>
          </a:p>
        </p:txBody>
      </p:sp>
      <p:sp>
        <p:nvSpPr>
          <p:cNvPr id="488" name="Google Shape;488;p39"/>
          <p:cNvSpPr txBox="1"/>
          <p:nvPr/>
        </p:nvSpPr>
        <p:spPr>
          <a:xfrm>
            <a:off x="7229125" y="2200815"/>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04</a:t>
            </a:r>
            <a:endParaRPr sz="1800" b="1">
              <a:solidFill>
                <a:schemeClr val="dk1"/>
              </a:solidFill>
              <a:latin typeface="Archivo Black"/>
              <a:ea typeface="Archivo Black"/>
              <a:cs typeface="Archivo Black"/>
              <a:sym typeface="Archivo Black"/>
            </a:endParaRPr>
          </a:p>
        </p:txBody>
      </p:sp>
      <p:sp>
        <p:nvSpPr>
          <p:cNvPr id="498" name="Google Shape;498;p39"/>
          <p:cNvSpPr txBox="1"/>
          <p:nvPr/>
        </p:nvSpPr>
        <p:spPr>
          <a:xfrm>
            <a:off x="1404000" y="3032510"/>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05</a:t>
            </a:r>
            <a:endParaRPr sz="1800" b="1">
              <a:solidFill>
                <a:schemeClr val="dk1"/>
              </a:solidFill>
              <a:latin typeface="Archivo Black"/>
              <a:ea typeface="Archivo Black"/>
              <a:cs typeface="Archivo Black"/>
              <a:sym typeface="Archivo Black"/>
            </a:endParaRPr>
          </a:p>
        </p:txBody>
      </p:sp>
      <p:sp>
        <p:nvSpPr>
          <p:cNvPr id="499" name="Google Shape;499;p39"/>
          <p:cNvSpPr txBox="1"/>
          <p:nvPr/>
        </p:nvSpPr>
        <p:spPr>
          <a:xfrm>
            <a:off x="3345708" y="3032510"/>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06</a:t>
            </a:r>
            <a:endParaRPr sz="1800" b="1">
              <a:solidFill>
                <a:schemeClr val="dk1"/>
              </a:solidFill>
              <a:latin typeface="Archivo Black"/>
              <a:ea typeface="Archivo Black"/>
              <a:cs typeface="Archivo Black"/>
              <a:sym typeface="Archivo Black"/>
            </a:endParaRPr>
          </a:p>
        </p:txBody>
      </p:sp>
      <p:sp>
        <p:nvSpPr>
          <p:cNvPr id="501" name="Google Shape;501;p39"/>
          <p:cNvSpPr txBox="1"/>
          <p:nvPr/>
        </p:nvSpPr>
        <p:spPr>
          <a:xfrm>
            <a:off x="5287417" y="3032510"/>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07</a:t>
            </a:r>
            <a:endParaRPr sz="1800" b="1">
              <a:solidFill>
                <a:schemeClr val="dk1"/>
              </a:solidFill>
              <a:latin typeface="Archivo Black"/>
              <a:ea typeface="Archivo Black"/>
              <a:cs typeface="Archivo Black"/>
              <a:sym typeface="Archivo Black"/>
            </a:endParaRPr>
          </a:p>
        </p:txBody>
      </p:sp>
      <p:sp>
        <p:nvSpPr>
          <p:cNvPr id="503" name="Google Shape;503;p39"/>
          <p:cNvSpPr txBox="1"/>
          <p:nvPr/>
        </p:nvSpPr>
        <p:spPr>
          <a:xfrm>
            <a:off x="7229125" y="3032510"/>
            <a:ext cx="504000" cy="461700"/>
          </a:xfrm>
          <a:prstGeom prst="rect">
            <a:avLst/>
          </a:prstGeom>
          <a:solidFill>
            <a:schemeClr val="accent1"/>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a:solidFill>
                  <a:schemeClr val="dk1"/>
                </a:solidFill>
                <a:latin typeface="Archivo Black"/>
                <a:ea typeface="Archivo Black"/>
                <a:cs typeface="Archivo Black"/>
                <a:sym typeface="Archivo Black"/>
              </a:rPr>
              <a:t>08</a:t>
            </a:r>
            <a:endParaRPr sz="1800" b="1">
              <a:solidFill>
                <a:schemeClr val="dk1"/>
              </a:solidFill>
              <a:latin typeface="Archivo Black"/>
              <a:ea typeface="Archivo Black"/>
              <a:cs typeface="Archivo Black"/>
              <a:sym typeface="Archivo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cxnSp>
        <p:nvCxnSpPr>
          <p:cNvPr id="513" name="Google Shape;513;p40"/>
          <p:cNvCxnSpPr>
            <a:stCxn id="514" idx="3"/>
            <a:endCxn id="515" idx="1"/>
          </p:cNvCxnSpPr>
          <p:nvPr/>
        </p:nvCxnSpPr>
        <p:spPr>
          <a:xfrm>
            <a:off x="2520000" y="2139513"/>
            <a:ext cx="168000" cy="0"/>
          </a:xfrm>
          <a:prstGeom prst="straightConnector1">
            <a:avLst/>
          </a:prstGeom>
          <a:noFill/>
          <a:ln w="9525" cap="flat" cmpd="sng">
            <a:solidFill>
              <a:schemeClr val="dk2"/>
            </a:solidFill>
            <a:prstDash val="solid"/>
            <a:round/>
            <a:headEnd type="none" w="med" len="med"/>
            <a:tailEnd type="none" w="med" len="med"/>
          </a:ln>
        </p:spPr>
      </p:cxnSp>
      <p:cxnSp>
        <p:nvCxnSpPr>
          <p:cNvPr id="516" name="Google Shape;516;p40"/>
          <p:cNvCxnSpPr>
            <a:stCxn id="515" idx="3"/>
            <a:endCxn id="517" idx="1"/>
          </p:cNvCxnSpPr>
          <p:nvPr/>
        </p:nvCxnSpPr>
        <p:spPr>
          <a:xfrm>
            <a:off x="4488000" y="2139513"/>
            <a:ext cx="168000" cy="0"/>
          </a:xfrm>
          <a:prstGeom prst="straightConnector1">
            <a:avLst/>
          </a:prstGeom>
          <a:noFill/>
          <a:ln w="9525" cap="flat" cmpd="sng">
            <a:solidFill>
              <a:schemeClr val="dk2"/>
            </a:solidFill>
            <a:prstDash val="solid"/>
            <a:round/>
            <a:headEnd type="none" w="med" len="med"/>
            <a:tailEnd type="none" w="med" len="med"/>
          </a:ln>
        </p:spPr>
      </p:cxnSp>
      <p:cxnSp>
        <p:nvCxnSpPr>
          <p:cNvPr id="518" name="Google Shape;518;p40"/>
          <p:cNvCxnSpPr>
            <a:stCxn id="517" idx="3"/>
            <a:endCxn id="519" idx="1"/>
          </p:cNvCxnSpPr>
          <p:nvPr/>
        </p:nvCxnSpPr>
        <p:spPr>
          <a:xfrm>
            <a:off x="6456000" y="2139513"/>
            <a:ext cx="168000" cy="0"/>
          </a:xfrm>
          <a:prstGeom prst="straightConnector1">
            <a:avLst/>
          </a:prstGeom>
          <a:noFill/>
          <a:ln w="9525" cap="flat" cmpd="sng">
            <a:solidFill>
              <a:schemeClr val="dk2"/>
            </a:solidFill>
            <a:prstDash val="solid"/>
            <a:round/>
            <a:headEnd type="none" w="med" len="med"/>
            <a:tailEnd type="none" w="med" len="med"/>
          </a:ln>
        </p:spPr>
      </p:cxnSp>
      <p:sp>
        <p:nvSpPr>
          <p:cNvPr id="520" name="Google Shape;520;p40"/>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Diagnosis and treatment flowchart</a:t>
            </a:r>
            <a:endParaRPr/>
          </a:p>
        </p:txBody>
      </p:sp>
      <p:sp>
        <p:nvSpPr>
          <p:cNvPr id="521" name="Google Shape;521;p40"/>
          <p:cNvSpPr txBox="1"/>
          <p:nvPr/>
        </p:nvSpPr>
        <p:spPr>
          <a:xfrm>
            <a:off x="720000" y="1230769"/>
            <a:ext cx="1800000" cy="46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Archivo Black"/>
                <a:ea typeface="Archivo Black"/>
                <a:cs typeface="Archivo Black"/>
                <a:sym typeface="Archivo Black"/>
              </a:rPr>
              <a:t>Start</a:t>
            </a:r>
            <a:endParaRPr sz="1800">
              <a:solidFill>
                <a:schemeClr val="dk1"/>
              </a:solidFill>
              <a:latin typeface="Archivo Black"/>
              <a:ea typeface="Archivo Black"/>
              <a:cs typeface="Archivo Black"/>
              <a:sym typeface="Archivo Black"/>
            </a:endParaRPr>
          </a:p>
        </p:txBody>
      </p:sp>
      <p:sp>
        <p:nvSpPr>
          <p:cNvPr id="522" name="Google Shape;522;p40"/>
          <p:cNvSpPr txBox="1"/>
          <p:nvPr/>
        </p:nvSpPr>
        <p:spPr>
          <a:xfrm>
            <a:off x="6624000" y="4141800"/>
            <a:ext cx="1800000" cy="46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Archivo Black"/>
                <a:ea typeface="Archivo Black"/>
                <a:cs typeface="Archivo Black"/>
                <a:sym typeface="Archivo Black"/>
              </a:rPr>
              <a:t>End</a:t>
            </a:r>
            <a:endParaRPr sz="1800">
              <a:solidFill>
                <a:schemeClr val="dk1"/>
              </a:solidFill>
              <a:latin typeface="Archivo Black"/>
              <a:ea typeface="Archivo Black"/>
              <a:cs typeface="Archivo Black"/>
              <a:sym typeface="Archivo Black"/>
            </a:endParaRPr>
          </a:p>
        </p:txBody>
      </p:sp>
      <p:cxnSp>
        <p:nvCxnSpPr>
          <p:cNvPr id="523" name="Google Shape;523;p40"/>
          <p:cNvCxnSpPr>
            <a:stCxn id="521" idx="2"/>
            <a:endCxn id="514" idx="0"/>
          </p:cNvCxnSpPr>
          <p:nvPr/>
        </p:nvCxnSpPr>
        <p:spPr>
          <a:xfrm>
            <a:off x="1620000" y="1692469"/>
            <a:ext cx="0" cy="139200"/>
          </a:xfrm>
          <a:prstGeom prst="straightConnector1">
            <a:avLst/>
          </a:prstGeom>
          <a:noFill/>
          <a:ln w="9525" cap="flat" cmpd="sng">
            <a:solidFill>
              <a:schemeClr val="dk2"/>
            </a:solidFill>
            <a:prstDash val="solid"/>
            <a:round/>
            <a:headEnd type="none" w="med" len="med"/>
            <a:tailEnd type="none" w="med" len="med"/>
          </a:ln>
        </p:spPr>
      </p:cxnSp>
      <p:sp>
        <p:nvSpPr>
          <p:cNvPr id="514" name="Google Shape;514;p40"/>
          <p:cNvSpPr txBox="1"/>
          <p:nvPr/>
        </p:nvSpPr>
        <p:spPr>
          <a:xfrm>
            <a:off x="720000" y="1831713"/>
            <a:ext cx="1800000" cy="61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Patient symptoms</a:t>
            </a:r>
            <a:endParaRPr>
              <a:solidFill>
                <a:schemeClr val="dk1"/>
              </a:solidFill>
              <a:latin typeface="Archivo Black"/>
              <a:ea typeface="Archivo Black"/>
              <a:cs typeface="Archivo Black"/>
              <a:sym typeface="Archivo Black"/>
            </a:endParaRPr>
          </a:p>
        </p:txBody>
      </p:sp>
      <p:sp>
        <p:nvSpPr>
          <p:cNvPr id="515" name="Google Shape;515;p40"/>
          <p:cNvSpPr txBox="1"/>
          <p:nvPr/>
        </p:nvSpPr>
        <p:spPr>
          <a:xfrm>
            <a:off x="2688000" y="1831713"/>
            <a:ext cx="1800000" cy="61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Diagnostic test</a:t>
            </a:r>
            <a:endParaRPr>
              <a:solidFill>
                <a:schemeClr val="dk1"/>
              </a:solidFill>
              <a:latin typeface="Archivo Black"/>
              <a:ea typeface="Archivo Black"/>
              <a:cs typeface="Archivo Black"/>
              <a:sym typeface="Archivo Black"/>
            </a:endParaRPr>
          </a:p>
        </p:txBody>
      </p:sp>
      <p:sp>
        <p:nvSpPr>
          <p:cNvPr id="517" name="Google Shape;517;p40"/>
          <p:cNvSpPr txBox="1"/>
          <p:nvPr/>
        </p:nvSpPr>
        <p:spPr>
          <a:xfrm>
            <a:off x="4656000" y="1831713"/>
            <a:ext cx="1800000" cy="61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Diagnosis confirmed</a:t>
            </a:r>
            <a:endParaRPr>
              <a:solidFill>
                <a:schemeClr val="dk1"/>
              </a:solidFill>
              <a:latin typeface="Archivo Black"/>
              <a:ea typeface="Archivo Black"/>
              <a:cs typeface="Archivo Black"/>
              <a:sym typeface="Archivo Black"/>
            </a:endParaRPr>
          </a:p>
        </p:txBody>
      </p:sp>
      <p:sp>
        <p:nvSpPr>
          <p:cNvPr id="519" name="Google Shape;519;p40"/>
          <p:cNvSpPr txBox="1"/>
          <p:nvPr/>
        </p:nvSpPr>
        <p:spPr>
          <a:xfrm>
            <a:off x="6624000" y="1831713"/>
            <a:ext cx="1800000" cy="615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Prescribed treatment</a:t>
            </a:r>
            <a:endParaRPr>
              <a:solidFill>
                <a:schemeClr val="dk1"/>
              </a:solidFill>
              <a:latin typeface="Archivo Black"/>
              <a:ea typeface="Archivo Black"/>
              <a:cs typeface="Archivo Black"/>
              <a:sym typeface="Archivo Black"/>
            </a:endParaRPr>
          </a:p>
        </p:txBody>
      </p:sp>
      <p:sp>
        <p:nvSpPr>
          <p:cNvPr id="524" name="Google Shape;524;p40"/>
          <p:cNvSpPr txBox="1"/>
          <p:nvPr/>
        </p:nvSpPr>
        <p:spPr>
          <a:xfrm>
            <a:off x="720000" y="2586556"/>
            <a:ext cx="1800000" cy="1416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Lato"/>
                <a:ea typeface="Lato"/>
                <a:cs typeface="Lato"/>
                <a:sym typeface="Lato"/>
              </a:rPr>
              <a:t>List the symptoms that the patient is experiencing: </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symptoms of the patient</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symptoms of the patient</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symptoms of the patient</a:t>
            </a:r>
            <a:endParaRPr sz="1000">
              <a:solidFill>
                <a:schemeClr val="dk1"/>
              </a:solidFill>
              <a:latin typeface="Lato"/>
              <a:ea typeface="Lato"/>
              <a:cs typeface="Lato"/>
              <a:sym typeface="Lato"/>
            </a:endParaRPr>
          </a:p>
        </p:txBody>
      </p:sp>
      <p:sp>
        <p:nvSpPr>
          <p:cNvPr id="525" name="Google Shape;525;p40"/>
          <p:cNvSpPr txBox="1"/>
          <p:nvPr/>
        </p:nvSpPr>
        <p:spPr>
          <a:xfrm>
            <a:off x="2688000" y="2586556"/>
            <a:ext cx="1800000" cy="1416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Lato"/>
                <a:ea typeface="Lato"/>
                <a:cs typeface="Lato"/>
                <a:sym typeface="Lato"/>
              </a:rPr>
              <a:t>List the diagnostic tests that were performed: </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diagnostic test performed</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diagnostic test performed</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 diagnostic test performed</a:t>
            </a:r>
            <a:endParaRPr sz="1000">
              <a:solidFill>
                <a:schemeClr val="dk1"/>
              </a:solidFill>
              <a:latin typeface="Lato"/>
              <a:ea typeface="Lato"/>
              <a:cs typeface="Lato"/>
              <a:sym typeface="Lato"/>
            </a:endParaRPr>
          </a:p>
        </p:txBody>
      </p:sp>
      <p:sp>
        <p:nvSpPr>
          <p:cNvPr id="526" name="Google Shape;526;p40"/>
          <p:cNvSpPr txBox="1"/>
          <p:nvPr/>
        </p:nvSpPr>
        <p:spPr>
          <a:xfrm>
            <a:off x="4656000" y="2586556"/>
            <a:ext cx="1800000" cy="1416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Lato"/>
                <a:ea typeface="Lato"/>
                <a:cs typeface="Lato"/>
                <a:sym typeface="Lato"/>
              </a:rPr>
              <a:t>This step represents the confirmation or ruling out of a specific disease diagnosis based on the results of the</a:t>
            </a:r>
            <a:endParaRPr sz="1000">
              <a:solidFill>
                <a:schemeClr val="dk1"/>
              </a:solidFill>
              <a:latin typeface="Lato"/>
              <a:ea typeface="Lato"/>
              <a:cs typeface="Lato"/>
              <a:sym typeface="Lato"/>
            </a:endParaRPr>
          </a:p>
          <a:p>
            <a:pPr marL="0" lvl="0" indent="0" algn="l" rtl="0">
              <a:spcBef>
                <a:spcPts val="0"/>
              </a:spcBef>
              <a:spcAft>
                <a:spcPts val="0"/>
              </a:spcAft>
              <a:buNone/>
            </a:pPr>
            <a:r>
              <a:rPr lang="en" sz="1000">
                <a:solidFill>
                  <a:schemeClr val="dk1"/>
                </a:solidFill>
                <a:latin typeface="Lato"/>
                <a:ea typeface="Lato"/>
                <a:cs typeface="Lato"/>
                <a:sym typeface="Lato"/>
              </a:rPr>
              <a:t>diagnostic tests</a:t>
            </a:r>
            <a:endParaRPr sz="1000">
              <a:solidFill>
                <a:schemeClr val="dk1"/>
              </a:solidFill>
              <a:latin typeface="Lato"/>
              <a:ea typeface="Lato"/>
              <a:cs typeface="Lato"/>
              <a:sym typeface="Lato"/>
            </a:endParaRPr>
          </a:p>
        </p:txBody>
      </p:sp>
      <p:sp>
        <p:nvSpPr>
          <p:cNvPr id="527" name="Google Shape;527;p40"/>
          <p:cNvSpPr txBox="1"/>
          <p:nvPr/>
        </p:nvSpPr>
        <p:spPr>
          <a:xfrm>
            <a:off x="6624000" y="2586556"/>
            <a:ext cx="1800000" cy="1416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Lato"/>
                <a:ea typeface="Lato"/>
                <a:cs typeface="Lato"/>
                <a:sym typeface="Lato"/>
              </a:rPr>
              <a:t>List the recommended treatment options</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a:t>
            </a:r>
            <a:endParaRPr sz="1000">
              <a:solidFill>
                <a:schemeClr val="dk1"/>
              </a:solidFill>
              <a:latin typeface="Lato"/>
              <a:ea typeface="Lato"/>
              <a:cs typeface="Lato"/>
              <a:sym typeface="Lato"/>
            </a:endParaRPr>
          </a:p>
          <a:p>
            <a:pPr marL="285750" lvl="0" indent="0" algn="l" rtl="0">
              <a:spcBef>
                <a:spcPts val="0"/>
              </a:spcBef>
              <a:spcAft>
                <a:spcPts val="0"/>
              </a:spcAft>
              <a:buNone/>
            </a:pPr>
            <a:r>
              <a:rPr lang="en" sz="1000">
                <a:solidFill>
                  <a:schemeClr val="dk1"/>
                </a:solidFill>
                <a:latin typeface="Lato"/>
                <a:ea typeface="Lato"/>
                <a:cs typeface="Lato"/>
                <a:sym typeface="Lato"/>
              </a:rPr>
              <a:t>treatment options</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a:t>
            </a:r>
            <a:endParaRPr sz="1000">
              <a:solidFill>
                <a:schemeClr val="dk1"/>
              </a:solidFill>
              <a:latin typeface="Lato"/>
              <a:ea typeface="Lato"/>
              <a:cs typeface="Lato"/>
              <a:sym typeface="Lato"/>
            </a:endParaRPr>
          </a:p>
          <a:p>
            <a:pPr marL="285750" lvl="0" indent="0" algn="l" rtl="0">
              <a:spcBef>
                <a:spcPts val="0"/>
              </a:spcBef>
              <a:spcAft>
                <a:spcPts val="0"/>
              </a:spcAft>
              <a:buNone/>
            </a:pPr>
            <a:r>
              <a:rPr lang="en" sz="1000">
                <a:solidFill>
                  <a:schemeClr val="dk1"/>
                </a:solidFill>
                <a:latin typeface="Lato"/>
                <a:ea typeface="Lato"/>
                <a:cs typeface="Lato"/>
                <a:sym typeface="Lato"/>
              </a:rPr>
              <a:t>treatment options</a:t>
            </a:r>
            <a:endParaRPr sz="1000">
              <a:solidFill>
                <a:schemeClr val="dk1"/>
              </a:solidFill>
              <a:latin typeface="Lato"/>
              <a:ea typeface="Lato"/>
              <a:cs typeface="Lato"/>
              <a:sym typeface="Lato"/>
            </a:endParaRPr>
          </a:p>
          <a:p>
            <a:pPr marL="285750" lvl="0" indent="-234950" algn="l" rtl="0">
              <a:spcBef>
                <a:spcPts val="0"/>
              </a:spcBef>
              <a:spcAft>
                <a:spcPts val="0"/>
              </a:spcAft>
              <a:buClr>
                <a:schemeClr val="dk1"/>
              </a:buClr>
              <a:buSzPts val="1000"/>
              <a:buFont typeface="Lato"/>
              <a:buAutoNum type="alphaUcPeriod"/>
            </a:pPr>
            <a:r>
              <a:rPr lang="en" sz="1000">
                <a:solidFill>
                  <a:schemeClr val="dk1"/>
                </a:solidFill>
                <a:latin typeface="Lato"/>
                <a:ea typeface="Lato"/>
                <a:cs typeface="Lato"/>
                <a:sym typeface="Lato"/>
              </a:rPr>
              <a:t>Enter the</a:t>
            </a:r>
            <a:endParaRPr sz="1000">
              <a:solidFill>
                <a:schemeClr val="dk1"/>
              </a:solidFill>
              <a:latin typeface="Lato"/>
              <a:ea typeface="Lato"/>
              <a:cs typeface="Lato"/>
              <a:sym typeface="Lato"/>
            </a:endParaRPr>
          </a:p>
          <a:p>
            <a:pPr marL="285750" lvl="0" indent="0" algn="l" rtl="0">
              <a:spcBef>
                <a:spcPts val="0"/>
              </a:spcBef>
              <a:spcAft>
                <a:spcPts val="0"/>
              </a:spcAft>
              <a:buNone/>
            </a:pPr>
            <a:r>
              <a:rPr lang="en" sz="1000">
                <a:solidFill>
                  <a:schemeClr val="dk1"/>
                </a:solidFill>
                <a:latin typeface="Lato"/>
                <a:ea typeface="Lato"/>
                <a:cs typeface="Lato"/>
                <a:sym typeface="Lato"/>
              </a:rPr>
              <a:t>treatment options</a:t>
            </a:r>
            <a:endParaRPr sz="1000">
              <a:solidFill>
                <a:schemeClr val="dk1"/>
              </a:solidFill>
              <a:latin typeface="Lato"/>
              <a:ea typeface="Lato"/>
              <a:cs typeface="Lato"/>
              <a:sym typeface="Lato"/>
            </a:endParaRPr>
          </a:p>
        </p:txBody>
      </p:sp>
      <p:cxnSp>
        <p:nvCxnSpPr>
          <p:cNvPr id="528" name="Google Shape;528;p40"/>
          <p:cNvCxnSpPr>
            <a:stCxn id="527" idx="2"/>
            <a:endCxn id="522" idx="0"/>
          </p:cNvCxnSpPr>
          <p:nvPr/>
        </p:nvCxnSpPr>
        <p:spPr>
          <a:xfrm>
            <a:off x="7524000" y="4002556"/>
            <a:ext cx="0" cy="13920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40"/>
          <p:cNvCxnSpPr>
            <a:stCxn id="514" idx="2"/>
            <a:endCxn id="524" idx="0"/>
          </p:cNvCxnSpPr>
          <p:nvPr/>
        </p:nvCxnSpPr>
        <p:spPr>
          <a:xfrm>
            <a:off x="1620000" y="2447313"/>
            <a:ext cx="0" cy="13920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40"/>
          <p:cNvCxnSpPr>
            <a:stCxn id="515" idx="2"/>
            <a:endCxn id="525" idx="0"/>
          </p:cNvCxnSpPr>
          <p:nvPr/>
        </p:nvCxnSpPr>
        <p:spPr>
          <a:xfrm>
            <a:off x="3588000" y="2447313"/>
            <a:ext cx="0" cy="139200"/>
          </a:xfrm>
          <a:prstGeom prst="straightConnector1">
            <a:avLst/>
          </a:prstGeom>
          <a:noFill/>
          <a:ln w="9525" cap="flat" cmpd="sng">
            <a:solidFill>
              <a:schemeClr val="dk2"/>
            </a:solidFill>
            <a:prstDash val="solid"/>
            <a:round/>
            <a:headEnd type="none" w="med" len="med"/>
            <a:tailEnd type="none" w="med" len="med"/>
          </a:ln>
        </p:spPr>
      </p:cxnSp>
      <p:cxnSp>
        <p:nvCxnSpPr>
          <p:cNvPr id="531" name="Google Shape;531;p40"/>
          <p:cNvCxnSpPr>
            <a:stCxn id="517" idx="2"/>
            <a:endCxn id="526" idx="0"/>
          </p:cNvCxnSpPr>
          <p:nvPr/>
        </p:nvCxnSpPr>
        <p:spPr>
          <a:xfrm>
            <a:off x="5556000" y="2447313"/>
            <a:ext cx="0" cy="1392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40"/>
          <p:cNvCxnSpPr>
            <a:stCxn id="519" idx="2"/>
            <a:endCxn id="527" idx="0"/>
          </p:cNvCxnSpPr>
          <p:nvPr/>
        </p:nvCxnSpPr>
        <p:spPr>
          <a:xfrm>
            <a:off x="7524000" y="2447313"/>
            <a:ext cx="0" cy="1392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2"/>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 management</a:t>
            </a:r>
            <a:endParaRPr/>
          </a:p>
        </p:txBody>
      </p:sp>
      <p:graphicFrame>
        <p:nvGraphicFramePr>
          <p:cNvPr id="547" name="Google Shape;547;p42"/>
          <p:cNvGraphicFramePr/>
          <p:nvPr/>
        </p:nvGraphicFramePr>
        <p:xfrm>
          <a:off x="4896000" y="1266866"/>
          <a:ext cx="3528000" cy="1293000"/>
        </p:xfrm>
        <a:graphic>
          <a:graphicData uri="http://schemas.openxmlformats.org/drawingml/2006/table">
            <a:tbl>
              <a:tblPr>
                <a:noFill/>
                <a:tableStyleId>{215599A1-7091-437A-ADEC-E13A7E75AEF0}</a:tableStyleId>
              </a:tblPr>
              <a:tblGrid>
                <a:gridCol w="775725">
                  <a:extLst>
                    <a:ext uri="{9D8B030D-6E8A-4147-A177-3AD203B41FA5}">
                      <a16:colId xmlns:a16="http://schemas.microsoft.com/office/drawing/2014/main" val="20000"/>
                    </a:ext>
                  </a:extLst>
                </a:gridCol>
                <a:gridCol w="1376400">
                  <a:extLst>
                    <a:ext uri="{9D8B030D-6E8A-4147-A177-3AD203B41FA5}">
                      <a16:colId xmlns:a16="http://schemas.microsoft.com/office/drawing/2014/main" val="20001"/>
                    </a:ext>
                  </a:extLst>
                </a:gridCol>
                <a:gridCol w="1375875">
                  <a:extLst>
                    <a:ext uri="{9D8B030D-6E8A-4147-A177-3AD203B41FA5}">
                      <a16:colId xmlns:a16="http://schemas.microsoft.com/office/drawing/2014/main" val="20002"/>
                    </a:ext>
                  </a:extLst>
                </a:gridCol>
              </a:tblGrid>
              <a:tr h="486750">
                <a:tc>
                  <a:txBody>
                    <a:bodyPr/>
                    <a:lstStyle/>
                    <a:p>
                      <a:pPr marL="0" lvl="0" indent="0" algn="l" rtl="0">
                        <a:spcBef>
                          <a:spcPts val="0"/>
                        </a:spcBef>
                        <a:spcAft>
                          <a:spcPts val="0"/>
                        </a:spcAft>
                        <a:buNone/>
                      </a:pPr>
                      <a:r>
                        <a:rPr lang="en" sz="1200" b="1">
                          <a:solidFill>
                            <a:schemeClr val="dk1"/>
                          </a:solidFill>
                          <a:latin typeface="Archivo Black"/>
                          <a:ea typeface="Archivo Black"/>
                          <a:cs typeface="Archivo Black"/>
                          <a:sym typeface="Archivo Black"/>
                        </a:rPr>
                        <a:t>Region</a:t>
                      </a:r>
                      <a:endParaRPr sz="1200">
                        <a:solidFill>
                          <a:schemeClr val="dk1"/>
                        </a:solidFill>
                        <a:latin typeface="Archivo Black"/>
                        <a:ea typeface="Archivo Black"/>
                        <a:cs typeface="Archivo Black"/>
                        <a:sym typeface="Archivo Black"/>
                      </a:endParaRPr>
                    </a:p>
                  </a:txBody>
                  <a:tcPr marL="54000" marR="54000" marT="54000" marB="54000">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 sz="1200" b="1">
                          <a:solidFill>
                            <a:schemeClr val="dk1"/>
                          </a:solidFill>
                          <a:latin typeface="Archivo Black"/>
                          <a:ea typeface="Archivo Black"/>
                          <a:cs typeface="Archivo Black"/>
                          <a:sym typeface="Archivo Black"/>
                        </a:rPr>
                        <a:t>Number of cases</a:t>
                      </a:r>
                      <a:endParaRPr sz="1200">
                        <a:solidFill>
                          <a:schemeClr val="dk1"/>
                        </a:solidFill>
                        <a:latin typeface="Archivo Black"/>
                        <a:ea typeface="Archivo Black"/>
                        <a:cs typeface="Archivo Black"/>
                        <a:sym typeface="Archivo Black"/>
                      </a:endParaRPr>
                    </a:p>
                  </a:txBody>
                  <a:tcPr marL="54000" marR="54000" marT="54000" marB="54000">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 sz="1200" b="1">
                          <a:solidFill>
                            <a:schemeClr val="dk1"/>
                          </a:solidFill>
                          <a:latin typeface="Archivo Black"/>
                          <a:ea typeface="Archivo Black"/>
                          <a:cs typeface="Archivo Black"/>
                          <a:sym typeface="Archivo Black"/>
                        </a:rPr>
                        <a:t>Percentage of cases</a:t>
                      </a:r>
                      <a:endParaRPr sz="1200">
                        <a:solidFill>
                          <a:schemeClr val="dk1"/>
                        </a:solidFill>
                        <a:latin typeface="Archivo Black"/>
                        <a:ea typeface="Archivo Black"/>
                        <a:cs typeface="Archivo Black"/>
                        <a:sym typeface="Archivo Black"/>
                      </a:endParaRPr>
                    </a:p>
                  </a:txBody>
                  <a:tcPr marL="54000" marR="54000" marT="54000" marB="54000">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68750">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North</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1,000</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20%</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68750">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South</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2,500</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50%</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68750">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East</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1,200</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lnSpc>
                          <a:spcPct val="100000"/>
                        </a:lnSpc>
                        <a:spcBef>
                          <a:spcPts val="0"/>
                        </a:spcBef>
                        <a:spcAft>
                          <a:spcPts val="0"/>
                        </a:spcAft>
                        <a:buNone/>
                      </a:pPr>
                      <a:r>
                        <a:rPr lang="en" sz="1000">
                          <a:solidFill>
                            <a:schemeClr val="dk1"/>
                          </a:solidFill>
                          <a:latin typeface="Lato"/>
                          <a:ea typeface="Lato"/>
                          <a:cs typeface="Lato"/>
                          <a:sym typeface="Lato"/>
                        </a:rPr>
                        <a:t>24%</a:t>
                      </a:r>
                      <a:endParaRPr sz="10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48" name="Google Shape;548;p42"/>
          <p:cNvSpPr txBox="1"/>
          <p:nvPr/>
        </p:nvSpPr>
        <p:spPr>
          <a:xfrm>
            <a:off x="720000" y="1742700"/>
            <a:ext cx="3240000" cy="12930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Describe the trend of the disease cases over time</a:t>
            </a:r>
            <a:endParaRPr sz="1200">
              <a:solidFill>
                <a:schemeClr val="dk1"/>
              </a:solidFill>
              <a:latin typeface="Lato"/>
              <a:ea typeface="Lato"/>
              <a:cs typeface="Lato"/>
              <a:sym typeface="Lato"/>
            </a:endParaRPr>
          </a:p>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Provide key insights or observations about the graph</a:t>
            </a:r>
            <a:endParaRPr sz="1200">
              <a:solidFill>
                <a:schemeClr val="dk1"/>
              </a:solidFill>
              <a:latin typeface="Lato"/>
              <a:ea typeface="Lato"/>
              <a:cs typeface="Lato"/>
              <a:sym typeface="Lato"/>
            </a:endParaRPr>
          </a:p>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Explain any significant changes or patterns in the graph</a:t>
            </a:r>
            <a:endParaRPr sz="1200">
              <a:solidFill>
                <a:schemeClr val="dk1"/>
              </a:solidFill>
              <a:latin typeface="Lato"/>
              <a:ea typeface="Lato"/>
              <a:cs typeface="Lato"/>
              <a:sym typeface="Lato"/>
            </a:endParaRPr>
          </a:p>
        </p:txBody>
      </p:sp>
      <p:sp>
        <p:nvSpPr>
          <p:cNvPr id="549" name="Google Shape;549;p42"/>
          <p:cNvSpPr txBox="1"/>
          <p:nvPr/>
        </p:nvSpPr>
        <p:spPr>
          <a:xfrm>
            <a:off x="720000" y="1080000"/>
            <a:ext cx="3240000" cy="7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rchivo Black"/>
                <a:ea typeface="Archivo Black"/>
                <a:cs typeface="Archivo Black"/>
                <a:sym typeface="Archivo Black"/>
              </a:rPr>
              <a:t>Number of cases of the disease over time</a:t>
            </a:r>
            <a:endParaRPr sz="1800">
              <a:solidFill>
                <a:schemeClr val="dk1"/>
              </a:solidFill>
              <a:latin typeface="Archivo Black"/>
              <a:ea typeface="Archivo Black"/>
              <a:cs typeface="Archivo Black"/>
              <a:sym typeface="Archivo Black"/>
            </a:endParaRPr>
          </a:p>
        </p:txBody>
      </p:sp>
      <p:sp>
        <p:nvSpPr>
          <p:cNvPr id="550" name="Google Shape;550;p42"/>
          <p:cNvSpPr txBox="1"/>
          <p:nvPr/>
        </p:nvSpPr>
        <p:spPr>
          <a:xfrm>
            <a:off x="4665600" y="2612666"/>
            <a:ext cx="3758400" cy="16623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List the regions or areas that are relevant for the disease</a:t>
            </a:r>
            <a:endParaRPr sz="1200">
              <a:solidFill>
                <a:schemeClr val="dk1"/>
              </a:solidFill>
              <a:latin typeface="Lato"/>
              <a:ea typeface="Lato"/>
              <a:cs typeface="Lato"/>
              <a:sym typeface="Lato"/>
            </a:endParaRPr>
          </a:p>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Enter the number of cases for each region, area or country </a:t>
            </a:r>
            <a:endParaRPr sz="1200">
              <a:solidFill>
                <a:schemeClr val="dk1"/>
              </a:solidFill>
              <a:latin typeface="Lato"/>
              <a:ea typeface="Lato"/>
              <a:cs typeface="Lato"/>
              <a:sym typeface="Lato"/>
            </a:endParaRPr>
          </a:p>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Describe any notable variations or trends among the regions</a:t>
            </a:r>
            <a:endParaRPr sz="1200">
              <a:solidFill>
                <a:schemeClr val="dk1"/>
              </a:solidFill>
              <a:latin typeface="Lato"/>
              <a:ea typeface="Lato"/>
              <a:cs typeface="Lato"/>
              <a:sym typeface="Lato"/>
            </a:endParaRPr>
          </a:p>
          <a:p>
            <a:pPr marL="4572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Provide additional details or observations about the table</a:t>
            </a:r>
            <a:endParaRPr sz="1200">
              <a:solidFill>
                <a:schemeClr val="dk1"/>
              </a:solidFill>
              <a:latin typeface="Lato"/>
              <a:ea typeface="Lato"/>
              <a:cs typeface="Lato"/>
              <a:sym typeface="Lato"/>
            </a:endParaRPr>
          </a:p>
        </p:txBody>
      </p:sp>
      <p:cxnSp>
        <p:nvCxnSpPr>
          <p:cNvPr id="551" name="Google Shape;551;p42"/>
          <p:cNvCxnSpPr/>
          <p:nvPr/>
        </p:nvCxnSpPr>
        <p:spPr>
          <a:xfrm>
            <a:off x="4312800" y="1266866"/>
            <a:ext cx="0" cy="2863800"/>
          </a:xfrm>
          <a:prstGeom prst="straightConnector1">
            <a:avLst/>
          </a:prstGeom>
          <a:noFill/>
          <a:ln w="9525" cap="flat" cmpd="sng">
            <a:solidFill>
              <a:schemeClr val="dk2"/>
            </a:solidFill>
            <a:prstDash val="solid"/>
            <a:round/>
            <a:headEnd type="none" w="med" len="med"/>
            <a:tailEnd type="none" w="med" len="med"/>
          </a:ln>
        </p:spPr>
      </p:cxnSp>
      <p:sp>
        <p:nvSpPr>
          <p:cNvPr id="552" name="Google Shape;552;p42"/>
          <p:cNvSpPr txBox="1"/>
          <p:nvPr/>
        </p:nvSpPr>
        <p:spPr>
          <a:xfrm>
            <a:off x="720000" y="4264800"/>
            <a:ext cx="7704000" cy="33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a:solidFill>
                <a:schemeClr val="dk1"/>
              </a:solidFill>
              <a:latin typeface="Albert Sans"/>
              <a:ea typeface="Albert Sans"/>
              <a:cs typeface="Albert Sans"/>
              <a:sym typeface="Albert Sans"/>
            </a:endParaRPr>
          </a:p>
        </p:txBody>
      </p:sp>
      <p:pic>
        <p:nvPicPr>
          <p:cNvPr id="553" name="Google Shape;553;p42" title="Chart">
            <a:hlinkClick r:id="rId4"/>
          </p:cNvPr>
          <p:cNvPicPr preferRelativeResize="0"/>
          <p:nvPr/>
        </p:nvPicPr>
        <p:blipFill>
          <a:blip r:embed="rId5">
            <a:alphaModFix/>
          </a:blip>
          <a:stretch>
            <a:fillRect/>
          </a:stretch>
        </p:blipFill>
        <p:spPr>
          <a:xfrm>
            <a:off x="719998" y="3035692"/>
            <a:ext cx="3240001" cy="11605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3"/>
          <p:cNvSpPr txBox="1">
            <a:spLocks noGrp="1"/>
          </p:cNvSpPr>
          <p:nvPr>
            <p:ph type="title"/>
          </p:nvPr>
        </p:nvSpPr>
        <p:spPr>
          <a:xfrm>
            <a:off x="720000" y="445025"/>
            <a:ext cx="77040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Disease overview and conclusions</a:t>
            </a:r>
            <a:endParaRPr/>
          </a:p>
        </p:txBody>
      </p:sp>
      <p:sp>
        <p:nvSpPr>
          <p:cNvPr id="559" name="Google Shape;559;p43"/>
          <p:cNvSpPr txBox="1"/>
          <p:nvPr/>
        </p:nvSpPr>
        <p:spPr>
          <a:xfrm>
            <a:off x="4680425" y="1340450"/>
            <a:ext cx="37440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rchivo Black"/>
                <a:ea typeface="Archivo Black"/>
                <a:cs typeface="Archivo Black"/>
                <a:sym typeface="Archivo Black"/>
              </a:rPr>
              <a:t>Key findings</a:t>
            </a:r>
            <a:endParaRPr sz="1800" b="1">
              <a:solidFill>
                <a:schemeClr val="dk1"/>
              </a:solidFill>
              <a:latin typeface="Archivo Black"/>
              <a:ea typeface="Archivo Black"/>
              <a:cs typeface="Archivo Black"/>
              <a:sym typeface="Archivo Black"/>
            </a:endParaRPr>
          </a:p>
        </p:txBody>
      </p:sp>
      <p:sp>
        <p:nvSpPr>
          <p:cNvPr id="560" name="Google Shape;560;p43"/>
          <p:cNvSpPr txBox="1"/>
          <p:nvPr/>
        </p:nvSpPr>
        <p:spPr>
          <a:xfrm>
            <a:off x="4680428" y="1725950"/>
            <a:ext cx="3744000" cy="923400"/>
          </a:xfrm>
          <a:prstGeom prst="rect">
            <a:avLst/>
          </a:prstGeom>
          <a:noFill/>
          <a:ln>
            <a:noFill/>
          </a:ln>
        </p:spPr>
        <p:txBody>
          <a:bodyPr spcFirstLastPara="1" wrap="square" lIns="91425" tIns="91425" rIns="91425" bIns="91425" anchor="t" anchorCtr="0">
            <a:noAutofit/>
          </a:bodyPr>
          <a:lstStyle/>
          <a:p>
            <a:pPr marL="3429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Summarize the most important or relevant aspects of the disease</a:t>
            </a:r>
            <a:endParaRPr sz="1200">
              <a:solidFill>
                <a:schemeClr val="dk1"/>
              </a:solidFill>
              <a:latin typeface="Lato"/>
              <a:ea typeface="Lato"/>
              <a:cs typeface="Lato"/>
              <a:sym typeface="Lato"/>
            </a:endParaRPr>
          </a:p>
          <a:p>
            <a:pPr marL="342900" lvl="0" indent="-304800" algn="l" rtl="0">
              <a:spcBef>
                <a:spcPts val="0"/>
              </a:spcBef>
              <a:spcAft>
                <a:spcPts val="0"/>
              </a:spcAft>
              <a:buClr>
                <a:schemeClr val="dk2"/>
              </a:buClr>
              <a:buSzPts val="1200"/>
              <a:buFont typeface="Lato"/>
              <a:buChar char="●"/>
            </a:pPr>
            <a:r>
              <a:rPr lang="en" sz="1200">
                <a:solidFill>
                  <a:schemeClr val="dk1"/>
                </a:solidFill>
                <a:latin typeface="Lato"/>
                <a:ea typeface="Lato"/>
                <a:cs typeface="Lato"/>
                <a:sym typeface="Lato"/>
              </a:rPr>
              <a:t>Use bullet points to present the key findings in a clear and organized manner</a:t>
            </a:r>
            <a:endParaRPr sz="1200">
              <a:solidFill>
                <a:schemeClr val="dk1"/>
              </a:solidFill>
              <a:latin typeface="Lato"/>
              <a:ea typeface="Lato"/>
              <a:cs typeface="Lato"/>
              <a:sym typeface="Lato"/>
            </a:endParaRPr>
          </a:p>
        </p:txBody>
      </p:sp>
      <p:sp>
        <p:nvSpPr>
          <p:cNvPr id="561" name="Google Shape;561;p43"/>
          <p:cNvSpPr txBox="1"/>
          <p:nvPr/>
        </p:nvSpPr>
        <p:spPr>
          <a:xfrm>
            <a:off x="4680425" y="3022650"/>
            <a:ext cx="37440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rchivo Black"/>
                <a:ea typeface="Archivo Black"/>
                <a:cs typeface="Archivo Black"/>
                <a:sym typeface="Archivo Black"/>
              </a:rPr>
              <a:t>Conclusions</a:t>
            </a:r>
            <a:endParaRPr sz="1800" b="1">
              <a:solidFill>
                <a:schemeClr val="dk1"/>
              </a:solidFill>
              <a:latin typeface="Archivo Black"/>
              <a:ea typeface="Archivo Black"/>
              <a:cs typeface="Archivo Black"/>
              <a:sym typeface="Archivo Black"/>
            </a:endParaRPr>
          </a:p>
        </p:txBody>
      </p:sp>
      <p:sp>
        <p:nvSpPr>
          <p:cNvPr id="562" name="Google Shape;562;p43"/>
          <p:cNvSpPr txBox="1"/>
          <p:nvPr/>
        </p:nvSpPr>
        <p:spPr>
          <a:xfrm>
            <a:off x="5080025" y="3408150"/>
            <a:ext cx="33441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In this section, summarize the key findings from the disease study</a:t>
            </a:r>
            <a:endParaRPr sz="1200">
              <a:solidFill>
                <a:schemeClr val="dk1"/>
              </a:solidFill>
              <a:latin typeface="Lato"/>
              <a:ea typeface="Lato"/>
              <a:cs typeface="Lato"/>
              <a:sym typeface="Lato"/>
            </a:endParaRPr>
          </a:p>
        </p:txBody>
      </p:sp>
      <p:sp>
        <p:nvSpPr>
          <p:cNvPr id="563" name="Google Shape;563;p43"/>
          <p:cNvSpPr txBox="1"/>
          <p:nvPr/>
        </p:nvSpPr>
        <p:spPr>
          <a:xfrm>
            <a:off x="5080025" y="3962250"/>
            <a:ext cx="33441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Provide an overview of the implications for the current diagnosis and treatment plan</a:t>
            </a:r>
            <a:endParaRPr sz="1200">
              <a:solidFill>
                <a:schemeClr val="dk1"/>
              </a:solidFill>
              <a:latin typeface="Lato"/>
              <a:ea typeface="Lato"/>
              <a:cs typeface="Lato"/>
              <a:sym typeface="Lato"/>
            </a:endParaRPr>
          </a:p>
        </p:txBody>
      </p:sp>
      <p:sp>
        <p:nvSpPr>
          <p:cNvPr id="564" name="Google Shape;564;p43"/>
          <p:cNvSpPr txBox="1"/>
          <p:nvPr/>
        </p:nvSpPr>
        <p:spPr>
          <a:xfrm>
            <a:off x="4680425" y="3485100"/>
            <a:ext cx="399600" cy="4002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1</a:t>
            </a:r>
            <a:endParaRPr>
              <a:solidFill>
                <a:schemeClr val="dk1"/>
              </a:solidFill>
              <a:latin typeface="Archivo Black"/>
              <a:ea typeface="Archivo Black"/>
              <a:cs typeface="Archivo Black"/>
              <a:sym typeface="Archivo Black"/>
            </a:endParaRPr>
          </a:p>
        </p:txBody>
      </p:sp>
      <p:sp>
        <p:nvSpPr>
          <p:cNvPr id="565" name="Google Shape;565;p43"/>
          <p:cNvSpPr txBox="1"/>
          <p:nvPr/>
        </p:nvSpPr>
        <p:spPr>
          <a:xfrm>
            <a:off x="4680425" y="4039200"/>
            <a:ext cx="399600" cy="4002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2</a:t>
            </a:r>
            <a:endParaRPr>
              <a:solidFill>
                <a:schemeClr val="dk1"/>
              </a:solidFill>
              <a:latin typeface="Archivo Black"/>
              <a:ea typeface="Archivo Black"/>
              <a:cs typeface="Archivo Black"/>
              <a:sym typeface="Archivo Black"/>
            </a:endParaRPr>
          </a:p>
        </p:txBody>
      </p:sp>
      <p:cxnSp>
        <p:nvCxnSpPr>
          <p:cNvPr id="566" name="Google Shape;566;p43"/>
          <p:cNvCxnSpPr/>
          <p:nvPr/>
        </p:nvCxnSpPr>
        <p:spPr>
          <a:xfrm>
            <a:off x="4680425" y="2916888"/>
            <a:ext cx="3744000" cy="0"/>
          </a:xfrm>
          <a:prstGeom prst="straightConnector1">
            <a:avLst/>
          </a:prstGeom>
          <a:noFill/>
          <a:ln w="9525" cap="flat" cmpd="sng">
            <a:solidFill>
              <a:schemeClr val="dk2"/>
            </a:solidFill>
            <a:prstDash val="solid"/>
            <a:round/>
            <a:headEnd type="none" w="med" len="med"/>
            <a:tailEnd type="none" w="med" len="med"/>
          </a:ln>
        </p:spPr>
      </p:cxnSp>
      <p:graphicFrame>
        <p:nvGraphicFramePr>
          <p:cNvPr id="567" name="Google Shape;567;p43"/>
          <p:cNvGraphicFramePr/>
          <p:nvPr/>
        </p:nvGraphicFramePr>
        <p:xfrm>
          <a:off x="720000" y="1364950"/>
          <a:ext cx="3000000" cy="3000000"/>
        </p:xfrm>
        <a:graphic>
          <a:graphicData uri="http://schemas.openxmlformats.org/drawingml/2006/table">
            <a:tbl>
              <a:tblPr>
                <a:noFill/>
                <a:tableStyleId>{07CE11D2-39CB-4F7E-8575-560699A34D34}</a:tableStyleId>
              </a:tblPr>
              <a:tblGrid>
                <a:gridCol w="1152850">
                  <a:extLst>
                    <a:ext uri="{9D8B030D-6E8A-4147-A177-3AD203B41FA5}">
                      <a16:colId xmlns:a16="http://schemas.microsoft.com/office/drawing/2014/main" val="20000"/>
                    </a:ext>
                  </a:extLst>
                </a:gridCol>
                <a:gridCol w="2591150">
                  <a:extLst>
                    <a:ext uri="{9D8B030D-6E8A-4147-A177-3AD203B41FA5}">
                      <a16:colId xmlns:a16="http://schemas.microsoft.com/office/drawing/2014/main" val="20001"/>
                    </a:ext>
                  </a:extLst>
                </a:gridCol>
              </a:tblGrid>
              <a:tr h="427200">
                <a:tc gridSpan="2">
                  <a:txBody>
                    <a:bodyPr/>
                    <a:lstStyle/>
                    <a:p>
                      <a:pPr marL="91440" lvl="0" indent="0" algn="l" rtl="0">
                        <a:spcBef>
                          <a:spcPts val="0"/>
                        </a:spcBef>
                        <a:spcAft>
                          <a:spcPts val="0"/>
                        </a:spcAft>
                        <a:buNone/>
                      </a:pPr>
                      <a:r>
                        <a:rPr lang="en" sz="1800" b="1">
                          <a:solidFill>
                            <a:schemeClr val="dk1"/>
                          </a:solidFill>
                          <a:latin typeface="Archivo Black"/>
                          <a:ea typeface="Archivo Black"/>
                          <a:cs typeface="Archivo Black"/>
                          <a:sym typeface="Archivo Black"/>
                        </a:rPr>
                        <a:t>Information</a:t>
                      </a:r>
                      <a:endParaRPr sz="1800" b="1">
                        <a:solidFill>
                          <a:schemeClr val="dk1"/>
                        </a:solidFill>
                        <a:latin typeface="Archivo Black"/>
                        <a:ea typeface="Archivo Black"/>
                        <a:cs typeface="Archivo Black"/>
                        <a:sym typeface="Archivo Black"/>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529450">
                <a:tc>
                  <a:txBody>
                    <a:bodyPr/>
                    <a:lstStyle/>
                    <a:p>
                      <a:pPr marL="91440" lvl="0" indent="0" algn="l" rtl="0">
                        <a:spcBef>
                          <a:spcPts val="0"/>
                        </a:spcBef>
                        <a:spcAft>
                          <a:spcPts val="0"/>
                        </a:spcAft>
                        <a:buNone/>
                      </a:pPr>
                      <a:r>
                        <a:rPr lang="en" sz="1200" b="1">
                          <a:solidFill>
                            <a:schemeClr val="dk1"/>
                          </a:solidFill>
                          <a:latin typeface="Lato"/>
                          <a:ea typeface="Lato"/>
                          <a:cs typeface="Lato"/>
                          <a:sym typeface="Lato"/>
                        </a:rPr>
                        <a:t>Causes</a:t>
                      </a:r>
                      <a:endParaRPr sz="1200" b="1">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spcBef>
                          <a:spcPts val="0"/>
                        </a:spcBef>
                        <a:spcAft>
                          <a:spcPts val="0"/>
                        </a:spcAft>
                        <a:buNone/>
                      </a:pPr>
                      <a:r>
                        <a:rPr lang="en" sz="1200">
                          <a:solidFill>
                            <a:schemeClr val="dk1"/>
                          </a:solidFill>
                          <a:latin typeface="Lato"/>
                          <a:ea typeface="Lato"/>
                          <a:cs typeface="Lato"/>
                          <a:sym typeface="Lato"/>
                        </a:rPr>
                        <a:t>Enter in this section specific information about causes</a:t>
                      </a:r>
                      <a:endParaRPr sz="12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529450">
                <a:tc>
                  <a:txBody>
                    <a:bodyPr/>
                    <a:lstStyle/>
                    <a:p>
                      <a:pPr marL="91440" lvl="0" indent="0" algn="l" rtl="0">
                        <a:spcBef>
                          <a:spcPts val="0"/>
                        </a:spcBef>
                        <a:spcAft>
                          <a:spcPts val="0"/>
                        </a:spcAft>
                        <a:buNone/>
                      </a:pPr>
                      <a:r>
                        <a:rPr lang="en" sz="1200" b="1">
                          <a:solidFill>
                            <a:schemeClr val="dk1"/>
                          </a:solidFill>
                          <a:latin typeface="Lato"/>
                          <a:ea typeface="Lato"/>
                          <a:cs typeface="Lato"/>
                          <a:sym typeface="Lato"/>
                        </a:rPr>
                        <a:t>Symptoms</a:t>
                      </a:r>
                      <a:endParaRPr sz="1200" b="1">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spcBef>
                          <a:spcPts val="0"/>
                        </a:spcBef>
                        <a:spcAft>
                          <a:spcPts val="0"/>
                        </a:spcAft>
                        <a:buNone/>
                      </a:pPr>
                      <a:r>
                        <a:rPr lang="en" sz="1200">
                          <a:solidFill>
                            <a:schemeClr val="dk1"/>
                          </a:solidFill>
                          <a:latin typeface="Lato"/>
                          <a:ea typeface="Lato"/>
                          <a:cs typeface="Lato"/>
                          <a:sym typeface="Lato"/>
                        </a:rPr>
                        <a:t>Enter in this section specific information about symptoms</a:t>
                      </a:r>
                      <a:endParaRPr sz="12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529450">
                <a:tc>
                  <a:txBody>
                    <a:bodyPr/>
                    <a:lstStyle/>
                    <a:p>
                      <a:pPr marL="91440" lvl="0" indent="0" algn="l" rtl="0">
                        <a:spcBef>
                          <a:spcPts val="0"/>
                        </a:spcBef>
                        <a:spcAft>
                          <a:spcPts val="0"/>
                        </a:spcAft>
                        <a:buNone/>
                      </a:pPr>
                      <a:r>
                        <a:rPr lang="en" sz="1200" b="1">
                          <a:solidFill>
                            <a:schemeClr val="dk1"/>
                          </a:solidFill>
                          <a:latin typeface="Lato"/>
                          <a:ea typeface="Lato"/>
                          <a:cs typeface="Lato"/>
                          <a:sym typeface="Lato"/>
                        </a:rPr>
                        <a:t>Diagnosis</a:t>
                      </a:r>
                      <a:endParaRPr sz="1200" b="1">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spcBef>
                          <a:spcPts val="0"/>
                        </a:spcBef>
                        <a:spcAft>
                          <a:spcPts val="0"/>
                        </a:spcAft>
                        <a:buNone/>
                      </a:pPr>
                      <a:r>
                        <a:rPr lang="en" sz="1200">
                          <a:solidFill>
                            <a:schemeClr val="dk1"/>
                          </a:solidFill>
                          <a:latin typeface="Lato"/>
                          <a:ea typeface="Lato"/>
                          <a:cs typeface="Lato"/>
                          <a:sym typeface="Lato"/>
                        </a:rPr>
                        <a:t>Enter in this section specific information about the diagnosis</a:t>
                      </a:r>
                      <a:endParaRPr sz="12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529450">
                <a:tc>
                  <a:txBody>
                    <a:bodyPr/>
                    <a:lstStyle/>
                    <a:p>
                      <a:pPr marL="91440" lvl="0" indent="0" algn="l" rtl="0">
                        <a:spcBef>
                          <a:spcPts val="0"/>
                        </a:spcBef>
                        <a:spcAft>
                          <a:spcPts val="0"/>
                        </a:spcAft>
                        <a:buNone/>
                      </a:pPr>
                      <a:r>
                        <a:rPr lang="en" sz="1200" b="1">
                          <a:solidFill>
                            <a:schemeClr val="dk1"/>
                          </a:solidFill>
                          <a:latin typeface="Lato"/>
                          <a:ea typeface="Lato"/>
                          <a:cs typeface="Lato"/>
                          <a:sym typeface="Lato"/>
                        </a:rPr>
                        <a:t>Treatment</a:t>
                      </a:r>
                      <a:endParaRPr sz="1200" b="1">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spcBef>
                          <a:spcPts val="0"/>
                        </a:spcBef>
                        <a:spcAft>
                          <a:spcPts val="0"/>
                        </a:spcAft>
                        <a:buNone/>
                      </a:pPr>
                      <a:r>
                        <a:rPr lang="en" sz="1200">
                          <a:solidFill>
                            <a:schemeClr val="dk1"/>
                          </a:solidFill>
                          <a:latin typeface="Lato"/>
                          <a:ea typeface="Lato"/>
                          <a:cs typeface="Lato"/>
                          <a:sym typeface="Lato"/>
                        </a:rPr>
                        <a:t>Enter in this section specific information about the treatment</a:t>
                      </a:r>
                      <a:endParaRPr sz="12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529450">
                <a:tc>
                  <a:txBody>
                    <a:bodyPr/>
                    <a:lstStyle/>
                    <a:p>
                      <a:pPr marL="91440" lvl="0" indent="0" algn="l" rtl="0">
                        <a:spcBef>
                          <a:spcPts val="0"/>
                        </a:spcBef>
                        <a:spcAft>
                          <a:spcPts val="0"/>
                        </a:spcAft>
                        <a:buNone/>
                      </a:pPr>
                      <a:r>
                        <a:rPr lang="en" sz="1200" b="1">
                          <a:solidFill>
                            <a:schemeClr val="dk1"/>
                          </a:solidFill>
                          <a:latin typeface="Lato"/>
                          <a:ea typeface="Lato"/>
                          <a:cs typeface="Lato"/>
                          <a:sym typeface="Lato"/>
                        </a:rPr>
                        <a:t>Prevention</a:t>
                      </a:r>
                      <a:endParaRPr sz="1200" b="1">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91440" lvl="0" indent="0" algn="l" rtl="0">
                        <a:spcBef>
                          <a:spcPts val="0"/>
                        </a:spcBef>
                        <a:spcAft>
                          <a:spcPts val="0"/>
                        </a:spcAft>
                        <a:buNone/>
                      </a:pPr>
                      <a:r>
                        <a:rPr lang="en" sz="1200">
                          <a:solidFill>
                            <a:schemeClr val="dk1"/>
                          </a:solidFill>
                          <a:latin typeface="Lato"/>
                          <a:ea typeface="Lato"/>
                          <a:cs typeface="Lato"/>
                          <a:sym typeface="Lato"/>
                        </a:rPr>
                        <a:t>Enter in this section specific information about prevention</a:t>
                      </a:r>
                      <a:endParaRPr sz="1200">
                        <a:solidFill>
                          <a:schemeClr val="dk1"/>
                        </a:solidFill>
                        <a:latin typeface="Lato"/>
                        <a:ea typeface="Lato"/>
                        <a:cs typeface="Lato"/>
                        <a:sym typeface="Lato"/>
                      </a:endParaRPr>
                    </a:p>
                  </a:txBody>
                  <a:tcPr marL="54000" marR="54000" marT="54000" marB="5400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4"/>
          <p:cNvSpPr txBox="1">
            <a:spLocks noGrp="1"/>
          </p:cNvSpPr>
          <p:nvPr>
            <p:ph type="subTitle" idx="1"/>
          </p:nvPr>
        </p:nvSpPr>
        <p:spPr>
          <a:xfrm>
            <a:off x="2772000" y="1677600"/>
            <a:ext cx="3600000" cy="104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have any questions?</a:t>
            </a:r>
            <a:endParaRPr/>
          </a:p>
          <a:p>
            <a:pPr marL="0" lvl="0" indent="0" algn="ctr" rtl="0">
              <a:spcBef>
                <a:spcPts val="0"/>
              </a:spcBef>
              <a:spcAft>
                <a:spcPts val="0"/>
              </a:spcAft>
              <a:buNone/>
            </a:pPr>
            <a:r>
              <a:rPr lang="en"/>
              <a:t>youremail@freepik.com </a:t>
            </a:r>
            <a:endParaRPr/>
          </a:p>
          <a:p>
            <a:pPr marL="0" lvl="0" indent="0" algn="ctr" rtl="0">
              <a:spcBef>
                <a:spcPts val="0"/>
              </a:spcBef>
              <a:spcAft>
                <a:spcPts val="0"/>
              </a:spcAft>
              <a:buNone/>
            </a:pPr>
            <a:r>
              <a:rPr lang="en"/>
              <a:t>+91  620 421 838 </a:t>
            </a:r>
            <a:endParaRPr/>
          </a:p>
          <a:p>
            <a:pPr marL="0" lvl="0" indent="0" algn="ctr" rtl="0">
              <a:spcBef>
                <a:spcPts val="0"/>
              </a:spcBef>
              <a:spcAft>
                <a:spcPts val="0"/>
              </a:spcAft>
              <a:buNone/>
            </a:pPr>
            <a:r>
              <a:rPr lang="en"/>
              <a:t>yourwebsite.com</a:t>
            </a:r>
            <a:endParaRPr/>
          </a:p>
        </p:txBody>
      </p:sp>
      <p:sp>
        <p:nvSpPr>
          <p:cNvPr id="573" name="Google Shape;573;p44"/>
          <p:cNvSpPr txBox="1">
            <a:spLocks noGrp="1"/>
          </p:cNvSpPr>
          <p:nvPr>
            <p:ph type="ctrTitle"/>
          </p:nvPr>
        </p:nvSpPr>
        <p:spPr>
          <a:xfrm>
            <a:off x="2772000" y="692400"/>
            <a:ext cx="3600000" cy="98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574" name="Google Shape;574;p44"/>
          <p:cNvSpPr txBox="1"/>
          <p:nvPr/>
        </p:nvSpPr>
        <p:spPr>
          <a:xfrm>
            <a:off x="2935825" y="4112408"/>
            <a:ext cx="3272400" cy="338700"/>
          </a:xfrm>
          <a:prstGeom prst="rect">
            <a:avLst/>
          </a:prstGeom>
          <a:solidFill>
            <a:schemeClr val="accent1"/>
          </a:solid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1"/>
                </a:solidFill>
                <a:latin typeface="Lato"/>
                <a:ea typeface="Lato"/>
                <a:cs typeface="Lato"/>
                <a:sym typeface="Lato"/>
              </a:rPr>
              <a:t>Please keep this slide for attribution</a:t>
            </a:r>
            <a:endParaRPr sz="1000">
              <a:solidFill>
                <a:schemeClr val="dk1"/>
              </a:solidFill>
              <a:latin typeface="Lato"/>
              <a:ea typeface="Lato"/>
              <a:cs typeface="Lato"/>
              <a:sym typeface="Lato"/>
            </a:endParaRPr>
          </a:p>
        </p:txBody>
      </p:sp>
      <p:sp>
        <p:nvSpPr>
          <p:cNvPr id="575" name="Google Shape;575;p44"/>
          <p:cNvSpPr/>
          <p:nvPr/>
        </p:nvSpPr>
        <p:spPr>
          <a:xfrm>
            <a:off x="3485450" y="2947900"/>
            <a:ext cx="437400" cy="437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4"/>
          <p:cNvSpPr/>
          <p:nvPr/>
        </p:nvSpPr>
        <p:spPr>
          <a:xfrm>
            <a:off x="4353325" y="2947900"/>
            <a:ext cx="437400" cy="437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4"/>
          <p:cNvSpPr/>
          <p:nvPr/>
        </p:nvSpPr>
        <p:spPr>
          <a:xfrm>
            <a:off x="5221200" y="2947900"/>
            <a:ext cx="437400" cy="437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44"/>
          <p:cNvGrpSpPr/>
          <p:nvPr/>
        </p:nvGrpSpPr>
        <p:grpSpPr>
          <a:xfrm>
            <a:off x="3572599" y="3027399"/>
            <a:ext cx="276012" cy="275991"/>
            <a:chOff x="3368074" y="3882537"/>
            <a:chExt cx="215298" cy="215298"/>
          </a:xfrm>
        </p:grpSpPr>
        <p:sp>
          <p:nvSpPr>
            <p:cNvPr id="579" name="Google Shape;579;p44"/>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4"/>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4"/>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 name="Google Shape;582;p44"/>
          <p:cNvGrpSpPr/>
          <p:nvPr/>
        </p:nvGrpSpPr>
        <p:grpSpPr>
          <a:xfrm>
            <a:off x="4438631" y="3046107"/>
            <a:ext cx="266790" cy="238574"/>
            <a:chOff x="3824739" y="3890112"/>
            <a:chExt cx="208105" cy="186110"/>
          </a:xfrm>
        </p:grpSpPr>
        <p:sp>
          <p:nvSpPr>
            <p:cNvPr id="583" name="Google Shape;583;p44"/>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4"/>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4"/>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6" name="Google Shape;586;p44"/>
          <p:cNvSpPr/>
          <p:nvPr/>
        </p:nvSpPr>
        <p:spPr>
          <a:xfrm>
            <a:off x="5302515" y="3046345"/>
            <a:ext cx="291511" cy="238097"/>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7" name="Google Shape;587;p44"/>
          <p:cNvGrpSpPr/>
          <p:nvPr/>
        </p:nvGrpSpPr>
        <p:grpSpPr>
          <a:xfrm>
            <a:off x="7669775" y="360401"/>
            <a:ext cx="1474289" cy="4422699"/>
            <a:chOff x="7669775" y="360401"/>
            <a:chExt cx="1474289" cy="4422699"/>
          </a:xfrm>
        </p:grpSpPr>
        <p:grpSp>
          <p:nvGrpSpPr>
            <p:cNvPr id="588" name="Google Shape;588;p44"/>
            <p:cNvGrpSpPr/>
            <p:nvPr/>
          </p:nvGrpSpPr>
          <p:grpSpPr>
            <a:xfrm>
              <a:off x="7669775" y="1834644"/>
              <a:ext cx="1474216" cy="1474212"/>
              <a:chOff x="-140823" y="4286325"/>
              <a:chExt cx="858600" cy="857100"/>
            </a:xfrm>
          </p:grpSpPr>
          <p:sp>
            <p:nvSpPr>
              <p:cNvPr id="589" name="Google Shape;589;p44"/>
              <p:cNvSpPr/>
              <p:nvPr/>
            </p:nvSpPr>
            <p:spPr>
              <a:xfrm>
                <a:off x="-140823" y="4286325"/>
                <a:ext cx="858600" cy="8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0" name="Google Shape;590;p44"/>
              <p:cNvGrpSpPr/>
              <p:nvPr/>
            </p:nvGrpSpPr>
            <p:grpSpPr>
              <a:xfrm>
                <a:off x="-12688" y="4426670"/>
                <a:ext cx="597883" cy="716755"/>
                <a:chOff x="7528308" y="514061"/>
                <a:chExt cx="597883" cy="716755"/>
              </a:xfrm>
            </p:grpSpPr>
            <p:sp>
              <p:nvSpPr>
                <p:cNvPr id="591" name="Google Shape;591;p44"/>
                <p:cNvSpPr/>
                <p:nvPr/>
              </p:nvSpPr>
              <p:spPr>
                <a:xfrm>
                  <a:off x="7528308" y="514061"/>
                  <a:ext cx="597883" cy="716755"/>
                </a:xfrm>
                <a:custGeom>
                  <a:avLst/>
                  <a:gdLst/>
                  <a:ahLst/>
                  <a:cxnLst/>
                  <a:rect l="l" t="t" r="r" b="b"/>
                  <a:pathLst>
                    <a:path w="1464" h="1756" extrusionOk="0">
                      <a:moveTo>
                        <a:pt x="774" y="0"/>
                      </a:moveTo>
                      <a:lnTo>
                        <a:pt x="774" y="0"/>
                      </a:lnTo>
                      <a:cubicBezTo>
                        <a:pt x="393" y="0"/>
                        <a:pt x="84" y="309"/>
                        <a:pt x="84" y="690"/>
                      </a:cubicBezTo>
                      <a:lnTo>
                        <a:pt x="0" y="1098"/>
                      </a:lnTo>
                      <a:lnTo>
                        <a:pt x="135" y="1098"/>
                      </a:lnTo>
                      <a:lnTo>
                        <a:pt x="135" y="1459"/>
                      </a:lnTo>
                      <a:cubicBezTo>
                        <a:pt x="135" y="1524"/>
                        <a:pt x="188" y="1577"/>
                        <a:pt x="254" y="1577"/>
                      </a:cubicBezTo>
                      <a:lnTo>
                        <a:pt x="500" y="1577"/>
                      </a:lnTo>
                      <a:cubicBezTo>
                        <a:pt x="566" y="1577"/>
                        <a:pt x="618" y="1630"/>
                        <a:pt x="618" y="1696"/>
                      </a:cubicBezTo>
                      <a:lnTo>
                        <a:pt x="618" y="1756"/>
                      </a:lnTo>
                      <a:lnTo>
                        <a:pt x="1464" y="1756"/>
                      </a:lnTo>
                      <a:lnTo>
                        <a:pt x="1464" y="1098"/>
                      </a:lnTo>
                      <a:lnTo>
                        <a:pt x="1464" y="836"/>
                      </a:lnTo>
                      <a:lnTo>
                        <a:pt x="1464" y="690"/>
                      </a:lnTo>
                      <a:cubicBezTo>
                        <a:pt x="1464" y="309"/>
                        <a:pt x="1155" y="0"/>
                        <a:pt x="774" y="0"/>
                      </a:cubicBez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2" name="Google Shape;592;p44"/>
                <p:cNvSpPr/>
                <p:nvPr/>
              </p:nvSpPr>
              <p:spPr>
                <a:xfrm>
                  <a:off x="7678187" y="644268"/>
                  <a:ext cx="148654" cy="148984"/>
                </a:xfrm>
                <a:custGeom>
                  <a:avLst/>
                  <a:gdLst/>
                  <a:ahLst/>
                  <a:cxnLst/>
                  <a:rect l="l" t="t" r="r" b="b"/>
                  <a:pathLst>
                    <a:path w="364" h="365" extrusionOk="0">
                      <a:moveTo>
                        <a:pt x="0" y="0"/>
                      </a:moveTo>
                      <a:lnTo>
                        <a:pt x="364" y="0"/>
                      </a:lnTo>
                      <a:lnTo>
                        <a:pt x="364" y="365"/>
                      </a:lnTo>
                      <a:lnTo>
                        <a:pt x="0" y="365"/>
                      </a:lnTo>
                      <a:lnTo>
                        <a:pt x="0" y="0"/>
                      </a:ln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3" name="Google Shape;593;p44"/>
                <p:cNvSpPr/>
                <p:nvPr/>
              </p:nvSpPr>
              <p:spPr>
                <a:xfrm>
                  <a:off x="7872579" y="738147"/>
                  <a:ext cx="57991" cy="57961"/>
                </a:xfrm>
                <a:custGeom>
                  <a:avLst/>
                  <a:gdLst/>
                  <a:ahLst/>
                  <a:cxnLst/>
                  <a:rect l="l" t="t" r="r" b="b"/>
                  <a:pathLst>
                    <a:path w="142" h="142" extrusionOk="0">
                      <a:moveTo>
                        <a:pt x="142" y="71"/>
                      </a:moveTo>
                      <a:cubicBezTo>
                        <a:pt x="142" y="32"/>
                        <a:pt x="110" y="0"/>
                        <a:pt x="71" y="0"/>
                      </a:cubicBezTo>
                      <a:cubicBezTo>
                        <a:pt x="32" y="0"/>
                        <a:pt x="0" y="32"/>
                        <a:pt x="0" y="71"/>
                      </a:cubicBezTo>
                      <a:cubicBezTo>
                        <a:pt x="0" y="95"/>
                        <a:pt x="12" y="116"/>
                        <a:pt x="31" y="129"/>
                      </a:cubicBezTo>
                      <a:lnTo>
                        <a:pt x="31" y="142"/>
                      </a:lnTo>
                      <a:lnTo>
                        <a:pt x="112" y="142"/>
                      </a:lnTo>
                      <a:lnTo>
                        <a:pt x="112" y="129"/>
                      </a:lnTo>
                      <a:cubicBezTo>
                        <a:pt x="130" y="116"/>
                        <a:pt x="142" y="95"/>
                        <a:pt x="142" y="71"/>
                      </a:cubicBezTo>
                      <a:close/>
                    </a:path>
                  </a:pathLst>
                </a:custGeom>
                <a:solidFill>
                  <a:srgbClr val="596DFF"/>
                </a:solidFill>
                <a:ln>
                  <a:noFill/>
                </a:ln>
              </p:spPr>
              <p:txBody>
                <a:bodyPr spcFirstLastPara="1" wrap="square" lIns="81625" tIns="5525" rIns="81625" bIns="55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4" name="Google Shape;594;p44"/>
                <p:cNvSpPr/>
                <p:nvPr/>
              </p:nvSpPr>
              <p:spPr>
                <a:xfrm>
                  <a:off x="7772116" y="793251"/>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134" y="0"/>
                      </a:lnTo>
                      <a:lnTo>
                        <a:pt x="134" y="142"/>
                      </a:lnTo>
                      <a:lnTo>
                        <a:pt x="128" y="142"/>
                      </a:lnTo>
                      <a:cubicBezTo>
                        <a:pt x="115" y="124"/>
                        <a:pt x="94" y="112"/>
                        <a:pt x="70" y="112"/>
                      </a:cubicBezTo>
                      <a:cubicBezTo>
                        <a:pt x="31" y="112"/>
                        <a:pt x="0" y="144"/>
                        <a:pt x="0" y="183"/>
                      </a:cubicBezTo>
                      <a:cubicBezTo>
                        <a:pt x="0" y="222"/>
                        <a:pt x="31" y="254"/>
                        <a:pt x="70" y="254"/>
                      </a:cubicBezTo>
                      <a:cubicBezTo>
                        <a:pt x="94" y="254"/>
                        <a:pt x="115" y="242"/>
                        <a:pt x="128" y="223"/>
                      </a:cubicBezTo>
                      <a:lnTo>
                        <a:pt x="134" y="223"/>
                      </a:lnTo>
                      <a:lnTo>
                        <a:pt x="134" y="365"/>
                      </a:lnTo>
                      <a:lnTo>
                        <a:pt x="277" y="365"/>
                      </a:lnTo>
                      <a:lnTo>
                        <a:pt x="277" y="365"/>
                      </a:lnTo>
                      <a:cubicBezTo>
                        <a:pt x="258" y="352"/>
                        <a:pt x="246" y="331"/>
                        <a:pt x="246" y="307"/>
                      </a:cubicBezTo>
                      <a:cubicBezTo>
                        <a:pt x="246" y="268"/>
                        <a:pt x="278" y="237"/>
                        <a:pt x="317" y="237"/>
                      </a:cubicBezTo>
                      <a:cubicBezTo>
                        <a:pt x="356" y="237"/>
                        <a:pt x="388" y="268"/>
                        <a:pt x="388" y="307"/>
                      </a:cubicBezTo>
                      <a:cubicBezTo>
                        <a:pt x="388" y="331"/>
                        <a:pt x="376" y="352"/>
                        <a:pt x="358" y="365"/>
                      </a:cubicBezTo>
                      <a:lnTo>
                        <a:pt x="358" y="365"/>
                      </a:lnTo>
                      <a:lnTo>
                        <a:pt x="500" y="365"/>
                      </a:lnTo>
                      <a:lnTo>
                        <a:pt x="500" y="223"/>
                      </a:lnTo>
                      <a:lnTo>
                        <a:pt x="506" y="223"/>
                      </a:lnTo>
                      <a:cubicBezTo>
                        <a:pt x="519" y="242"/>
                        <a:pt x="540" y="254"/>
                        <a:pt x="564" y="254"/>
                      </a:cubicBezTo>
                      <a:cubicBezTo>
                        <a:pt x="603" y="254"/>
                        <a:pt x="634" y="222"/>
                        <a:pt x="634" y="183"/>
                      </a:cubicBezTo>
                      <a:cubicBezTo>
                        <a:pt x="634" y="144"/>
                        <a:pt x="603" y="112"/>
                        <a:pt x="564" y="112"/>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5" name="Google Shape;595;p44"/>
                <p:cNvSpPr/>
                <p:nvPr/>
              </p:nvSpPr>
              <p:spPr>
                <a:xfrm>
                  <a:off x="7772116" y="644268"/>
                  <a:ext cx="258919" cy="148984"/>
                </a:xfrm>
                <a:custGeom>
                  <a:avLst/>
                  <a:gdLst/>
                  <a:ahLst/>
                  <a:cxnLst/>
                  <a:rect l="l" t="t" r="r" b="b"/>
                  <a:pathLst>
                    <a:path w="634" h="365" extrusionOk="0">
                      <a:moveTo>
                        <a:pt x="564" y="112"/>
                      </a:moveTo>
                      <a:cubicBezTo>
                        <a:pt x="540" y="112"/>
                        <a:pt x="519" y="124"/>
                        <a:pt x="506" y="142"/>
                      </a:cubicBezTo>
                      <a:lnTo>
                        <a:pt x="500" y="142"/>
                      </a:lnTo>
                      <a:lnTo>
                        <a:pt x="500" y="0"/>
                      </a:lnTo>
                      <a:lnTo>
                        <a:pt x="358" y="0"/>
                      </a:lnTo>
                      <a:lnTo>
                        <a:pt x="358" y="3"/>
                      </a:lnTo>
                      <a:cubicBezTo>
                        <a:pt x="376" y="15"/>
                        <a:pt x="388" y="37"/>
                        <a:pt x="388" y="60"/>
                      </a:cubicBezTo>
                      <a:cubicBezTo>
                        <a:pt x="388" y="99"/>
                        <a:pt x="356" y="131"/>
                        <a:pt x="317" y="131"/>
                      </a:cubicBezTo>
                      <a:cubicBezTo>
                        <a:pt x="278" y="131"/>
                        <a:pt x="246" y="99"/>
                        <a:pt x="246" y="60"/>
                      </a:cubicBezTo>
                      <a:cubicBezTo>
                        <a:pt x="246" y="37"/>
                        <a:pt x="258" y="15"/>
                        <a:pt x="277" y="3"/>
                      </a:cubicBezTo>
                      <a:lnTo>
                        <a:pt x="277" y="0"/>
                      </a:lnTo>
                      <a:lnTo>
                        <a:pt x="134" y="0"/>
                      </a:lnTo>
                      <a:lnTo>
                        <a:pt x="134" y="142"/>
                      </a:lnTo>
                      <a:lnTo>
                        <a:pt x="128" y="142"/>
                      </a:lnTo>
                      <a:cubicBezTo>
                        <a:pt x="115" y="124"/>
                        <a:pt x="94" y="112"/>
                        <a:pt x="70" y="112"/>
                      </a:cubicBezTo>
                      <a:cubicBezTo>
                        <a:pt x="31" y="112"/>
                        <a:pt x="0" y="144"/>
                        <a:pt x="0" y="183"/>
                      </a:cubicBezTo>
                      <a:cubicBezTo>
                        <a:pt x="0" y="222"/>
                        <a:pt x="31" y="253"/>
                        <a:pt x="70" y="253"/>
                      </a:cubicBezTo>
                      <a:cubicBezTo>
                        <a:pt x="94" y="253"/>
                        <a:pt x="115" y="241"/>
                        <a:pt x="128" y="223"/>
                      </a:cubicBezTo>
                      <a:lnTo>
                        <a:pt x="134" y="223"/>
                      </a:lnTo>
                      <a:lnTo>
                        <a:pt x="134" y="365"/>
                      </a:lnTo>
                      <a:lnTo>
                        <a:pt x="500" y="365"/>
                      </a:lnTo>
                      <a:lnTo>
                        <a:pt x="500" y="223"/>
                      </a:lnTo>
                      <a:lnTo>
                        <a:pt x="506" y="223"/>
                      </a:lnTo>
                      <a:cubicBezTo>
                        <a:pt x="519" y="241"/>
                        <a:pt x="540" y="253"/>
                        <a:pt x="564" y="253"/>
                      </a:cubicBezTo>
                      <a:cubicBezTo>
                        <a:pt x="603" y="253"/>
                        <a:pt x="634" y="222"/>
                        <a:pt x="634" y="183"/>
                      </a:cubicBezTo>
                      <a:cubicBezTo>
                        <a:pt x="634" y="144"/>
                        <a:pt x="603" y="112"/>
                        <a:pt x="564" y="112"/>
                      </a:cubicBez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sp>
              <p:nvSpPr>
                <p:cNvPr id="596" name="Google Shape;596;p44"/>
                <p:cNvSpPr/>
                <p:nvPr/>
              </p:nvSpPr>
              <p:spPr>
                <a:xfrm>
                  <a:off x="7623054" y="793251"/>
                  <a:ext cx="203787" cy="148984"/>
                </a:xfrm>
                <a:custGeom>
                  <a:avLst/>
                  <a:gdLst/>
                  <a:ahLst/>
                  <a:cxnLst/>
                  <a:rect l="l" t="t" r="r" b="b"/>
                  <a:pathLst>
                    <a:path w="499" h="365" extrusionOk="0">
                      <a:moveTo>
                        <a:pt x="135" y="0"/>
                      </a:moveTo>
                      <a:lnTo>
                        <a:pt x="135" y="142"/>
                      </a:lnTo>
                      <a:lnTo>
                        <a:pt x="129" y="142"/>
                      </a:lnTo>
                      <a:cubicBezTo>
                        <a:pt x="116" y="124"/>
                        <a:pt x="95" y="112"/>
                        <a:pt x="71" y="112"/>
                      </a:cubicBezTo>
                      <a:cubicBezTo>
                        <a:pt x="32" y="112"/>
                        <a:pt x="0" y="144"/>
                        <a:pt x="0" y="183"/>
                      </a:cubicBezTo>
                      <a:cubicBezTo>
                        <a:pt x="0" y="222"/>
                        <a:pt x="32" y="254"/>
                        <a:pt x="71" y="254"/>
                      </a:cubicBezTo>
                      <a:cubicBezTo>
                        <a:pt x="95" y="254"/>
                        <a:pt x="116" y="242"/>
                        <a:pt x="129" y="223"/>
                      </a:cubicBezTo>
                      <a:lnTo>
                        <a:pt x="135" y="223"/>
                      </a:lnTo>
                      <a:lnTo>
                        <a:pt x="135" y="365"/>
                      </a:lnTo>
                      <a:lnTo>
                        <a:pt x="499" y="365"/>
                      </a:lnTo>
                      <a:lnTo>
                        <a:pt x="499" y="0"/>
                      </a:lnTo>
                      <a:lnTo>
                        <a:pt x="135" y="0"/>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597" name="Google Shape;597;p44"/>
            <p:cNvGrpSpPr/>
            <p:nvPr/>
          </p:nvGrpSpPr>
          <p:grpSpPr>
            <a:xfrm>
              <a:off x="7669847" y="360401"/>
              <a:ext cx="1474216" cy="1474212"/>
              <a:chOff x="8426223" y="4286325"/>
              <a:chExt cx="858600" cy="857100"/>
            </a:xfrm>
          </p:grpSpPr>
          <p:sp>
            <p:nvSpPr>
              <p:cNvPr id="598" name="Google Shape;598;p44"/>
              <p:cNvSpPr/>
              <p:nvPr/>
            </p:nvSpPr>
            <p:spPr>
              <a:xfrm>
                <a:off x="8426223" y="4286325"/>
                <a:ext cx="858600" cy="8571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599" name="Google Shape;599;p44"/>
              <p:cNvGrpSpPr/>
              <p:nvPr/>
            </p:nvGrpSpPr>
            <p:grpSpPr>
              <a:xfrm>
                <a:off x="8558749" y="4427078"/>
                <a:ext cx="597995" cy="716347"/>
                <a:chOff x="1219354" y="1542728"/>
                <a:chExt cx="478396" cy="573078"/>
              </a:xfrm>
            </p:grpSpPr>
            <p:sp>
              <p:nvSpPr>
                <p:cNvPr id="600" name="Google Shape;600;p44"/>
                <p:cNvSpPr/>
                <p:nvPr/>
              </p:nvSpPr>
              <p:spPr>
                <a:xfrm flipH="1">
                  <a:off x="1219354" y="1542728"/>
                  <a:ext cx="478396" cy="573078"/>
                </a:xfrm>
                <a:custGeom>
                  <a:avLst/>
                  <a:gdLst/>
                  <a:ahLst/>
                  <a:cxnLst/>
                  <a:rect l="l" t="t" r="r" b="b"/>
                  <a:pathLst>
                    <a:path w="1465" h="1755" extrusionOk="0">
                      <a:moveTo>
                        <a:pt x="775" y="0"/>
                      </a:moveTo>
                      <a:lnTo>
                        <a:pt x="775" y="0"/>
                      </a:lnTo>
                      <a:cubicBezTo>
                        <a:pt x="394" y="0"/>
                        <a:pt x="85" y="309"/>
                        <a:pt x="85" y="690"/>
                      </a:cubicBezTo>
                      <a:lnTo>
                        <a:pt x="0" y="1097"/>
                      </a:lnTo>
                      <a:lnTo>
                        <a:pt x="135" y="1097"/>
                      </a:lnTo>
                      <a:lnTo>
                        <a:pt x="135" y="1457"/>
                      </a:lnTo>
                      <a:cubicBezTo>
                        <a:pt x="135" y="1523"/>
                        <a:pt x="188" y="1576"/>
                        <a:pt x="254" y="1576"/>
                      </a:cubicBezTo>
                      <a:lnTo>
                        <a:pt x="501" y="1576"/>
                      </a:lnTo>
                      <a:cubicBezTo>
                        <a:pt x="566" y="1576"/>
                        <a:pt x="619" y="1629"/>
                        <a:pt x="619" y="1695"/>
                      </a:cubicBezTo>
                      <a:lnTo>
                        <a:pt x="619" y="1755"/>
                      </a:lnTo>
                      <a:lnTo>
                        <a:pt x="1465" y="1755"/>
                      </a:lnTo>
                      <a:lnTo>
                        <a:pt x="1465" y="1097"/>
                      </a:lnTo>
                      <a:lnTo>
                        <a:pt x="1465" y="836"/>
                      </a:lnTo>
                      <a:lnTo>
                        <a:pt x="1465" y="690"/>
                      </a:lnTo>
                      <a:cubicBezTo>
                        <a:pt x="1465" y="309"/>
                        <a:pt x="1156" y="0"/>
                        <a:pt x="775"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1" name="Google Shape;601;p44"/>
                <p:cNvSpPr/>
                <p:nvPr/>
              </p:nvSpPr>
              <p:spPr>
                <a:xfrm flipH="1">
                  <a:off x="1279766" y="1593668"/>
                  <a:ext cx="326550" cy="326213"/>
                </a:xfrm>
                <a:custGeom>
                  <a:avLst/>
                  <a:gdLst/>
                  <a:ahLst/>
                  <a:cxnLst/>
                  <a:rect l="l" t="t" r="r" b="b"/>
                  <a:pathLst>
                    <a:path w="1000" h="999" extrusionOk="0">
                      <a:moveTo>
                        <a:pt x="500" y="999"/>
                      </a:moveTo>
                      <a:cubicBezTo>
                        <a:pt x="224" y="999"/>
                        <a:pt x="0" y="776"/>
                        <a:pt x="0" y="500"/>
                      </a:cubicBezTo>
                      <a:cubicBezTo>
                        <a:pt x="0" y="224"/>
                        <a:pt x="224" y="0"/>
                        <a:pt x="500" y="0"/>
                      </a:cubicBezTo>
                      <a:cubicBezTo>
                        <a:pt x="776" y="0"/>
                        <a:pt x="1000" y="224"/>
                        <a:pt x="1000" y="500"/>
                      </a:cubicBezTo>
                      <a:cubicBezTo>
                        <a:pt x="1000" y="776"/>
                        <a:pt x="776" y="999"/>
                        <a:pt x="500" y="999"/>
                      </a:cubicBezTo>
                      <a:moveTo>
                        <a:pt x="500" y="47"/>
                      </a:moveTo>
                      <a:cubicBezTo>
                        <a:pt x="250" y="47"/>
                        <a:pt x="47" y="250"/>
                        <a:pt x="47" y="500"/>
                      </a:cubicBezTo>
                      <a:cubicBezTo>
                        <a:pt x="47" y="750"/>
                        <a:pt x="250" y="952"/>
                        <a:pt x="500" y="952"/>
                      </a:cubicBezTo>
                      <a:cubicBezTo>
                        <a:pt x="750" y="952"/>
                        <a:pt x="953" y="750"/>
                        <a:pt x="953" y="500"/>
                      </a:cubicBezTo>
                      <a:cubicBezTo>
                        <a:pt x="953" y="250"/>
                        <a:pt x="750" y="47"/>
                        <a:pt x="500" y="47"/>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2" name="Google Shape;602;p44"/>
                <p:cNvSpPr/>
                <p:nvPr/>
              </p:nvSpPr>
              <p:spPr>
                <a:xfrm flipH="1">
                  <a:off x="1322217" y="1752366"/>
                  <a:ext cx="241647" cy="112656"/>
                </a:xfrm>
                <a:custGeom>
                  <a:avLst/>
                  <a:gdLst/>
                  <a:ahLst/>
                  <a:cxnLst/>
                  <a:rect l="l" t="t" r="r" b="b"/>
                  <a:pathLst>
                    <a:path w="740" h="345" extrusionOk="0">
                      <a:moveTo>
                        <a:pt x="370" y="345"/>
                      </a:moveTo>
                      <a:cubicBezTo>
                        <a:pt x="200" y="345"/>
                        <a:pt x="60" y="213"/>
                        <a:pt x="48" y="46"/>
                      </a:cubicBezTo>
                      <a:lnTo>
                        <a:pt x="0" y="46"/>
                      </a:lnTo>
                      <a:lnTo>
                        <a:pt x="0" y="0"/>
                      </a:lnTo>
                      <a:lnTo>
                        <a:pt x="94" y="0"/>
                      </a:lnTo>
                      <a:lnTo>
                        <a:pt x="94" y="23"/>
                      </a:lnTo>
                      <a:cubicBezTo>
                        <a:pt x="94" y="175"/>
                        <a:pt x="218" y="299"/>
                        <a:pt x="370" y="299"/>
                      </a:cubicBezTo>
                      <a:cubicBezTo>
                        <a:pt x="522" y="299"/>
                        <a:pt x="646" y="175"/>
                        <a:pt x="646" y="23"/>
                      </a:cubicBezTo>
                      <a:lnTo>
                        <a:pt x="646" y="0"/>
                      </a:lnTo>
                      <a:lnTo>
                        <a:pt x="740" y="0"/>
                      </a:lnTo>
                      <a:lnTo>
                        <a:pt x="740" y="46"/>
                      </a:lnTo>
                      <a:lnTo>
                        <a:pt x="692" y="46"/>
                      </a:lnTo>
                      <a:cubicBezTo>
                        <a:pt x="680" y="213"/>
                        <a:pt x="540" y="345"/>
                        <a:pt x="370" y="345"/>
                      </a:cubicBezTo>
                      <a:close/>
                    </a:path>
                  </a:pathLst>
                </a:custGeom>
                <a:solidFill>
                  <a:schemeClr val="accen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3" name="Google Shape;603;p44"/>
                <p:cNvSpPr/>
                <p:nvPr/>
              </p:nvSpPr>
              <p:spPr>
                <a:xfrm flipH="1">
                  <a:off x="1461654" y="1673344"/>
                  <a:ext cx="57799" cy="57798"/>
                </a:xfrm>
                <a:custGeom>
                  <a:avLst/>
                  <a:gdLst/>
                  <a:ahLst/>
                  <a:cxnLst/>
                  <a:rect l="l" t="t" r="r" b="b"/>
                  <a:pathLst>
                    <a:path w="177" h="177" extrusionOk="0">
                      <a:moveTo>
                        <a:pt x="175" y="68"/>
                      </a:moveTo>
                      <a:cubicBezTo>
                        <a:pt x="178" y="83"/>
                        <a:pt x="178" y="99"/>
                        <a:pt x="174" y="114"/>
                      </a:cubicBezTo>
                      <a:cubicBezTo>
                        <a:pt x="169" y="128"/>
                        <a:pt x="161" y="142"/>
                        <a:pt x="150" y="153"/>
                      </a:cubicBezTo>
                      <a:cubicBezTo>
                        <a:pt x="139" y="163"/>
                        <a:pt x="125" y="171"/>
                        <a:pt x="110" y="175"/>
                      </a:cubicBezTo>
                      <a:cubicBezTo>
                        <a:pt x="95" y="178"/>
                        <a:pt x="79" y="178"/>
                        <a:pt x="64" y="174"/>
                      </a:cubicBezTo>
                      <a:cubicBezTo>
                        <a:pt x="49" y="169"/>
                        <a:pt x="36" y="161"/>
                        <a:pt x="25" y="150"/>
                      </a:cubicBezTo>
                      <a:cubicBezTo>
                        <a:pt x="14" y="139"/>
                        <a:pt x="7" y="125"/>
                        <a:pt x="3" y="110"/>
                      </a:cubicBezTo>
                      <a:cubicBezTo>
                        <a:pt x="-1" y="95"/>
                        <a:pt x="0" y="79"/>
                        <a:pt x="4" y="64"/>
                      </a:cubicBezTo>
                      <a:cubicBezTo>
                        <a:pt x="8" y="49"/>
                        <a:pt x="16" y="36"/>
                        <a:pt x="28" y="25"/>
                      </a:cubicBezTo>
                      <a:cubicBezTo>
                        <a:pt x="39" y="14"/>
                        <a:pt x="53" y="7"/>
                        <a:pt x="68" y="3"/>
                      </a:cubicBezTo>
                      <a:cubicBezTo>
                        <a:pt x="83" y="-1"/>
                        <a:pt x="99" y="0"/>
                        <a:pt x="114" y="4"/>
                      </a:cubicBezTo>
                      <a:cubicBezTo>
                        <a:pt x="128" y="8"/>
                        <a:pt x="142" y="16"/>
                        <a:pt x="153" y="28"/>
                      </a:cubicBezTo>
                      <a:cubicBezTo>
                        <a:pt x="163" y="39"/>
                        <a:pt x="171" y="53"/>
                        <a:pt x="175" y="68"/>
                      </a:cubicBezTo>
                      <a:close/>
                    </a:path>
                  </a:pathLst>
                </a:custGeom>
                <a:solidFill>
                  <a:schemeClr val="accent1"/>
                </a:solidFill>
                <a:ln>
                  <a:noFill/>
                </a:ln>
              </p:spPr>
              <p:txBody>
                <a:bodyPr spcFirstLastPara="1" wrap="square" lIns="81625" tIns="16950" rIns="81625" bIns="1695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4" name="Google Shape;604;p44"/>
                <p:cNvSpPr/>
                <p:nvPr/>
              </p:nvSpPr>
              <p:spPr>
                <a:xfrm flipH="1">
                  <a:off x="1366627" y="1673344"/>
                  <a:ext cx="57799" cy="57798"/>
                </a:xfrm>
                <a:custGeom>
                  <a:avLst/>
                  <a:gdLst/>
                  <a:ahLst/>
                  <a:cxnLst/>
                  <a:rect l="l" t="t" r="r" b="b"/>
                  <a:pathLst>
                    <a:path w="177" h="177" extrusionOk="0">
                      <a:moveTo>
                        <a:pt x="151" y="26"/>
                      </a:moveTo>
                      <a:cubicBezTo>
                        <a:pt x="162" y="37"/>
                        <a:pt x="170" y="51"/>
                        <a:pt x="174" y="66"/>
                      </a:cubicBezTo>
                      <a:cubicBezTo>
                        <a:pt x="178" y="81"/>
                        <a:pt x="178" y="97"/>
                        <a:pt x="174" y="112"/>
                      </a:cubicBezTo>
                      <a:cubicBezTo>
                        <a:pt x="170" y="127"/>
                        <a:pt x="162" y="140"/>
                        <a:pt x="151" y="151"/>
                      </a:cubicBezTo>
                      <a:cubicBezTo>
                        <a:pt x="140" y="161"/>
                        <a:pt x="126" y="170"/>
                        <a:pt x="111" y="174"/>
                      </a:cubicBezTo>
                      <a:cubicBezTo>
                        <a:pt x="96" y="178"/>
                        <a:pt x="81" y="178"/>
                        <a:pt x="66" y="174"/>
                      </a:cubicBezTo>
                      <a:cubicBezTo>
                        <a:pt x="51" y="170"/>
                        <a:pt x="37" y="161"/>
                        <a:pt x="26" y="151"/>
                      </a:cubicBezTo>
                      <a:cubicBezTo>
                        <a:pt x="15" y="140"/>
                        <a:pt x="7" y="127"/>
                        <a:pt x="3" y="112"/>
                      </a:cubicBezTo>
                      <a:cubicBezTo>
                        <a:pt x="-1" y="97"/>
                        <a:pt x="-1" y="81"/>
                        <a:pt x="3" y="66"/>
                      </a:cubicBezTo>
                      <a:cubicBezTo>
                        <a:pt x="7" y="51"/>
                        <a:pt x="15" y="37"/>
                        <a:pt x="26" y="26"/>
                      </a:cubicBezTo>
                      <a:cubicBezTo>
                        <a:pt x="37" y="15"/>
                        <a:pt x="51" y="7"/>
                        <a:pt x="66" y="3"/>
                      </a:cubicBezTo>
                      <a:cubicBezTo>
                        <a:pt x="81" y="-1"/>
                        <a:pt x="96" y="-1"/>
                        <a:pt x="111" y="3"/>
                      </a:cubicBezTo>
                      <a:cubicBezTo>
                        <a:pt x="126" y="7"/>
                        <a:pt x="140" y="15"/>
                        <a:pt x="151" y="26"/>
                      </a:cubicBezTo>
                      <a:close/>
                    </a:path>
                  </a:pathLst>
                </a:custGeom>
                <a:solidFill>
                  <a:schemeClr val="accent1"/>
                </a:solidFill>
                <a:ln>
                  <a:noFill/>
                </a:ln>
              </p:spPr>
              <p:txBody>
                <a:bodyPr spcFirstLastPara="1" wrap="square" lIns="81625" tIns="16950" rIns="81625" bIns="1695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605" name="Google Shape;605;p44"/>
            <p:cNvGrpSpPr/>
            <p:nvPr/>
          </p:nvGrpSpPr>
          <p:grpSpPr>
            <a:xfrm>
              <a:off x="7669825" y="3308887"/>
              <a:ext cx="1474216" cy="1474212"/>
              <a:chOff x="5856109" y="4286325"/>
              <a:chExt cx="858600" cy="857100"/>
            </a:xfrm>
          </p:grpSpPr>
          <p:sp>
            <p:nvSpPr>
              <p:cNvPr id="606" name="Google Shape;606;p44"/>
              <p:cNvSpPr/>
              <p:nvPr/>
            </p:nvSpPr>
            <p:spPr>
              <a:xfrm>
                <a:off x="5856109" y="4286325"/>
                <a:ext cx="858600" cy="85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607" name="Google Shape;607;p44"/>
              <p:cNvGrpSpPr/>
              <p:nvPr/>
            </p:nvGrpSpPr>
            <p:grpSpPr>
              <a:xfrm>
                <a:off x="5986361" y="4425244"/>
                <a:ext cx="598435" cy="718181"/>
                <a:chOff x="2541933" y="4432635"/>
                <a:chExt cx="598435" cy="718181"/>
              </a:xfrm>
            </p:grpSpPr>
            <p:sp>
              <p:nvSpPr>
                <p:cNvPr id="608" name="Google Shape;608;p44"/>
                <p:cNvSpPr/>
                <p:nvPr/>
              </p:nvSpPr>
              <p:spPr>
                <a:xfrm flipH="1">
                  <a:off x="2541933" y="4432635"/>
                  <a:ext cx="598435" cy="718181"/>
                </a:xfrm>
                <a:custGeom>
                  <a:avLst/>
                  <a:gdLst/>
                  <a:ahLst/>
                  <a:cxnLst/>
                  <a:rect l="l" t="t" r="r" b="b"/>
                  <a:pathLst>
                    <a:path w="1582" h="1896" extrusionOk="0">
                      <a:moveTo>
                        <a:pt x="1582" y="1185"/>
                      </a:moveTo>
                      <a:lnTo>
                        <a:pt x="1491" y="745"/>
                      </a:lnTo>
                      <a:cubicBezTo>
                        <a:pt x="1491" y="334"/>
                        <a:pt x="1157" y="0"/>
                        <a:pt x="746" y="0"/>
                      </a:cubicBezTo>
                      <a:lnTo>
                        <a:pt x="746" y="0"/>
                      </a:lnTo>
                      <a:cubicBezTo>
                        <a:pt x="334" y="0"/>
                        <a:pt x="0" y="334"/>
                        <a:pt x="0" y="745"/>
                      </a:cubicBezTo>
                      <a:lnTo>
                        <a:pt x="0" y="902"/>
                      </a:lnTo>
                      <a:lnTo>
                        <a:pt x="0" y="1185"/>
                      </a:lnTo>
                      <a:lnTo>
                        <a:pt x="0" y="1896"/>
                      </a:lnTo>
                      <a:lnTo>
                        <a:pt x="914" y="1896"/>
                      </a:lnTo>
                      <a:lnTo>
                        <a:pt x="914" y="1830"/>
                      </a:lnTo>
                      <a:cubicBezTo>
                        <a:pt x="914" y="1760"/>
                        <a:pt x="971" y="1702"/>
                        <a:pt x="1042" y="1702"/>
                      </a:cubicBezTo>
                      <a:lnTo>
                        <a:pt x="1308" y="1702"/>
                      </a:lnTo>
                      <a:cubicBezTo>
                        <a:pt x="1379" y="1702"/>
                        <a:pt x="1436" y="1645"/>
                        <a:pt x="1436" y="1574"/>
                      </a:cubicBezTo>
                      <a:lnTo>
                        <a:pt x="1436" y="1185"/>
                      </a:lnTo>
                      <a:lnTo>
                        <a:pt x="1582" y="1185"/>
                      </a:ln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9" name="Google Shape;609;p44"/>
                <p:cNvSpPr/>
                <p:nvPr/>
              </p:nvSpPr>
              <p:spPr>
                <a:xfrm flipH="1">
                  <a:off x="2656929" y="4497028"/>
                  <a:ext cx="407027" cy="407575"/>
                </a:xfrm>
                <a:custGeom>
                  <a:avLst/>
                  <a:gdLst/>
                  <a:ahLst/>
                  <a:cxnLst/>
                  <a:rect l="l" t="t" r="r" b="b"/>
                  <a:pathLst>
                    <a:path w="1076" h="1076" extrusionOk="0">
                      <a:moveTo>
                        <a:pt x="538" y="1076"/>
                      </a:moveTo>
                      <a:cubicBezTo>
                        <a:pt x="241" y="1076"/>
                        <a:pt x="0" y="835"/>
                        <a:pt x="0" y="538"/>
                      </a:cubicBezTo>
                      <a:cubicBezTo>
                        <a:pt x="0" y="242"/>
                        <a:pt x="241" y="0"/>
                        <a:pt x="538" y="0"/>
                      </a:cubicBezTo>
                      <a:cubicBezTo>
                        <a:pt x="834" y="0"/>
                        <a:pt x="1076" y="242"/>
                        <a:pt x="1076" y="538"/>
                      </a:cubicBezTo>
                      <a:cubicBezTo>
                        <a:pt x="1076" y="835"/>
                        <a:pt x="834" y="1076"/>
                        <a:pt x="538" y="1076"/>
                      </a:cubicBezTo>
                      <a:moveTo>
                        <a:pt x="538" y="47"/>
                      </a:moveTo>
                      <a:cubicBezTo>
                        <a:pt x="267" y="47"/>
                        <a:pt x="47" y="267"/>
                        <a:pt x="47" y="538"/>
                      </a:cubicBezTo>
                      <a:cubicBezTo>
                        <a:pt x="47" y="809"/>
                        <a:pt x="267" y="1029"/>
                        <a:pt x="538" y="1029"/>
                      </a:cubicBezTo>
                      <a:cubicBezTo>
                        <a:pt x="809" y="1029"/>
                        <a:pt x="1029" y="809"/>
                        <a:pt x="1029" y="538"/>
                      </a:cubicBezTo>
                      <a:cubicBezTo>
                        <a:pt x="1029" y="267"/>
                        <a:pt x="809" y="47"/>
                        <a:pt x="538" y="47"/>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0" name="Google Shape;610;p44"/>
                <p:cNvSpPr/>
                <p:nvPr/>
              </p:nvSpPr>
              <p:spPr>
                <a:xfrm flipH="1">
                  <a:off x="2729558" y="4695508"/>
                  <a:ext cx="262146" cy="131439"/>
                </a:xfrm>
                <a:custGeom>
                  <a:avLst/>
                  <a:gdLst/>
                  <a:ahLst/>
                  <a:cxnLst/>
                  <a:rect l="l" t="t" r="r" b="b"/>
                  <a:pathLst>
                    <a:path w="693" h="347" extrusionOk="0">
                      <a:moveTo>
                        <a:pt x="693" y="347"/>
                      </a:moveTo>
                      <a:lnTo>
                        <a:pt x="647" y="347"/>
                      </a:lnTo>
                      <a:cubicBezTo>
                        <a:pt x="647" y="182"/>
                        <a:pt x="512" y="47"/>
                        <a:pt x="347" y="47"/>
                      </a:cubicBezTo>
                      <a:cubicBezTo>
                        <a:pt x="182" y="47"/>
                        <a:pt x="47" y="182"/>
                        <a:pt x="47" y="347"/>
                      </a:cubicBezTo>
                      <a:lnTo>
                        <a:pt x="0" y="347"/>
                      </a:lnTo>
                      <a:cubicBezTo>
                        <a:pt x="0" y="156"/>
                        <a:pt x="156" y="0"/>
                        <a:pt x="347" y="0"/>
                      </a:cubicBezTo>
                      <a:cubicBezTo>
                        <a:pt x="538" y="0"/>
                        <a:pt x="693" y="156"/>
                        <a:pt x="693" y="347"/>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1" name="Google Shape;611;p44"/>
                <p:cNvSpPr/>
                <p:nvPr/>
              </p:nvSpPr>
              <p:spPr>
                <a:xfrm flipH="1">
                  <a:off x="2765115" y="4596268"/>
                  <a:ext cx="72251" cy="72348"/>
                </a:xfrm>
                <a:custGeom>
                  <a:avLst/>
                  <a:gdLst/>
                  <a:ahLst/>
                  <a:cxnLst/>
                  <a:rect l="l" t="t" r="r" b="b"/>
                  <a:pathLst>
                    <a:path w="191" h="191" extrusionOk="0">
                      <a:moveTo>
                        <a:pt x="191" y="96"/>
                      </a:moveTo>
                      <a:cubicBezTo>
                        <a:pt x="191" y="112"/>
                        <a:pt x="187" y="129"/>
                        <a:pt x="179" y="143"/>
                      </a:cubicBezTo>
                      <a:cubicBezTo>
                        <a:pt x="170" y="158"/>
                        <a:pt x="158" y="170"/>
                        <a:pt x="144" y="178"/>
                      </a:cubicBezTo>
                      <a:cubicBezTo>
                        <a:pt x="129" y="187"/>
                        <a:pt x="113" y="191"/>
                        <a:pt x="96" y="191"/>
                      </a:cubicBezTo>
                      <a:cubicBezTo>
                        <a:pt x="79" y="191"/>
                        <a:pt x="62" y="187"/>
                        <a:pt x="48" y="178"/>
                      </a:cubicBezTo>
                      <a:cubicBezTo>
                        <a:pt x="33" y="170"/>
                        <a:pt x="21" y="158"/>
                        <a:pt x="13" y="143"/>
                      </a:cubicBezTo>
                      <a:cubicBezTo>
                        <a:pt x="4" y="129"/>
                        <a:pt x="0" y="112"/>
                        <a:pt x="0" y="96"/>
                      </a:cubicBezTo>
                      <a:cubicBezTo>
                        <a:pt x="0" y="79"/>
                        <a:pt x="5" y="62"/>
                        <a:pt x="13" y="48"/>
                      </a:cubicBezTo>
                      <a:cubicBezTo>
                        <a:pt x="22" y="33"/>
                        <a:pt x="33" y="21"/>
                        <a:pt x="48" y="13"/>
                      </a:cubicBezTo>
                      <a:cubicBezTo>
                        <a:pt x="62" y="5"/>
                        <a:pt x="79" y="0"/>
                        <a:pt x="96" y="0"/>
                      </a:cubicBezTo>
                      <a:cubicBezTo>
                        <a:pt x="113" y="0"/>
                        <a:pt x="129" y="5"/>
                        <a:pt x="144" y="13"/>
                      </a:cubicBezTo>
                      <a:cubicBezTo>
                        <a:pt x="158" y="21"/>
                        <a:pt x="170" y="33"/>
                        <a:pt x="179" y="48"/>
                      </a:cubicBezTo>
                      <a:cubicBezTo>
                        <a:pt x="187" y="62"/>
                        <a:pt x="191" y="79"/>
                        <a:pt x="191" y="96"/>
                      </a:cubicBezTo>
                      <a:close/>
                    </a:path>
                  </a:pathLst>
                </a:custGeom>
                <a:solidFill>
                  <a:schemeClr val="lt1"/>
                </a:solidFill>
                <a:ln>
                  <a:noFill/>
                </a:ln>
              </p:spPr>
              <p:txBody>
                <a:bodyPr spcFirstLastPara="1" wrap="square" lIns="81625" tIns="21550" rIns="81625" bIns="2155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2" name="Google Shape;612;p44"/>
                <p:cNvSpPr/>
                <p:nvPr/>
              </p:nvSpPr>
              <p:spPr>
                <a:xfrm flipH="1">
                  <a:off x="2883895" y="4596268"/>
                  <a:ext cx="72251" cy="72348"/>
                </a:xfrm>
                <a:custGeom>
                  <a:avLst/>
                  <a:gdLst/>
                  <a:ahLst/>
                  <a:cxnLst/>
                  <a:rect l="l" t="t" r="r" b="b"/>
                  <a:pathLst>
                    <a:path w="191" h="191" extrusionOk="0">
                      <a:moveTo>
                        <a:pt x="191" y="96"/>
                      </a:moveTo>
                      <a:cubicBezTo>
                        <a:pt x="191" y="112"/>
                        <a:pt x="187" y="129"/>
                        <a:pt x="179" y="143"/>
                      </a:cubicBezTo>
                      <a:cubicBezTo>
                        <a:pt x="170" y="158"/>
                        <a:pt x="158" y="170"/>
                        <a:pt x="144" y="178"/>
                      </a:cubicBezTo>
                      <a:cubicBezTo>
                        <a:pt x="129" y="187"/>
                        <a:pt x="113" y="191"/>
                        <a:pt x="96" y="191"/>
                      </a:cubicBezTo>
                      <a:cubicBezTo>
                        <a:pt x="79" y="191"/>
                        <a:pt x="62" y="187"/>
                        <a:pt x="48" y="178"/>
                      </a:cubicBezTo>
                      <a:cubicBezTo>
                        <a:pt x="33" y="170"/>
                        <a:pt x="21" y="158"/>
                        <a:pt x="13" y="143"/>
                      </a:cubicBezTo>
                      <a:cubicBezTo>
                        <a:pt x="4" y="129"/>
                        <a:pt x="0" y="112"/>
                        <a:pt x="0" y="96"/>
                      </a:cubicBezTo>
                      <a:cubicBezTo>
                        <a:pt x="0" y="79"/>
                        <a:pt x="5" y="62"/>
                        <a:pt x="13" y="48"/>
                      </a:cubicBezTo>
                      <a:cubicBezTo>
                        <a:pt x="22" y="33"/>
                        <a:pt x="33" y="21"/>
                        <a:pt x="48" y="13"/>
                      </a:cubicBezTo>
                      <a:cubicBezTo>
                        <a:pt x="62" y="5"/>
                        <a:pt x="79" y="0"/>
                        <a:pt x="96" y="0"/>
                      </a:cubicBezTo>
                      <a:cubicBezTo>
                        <a:pt x="113" y="0"/>
                        <a:pt x="129" y="5"/>
                        <a:pt x="144" y="13"/>
                      </a:cubicBezTo>
                      <a:cubicBezTo>
                        <a:pt x="158" y="21"/>
                        <a:pt x="170" y="33"/>
                        <a:pt x="179" y="48"/>
                      </a:cubicBezTo>
                      <a:cubicBezTo>
                        <a:pt x="187" y="62"/>
                        <a:pt x="191" y="79"/>
                        <a:pt x="191" y="96"/>
                      </a:cubicBezTo>
                      <a:close/>
                    </a:path>
                  </a:pathLst>
                </a:custGeom>
                <a:solidFill>
                  <a:schemeClr val="lt1"/>
                </a:solidFill>
                <a:ln>
                  <a:noFill/>
                </a:ln>
              </p:spPr>
              <p:txBody>
                <a:bodyPr spcFirstLastPara="1" wrap="square" lIns="81625" tIns="21550" rIns="81625" bIns="2155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grpSp>
        <p:nvGrpSpPr>
          <p:cNvPr id="613" name="Google Shape;613;p44"/>
          <p:cNvGrpSpPr/>
          <p:nvPr/>
        </p:nvGrpSpPr>
        <p:grpSpPr>
          <a:xfrm>
            <a:off x="-315" y="360187"/>
            <a:ext cx="1474473" cy="4423125"/>
            <a:chOff x="-315" y="360187"/>
            <a:chExt cx="1474473" cy="4423125"/>
          </a:xfrm>
        </p:grpSpPr>
        <p:grpSp>
          <p:nvGrpSpPr>
            <p:cNvPr id="614" name="Google Shape;614;p44"/>
            <p:cNvGrpSpPr/>
            <p:nvPr/>
          </p:nvGrpSpPr>
          <p:grpSpPr>
            <a:xfrm>
              <a:off x="-144" y="1834558"/>
              <a:ext cx="1474302" cy="1474383"/>
              <a:chOff x="4142700" y="75"/>
              <a:chExt cx="858600" cy="857100"/>
            </a:xfrm>
          </p:grpSpPr>
          <p:sp>
            <p:nvSpPr>
              <p:cNvPr id="615" name="Google Shape;615;p44"/>
              <p:cNvSpPr/>
              <p:nvPr/>
            </p:nvSpPr>
            <p:spPr>
              <a:xfrm>
                <a:off x="4142700" y="75"/>
                <a:ext cx="858600" cy="85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616" name="Google Shape;616;p44"/>
              <p:cNvGrpSpPr/>
              <p:nvPr/>
            </p:nvGrpSpPr>
            <p:grpSpPr>
              <a:xfrm>
                <a:off x="4272159" y="140020"/>
                <a:ext cx="597883" cy="717155"/>
                <a:chOff x="7442458" y="3856116"/>
                <a:chExt cx="597883" cy="717155"/>
              </a:xfrm>
            </p:grpSpPr>
            <p:sp>
              <p:nvSpPr>
                <p:cNvPr id="617" name="Google Shape;617;p44"/>
                <p:cNvSpPr/>
                <p:nvPr/>
              </p:nvSpPr>
              <p:spPr>
                <a:xfrm>
                  <a:off x="7442458" y="3856116"/>
                  <a:ext cx="597883" cy="717155"/>
                </a:xfrm>
                <a:custGeom>
                  <a:avLst/>
                  <a:gdLst/>
                  <a:ahLst/>
                  <a:cxnLst/>
                  <a:rect l="l" t="t" r="r" b="b"/>
                  <a:pathLst>
                    <a:path w="1464" h="1757" extrusionOk="0">
                      <a:moveTo>
                        <a:pt x="774" y="0"/>
                      </a:moveTo>
                      <a:lnTo>
                        <a:pt x="774" y="0"/>
                      </a:lnTo>
                      <a:cubicBezTo>
                        <a:pt x="393" y="0"/>
                        <a:pt x="84" y="310"/>
                        <a:pt x="84" y="691"/>
                      </a:cubicBezTo>
                      <a:lnTo>
                        <a:pt x="0" y="1099"/>
                      </a:lnTo>
                      <a:lnTo>
                        <a:pt x="135" y="1099"/>
                      </a:lnTo>
                      <a:lnTo>
                        <a:pt x="135" y="1459"/>
                      </a:lnTo>
                      <a:cubicBezTo>
                        <a:pt x="135" y="1524"/>
                        <a:pt x="188" y="1578"/>
                        <a:pt x="254" y="1578"/>
                      </a:cubicBezTo>
                      <a:lnTo>
                        <a:pt x="500" y="1578"/>
                      </a:lnTo>
                      <a:cubicBezTo>
                        <a:pt x="566" y="1578"/>
                        <a:pt x="618" y="1631"/>
                        <a:pt x="618" y="1696"/>
                      </a:cubicBezTo>
                      <a:lnTo>
                        <a:pt x="618" y="1757"/>
                      </a:lnTo>
                      <a:lnTo>
                        <a:pt x="1464" y="1757"/>
                      </a:lnTo>
                      <a:lnTo>
                        <a:pt x="1464" y="1099"/>
                      </a:lnTo>
                      <a:lnTo>
                        <a:pt x="1464" y="836"/>
                      </a:lnTo>
                      <a:lnTo>
                        <a:pt x="1464" y="691"/>
                      </a:lnTo>
                      <a:cubicBezTo>
                        <a:pt x="1464" y="310"/>
                        <a:pt x="1155" y="0"/>
                        <a:pt x="774" y="0"/>
                      </a:cubicBez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8" name="Google Shape;618;p44"/>
                <p:cNvSpPr/>
                <p:nvPr/>
              </p:nvSpPr>
              <p:spPr>
                <a:xfrm>
                  <a:off x="7637667" y="3971639"/>
                  <a:ext cx="246259" cy="347761"/>
                </a:xfrm>
                <a:custGeom>
                  <a:avLst/>
                  <a:gdLst/>
                  <a:ahLst/>
                  <a:cxnLst/>
                  <a:rect l="l" t="t" r="r" b="b"/>
                  <a:pathLst>
                    <a:path w="603" h="852" extrusionOk="0">
                      <a:moveTo>
                        <a:pt x="554" y="138"/>
                      </a:moveTo>
                      <a:cubicBezTo>
                        <a:pt x="499" y="51"/>
                        <a:pt x="404" y="0"/>
                        <a:pt x="301" y="0"/>
                      </a:cubicBezTo>
                      <a:cubicBezTo>
                        <a:pt x="198" y="0"/>
                        <a:pt x="103" y="51"/>
                        <a:pt x="49" y="138"/>
                      </a:cubicBezTo>
                      <a:cubicBezTo>
                        <a:pt x="-7" y="224"/>
                        <a:pt x="-15" y="332"/>
                        <a:pt x="28" y="425"/>
                      </a:cubicBezTo>
                      <a:lnTo>
                        <a:pt x="122" y="681"/>
                      </a:lnTo>
                      <a:lnTo>
                        <a:pt x="122" y="852"/>
                      </a:lnTo>
                      <a:lnTo>
                        <a:pt x="480" y="852"/>
                      </a:lnTo>
                      <a:lnTo>
                        <a:pt x="480" y="681"/>
                      </a:lnTo>
                      <a:lnTo>
                        <a:pt x="575" y="425"/>
                      </a:lnTo>
                      <a:cubicBezTo>
                        <a:pt x="618" y="332"/>
                        <a:pt x="610" y="224"/>
                        <a:pt x="554" y="138"/>
                      </a:cubicBezTo>
                      <a:moveTo>
                        <a:pt x="433" y="700"/>
                      </a:moveTo>
                      <a:lnTo>
                        <a:pt x="433" y="729"/>
                      </a:lnTo>
                      <a:lnTo>
                        <a:pt x="169" y="729"/>
                      </a:lnTo>
                      <a:lnTo>
                        <a:pt x="169" y="700"/>
                      </a:lnTo>
                      <a:lnTo>
                        <a:pt x="433" y="700"/>
                      </a:lnTo>
                      <a:moveTo>
                        <a:pt x="169" y="805"/>
                      </a:moveTo>
                      <a:lnTo>
                        <a:pt x="169" y="776"/>
                      </a:lnTo>
                      <a:lnTo>
                        <a:pt x="433" y="776"/>
                      </a:lnTo>
                      <a:lnTo>
                        <a:pt x="433" y="805"/>
                      </a:lnTo>
                      <a:lnTo>
                        <a:pt x="169" y="805"/>
                      </a:lnTo>
                      <a:moveTo>
                        <a:pt x="533" y="406"/>
                      </a:moveTo>
                      <a:lnTo>
                        <a:pt x="440" y="653"/>
                      </a:lnTo>
                      <a:lnTo>
                        <a:pt x="338" y="653"/>
                      </a:lnTo>
                      <a:lnTo>
                        <a:pt x="425" y="532"/>
                      </a:lnTo>
                      <a:lnTo>
                        <a:pt x="388" y="505"/>
                      </a:lnTo>
                      <a:lnTo>
                        <a:pt x="301" y="625"/>
                      </a:lnTo>
                      <a:lnTo>
                        <a:pt x="214" y="505"/>
                      </a:lnTo>
                      <a:lnTo>
                        <a:pt x="177" y="532"/>
                      </a:lnTo>
                      <a:lnTo>
                        <a:pt x="264" y="653"/>
                      </a:lnTo>
                      <a:lnTo>
                        <a:pt x="162" y="653"/>
                      </a:lnTo>
                      <a:lnTo>
                        <a:pt x="71" y="408"/>
                      </a:lnTo>
                      <a:lnTo>
                        <a:pt x="70" y="407"/>
                      </a:lnTo>
                      <a:cubicBezTo>
                        <a:pt x="34" y="327"/>
                        <a:pt x="41" y="236"/>
                        <a:pt x="88" y="163"/>
                      </a:cubicBezTo>
                      <a:cubicBezTo>
                        <a:pt x="134" y="90"/>
                        <a:pt x="214" y="46"/>
                        <a:pt x="301" y="46"/>
                      </a:cubicBezTo>
                      <a:cubicBezTo>
                        <a:pt x="388" y="46"/>
                        <a:pt x="468" y="90"/>
                        <a:pt x="515" y="163"/>
                      </a:cubicBezTo>
                      <a:cubicBezTo>
                        <a:pt x="562" y="236"/>
                        <a:pt x="569" y="327"/>
                        <a:pt x="533" y="406"/>
                      </a:cubicBezTo>
                      <a:close/>
                    </a:path>
                  </a:pathLst>
                </a:custGeom>
                <a:solidFill>
                  <a:schemeClr val="lt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619" name="Google Shape;619;p44"/>
            <p:cNvGrpSpPr/>
            <p:nvPr/>
          </p:nvGrpSpPr>
          <p:grpSpPr>
            <a:xfrm>
              <a:off x="-315" y="360187"/>
              <a:ext cx="1474302" cy="1474383"/>
              <a:chOff x="7569519" y="75"/>
              <a:chExt cx="858600" cy="857100"/>
            </a:xfrm>
          </p:grpSpPr>
          <p:sp>
            <p:nvSpPr>
              <p:cNvPr id="620" name="Google Shape;620;p44"/>
              <p:cNvSpPr/>
              <p:nvPr/>
            </p:nvSpPr>
            <p:spPr>
              <a:xfrm>
                <a:off x="7569519" y="75"/>
                <a:ext cx="8586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44"/>
              <p:cNvGrpSpPr/>
              <p:nvPr/>
            </p:nvGrpSpPr>
            <p:grpSpPr>
              <a:xfrm>
                <a:off x="7701054" y="140428"/>
                <a:ext cx="598006" cy="716747"/>
                <a:chOff x="8375742" y="3856528"/>
                <a:chExt cx="598006" cy="716747"/>
              </a:xfrm>
            </p:grpSpPr>
            <p:sp>
              <p:nvSpPr>
                <p:cNvPr id="622" name="Google Shape;622;p44"/>
                <p:cNvSpPr/>
                <p:nvPr/>
              </p:nvSpPr>
              <p:spPr>
                <a:xfrm>
                  <a:off x="8375742" y="3856528"/>
                  <a:ext cx="598006" cy="716747"/>
                </a:xfrm>
                <a:custGeom>
                  <a:avLst/>
                  <a:gdLst/>
                  <a:ahLst/>
                  <a:cxnLst/>
                  <a:rect l="l" t="t" r="r" b="b"/>
                  <a:pathLst>
                    <a:path w="1465" h="1756" extrusionOk="0">
                      <a:moveTo>
                        <a:pt x="1465" y="690"/>
                      </a:moveTo>
                      <a:cubicBezTo>
                        <a:pt x="1465" y="309"/>
                        <a:pt x="1156" y="0"/>
                        <a:pt x="775" y="0"/>
                      </a:cubicBezTo>
                      <a:lnTo>
                        <a:pt x="775" y="0"/>
                      </a:lnTo>
                      <a:cubicBezTo>
                        <a:pt x="393" y="0"/>
                        <a:pt x="84" y="309"/>
                        <a:pt x="84" y="690"/>
                      </a:cubicBezTo>
                      <a:lnTo>
                        <a:pt x="0" y="1098"/>
                      </a:lnTo>
                      <a:lnTo>
                        <a:pt x="135" y="1098"/>
                      </a:lnTo>
                      <a:lnTo>
                        <a:pt x="135" y="1458"/>
                      </a:lnTo>
                      <a:cubicBezTo>
                        <a:pt x="135" y="1524"/>
                        <a:pt x="188" y="1577"/>
                        <a:pt x="254" y="1577"/>
                      </a:cubicBezTo>
                      <a:lnTo>
                        <a:pt x="500" y="1577"/>
                      </a:lnTo>
                      <a:cubicBezTo>
                        <a:pt x="566" y="1577"/>
                        <a:pt x="619" y="1630"/>
                        <a:pt x="619" y="1696"/>
                      </a:cubicBezTo>
                      <a:lnTo>
                        <a:pt x="619" y="1756"/>
                      </a:lnTo>
                      <a:lnTo>
                        <a:pt x="1465" y="1756"/>
                      </a:lnTo>
                      <a:lnTo>
                        <a:pt x="1465" y="1098"/>
                      </a:lnTo>
                      <a:lnTo>
                        <a:pt x="1465" y="1098"/>
                      </a:lnTo>
                      <a:lnTo>
                        <a:pt x="1465" y="690"/>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3" name="Google Shape;623;p44"/>
                <p:cNvSpPr/>
                <p:nvPr/>
              </p:nvSpPr>
              <p:spPr>
                <a:xfrm>
                  <a:off x="8497793" y="3954090"/>
                  <a:ext cx="392275" cy="392251"/>
                </a:xfrm>
                <a:custGeom>
                  <a:avLst/>
                  <a:gdLst/>
                  <a:ahLst/>
                  <a:cxnLst/>
                  <a:rect l="l" t="t" r="r" b="b"/>
                  <a:pathLst>
                    <a:path w="961" h="961" extrusionOk="0">
                      <a:moveTo>
                        <a:pt x="961" y="457"/>
                      </a:moveTo>
                      <a:lnTo>
                        <a:pt x="537" y="457"/>
                      </a:lnTo>
                      <a:lnTo>
                        <a:pt x="837" y="157"/>
                      </a:lnTo>
                      <a:lnTo>
                        <a:pt x="804" y="124"/>
                      </a:lnTo>
                      <a:lnTo>
                        <a:pt x="504" y="424"/>
                      </a:lnTo>
                      <a:lnTo>
                        <a:pt x="504" y="0"/>
                      </a:lnTo>
                      <a:lnTo>
                        <a:pt x="458" y="0"/>
                      </a:lnTo>
                      <a:lnTo>
                        <a:pt x="458" y="424"/>
                      </a:lnTo>
                      <a:lnTo>
                        <a:pt x="158" y="124"/>
                      </a:lnTo>
                      <a:lnTo>
                        <a:pt x="125" y="157"/>
                      </a:lnTo>
                      <a:lnTo>
                        <a:pt x="425" y="457"/>
                      </a:lnTo>
                      <a:lnTo>
                        <a:pt x="0" y="457"/>
                      </a:lnTo>
                      <a:lnTo>
                        <a:pt x="0" y="503"/>
                      </a:lnTo>
                      <a:lnTo>
                        <a:pt x="425" y="503"/>
                      </a:lnTo>
                      <a:lnTo>
                        <a:pt x="125" y="803"/>
                      </a:lnTo>
                      <a:lnTo>
                        <a:pt x="158" y="836"/>
                      </a:lnTo>
                      <a:lnTo>
                        <a:pt x="458" y="536"/>
                      </a:lnTo>
                      <a:lnTo>
                        <a:pt x="458" y="961"/>
                      </a:lnTo>
                      <a:lnTo>
                        <a:pt x="504" y="961"/>
                      </a:lnTo>
                      <a:lnTo>
                        <a:pt x="504" y="536"/>
                      </a:lnTo>
                      <a:lnTo>
                        <a:pt x="804" y="836"/>
                      </a:lnTo>
                      <a:lnTo>
                        <a:pt x="837" y="803"/>
                      </a:lnTo>
                      <a:lnTo>
                        <a:pt x="537" y="503"/>
                      </a:lnTo>
                      <a:lnTo>
                        <a:pt x="961" y="503"/>
                      </a:lnTo>
                      <a:lnTo>
                        <a:pt x="961" y="457"/>
                      </a:lnTo>
                      <a:close/>
                    </a:path>
                  </a:pathLst>
                </a:custGeom>
                <a:solidFill>
                  <a:schemeClr val="lt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grpSp>
          <p:nvGrpSpPr>
            <p:cNvPr id="624" name="Google Shape;624;p44"/>
            <p:cNvGrpSpPr/>
            <p:nvPr/>
          </p:nvGrpSpPr>
          <p:grpSpPr>
            <a:xfrm>
              <a:off x="-272" y="3308929"/>
              <a:ext cx="1474302" cy="1474383"/>
              <a:chOff x="6712814" y="75"/>
              <a:chExt cx="858600" cy="857100"/>
            </a:xfrm>
          </p:grpSpPr>
          <p:sp>
            <p:nvSpPr>
              <p:cNvPr id="625" name="Google Shape;625;p44"/>
              <p:cNvSpPr/>
              <p:nvPr/>
            </p:nvSpPr>
            <p:spPr>
              <a:xfrm>
                <a:off x="6712814" y="75"/>
                <a:ext cx="858600" cy="85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626" name="Google Shape;626;p44"/>
              <p:cNvGrpSpPr/>
              <p:nvPr/>
            </p:nvGrpSpPr>
            <p:grpSpPr>
              <a:xfrm>
                <a:off x="6843150" y="138994"/>
                <a:ext cx="598435" cy="718181"/>
                <a:chOff x="6843146" y="-108333"/>
                <a:chExt cx="598435" cy="718181"/>
              </a:xfrm>
            </p:grpSpPr>
            <p:sp>
              <p:nvSpPr>
                <p:cNvPr id="627" name="Google Shape;627;p44"/>
                <p:cNvSpPr/>
                <p:nvPr/>
              </p:nvSpPr>
              <p:spPr>
                <a:xfrm>
                  <a:off x="6843146" y="-108333"/>
                  <a:ext cx="598435" cy="718181"/>
                </a:xfrm>
                <a:custGeom>
                  <a:avLst/>
                  <a:gdLst/>
                  <a:ahLst/>
                  <a:cxnLst/>
                  <a:rect l="l" t="t" r="r" b="b"/>
                  <a:pathLst>
                    <a:path w="1582" h="1896" extrusionOk="0">
                      <a:moveTo>
                        <a:pt x="1582" y="1186"/>
                      </a:moveTo>
                      <a:lnTo>
                        <a:pt x="1491" y="746"/>
                      </a:lnTo>
                      <a:cubicBezTo>
                        <a:pt x="1491" y="334"/>
                        <a:pt x="1157" y="0"/>
                        <a:pt x="746" y="0"/>
                      </a:cubicBezTo>
                      <a:lnTo>
                        <a:pt x="746" y="0"/>
                      </a:lnTo>
                      <a:cubicBezTo>
                        <a:pt x="334" y="0"/>
                        <a:pt x="0" y="334"/>
                        <a:pt x="0" y="746"/>
                      </a:cubicBezTo>
                      <a:lnTo>
                        <a:pt x="0" y="903"/>
                      </a:lnTo>
                      <a:lnTo>
                        <a:pt x="0" y="1186"/>
                      </a:lnTo>
                      <a:lnTo>
                        <a:pt x="0" y="1896"/>
                      </a:lnTo>
                      <a:lnTo>
                        <a:pt x="914" y="1896"/>
                      </a:lnTo>
                      <a:lnTo>
                        <a:pt x="914" y="1831"/>
                      </a:lnTo>
                      <a:cubicBezTo>
                        <a:pt x="914" y="1760"/>
                        <a:pt x="971" y="1703"/>
                        <a:pt x="1042" y="1703"/>
                      </a:cubicBezTo>
                      <a:lnTo>
                        <a:pt x="1308" y="1703"/>
                      </a:lnTo>
                      <a:cubicBezTo>
                        <a:pt x="1379" y="1703"/>
                        <a:pt x="1436" y="1645"/>
                        <a:pt x="1436" y="1575"/>
                      </a:cubicBezTo>
                      <a:lnTo>
                        <a:pt x="1436" y="1186"/>
                      </a:lnTo>
                      <a:lnTo>
                        <a:pt x="1582" y="1186"/>
                      </a:lnTo>
                      <a:close/>
                    </a:path>
                  </a:pathLst>
                </a:custGeom>
                <a:solidFill>
                  <a:schemeClr val="dk2"/>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8" name="Google Shape;628;p44"/>
                <p:cNvSpPr/>
                <p:nvPr/>
              </p:nvSpPr>
              <p:spPr>
                <a:xfrm>
                  <a:off x="6843146" y="-93561"/>
                  <a:ext cx="417997" cy="703408"/>
                </a:xfrm>
                <a:custGeom>
                  <a:avLst/>
                  <a:gdLst/>
                  <a:ahLst/>
                  <a:cxnLst/>
                  <a:rect l="l" t="t" r="r" b="b"/>
                  <a:pathLst>
                    <a:path w="1105" h="1857" extrusionOk="0">
                      <a:moveTo>
                        <a:pt x="0" y="864"/>
                      </a:moveTo>
                      <a:lnTo>
                        <a:pt x="0" y="707"/>
                      </a:lnTo>
                      <a:cubicBezTo>
                        <a:pt x="0" y="378"/>
                        <a:pt x="212" y="100"/>
                        <a:pt x="507" y="0"/>
                      </a:cubicBezTo>
                      <a:cubicBezTo>
                        <a:pt x="802" y="100"/>
                        <a:pt x="1014" y="378"/>
                        <a:pt x="1014" y="707"/>
                      </a:cubicBezTo>
                      <a:lnTo>
                        <a:pt x="1105" y="1147"/>
                      </a:lnTo>
                      <a:lnTo>
                        <a:pt x="959" y="1147"/>
                      </a:lnTo>
                      <a:lnTo>
                        <a:pt x="959" y="1536"/>
                      </a:lnTo>
                      <a:cubicBezTo>
                        <a:pt x="959" y="1606"/>
                        <a:pt x="902" y="1664"/>
                        <a:pt x="831" y="1664"/>
                      </a:cubicBezTo>
                      <a:lnTo>
                        <a:pt x="565" y="1664"/>
                      </a:lnTo>
                      <a:cubicBezTo>
                        <a:pt x="494" y="1664"/>
                        <a:pt x="437" y="1721"/>
                        <a:pt x="437" y="1792"/>
                      </a:cubicBezTo>
                      <a:lnTo>
                        <a:pt x="437" y="1857"/>
                      </a:lnTo>
                      <a:lnTo>
                        <a:pt x="0" y="1857"/>
                      </a:lnTo>
                      <a:lnTo>
                        <a:pt x="0" y="1147"/>
                      </a:lnTo>
                      <a:lnTo>
                        <a:pt x="0" y="864"/>
                      </a:lnTo>
                      <a:close/>
                    </a:path>
                  </a:pathLst>
                </a:custGeom>
                <a:solidFill>
                  <a:schemeClr val="dk1"/>
                </a:solidFill>
                <a:ln>
                  <a:noFill/>
                </a:ln>
              </p:spPr>
              <p:txBody>
                <a:bodyPr spcFirstLastPara="1" wrap="square" lIns="81625" tIns="40825" rIns="81625" bIns="40825" anchor="ctr" anchorCtr="1">
                  <a:noAutofit/>
                </a:bodyPr>
                <a:lstStyle/>
                <a:p>
                  <a:pPr marL="0" marR="0" lvl="0" indent="0" algn="l" rtl="0">
                    <a:spcBef>
                      <a:spcPts val="0"/>
                    </a:spcBef>
                    <a:spcAft>
                      <a:spcPts val="0"/>
                    </a:spcAft>
                    <a:buNone/>
                  </a:pPr>
                  <a:endParaRPr sz="1600" b="0" strike="noStrike">
                    <a:solidFill>
                      <a:srgbClr val="FFFFFF"/>
                    </a:solidFill>
                    <a:latin typeface="Arial"/>
                    <a:ea typeface="Arial"/>
                    <a:cs typeface="Arial"/>
                    <a:sym typeface="Arial"/>
                  </a:endParaRPr>
                </a:p>
              </p:txBody>
            </p:sp>
          </p:grpSp>
        </p:grpSp>
      </p:grpSp>
    </p:spTree>
  </p:cSld>
  <p:clrMapOvr>
    <a:masterClrMapping/>
  </p:clrMapOvr>
</p:sld>
</file>

<file path=ppt/theme/theme1.xml><?xml version="1.0" encoding="utf-8"?>
<a:theme xmlns:a="http://schemas.openxmlformats.org/drawingml/2006/main" name="Psychopathology: Behavioral Disorder by Slidesgo">
  <a:themeElements>
    <a:clrScheme name="Simple Light">
      <a:dk1>
        <a:srgbClr val="2A2C4F"/>
      </a:dk1>
      <a:lt1>
        <a:srgbClr val="FFFFFF"/>
      </a:lt1>
      <a:dk2>
        <a:srgbClr val="5A6DFF"/>
      </a:dk2>
      <a:lt2>
        <a:srgbClr val="9AA5FF"/>
      </a:lt2>
      <a:accent1>
        <a:srgbClr val="FFB9D0"/>
      </a:accent1>
      <a:accent2>
        <a:srgbClr val="FFFFFF"/>
      </a:accent2>
      <a:accent3>
        <a:srgbClr val="FFFFFF"/>
      </a:accent3>
      <a:accent4>
        <a:srgbClr val="FFFFFF"/>
      </a:accent4>
      <a:accent5>
        <a:srgbClr val="FFFFFF"/>
      </a:accent5>
      <a:accent6>
        <a:srgbClr val="FFFFFF"/>
      </a:accent6>
      <a:hlink>
        <a:srgbClr val="15152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1249</Words>
  <Application>Microsoft Office PowerPoint</Application>
  <PresentationFormat>Экран (16:9)</PresentationFormat>
  <Paragraphs>213</Paragraphs>
  <Slides>18</Slides>
  <Notes>18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18</vt:i4>
      </vt:variant>
    </vt:vector>
  </HeadingPairs>
  <TitlesOfParts>
    <vt:vector size="25" baseType="lpstr">
      <vt:lpstr>Raleway</vt:lpstr>
      <vt:lpstr>Open Sans</vt:lpstr>
      <vt:lpstr>Albert Sans</vt:lpstr>
      <vt:lpstr>Archivo Black</vt:lpstr>
      <vt:lpstr>Lato</vt:lpstr>
      <vt:lpstr>Arial</vt:lpstr>
      <vt:lpstr>Psychopathology: Behavioral Disorder by Slidesgo</vt:lpstr>
      <vt:lpstr>Psychopathology: Behavioral Disorder</vt:lpstr>
      <vt:lpstr>Contents of this template</vt:lpstr>
      <vt:lpstr>Table of contents</vt:lpstr>
      <vt:lpstr>The disease and its symptoms</vt:lpstr>
      <vt:lpstr>Introduction to the disease</vt:lpstr>
      <vt:lpstr>Who is at risk?</vt:lpstr>
      <vt:lpstr>Types of diseases</vt:lpstr>
      <vt:lpstr>Four main types of treatments</vt:lpstr>
      <vt:lpstr>Risk factors</vt:lpstr>
      <vt:lpstr>85%</vt:lpstr>
      <vt:lpstr>Disease prevalence</vt:lpstr>
      <vt:lpstr>Symptoms and diagnosis</vt:lpstr>
      <vt:lpstr>Risk factors and complications</vt:lpstr>
      <vt:lpstr>Disease history</vt:lpstr>
      <vt:lpstr>Diagnosis and treatment flowchart</vt:lpstr>
      <vt:lpstr>Disease management</vt:lpstr>
      <vt:lpstr>Disease overview and conclusions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Psychopathology: Behavioral Disorder</dc:title>
  <cp:lastModifiedBy>я</cp:lastModifiedBy>
  <cp:revision>1</cp:revision>
  <dcterms:modified xsi:type="dcterms:W3CDTF">2026-02-19T08:20:29Z</dcterms:modified>
</cp:coreProperties>
</file>
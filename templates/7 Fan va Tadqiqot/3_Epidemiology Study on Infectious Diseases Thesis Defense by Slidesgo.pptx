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9144000" cy="5143500" type="screen16x9"/>
  <p:notesSz cx="6858000" cy="9144000"/>
  <p:embeddedFontLst>
    <p:embeddedFont>
      <p:font typeface="Lato" panose="020B0604020202020204" charset="0"/>
      <p:regular r:id="rId33"/>
      <p:bold r:id="rId34"/>
      <p:italic r:id="rId35"/>
      <p:boldItalic r:id="rId36"/>
    </p:embeddedFont>
    <p:embeddedFont>
      <p:font typeface="Roboto Slab" panose="020B0604020202020204" charset="0"/>
      <p:regular r:id="rId37"/>
      <p:bold r:id="rId38"/>
    </p:embeddedFont>
    <p:embeddedFont>
      <p:font typeface="IBM Plex Sans" panose="020B0604020202020204" charset="0"/>
      <p:regular r:id="rId39"/>
      <p:bold r:id="rId40"/>
      <p:italic r:id="rId41"/>
      <p:boldItalic r:id="rId42"/>
    </p:embeddedFont>
    <p:embeddedFont>
      <p:font typeface="PT Sans" panose="020B0604020202020204" charset="-52"/>
      <p:regular r:id="rId43"/>
      <p:bold r:id="rId44"/>
      <p:italic r:id="rId45"/>
      <p:boldItalic r:id="rId46"/>
    </p:embeddedFont>
    <p:embeddedFont>
      <p:font typeface="Bebas Neue" panose="020B0604020202020204" charset="0"/>
      <p:regular r:id="rId47"/>
    </p:embeddedFont>
    <p:embeddedFont>
      <p:font typeface="Anaheim" panose="020B0604020202020204" charset="0"/>
      <p:regular r:id="rId48"/>
      <p:bold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4E458F-F7BC-4540-826E-FA3893E07884}">
  <a:tblStyle styleId="{EC4E458F-F7BC-4540-826E-FA3893E0788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17231480ab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17231480a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17231480ab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17231480ab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d123962f5a_1_27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d123962f5a_1_27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1dd46dd1d67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1dd46dd1d67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1dd46dd1d67_2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1dd46dd1d67_2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1dd46dd1d67_2_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1dd46dd1d67_2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161ca7da6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2161ca7da6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17b871a42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17b871a42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d123962f5a_1_27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d123962f5a_1_27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133f6155f6d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133f6155f6d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1dd46dd1d67_2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1dd46dd1d67_2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117b8719ecc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117b8719ecc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ed9256fe6f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ed9256fe6f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1340135a080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1340135a080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113dfeee943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113dfeee94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54dda1946d_4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54dda1946d_4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1d123962f5a_1_274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1d123962f5a_1_27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117d1415e74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117d1415e7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1d123962f5a_1_27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1d123962f5a_1_27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1dd46dd1d67_2_10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1dd46dd1d67_2_10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1340135a08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340135a08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740375"/>
            <a:ext cx="5958900" cy="21411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000" b="0">
                <a:latin typeface="Roboto Slab"/>
                <a:ea typeface="Roboto Slab"/>
                <a:cs typeface="Roboto Slab"/>
                <a:sym typeface="Roboto Slab"/>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3225" y="2922176"/>
            <a:ext cx="4528800" cy="475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1400"/>
              <a:buNone/>
              <a:defRPr sz="1600">
                <a:solidFill>
                  <a:schemeClr val="dk1"/>
                </a:solidFill>
                <a:latin typeface="IBM Plex Sans"/>
                <a:ea typeface="IBM Plex Sans"/>
                <a:cs typeface="IBM Plex Sans"/>
                <a:sym typeface="IBM Plex Sans"/>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11" name="Google Shape;11;p2"/>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2"/>
          <p:cNvPicPr preferRelativeResize="0"/>
          <p:nvPr/>
        </p:nvPicPr>
        <p:blipFill>
          <a:blip r:embed="rId2">
            <a:alphaModFix/>
          </a:blip>
          <a:stretch>
            <a:fillRect/>
          </a:stretch>
        </p:blipFill>
        <p:spPr>
          <a:xfrm rot="-5400003" flipH="1">
            <a:off x="7435183" y="207109"/>
            <a:ext cx="970183" cy="101973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246350" y="2147650"/>
            <a:ext cx="4184400" cy="841800"/>
          </a:xfrm>
          <a:prstGeom prst="rect">
            <a:avLst/>
          </a:prstGeom>
        </p:spPr>
        <p:txBody>
          <a:bodyPr spcFirstLastPara="1" wrap="square" lIns="91425" tIns="91425" rIns="91425" bIns="91425" anchor="t" anchorCtr="0">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6994975" y="1025775"/>
            <a:ext cx="1435800" cy="1276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8000" b="1"/>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 name="Google Shape;17;p3"/>
          <p:cNvSpPr txBox="1">
            <a:spLocks noGrp="1"/>
          </p:cNvSpPr>
          <p:nvPr>
            <p:ph type="subTitle" idx="1"/>
          </p:nvPr>
        </p:nvSpPr>
        <p:spPr>
          <a:xfrm>
            <a:off x="5404025" y="3079825"/>
            <a:ext cx="3026700" cy="7134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1400"/>
              <a:buNone/>
              <a:defRPr sz="1600">
                <a:solidFill>
                  <a:schemeClr val="dk1"/>
                </a:solidFill>
              </a:defRPr>
            </a:lvl1pPr>
            <a:lvl2pPr lvl="1" algn="ctr" rtl="0">
              <a:lnSpc>
                <a:spcPct val="100000"/>
              </a:lnSpc>
              <a:spcBef>
                <a:spcPts val="160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18" name="Google Shape;18;p3"/>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 name="Google Shape;2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chemeClr val="dk2"/>
              </a:buClr>
              <a:buSzPts val="800"/>
              <a:buFont typeface="Nunito Light"/>
              <a:buChar char="●"/>
              <a:defRPr/>
            </a:lvl1pPr>
            <a:lvl2pPr marL="914400" lvl="1" indent="-304800" rtl="0">
              <a:spcBef>
                <a:spcPts val="0"/>
              </a:spcBef>
              <a:spcAft>
                <a:spcPts val="0"/>
              </a:spcAft>
              <a:buSzPts val="1200"/>
              <a:buFont typeface="Nunito Light"/>
              <a:buChar char="○"/>
              <a:defRPr/>
            </a:lvl2pPr>
            <a:lvl3pPr marL="1371600" lvl="2" indent="-304800" rtl="0">
              <a:lnSpc>
                <a:spcPct val="115000"/>
              </a:lnSpc>
              <a:spcBef>
                <a:spcPts val="0"/>
              </a:spcBef>
              <a:spcAft>
                <a:spcPts val="0"/>
              </a:spcAft>
              <a:buClr>
                <a:srgbClr val="FFC800"/>
              </a:buClr>
              <a:buSzPts val="1200"/>
              <a:buFont typeface="Nunito Light"/>
              <a:buChar char="■"/>
              <a:defRPr/>
            </a:lvl3pPr>
            <a:lvl4pPr marL="1828800" lvl="3" indent="-304800" rtl="0">
              <a:lnSpc>
                <a:spcPct val="115000"/>
              </a:lnSpc>
              <a:spcBef>
                <a:spcPts val="1600"/>
              </a:spcBef>
              <a:spcAft>
                <a:spcPts val="0"/>
              </a:spcAft>
              <a:buClr>
                <a:srgbClr val="FFC800"/>
              </a:buClr>
              <a:buSzPts val="1200"/>
              <a:buFont typeface="Nunito Light"/>
              <a:buChar char="●"/>
              <a:defRPr/>
            </a:lvl4pPr>
            <a:lvl5pPr marL="2286000" lvl="4" indent="-304800" rtl="0">
              <a:lnSpc>
                <a:spcPct val="115000"/>
              </a:lnSpc>
              <a:spcBef>
                <a:spcPts val="1600"/>
              </a:spcBef>
              <a:spcAft>
                <a:spcPts val="0"/>
              </a:spcAft>
              <a:buClr>
                <a:srgbClr val="434343"/>
              </a:buClr>
              <a:buSzPts val="1200"/>
              <a:buFont typeface="Nunito Light"/>
              <a:buChar char="○"/>
              <a:defRPr/>
            </a:lvl5pPr>
            <a:lvl6pPr marL="2743200" lvl="5" indent="-304800" rtl="0">
              <a:lnSpc>
                <a:spcPct val="115000"/>
              </a:lnSpc>
              <a:spcBef>
                <a:spcPts val="1600"/>
              </a:spcBef>
              <a:spcAft>
                <a:spcPts val="0"/>
              </a:spcAft>
              <a:buClr>
                <a:srgbClr val="434343"/>
              </a:buClr>
              <a:buSzPts val="1200"/>
              <a:buFont typeface="Nunito Light"/>
              <a:buChar char="■"/>
              <a:defRPr/>
            </a:lvl6pPr>
            <a:lvl7pPr marL="3200400" lvl="6" indent="-304800" rtl="0">
              <a:lnSpc>
                <a:spcPct val="115000"/>
              </a:lnSpc>
              <a:spcBef>
                <a:spcPts val="1600"/>
              </a:spcBef>
              <a:spcAft>
                <a:spcPts val="0"/>
              </a:spcAft>
              <a:buClr>
                <a:srgbClr val="434343"/>
              </a:buClr>
              <a:buSzPts val="1200"/>
              <a:buFont typeface="Nunito Light"/>
              <a:buChar char="●"/>
              <a:defRPr/>
            </a:lvl7pPr>
            <a:lvl8pPr marL="3657600" lvl="7" indent="-304800" rtl="0">
              <a:lnSpc>
                <a:spcPct val="115000"/>
              </a:lnSpc>
              <a:spcBef>
                <a:spcPts val="1600"/>
              </a:spcBef>
              <a:spcAft>
                <a:spcPts val="0"/>
              </a:spcAft>
              <a:buClr>
                <a:srgbClr val="434343"/>
              </a:buClr>
              <a:buSzPts val="1200"/>
              <a:buFont typeface="Nunito Light"/>
              <a:buChar char="○"/>
              <a:defRPr/>
            </a:lvl8pPr>
            <a:lvl9pPr marL="4114800" lvl="8" indent="-304800" rtl="0">
              <a:lnSpc>
                <a:spcPct val="115000"/>
              </a:lnSpc>
              <a:spcBef>
                <a:spcPts val="1600"/>
              </a:spcBef>
              <a:spcAft>
                <a:spcPts val="1600"/>
              </a:spcAft>
              <a:buClr>
                <a:srgbClr val="434343"/>
              </a:buClr>
              <a:buSzPts val="1200"/>
              <a:buFont typeface="Nunito Light"/>
              <a:buChar char="■"/>
              <a:defRPr/>
            </a:lvl9pPr>
          </a:lstStyle>
          <a:p>
            <a:endParaRPr/>
          </a:p>
        </p:txBody>
      </p:sp>
      <p:sp>
        <p:nvSpPr>
          <p:cNvPr id="23" name="Google Shape;23;p4"/>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 name="Google Shape;27;p5"/>
          <p:cNvSpPr txBox="1">
            <a:spLocks noGrp="1"/>
          </p:cNvSpPr>
          <p:nvPr>
            <p:ph type="subTitle" idx="1"/>
          </p:nvPr>
        </p:nvSpPr>
        <p:spPr>
          <a:xfrm>
            <a:off x="4747387" y="1872353"/>
            <a:ext cx="3698100" cy="273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sz="1400" b="0"/>
            </a:lvl1pPr>
            <a:lvl2pPr lvl="1" algn="ctr" rtl="0">
              <a:lnSpc>
                <a:spcPct val="100000"/>
              </a:lnSpc>
              <a:spcBef>
                <a:spcPts val="0"/>
              </a:spcBef>
              <a:spcAft>
                <a:spcPts val="0"/>
              </a:spcAft>
              <a:buSzPts val="2800"/>
              <a:buChar char="○"/>
              <a:defRPr sz="2800"/>
            </a:lvl2pPr>
            <a:lvl3pPr lvl="2" algn="ctr" rtl="0">
              <a:lnSpc>
                <a:spcPct val="100000"/>
              </a:lnSpc>
              <a:spcBef>
                <a:spcPts val="0"/>
              </a:spcBef>
              <a:spcAft>
                <a:spcPts val="0"/>
              </a:spcAft>
              <a:buSzPts val="2800"/>
              <a:buChar char="■"/>
              <a:defRPr sz="2800"/>
            </a:lvl3pPr>
            <a:lvl4pPr lvl="3" algn="ctr" rtl="0">
              <a:lnSpc>
                <a:spcPct val="100000"/>
              </a:lnSpc>
              <a:spcBef>
                <a:spcPts val="0"/>
              </a:spcBef>
              <a:spcAft>
                <a:spcPts val="0"/>
              </a:spcAft>
              <a:buSzPts val="2800"/>
              <a:buChar char="●"/>
              <a:defRPr sz="2800"/>
            </a:lvl4pPr>
            <a:lvl5pPr lvl="4" algn="ctr" rtl="0">
              <a:lnSpc>
                <a:spcPct val="100000"/>
              </a:lnSpc>
              <a:spcBef>
                <a:spcPts val="0"/>
              </a:spcBef>
              <a:spcAft>
                <a:spcPts val="0"/>
              </a:spcAft>
              <a:buSzPts val="2800"/>
              <a:buChar char="○"/>
              <a:defRPr sz="2800"/>
            </a:lvl5pPr>
            <a:lvl6pPr lvl="5" algn="ctr" rtl="0">
              <a:lnSpc>
                <a:spcPct val="100000"/>
              </a:lnSpc>
              <a:spcBef>
                <a:spcPts val="0"/>
              </a:spcBef>
              <a:spcAft>
                <a:spcPts val="0"/>
              </a:spcAft>
              <a:buSzPts val="2800"/>
              <a:buChar char="■"/>
              <a:defRPr sz="2800"/>
            </a:lvl6pPr>
            <a:lvl7pPr lvl="6" algn="ctr" rtl="0">
              <a:lnSpc>
                <a:spcPct val="100000"/>
              </a:lnSpc>
              <a:spcBef>
                <a:spcPts val="0"/>
              </a:spcBef>
              <a:spcAft>
                <a:spcPts val="0"/>
              </a:spcAft>
              <a:buSzPts val="2800"/>
              <a:buChar char="●"/>
              <a:defRPr sz="2800"/>
            </a:lvl7pPr>
            <a:lvl8pPr lvl="7" algn="ctr" rtl="0">
              <a:lnSpc>
                <a:spcPct val="100000"/>
              </a:lnSpc>
              <a:spcBef>
                <a:spcPts val="0"/>
              </a:spcBef>
              <a:spcAft>
                <a:spcPts val="0"/>
              </a:spcAft>
              <a:buSzPts val="2800"/>
              <a:buChar char="○"/>
              <a:defRPr sz="2800"/>
            </a:lvl8pPr>
            <a:lvl9pPr lvl="8" algn="ctr" rtl="0">
              <a:lnSpc>
                <a:spcPct val="100000"/>
              </a:lnSpc>
              <a:spcBef>
                <a:spcPts val="0"/>
              </a:spcBef>
              <a:spcAft>
                <a:spcPts val="0"/>
              </a:spcAft>
              <a:buSzPts val="2800"/>
              <a:buChar char="■"/>
              <a:defRPr sz="2800"/>
            </a:lvl9pPr>
          </a:lstStyle>
          <a:p>
            <a:endParaRPr/>
          </a:p>
        </p:txBody>
      </p:sp>
      <p:sp>
        <p:nvSpPr>
          <p:cNvPr id="28" name="Google Shape;28;p5"/>
          <p:cNvSpPr txBox="1">
            <a:spLocks noGrp="1"/>
          </p:cNvSpPr>
          <p:nvPr>
            <p:ph type="subTitle" idx="2"/>
          </p:nvPr>
        </p:nvSpPr>
        <p:spPr>
          <a:xfrm>
            <a:off x="726675" y="1872353"/>
            <a:ext cx="3698100" cy="273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sz="1400" b="0"/>
            </a:lvl1pPr>
            <a:lvl2pPr lvl="1" algn="ctr" rtl="0">
              <a:lnSpc>
                <a:spcPct val="100000"/>
              </a:lnSpc>
              <a:spcBef>
                <a:spcPts val="1600"/>
              </a:spcBef>
              <a:spcAft>
                <a:spcPts val="0"/>
              </a:spcAft>
              <a:buSzPts val="1400"/>
              <a:buChar char="○"/>
              <a:defRPr sz="2800"/>
            </a:lvl2pPr>
            <a:lvl3pPr lvl="2" algn="ctr" rtl="0">
              <a:lnSpc>
                <a:spcPct val="100000"/>
              </a:lnSpc>
              <a:spcBef>
                <a:spcPts val="0"/>
              </a:spcBef>
              <a:spcAft>
                <a:spcPts val="0"/>
              </a:spcAft>
              <a:buSzPts val="1400"/>
              <a:buChar char="■"/>
              <a:defRPr sz="2800"/>
            </a:lvl3pPr>
            <a:lvl4pPr lvl="3" algn="ctr" rtl="0">
              <a:lnSpc>
                <a:spcPct val="100000"/>
              </a:lnSpc>
              <a:spcBef>
                <a:spcPts val="0"/>
              </a:spcBef>
              <a:spcAft>
                <a:spcPts val="0"/>
              </a:spcAft>
              <a:buSzPts val="1400"/>
              <a:buChar char="●"/>
              <a:defRPr sz="2800"/>
            </a:lvl4pPr>
            <a:lvl5pPr lvl="4" algn="ctr" rtl="0">
              <a:lnSpc>
                <a:spcPct val="100000"/>
              </a:lnSpc>
              <a:spcBef>
                <a:spcPts val="0"/>
              </a:spcBef>
              <a:spcAft>
                <a:spcPts val="0"/>
              </a:spcAft>
              <a:buSzPts val="1400"/>
              <a:buChar char="○"/>
              <a:defRPr sz="2800"/>
            </a:lvl5pPr>
            <a:lvl6pPr lvl="5" algn="ctr" rtl="0">
              <a:lnSpc>
                <a:spcPct val="100000"/>
              </a:lnSpc>
              <a:spcBef>
                <a:spcPts val="0"/>
              </a:spcBef>
              <a:spcAft>
                <a:spcPts val="0"/>
              </a:spcAft>
              <a:buSzPts val="1400"/>
              <a:buChar char="■"/>
              <a:defRPr sz="2800"/>
            </a:lvl6pPr>
            <a:lvl7pPr lvl="6" algn="ctr" rtl="0">
              <a:lnSpc>
                <a:spcPct val="100000"/>
              </a:lnSpc>
              <a:spcBef>
                <a:spcPts val="0"/>
              </a:spcBef>
              <a:spcAft>
                <a:spcPts val="0"/>
              </a:spcAft>
              <a:buSzPts val="1400"/>
              <a:buChar char="●"/>
              <a:defRPr sz="2800"/>
            </a:lvl7pPr>
            <a:lvl8pPr lvl="7" algn="ctr" rtl="0">
              <a:lnSpc>
                <a:spcPct val="100000"/>
              </a:lnSpc>
              <a:spcBef>
                <a:spcPts val="0"/>
              </a:spcBef>
              <a:spcAft>
                <a:spcPts val="0"/>
              </a:spcAft>
              <a:buSzPts val="1400"/>
              <a:buChar char="○"/>
              <a:defRPr sz="2800"/>
            </a:lvl8pPr>
            <a:lvl9pPr lvl="8" algn="ctr" rtl="0">
              <a:lnSpc>
                <a:spcPct val="100000"/>
              </a:lnSpc>
              <a:spcBef>
                <a:spcPts val="0"/>
              </a:spcBef>
              <a:spcAft>
                <a:spcPts val="0"/>
              </a:spcAft>
              <a:buSzPts val="1400"/>
              <a:buChar char="■"/>
              <a:defRPr sz="2800"/>
            </a:lvl9pPr>
          </a:lstStyle>
          <a:p>
            <a:endParaRPr/>
          </a:p>
        </p:txBody>
      </p:sp>
      <p:sp>
        <p:nvSpPr>
          <p:cNvPr id="29" name="Google Shape;29;p5"/>
          <p:cNvSpPr txBox="1">
            <a:spLocks noGrp="1"/>
          </p:cNvSpPr>
          <p:nvPr>
            <p:ph type="subTitle" idx="3"/>
          </p:nvPr>
        </p:nvSpPr>
        <p:spPr>
          <a:xfrm>
            <a:off x="726675" y="1510850"/>
            <a:ext cx="3698100" cy="361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30" name="Google Shape;30;p5"/>
          <p:cNvSpPr txBox="1">
            <a:spLocks noGrp="1"/>
          </p:cNvSpPr>
          <p:nvPr>
            <p:ph type="subTitle" idx="4"/>
          </p:nvPr>
        </p:nvSpPr>
        <p:spPr>
          <a:xfrm>
            <a:off x="4747375" y="1510850"/>
            <a:ext cx="3698100" cy="361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1" name="Google Shape;31;p5"/>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5"/>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6"/>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720000" y="448056"/>
            <a:ext cx="77085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9" name="Google Shape;39;p7"/>
          <p:cNvSpPr txBox="1">
            <a:spLocks noGrp="1"/>
          </p:cNvSpPr>
          <p:nvPr>
            <p:ph type="subTitle" idx="1"/>
          </p:nvPr>
        </p:nvSpPr>
        <p:spPr>
          <a:xfrm>
            <a:off x="3226500" y="1347250"/>
            <a:ext cx="5202000" cy="2928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600"/>
              <a:buFont typeface="Nunito Light"/>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
        <p:nvSpPr>
          <p:cNvPr id="40" name="Google Shape;40;p7"/>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1072900" y="1002300"/>
            <a:ext cx="6998400" cy="23325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8"/>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2116650" y="993150"/>
            <a:ext cx="4910700" cy="970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4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 name="Google Shape;48;p9"/>
          <p:cNvSpPr txBox="1">
            <a:spLocks noGrp="1"/>
          </p:cNvSpPr>
          <p:nvPr>
            <p:ph type="subTitle" idx="1"/>
          </p:nvPr>
        </p:nvSpPr>
        <p:spPr>
          <a:xfrm>
            <a:off x="2116650" y="1822650"/>
            <a:ext cx="4910700" cy="150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9" name="Google Shape;49;p9"/>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2709325" y="1060263"/>
            <a:ext cx="5721600" cy="1584000"/>
          </a:xfrm>
          <a:prstGeom prst="rect">
            <a:avLst/>
          </a:prstGeom>
        </p:spPr>
        <p:txBody>
          <a:bodyPr spcFirstLastPara="1" wrap="square" lIns="91425" tIns="91425" rIns="91425" bIns="91425" anchor="ctr" anchorCtr="0">
            <a:noAutofit/>
          </a:bodyPr>
          <a:lstStyle>
            <a:lvl1pPr lvl="0" algn="r">
              <a:spcBef>
                <a:spcPts val="0"/>
              </a:spcBef>
              <a:spcAft>
                <a:spcPts val="0"/>
              </a:spcAft>
              <a:buSzPts val="9600"/>
              <a:buNone/>
              <a:defRPr sz="8000" b="1"/>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6" name="Google Shape;56;p11"/>
          <p:cNvSpPr txBox="1">
            <a:spLocks noGrp="1"/>
          </p:cNvSpPr>
          <p:nvPr>
            <p:ph type="subTitle" idx="1"/>
          </p:nvPr>
        </p:nvSpPr>
        <p:spPr>
          <a:xfrm>
            <a:off x="2709325" y="2759688"/>
            <a:ext cx="5721600" cy="497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57" name="Google Shape;57;p11"/>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1"/>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0"/>
        <p:cNvGrpSpPr/>
        <p:nvPr/>
      </p:nvGrpSpPr>
      <p:grpSpPr>
        <a:xfrm>
          <a:off x="0" y="0"/>
          <a:ext cx="0" cy="0"/>
          <a:chOff x="0" y="0"/>
          <a:chExt cx="0" cy="0"/>
        </a:xfrm>
      </p:grpSpPr>
      <p:sp>
        <p:nvSpPr>
          <p:cNvPr id="61" name="Google Shape;6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2" name="Google Shape;62;p13"/>
          <p:cNvSpPr txBox="1">
            <a:spLocks noGrp="1"/>
          </p:cNvSpPr>
          <p:nvPr>
            <p:ph type="subTitle" idx="1"/>
          </p:nvPr>
        </p:nvSpPr>
        <p:spPr>
          <a:xfrm>
            <a:off x="1622449" y="180111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3" name="Google Shape;63;p13"/>
          <p:cNvSpPr txBox="1">
            <a:spLocks noGrp="1"/>
          </p:cNvSpPr>
          <p:nvPr>
            <p:ph type="title" idx="2" hasCustomPrompt="1"/>
          </p:nvPr>
        </p:nvSpPr>
        <p:spPr>
          <a:xfrm>
            <a:off x="713225" y="142012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a:spLocks noGrp="1"/>
          </p:cNvSpPr>
          <p:nvPr>
            <p:ph type="subTitle" idx="3"/>
          </p:nvPr>
        </p:nvSpPr>
        <p:spPr>
          <a:xfrm>
            <a:off x="1622450" y="142011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65" name="Google Shape;65;p13"/>
          <p:cNvSpPr txBox="1">
            <a:spLocks noGrp="1"/>
          </p:cNvSpPr>
          <p:nvPr>
            <p:ph type="subTitle" idx="4"/>
          </p:nvPr>
        </p:nvSpPr>
        <p:spPr>
          <a:xfrm>
            <a:off x="1622449" y="282926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6" name="Google Shape;66;p13"/>
          <p:cNvSpPr txBox="1">
            <a:spLocks noGrp="1"/>
          </p:cNvSpPr>
          <p:nvPr>
            <p:ph type="title" idx="5" hasCustomPrompt="1"/>
          </p:nvPr>
        </p:nvSpPr>
        <p:spPr>
          <a:xfrm>
            <a:off x="713225" y="244827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a:spLocks noGrp="1"/>
          </p:cNvSpPr>
          <p:nvPr>
            <p:ph type="subTitle" idx="6"/>
          </p:nvPr>
        </p:nvSpPr>
        <p:spPr>
          <a:xfrm>
            <a:off x="1622450" y="244826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68" name="Google Shape;68;p13"/>
          <p:cNvSpPr txBox="1">
            <a:spLocks noGrp="1"/>
          </p:cNvSpPr>
          <p:nvPr>
            <p:ph type="subTitle" idx="7"/>
          </p:nvPr>
        </p:nvSpPr>
        <p:spPr>
          <a:xfrm>
            <a:off x="1622449" y="385741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9" name="Google Shape;69;p13"/>
          <p:cNvSpPr txBox="1">
            <a:spLocks noGrp="1"/>
          </p:cNvSpPr>
          <p:nvPr>
            <p:ph type="title" idx="8" hasCustomPrompt="1"/>
          </p:nvPr>
        </p:nvSpPr>
        <p:spPr>
          <a:xfrm>
            <a:off x="713225" y="347642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0" name="Google Shape;70;p13"/>
          <p:cNvSpPr txBox="1">
            <a:spLocks noGrp="1"/>
          </p:cNvSpPr>
          <p:nvPr>
            <p:ph type="subTitle" idx="9"/>
          </p:nvPr>
        </p:nvSpPr>
        <p:spPr>
          <a:xfrm>
            <a:off x="1622450" y="347641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71" name="Google Shape;71;p13"/>
          <p:cNvSpPr txBox="1">
            <a:spLocks noGrp="1"/>
          </p:cNvSpPr>
          <p:nvPr>
            <p:ph type="subTitle" idx="13"/>
          </p:nvPr>
        </p:nvSpPr>
        <p:spPr>
          <a:xfrm>
            <a:off x="5373024" y="180111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2" name="Google Shape;72;p13"/>
          <p:cNvSpPr txBox="1">
            <a:spLocks noGrp="1"/>
          </p:cNvSpPr>
          <p:nvPr>
            <p:ph type="title" idx="14" hasCustomPrompt="1"/>
          </p:nvPr>
        </p:nvSpPr>
        <p:spPr>
          <a:xfrm>
            <a:off x="4463800" y="142012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3" name="Google Shape;73;p13"/>
          <p:cNvSpPr txBox="1">
            <a:spLocks noGrp="1"/>
          </p:cNvSpPr>
          <p:nvPr>
            <p:ph type="subTitle" idx="15"/>
          </p:nvPr>
        </p:nvSpPr>
        <p:spPr>
          <a:xfrm>
            <a:off x="5373025" y="142011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74" name="Google Shape;74;p13"/>
          <p:cNvSpPr txBox="1">
            <a:spLocks noGrp="1"/>
          </p:cNvSpPr>
          <p:nvPr>
            <p:ph type="subTitle" idx="16"/>
          </p:nvPr>
        </p:nvSpPr>
        <p:spPr>
          <a:xfrm>
            <a:off x="5373024" y="282926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5" name="Google Shape;75;p13"/>
          <p:cNvSpPr txBox="1">
            <a:spLocks noGrp="1"/>
          </p:cNvSpPr>
          <p:nvPr>
            <p:ph type="title" idx="17" hasCustomPrompt="1"/>
          </p:nvPr>
        </p:nvSpPr>
        <p:spPr>
          <a:xfrm>
            <a:off x="4463800" y="244827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 name="Google Shape;76;p13"/>
          <p:cNvSpPr txBox="1">
            <a:spLocks noGrp="1"/>
          </p:cNvSpPr>
          <p:nvPr>
            <p:ph type="subTitle" idx="18"/>
          </p:nvPr>
        </p:nvSpPr>
        <p:spPr>
          <a:xfrm>
            <a:off x="5373025" y="244826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77" name="Google Shape;77;p13"/>
          <p:cNvSpPr txBox="1">
            <a:spLocks noGrp="1"/>
          </p:cNvSpPr>
          <p:nvPr>
            <p:ph type="subTitle" idx="19"/>
          </p:nvPr>
        </p:nvSpPr>
        <p:spPr>
          <a:xfrm>
            <a:off x="5373024" y="3857413"/>
            <a:ext cx="2305500" cy="484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8" name="Google Shape;78;p13"/>
          <p:cNvSpPr txBox="1">
            <a:spLocks noGrp="1"/>
          </p:cNvSpPr>
          <p:nvPr>
            <p:ph type="title" idx="20" hasCustomPrompt="1"/>
          </p:nvPr>
        </p:nvSpPr>
        <p:spPr>
          <a:xfrm>
            <a:off x="4463800" y="3476425"/>
            <a:ext cx="901200" cy="6771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45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a:spLocks noGrp="1"/>
          </p:cNvSpPr>
          <p:nvPr>
            <p:ph type="subTitle" idx="21"/>
          </p:nvPr>
        </p:nvSpPr>
        <p:spPr>
          <a:xfrm>
            <a:off x="5373025" y="3476413"/>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80" name="Google Shape;80;p13"/>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82"/>
        <p:cNvGrpSpPr/>
        <p:nvPr/>
      </p:nvGrpSpPr>
      <p:grpSpPr>
        <a:xfrm>
          <a:off x="0" y="0"/>
          <a:ext cx="0" cy="0"/>
          <a:chOff x="0" y="0"/>
          <a:chExt cx="0" cy="0"/>
        </a:xfrm>
      </p:grpSpPr>
      <p:sp>
        <p:nvSpPr>
          <p:cNvPr id="83" name="Google Shape;83;p14"/>
          <p:cNvSpPr txBox="1">
            <a:spLocks noGrp="1"/>
          </p:cNvSpPr>
          <p:nvPr>
            <p:ph type="title"/>
          </p:nvPr>
        </p:nvSpPr>
        <p:spPr>
          <a:xfrm>
            <a:off x="713225" y="3100300"/>
            <a:ext cx="5317800" cy="531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000"/>
              <a:buNone/>
              <a:defRPr sz="2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84" name="Google Shape;84;p14"/>
          <p:cNvSpPr txBox="1">
            <a:spLocks noGrp="1"/>
          </p:cNvSpPr>
          <p:nvPr>
            <p:ph type="subTitle" idx="1"/>
          </p:nvPr>
        </p:nvSpPr>
        <p:spPr>
          <a:xfrm>
            <a:off x="713225" y="691900"/>
            <a:ext cx="5317800" cy="2450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
        <p:nvSpPr>
          <p:cNvPr id="85" name="Google Shape;85;p14"/>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4455875" y="1043525"/>
            <a:ext cx="3975000" cy="1860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9" name="Google Shape;89;p15"/>
          <p:cNvSpPr txBox="1">
            <a:spLocks noGrp="1"/>
          </p:cNvSpPr>
          <p:nvPr>
            <p:ph type="subTitle" idx="1"/>
          </p:nvPr>
        </p:nvSpPr>
        <p:spPr>
          <a:xfrm>
            <a:off x="4455875" y="2903625"/>
            <a:ext cx="3975000" cy="1116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0" name="Google Shape;90;p15"/>
          <p:cNvSpPr>
            <a:spLocks noGrp="1"/>
          </p:cNvSpPr>
          <p:nvPr>
            <p:ph type="pic" idx="2"/>
          </p:nvPr>
        </p:nvSpPr>
        <p:spPr>
          <a:xfrm>
            <a:off x="943560" y="809365"/>
            <a:ext cx="3454800" cy="3278400"/>
          </a:xfrm>
          <a:prstGeom prst="hexagon">
            <a:avLst>
              <a:gd name="adj" fmla="val 25000"/>
              <a:gd name="vf" fmla="val 115470"/>
            </a:avLst>
          </a:prstGeom>
          <a:noFill/>
          <a:ln w="19050" cap="flat" cmpd="sng">
            <a:solidFill>
              <a:schemeClr val="dk1"/>
            </a:solidFill>
            <a:prstDash val="solid"/>
            <a:round/>
            <a:headEnd type="none" w="sm" len="sm"/>
            <a:tailEnd type="none" w="sm" len="sm"/>
          </a:ln>
        </p:spPr>
      </p:sp>
      <p:sp>
        <p:nvSpPr>
          <p:cNvPr id="91" name="Google Shape;91;p15"/>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5"/>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93"/>
        <p:cNvGrpSpPr/>
        <p:nvPr/>
      </p:nvGrpSpPr>
      <p:grpSpPr>
        <a:xfrm>
          <a:off x="0" y="0"/>
          <a:ext cx="0" cy="0"/>
          <a:chOff x="0" y="0"/>
          <a:chExt cx="0" cy="0"/>
        </a:xfrm>
      </p:grpSpPr>
      <p:sp>
        <p:nvSpPr>
          <p:cNvPr id="94" name="Google Shape;94;p16"/>
          <p:cNvSpPr txBox="1">
            <a:spLocks noGrp="1"/>
          </p:cNvSpPr>
          <p:nvPr>
            <p:ph type="title"/>
          </p:nvPr>
        </p:nvSpPr>
        <p:spPr>
          <a:xfrm>
            <a:off x="720000" y="1188163"/>
            <a:ext cx="27708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5" name="Google Shape;95;p16"/>
          <p:cNvSpPr txBox="1">
            <a:spLocks noGrp="1"/>
          </p:cNvSpPr>
          <p:nvPr>
            <p:ph type="subTitle" idx="1"/>
          </p:nvPr>
        </p:nvSpPr>
        <p:spPr>
          <a:xfrm>
            <a:off x="720000" y="1943888"/>
            <a:ext cx="2770800" cy="118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6" name="Google Shape;96;p16"/>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a:t>
            </a:r>
            <a:endParaRPr/>
          </a:p>
        </p:txBody>
      </p:sp>
      <p:sp>
        <p:nvSpPr>
          <p:cNvPr id="97" name="Google Shape;97;p16"/>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0" name="Google Shape;110;p19"/>
          <p:cNvSpPr txBox="1">
            <a:spLocks noGrp="1"/>
          </p:cNvSpPr>
          <p:nvPr>
            <p:ph type="subTitle" idx="1"/>
          </p:nvPr>
        </p:nvSpPr>
        <p:spPr>
          <a:xfrm>
            <a:off x="720025" y="1584891"/>
            <a:ext cx="7704000" cy="530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1" name="Google Shape;111;p19"/>
          <p:cNvSpPr txBox="1">
            <a:spLocks noGrp="1"/>
          </p:cNvSpPr>
          <p:nvPr>
            <p:ph type="subTitle" idx="2"/>
          </p:nvPr>
        </p:nvSpPr>
        <p:spPr>
          <a:xfrm>
            <a:off x="720025" y="2781274"/>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2" name="Google Shape;112;p19"/>
          <p:cNvSpPr txBox="1">
            <a:spLocks noGrp="1"/>
          </p:cNvSpPr>
          <p:nvPr>
            <p:ph type="subTitle" idx="3"/>
          </p:nvPr>
        </p:nvSpPr>
        <p:spPr>
          <a:xfrm>
            <a:off x="720025" y="3977974"/>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3" name="Google Shape;113;p19"/>
          <p:cNvSpPr txBox="1">
            <a:spLocks noGrp="1"/>
          </p:cNvSpPr>
          <p:nvPr>
            <p:ph type="subTitle" idx="4"/>
          </p:nvPr>
        </p:nvSpPr>
        <p:spPr>
          <a:xfrm>
            <a:off x="720025" y="1215220"/>
            <a:ext cx="7704000" cy="530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4" name="Google Shape;114;p19"/>
          <p:cNvSpPr txBox="1">
            <a:spLocks noGrp="1"/>
          </p:cNvSpPr>
          <p:nvPr>
            <p:ph type="subTitle" idx="5"/>
          </p:nvPr>
        </p:nvSpPr>
        <p:spPr>
          <a:xfrm>
            <a:off x="720025" y="2400274"/>
            <a:ext cx="77040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5" name="Google Shape;115;p19"/>
          <p:cNvSpPr txBox="1">
            <a:spLocks noGrp="1"/>
          </p:cNvSpPr>
          <p:nvPr>
            <p:ph type="subTitle" idx="6"/>
          </p:nvPr>
        </p:nvSpPr>
        <p:spPr>
          <a:xfrm>
            <a:off x="720025" y="3596974"/>
            <a:ext cx="77040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6" name="Google Shape;116;p19"/>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9"/>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0" name="Google Shape;120;p20"/>
          <p:cNvSpPr txBox="1">
            <a:spLocks noGrp="1"/>
          </p:cNvSpPr>
          <p:nvPr>
            <p:ph type="subTitle" idx="1"/>
          </p:nvPr>
        </p:nvSpPr>
        <p:spPr>
          <a:xfrm>
            <a:off x="713225" y="2590750"/>
            <a:ext cx="2393400" cy="1925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21" name="Google Shape;121;p20"/>
          <p:cNvSpPr txBox="1">
            <a:spLocks noGrp="1"/>
          </p:cNvSpPr>
          <p:nvPr>
            <p:ph type="subTitle" idx="2"/>
          </p:nvPr>
        </p:nvSpPr>
        <p:spPr>
          <a:xfrm>
            <a:off x="3326375" y="2590750"/>
            <a:ext cx="2393400" cy="1925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22" name="Google Shape;122;p20"/>
          <p:cNvSpPr txBox="1">
            <a:spLocks noGrp="1"/>
          </p:cNvSpPr>
          <p:nvPr>
            <p:ph type="subTitle" idx="3"/>
          </p:nvPr>
        </p:nvSpPr>
        <p:spPr>
          <a:xfrm>
            <a:off x="5939525" y="2590750"/>
            <a:ext cx="2393400" cy="1925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23" name="Google Shape;123;p20"/>
          <p:cNvSpPr txBox="1">
            <a:spLocks noGrp="1"/>
          </p:cNvSpPr>
          <p:nvPr>
            <p:ph type="subTitle" idx="4"/>
          </p:nvPr>
        </p:nvSpPr>
        <p:spPr>
          <a:xfrm>
            <a:off x="713225" y="2243750"/>
            <a:ext cx="23934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24" name="Google Shape;124;p20"/>
          <p:cNvSpPr txBox="1">
            <a:spLocks noGrp="1"/>
          </p:cNvSpPr>
          <p:nvPr>
            <p:ph type="subTitle" idx="5"/>
          </p:nvPr>
        </p:nvSpPr>
        <p:spPr>
          <a:xfrm>
            <a:off x="3326375" y="2243750"/>
            <a:ext cx="23934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25" name="Google Shape;125;p20"/>
          <p:cNvSpPr txBox="1">
            <a:spLocks noGrp="1"/>
          </p:cNvSpPr>
          <p:nvPr>
            <p:ph type="subTitle" idx="6"/>
          </p:nvPr>
        </p:nvSpPr>
        <p:spPr>
          <a:xfrm>
            <a:off x="5939525" y="2243750"/>
            <a:ext cx="23934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Bebas Neue"/>
              <a:buNone/>
              <a:defRPr sz="2000">
                <a:latin typeface="Roboto Slab"/>
                <a:ea typeface="Roboto Slab"/>
                <a:cs typeface="Roboto Slab"/>
                <a:sym typeface="Roboto Slab"/>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26" name="Google Shape;126;p20"/>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0"/>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0" name="Google Shape;130;p21"/>
          <p:cNvSpPr txBox="1">
            <a:spLocks noGrp="1"/>
          </p:cNvSpPr>
          <p:nvPr>
            <p:ph type="subTitle" idx="1"/>
          </p:nvPr>
        </p:nvSpPr>
        <p:spPr>
          <a:xfrm>
            <a:off x="1514175" y="1767600"/>
            <a:ext cx="2559300" cy="91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1" name="Google Shape;131;p21"/>
          <p:cNvSpPr txBox="1">
            <a:spLocks noGrp="1"/>
          </p:cNvSpPr>
          <p:nvPr>
            <p:ph type="subTitle" idx="2"/>
          </p:nvPr>
        </p:nvSpPr>
        <p:spPr>
          <a:xfrm>
            <a:off x="5864712" y="1767600"/>
            <a:ext cx="2559300" cy="91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2" name="Google Shape;132;p21"/>
          <p:cNvSpPr txBox="1">
            <a:spLocks noGrp="1"/>
          </p:cNvSpPr>
          <p:nvPr>
            <p:ph type="subTitle" idx="3"/>
          </p:nvPr>
        </p:nvSpPr>
        <p:spPr>
          <a:xfrm>
            <a:off x="1514175" y="3408262"/>
            <a:ext cx="2559300" cy="91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3" name="Google Shape;133;p21"/>
          <p:cNvSpPr txBox="1">
            <a:spLocks noGrp="1"/>
          </p:cNvSpPr>
          <p:nvPr>
            <p:ph type="subTitle" idx="4"/>
          </p:nvPr>
        </p:nvSpPr>
        <p:spPr>
          <a:xfrm>
            <a:off x="5864712" y="3408262"/>
            <a:ext cx="2559300" cy="91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4" name="Google Shape;134;p21"/>
          <p:cNvSpPr txBox="1">
            <a:spLocks noGrp="1"/>
          </p:cNvSpPr>
          <p:nvPr>
            <p:ph type="subTitle" idx="5"/>
          </p:nvPr>
        </p:nvSpPr>
        <p:spPr>
          <a:xfrm>
            <a:off x="1514175" y="1462800"/>
            <a:ext cx="2559300" cy="354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35" name="Google Shape;135;p21"/>
          <p:cNvSpPr txBox="1">
            <a:spLocks noGrp="1"/>
          </p:cNvSpPr>
          <p:nvPr>
            <p:ph type="subTitle" idx="6"/>
          </p:nvPr>
        </p:nvSpPr>
        <p:spPr>
          <a:xfrm>
            <a:off x="5864712" y="1462800"/>
            <a:ext cx="2559300" cy="354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36" name="Google Shape;136;p21"/>
          <p:cNvSpPr txBox="1">
            <a:spLocks noGrp="1"/>
          </p:cNvSpPr>
          <p:nvPr>
            <p:ph type="subTitle" idx="7"/>
          </p:nvPr>
        </p:nvSpPr>
        <p:spPr>
          <a:xfrm>
            <a:off x="1514175" y="3103462"/>
            <a:ext cx="2559300" cy="354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37" name="Google Shape;137;p21"/>
          <p:cNvSpPr txBox="1">
            <a:spLocks noGrp="1"/>
          </p:cNvSpPr>
          <p:nvPr>
            <p:ph type="subTitle" idx="8"/>
          </p:nvPr>
        </p:nvSpPr>
        <p:spPr>
          <a:xfrm>
            <a:off x="5864712" y="3103462"/>
            <a:ext cx="2559300" cy="354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38" name="Google Shape;138;p21"/>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1"/>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1">
  <p:cSld name="CUSTOM_6_2">
    <p:spTree>
      <p:nvGrpSpPr>
        <p:cNvPr id="1" name="Shape 140"/>
        <p:cNvGrpSpPr/>
        <p:nvPr/>
      </p:nvGrpSpPr>
      <p:grpSpPr>
        <a:xfrm>
          <a:off x="0" y="0"/>
          <a:ext cx="0" cy="0"/>
          <a:chOff x="0" y="0"/>
          <a:chExt cx="0" cy="0"/>
        </a:xfrm>
      </p:grpSpPr>
      <p:sp>
        <p:nvSpPr>
          <p:cNvPr id="141" name="Google Shape;141;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2" name="Google Shape;142;p22"/>
          <p:cNvSpPr txBox="1">
            <a:spLocks noGrp="1"/>
          </p:cNvSpPr>
          <p:nvPr>
            <p:ph type="subTitle" idx="1"/>
          </p:nvPr>
        </p:nvSpPr>
        <p:spPr>
          <a:xfrm>
            <a:off x="720025" y="2038222"/>
            <a:ext cx="3206400" cy="676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3" name="Google Shape;143;p22"/>
          <p:cNvSpPr txBox="1">
            <a:spLocks noGrp="1"/>
          </p:cNvSpPr>
          <p:nvPr>
            <p:ph type="subTitle" idx="2"/>
          </p:nvPr>
        </p:nvSpPr>
        <p:spPr>
          <a:xfrm>
            <a:off x="5217595" y="2038222"/>
            <a:ext cx="3206400" cy="676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4" name="Google Shape;144;p22"/>
          <p:cNvSpPr txBox="1">
            <a:spLocks noGrp="1"/>
          </p:cNvSpPr>
          <p:nvPr>
            <p:ph type="subTitle" idx="3"/>
          </p:nvPr>
        </p:nvSpPr>
        <p:spPr>
          <a:xfrm>
            <a:off x="720000" y="3509972"/>
            <a:ext cx="3206400" cy="676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5" name="Google Shape;145;p22"/>
          <p:cNvSpPr txBox="1">
            <a:spLocks noGrp="1"/>
          </p:cNvSpPr>
          <p:nvPr>
            <p:ph type="subTitle" idx="4"/>
          </p:nvPr>
        </p:nvSpPr>
        <p:spPr>
          <a:xfrm>
            <a:off x="720024" y="1678538"/>
            <a:ext cx="3206400" cy="4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46" name="Google Shape;146;p22"/>
          <p:cNvSpPr txBox="1">
            <a:spLocks noGrp="1"/>
          </p:cNvSpPr>
          <p:nvPr>
            <p:ph type="subTitle" idx="5"/>
          </p:nvPr>
        </p:nvSpPr>
        <p:spPr>
          <a:xfrm>
            <a:off x="5217589" y="1678538"/>
            <a:ext cx="3206400" cy="4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47" name="Google Shape;147;p22"/>
          <p:cNvSpPr txBox="1">
            <a:spLocks noGrp="1"/>
          </p:cNvSpPr>
          <p:nvPr>
            <p:ph type="subTitle" idx="6"/>
          </p:nvPr>
        </p:nvSpPr>
        <p:spPr>
          <a:xfrm>
            <a:off x="720013" y="3150288"/>
            <a:ext cx="3206400" cy="4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48" name="Google Shape;148;p22"/>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2"/>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2"/>
          <p:cNvSpPr txBox="1">
            <a:spLocks noGrp="1"/>
          </p:cNvSpPr>
          <p:nvPr>
            <p:ph type="subTitle" idx="7"/>
          </p:nvPr>
        </p:nvSpPr>
        <p:spPr>
          <a:xfrm>
            <a:off x="5217575" y="3509972"/>
            <a:ext cx="3206400" cy="67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1" name="Google Shape;151;p22"/>
          <p:cNvSpPr txBox="1">
            <a:spLocks noGrp="1"/>
          </p:cNvSpPr>
          <p:nvPr>
            <p:ph type="subTitle" idx="8"/>
          </p:nvPr>
        </p:nvSpPr>
        <p:spPr>
          <a:xfrm>
            <a:off x="5217588" y="3150288"/>
            <a:ext cx="3206400" cy="4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Font typeface="Bebas Neue"/>
              <a:buNone/>
              <a:defRPr sz="2000">
                <a:latin typeface="Roboto Slab"/>
                <a:ea typeface="Roboto Slab"/>
                <a:cs typeface="Roboto Slab"/>
                <a:sym typeface="Roboto Slab"/>
              </a:defRPr>
            </a:lvl1pPr>
            <a:lvl2pPr lvl="1" algn="ctr"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ive columns">
  <p:cSld name="CUSTOM_7_1">
    <p:spTree>
      <p:nvGrpSpPr>
        <p:cNvPr id="1" name="Shape 152"/>
        <p:cNvGrpSpPr/>
        <p:nvPr/>
      </p:nvGrpSpPr>
      <p:grpSpPr>
        <a:xfrm>
          <a:off x="0" y="0"/>
          <a:ext cx="0" cy="0"/>
          <a:chOff x="0" y="0"/>
          <a:chExt cx="0" cy="0"/>
        </a:xfrm>
      </p:grpSpPr>
      <p:sp>
        <p:nvSpPr>
          <p:cNvPr id="153" name="Google Shape;153;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4" name="Google Shape;154;p23"/>
          <p:cNvSpPr txBox="1">
            <a:spLocks noGrp="1"/>
          </p:cNvSpPr>
          <p:nvPr>
            <p:ph type="subTitle" idx="1"/>
          </p:nvPr>
        </p:nvSpPr>
        <p:spPr>
          <a:xfrm>
            <a:off x="2146113" y="2073000"/>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5" name="Google Shape;155;p23"/>
          <p:cNvSpPr txBox="1">
            <a:spLocks noGrp="1"/>
          </p:cNvSpPr>
          <p:nvPr>
            <p:ph type="subTitle" idx="2"/>
          </p:nvPr>
        </p:nvSpPr>
        <p:spPr>
          <a:xfrm>
            <a:off x="5011887" y="2073000"/>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6" name="Google Shape;156;p23"/>
          <p:cNvSpPr txBox="1">
            <a:spLocks noGrp="1"/>
          </p:cNvSpPr>
          <p:nvPr>
            <p:ph type="subTitle" idx="3"/>
          </p:nvPr>
        </p:nvSpPr>
        <p:spPr>
          <a:xfrm>
            <a:off x="713227" y="3427025"/>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7" name="Google Shape;157;p23"/>
          <p:cNvSpPr txBox="1">
            <a:spLocks noGrp="1"/>
          </p:cNvSpPr>
          <p:nvPr>
            <p:ph type="subTitle" idx="4"/>
          </p:nvPr>
        </p:nvSpPr>
        <p:spPr>
          <a:xfrm>
            <a:off x="3579000" y="3427025"/>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8" name="Google Shape;158;p23"/>
          <p:cNvSpPr txBox="1">
            <a:spLocks noGrp="1"/>
          </p:cNvSpPr>
          <p:nvPr>
            <p:ph type="subTitle" idx="5"/>
          </p:nvPr>
        </p:nvSpPr>
        <p:spPr>
          <a:xfrm>
            <a:off x="6444773" y="3427025"/>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9" name="Google Shape;159;p23"/>
          <p:cNvSpPr txBox="1">
            <a:spLocks noGrp="1"/>
          </p:cNvSpPr>
          <p:nvPr>
            <p:ph type="subTitle" idx="6"/>
          </p:nvPr>
        </p:nvSpPr>
        <p:spPr>
          <a:xfrm>
            <a:off x="2150013" y="1732799"/>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chemeClr val="dk1"/>
                </a:solidFill>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0" name="Google Shape;160;p23"/>
          <p:cNvSpPr txBox="1">
            <a:spLocks noGrp="1"/>
          </p:cNvSpPr>
          <p:nvPr>
            <p:ph type="subTitle" idx="7"/>
          </p:nvPr>
        </p:nvSpPr>
        <p:spPr>
          <a:xfrm>
            <a:off x="5015787" y="1732799"/>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chemeClr val="dk1"/>
                </a:solidFill>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1" name="Google Shape;161;p23"/>
          <p:cNvSpPr txBox="1">
            <a:spLocks noGrp="1"/>
          </p:cNvSpPr>
          <p:nvPr>
            <p:ph type="subTitle" idx="8"/>
          </p:nvPr>
        </p:nvSpPr>
        <p:spPr>
          <a:xfrm>
            <a:off x="717127" y="3086800"/>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chemeClr val="dk1"/>
                </a:solidFill>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2" name="Google Shape;162;p23"/>
          <p:cNvSpPr txBox="1">
            <a:spLocks noGrp="1"/>
          </p:cNvSpPr>
          <p:nvPr>
            <p:ph type="subTitle" idx="9"/>
          </p:nvPr>
        </p:nvSpPr>
        <p:spPr>
          <a:xfrm>
            <a:off x="3582900" y="3086800"/>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chemeClr val="dk1"/>
                </a:solidFill>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3" name="Google Shape;163;p23"/>
          <p:cNvSpPr txBox="1">
            <a:spLocks noGrp="1"/>
          </p:cNvSpPr>
          <p:nvPr>
            <p:ph type="subTitle" idx="13"/>
          </p:nvPr>
        </p:nvSpPr>
        <p:spPr>
          <a:xfrm>
            <a:off x="6448673" y="3086800"/>
            <a:ext cx="1978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chemeClr val="dk1"/>
                </a:solidFill>
                <a:latin typeface="Roboto Slab"/>
                <a:ea typeface="Roboto Slab"/>
                <a:cs typeface="Roboto Slab"/>
                <a:sym typeface="Roboto Slab"/>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4" name="Google Shape;164;p23"/>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3"/>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CUSTOM_8_1">
    <p:spTree>
      <p:nvGrpSpPr>
        <p:cNvPr id="1" name="Shape 166"/>
        <p:cNvGrpSpPr/>
        <p:nvPr/>
      </p:nvGrpSpPr>
      <p:grpSpPr>
        <a:xfrm>
          <a:off x="0" y="0"/>
          <a:ext cx="0" cy="0"/>
          <a:chOff x="0" y="0"/>
          <a:chExt cx="0" cy="0"/>
        </a:xfrm>
      </p:grpSpPr>
      <p:sp>
        <p:nvSpPr>
          <p:cNvPr id="167" name="Google Shape;167;p24"/>
          <p:cNvSpPr txBox="1">
            <a:spLocks noGrp="1"/>
          </p:cNvSpPr>
          <p:nvPr>
            <p:ph type="title" hasCustomPrompt="1"/>
          </p:nvPr>
        </p:nvSpPr>
        <p:spPr>
          <a:xfrm>
            <a:off x="706125" y="552112"/>
            <a:ext cx="4696800" cy="768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500" b="1"/>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8" name="Google Shape;168;p24"/>
          <p:cNvSpPr txBox="1">
            <a:spLocks noGrp="1"/>
          </p:cNvSpPr>
          <p:nvPr>
            <p:ph type="subTitle" idx="1"/>
          </p:nvPr>
        </p:nvSpPr>
        <p:spPr>
          <a:xfrm>
            <a:off x="706125" y="1211876"/>
            <a:ext cx="4696800" cy="598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69" name="Google Shape;169;p24"/>
          <p:cNvSpPr txBox="1">
            <a:spLocks noGrp="1"/>
          </p:cNvSpPr>
          <p:nvPr>
            <p:ph type="title" idx="2" hasCustomPrompt="1"/>
          </p:nvPr>
        </p:nvSpPr>
        <p:spPr>
          <a:xfrm>
            <a:off x="706125" y="1904368"/>
            <a:ext cx="4696800" cy="768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500" b="1"/>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0" name="Google Shape;170;p24"/>
          <p:cNvSpPr txBox="1">
            <a:spLocks noGrp="1"/>
          </p:cNvSpPr>
          <p:nvPr>
            <p:ph type="subTitle" idx="3"/>
          </p:nvPr>
        </p:nvSpPr>
        <p:spPr>
          <a:xfrm>
            <a:off x="706125" y="2564132"/>
            <a:ext cx="4696800" cy="598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71" name="Google Shape;171;p24"/>
          <p:cNvSpPr txBox="1">
            <a:spLocks noGrp="1"/>
          </p:cNvSpPr>
          <p:nvPr>
            <p:ph type="title" idx="4" hasCustomPrompt="1"/>
          </p:nvPr>
        </p:nvSpPr>
        <p:spPr>
          <a:xfrm>
            <a:off x="706125" y="3256624"/>
            <a:ext cx="4696800" cy="768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500" b="1"/>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2" name="Google Shape;172;p24"/>
          <p:cNvSpPr txBox="1">
            <a:spLocks noGrp="1"/>
          </p:cNvSpPr>
          <p:nvPr>
            <p:ph type="subTitle" idx="5"/>
          </p:nvPr>
        </p:nvSpPr>
        <p:spPr>
          <a:xfrm>
            <a:off x="706125" y="3916388"/>
            <a:ext cx="4696800" cy="598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73" name="Google Shape;173;p24"/>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4"/>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75"/>
        <p:cNvGrpSpPr/>
        <p:nvPr/>
      </p:nvGrpSpPr>
      <p:grpSpPr>
        <a:xfrm>
          <a:off x="0" y="0"/>
          <a:ext cx="0" cy="0"/>
          <a:chOff x="0" y="0"/>
          <a:chExt cx="0" cy="0"/>
        </a:xfrm>
      </p:grpSpPr>
      <p:sp>
        <p:nvSpPr>
          <p:cNvPr id="176" name="Google Shape;176;p25"/>
          <p:cNvSpPr txBox="1">
            <a:spLocks noGrp="1"/>
          </p:cNvSpPr>
          <p:nvPr>
            <p:ph type="title"/>
          </p:nvPr>
        </p:nvSpPr>
        <p:spPr>
          <a:xfrm>
            <a:off x="713225" y="2147650"/>
            <a:ext cx="4184400" cy="8418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7" name="Google Shape;177;p25"/>
          <p:cNvSpPr txBox="1">
            <a:spLocks noGrp="1"/>
          </p:cNvSpPr>
          <p:nvPr>
            <p:ph type="title" idx="2" hasCustomPrompt="1"/>
          </p:nvPr>
        </p:nvSpPr>
        <p:spPr>
          <a:xfrm>
            <a:off x="713225" y="1025775"/>
            <a:ext cx="1435800" cy="12765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8000" b="1"/>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8" name="Google Shape;178;p25"/>
          <p:cNvSpPr txBox="1">
            <a:spLocks noGrp="1"/>
          </p:cNvSpPr>
          <p:nvPr>
            <p:ph type="subTitle" idx="1"/>
          </p:nvPr>
        </p:nvSpPr>
        <p:spPr>
          <a:xfrm>
            <a:off x="713225" y="3079825"/>
            <a:ext cx="3026700" cy="713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400"/>
              <a:buNone/>
              <a:defRPr sz="1600">
                <a:solidFill>
                  <a:schemeClr val="dk1"/>
                </a:solidFill>
              </a:defRPr>
            </a:lvl1pPr>
            <a:lvl2pPr lvl="1" algn="ctr" rtl="0">
              <a:lnSpc>
                <a:spcPct val="100000"/>
              </a:lnSpc>
              <a:spcBef>
                <a:spcPts val="160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179" name="Google Shape;179;p25"/>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81"/>
        <p:cNvGrpSpPr/>
        <p:nvPr/>
      </p:nvGrpSpPr>
      <p:grpSpPr>
        <a:xfrm>
          <a:off x="0" y="0"/>
          <a:ext cx="0" cy="0"/>
          <a:chOff x="0" y="0"/>
          <a:chExt cx="0" cy="0"/>
        </a:xfrm>
      </p:grpSpPr>
      <p:sp>
        <p:nvSpPr>
          <p:cNvPr id="182" name="Google Shape;182;p26"/>
          <p:cNvSpPr txBox="1">
            <a:spLocks noGrp="1"/>
          </p:cNvSpPr>
          <p:nvPr>
            <p:ph type="title"/>
          </p:nvPr>
        </p:nvSpPr>
        <p:spPr>
          <a:xfrm>
            <a:off x="2347938" y="768600"/>
            <a:ext cx="4448100" cy="1058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7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3" name="Google Shape;183;p26"/>
          <p:cNvSpPr txBox="1">
            <a:spLocks noGrp="1"/>
          </p:cNvSpPr>
          <p:nvPr>
            <p:ph type="subTitle" idx="1"/>
          </p:nvPr>
        </p:nvSpPr>
        <p:spPr>
          <a:xfrm>
            <a:off x="2347900" y="1648250"/>
            <a:ext cx="4448100" cy="11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84" name="Google Shape;184;p26"/>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300"/>
              </a:spcBef>
              <a:spcAft>
                <a:spcPts val="0"/>
              </a:spcAft>
              <a:buNone/>
            </a:pPr>
            <a:r>
              <a:rPr lang="en" sz="1200">
                <a:solidFill>
                  <a:schemeClr val="dk1"/>
                </a:solidFill>
                <a:latin typeface="IBM Plex Sans"/>
                <a:ea typeface="IBM Plex Sans"/>
                <a:cs typeface="IBM Plex Sans"/>
                <a:sym typeface="IBM Plex Sans"/>
              </a:rPr>
              <a:t>CREDITS: This presentation template was created by </a:t>
            </a:r>
            <a:r>
              <a:rPr lang="en" sz="1200" b="1">
                <a:solidFill>
                  <a:schemeClr val="hlink"/>
                </a:solidFill>
                <a:uFill>
                  <a:noFill/>
                </a:uFill>
                <a:latin typeface="IBM Plex Sans"/>
                <a:ea typeface="IBM Plex Sans"/>
                <a:cs typeface="IBM Plex Sans"/>
                <a:sym typeface="IBM Plex Sans"/>
                <a:hlinkClick r:id="rId2"/>
              </a:rPr>
              <a:t>Slidesgo</a:t>
            </a:r>
            <a:r>
              <a:rPr lang="en" sz="1200" b="1">
                <a:solidFill>
                  <a:schemeClr val="dk1"/>
                </a:solidFill>
                <a:latin typeface="IBM Plex Sans"/>
                <a:ea typeface="IBM Plex Sans"/>
                <a:cs typeface="IBM Plex Sans"/>
                <a:sym typeface="IBM Plex Sans"/>
              </a:rPr>
              <a:t>,</a:t>
            </a:r>
            <a:r>
              <a:rPr lang="en" sz="1200">
                <a:solidFill>
                  <a:schemeClr val="dk1"/>
                </a:solidFill>
                <a:latin typeface="IBM Plex Sans"/>
                <a:ea typeface="IBM Plex Sans"/>
                <a:cs typeface="IBM Plex Sans"/>
                <a:sym typeface="IBM Plex Sans"/>
              </a:rPr>
              <a:t> and includes icons by</a:t>
            </a:r>
            <a:r>
              <a:rPr lang="en" sz="1200" b="1">
                <a:solidFill>
                  <a:schemeClr val="dk1"/>
                </a:solidFill>
                <a:latin typeface="IBM Plex Sans"/>
                <a:ea typeface="IBM Plex Sans"/>
                <a:cs typeface="IBM Plex Sans"/>
                <a:sym typeface="IBM Plex Sans"/>
              </a:rPr>
              <a:t> </a:t>
            </a:r>
            <a:r>
              <a:rPr lang="en" sz="1200" b="1">
                <a:solidFill>
                  <a:schemeClr val="dk1"/>
                </a:solidFill>
                <a:uFill>
                  <a:noFill/>
                </a:uFill>
                <a:latin typeface="IBM Plex Sans"/>
                <a:ea typeface="IBM Plex Sans"/>
                <a:cs typeface="IBM Plex Sans"/>
                <a:sym typeface="IBM Plex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b="1">
                <a:solidFill>
                  <a:schemeClr val="dk1"/>
                </a:solidFill>
                <a:latin typeface="IBM Plex Sans"/>
                <a:ea typeface="IBM Plex Sans"/>
                <a:cs typeface="IBM Plex Sans"/>
                <a:sym typeface="IBM Plex Sans"/>
              </a:rPr>
              <a:t>,</a:t>
            </a:r>
            <a:r>
              <a:rPr lang="en" sz="1200">
                <a:solidFill>
                  <a:schemeClr val="dk1"/>
                </a:solidFill>
                <a:latin typeface="IBM Plex Sans"/>
                <a:ea typeface="IBM Plex Sans"/>
                <a:cs typeface="IBM Plex Sans"/>
                <a:sym typeface="IBM Plex Sans"/>
              </a:rPr>
              <a:t> and infographics &amp; images by </a:t>
            </a:r>
            <a:r>
              <a:rPr lang="en" sz="1200" b="1">
                <a:solidFill>
                  <a:schemeClr val="dk1"/>
                </a:solidFill>
                <a:uFill>
                  <a:noFill/>
                </a:uFill>
                <a:latin typeface="IBM Plex Sans"/>
                <a:ea typeface="IBM Plex Sans"/>
                <a:cs typeface="IBM Plex Sans"/>
                <a:sym typeface="IBM Plex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b="1">
                <a:solidFill>
                  <a:schemeClr val="dk1"/>
                </a:solidFill>
                <a:latin typeface="IBM Plex Sans"/>
                <a:ea typeface="IBM Plex Sans"/>
                <a:cs typeface="IBM Plex Sans"/>
                <a:sym typeface="IBM Plex Sans"/>
              </a:rPr>
              <a:t> </a:t>
            </a:r>
            <a:endParaRPr sz="1200" b="1">
              <a:solidFill>
                <a:schemeClr val="dk1"/>
              </a:solidFill>
              <a:latin typeface="IBM Plex Sans"/>
              <a:ea typeface="IBM Plex Sans"/>
              <a:cs typeface="IBM Plex Sans"/>
              <a:sym typeface="IBM Plex Sans"/>
            </a:endParaRPr>
          </a:p>
        </p:txBody>
      </p:sp>
      <p:sp>
        <p:nvSpPr>
          <p:cNvPr id="185" name="Google Shape;185;p26"/>
          <p:cNvSpPr/>
          <p:nvPr/>
        </p:nvSpPr>
        <p:spPr>
          <a:xfrm rot="10800000" flipH="1">
            <a:off x="0" y="4319675"/>
            <a:ext cx="9144000" cy="287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rot="10800000" flipH="1">
            <a:off x="0" y="4604475"/>
            <a:ext cx="9144000" cy="5556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87"/>
        <p:cNvGrpSpPr/>
        <p:nvPr/>
      </p:nvGrpSpPr>
      <p:grpSpPr>
        <a:xfrm>
          <a:off x="0" y="0"/>
          <a:ext cx="0" cy="0"/>
          <a:chOff x="0" y="0"/>
          <a:chExt cx="0" cy="0"/>
        </a:xfrm>
      </p:grpSpPr>
      <p:sp>
        <p:nvSpPr>
          <p:cNvPr id="188" name="Google Shape;188;p27"/>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7"/>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0" name="Google Shape;190;p27"/>
          <p:cNvPicPr preferRelativeResize="0"/>
          <p:nvPr/>
        </p:nvPicPr>
        <p:blipFill>
          <a:blip r:embed="rId2">
            <a:alphaModFix/>
          </a:blip>
          <a:stretch>
            <a:fillRect/>
          </a:stretch>
        </p:blipFill>
        <p:spPr>
          <a:xfrm rot="1608429">
            <a:off x="7695265" y="3202928"/>
            <a:ext cx="1144821" cy="1135548"/>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191"/>
        <p:cNvGrpSpPr/>
        <p:nvPr/>
      </p:nvGrpSpPr>
      <p:grpSpPr>
        <a:xfrm>
          <a:off x="0" y="0"/>
          <a:ext cx="0" cy="0"/>
          <a:chOff x="0" y="0"/>
          <a:chExt cx="0" cy="0"/>
        </a:xfrm>
      </p:grpSpPr>
      <p:sp>
        <p:nvSpPr>
          <p:cNvPr id="192" name="Google Shape;192;p28"/>
          <p:cNvSpPr/>
          <p:nvPr/>
        </p:nvSpPr>
        <p:spPr>
          <a:xfrm rot="10800000" flipH="1">
            <a:off x="0" y="4929675"/>
            <a:ext cx="9144000" cy="230400"/>
          </a:xfrm>
          <a:prstGeom prst="rect">
            <a:avLst/>
          </a:prstGeom>
          <a:solidFill>
            <a:srgbClr val="B2D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8"/>
          <p:cNvSpPr/>
          <p:nvPr/>
        </p:nvSpPr>
        <p:spPr>
          <a:xfrm rot="10800000" flipH="1">
            <a:off x="0" y="4811596"/>
            <a:ext cx="9144000" cy="119100"/>
          </a:xfrm>
          <a:prstGeom prst="rect">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4" name="Google Shape;194;p28"/>
          <p:cNvPicPr preferRelativeResize="0"/>
          <p:nvPr/>
        </p:nvPicPr>
        <p:blipFill>
          <a:blip r:embed="rId2">
            <a:alphaModFix/>
          </a:blip>
          <a:stretch>
            <a:fillRect/>
          </a:stretch>
        </p:blipFill>
        <p:spPr>
          <a:xfrm rot="-7349461" flipH="1">
            <a:off x="7796558" y="173183"/>
            <a:ext cx="970183" cy="1019736"/>
          </a:xfrm>
          <a:prstGeom prst="rect">
            <a:avLst/>
          </a:prstGeom>
          <a:noFill/>
          <a:ln>
            <a:noFill/>
          </a:ln>
        </p:spPr>
      </p:pic>
      <p:pic>
        <p:nvPicPr>
          <p:cNvPr id="195" name="Google Shape;195;p28"/>
          <p:cNvPicPr preferRelativeResize="0"/>
          <p:nvPr/>
        </p:nvPicPr>
        <p:blipFill>
          <a:blip r:embed="rId3">
            <a:alphaModFix/>
          </a:blip>
          <a:stretch>
            <a:fillRect/>
          </a:stretch>
        </p:blipFill>
        <p:spPr>
          <a:xfrm>
            <a:off x="146576" y="3747700"/>
            <a:ext cx="1285625" cy="11944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1pPr>
            <a:lvl2pPr lvl="1"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2pPr>
            <a:lvl3pPr lvl="2"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3pPr>
            <a:lvl4pPr lvl="3"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4pPr>
            <a:lvl5pPr lvl="4"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5pPr>
            <a:lvl6pPr lvl="5"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6pPr>
            <a:lvl7pPr lvl="6"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7pPr>
            <a:lvl8pPr lvl="7"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8pPr>
            <a:lvl9pPr lvl="8" rtl="0">
              <a:spcBef>
                <a:spcPts val="0"/>
              </a:spcBef>
              <a:spcAft>
                <a:spcPts val="0"/>
              </a:spcAft>
              <a:buClr>
                <a:schemeClr val="dk1"/>
              </a:buClr>
              <a:buSzPts val="3500"/>
              <a:buFont typeface="Roboto Slab"/>
              <a:buNone/>
              <a:defRPr sz="35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IBM Plex Sans"/>
              <a:buChar char="●"/>
              <a:defRPr>
                <a:solidFill>
                  <a:schemeClr val="dk1"/>
                </a:solidFill>
                <a:latin typeface="IBM Plex Sans"/>
                <a:ea typeface="IBM Plex Sans"/>
                <a:cs typeface="IBM Plex Sans"/>
                <a:sym typeface="IBM Plex Sans"/>
              </a:defRPr>
            </a:lvl1pPr>
            <a:lvl2pPr marL="914400" lvl="1"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2pPr>
            <a:lvl3pPr marL="1371600" lvl="2"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3pPr>
            <a:lvl4pPr marL="1828800" lvl="3"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4pPr>
            <a:lvl5pPr marL="2286000" lvl="4"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5pPr>
            <a:lvl6pPr marL="2743200" lvl="5"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6pPr>
            <a:lvl7pPr marL="3200400" lvl="6"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7pPr>
            <a:lvl8pPr marL="3657600" lvl="7" indent="-317500">
              <a:lnSpc>
                <a:spcPct val="115000"/>
              </a:lnSpc>
              <a:spcBef>
                <a:spcPts val="160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8pPr>
            <a:lvl9pPr marL="4114800" lvl="8" indent="-317500">
              <a:lnSpc>
                <a:spcPct val="115000"/>
              </a:lnSpc>
              <a:spcBef>
                <a:spcPts val="1600"/>
              </a:spcBef>
              <a:spcAft>
                <a:spcPts val="1600"/>
              </a:spcAft>
              <a:buClr>
                <a:schemeClr val="dk1"/>
              </a:buClr>
              <a:buSzPts val="1400"/>
              <a:buFont typeface="IBM Plex Sans"/>
              <a:buChar char="■"/>
              <a:defRPr>
                <a:solidFill>
                  <a:schemeClr val="dk1"/>
                </a:solidFill>
                <a:latin typeface="IBM Plex Sans"/>
                <a:ea typeface="IBM Plex Sans"/>
                <a:cs typeface="IBM Plex Sans"/>
                <a:sym typeface="IBM Plex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 id="2147483659" r:id="rId11"/>
    <p:sldLayoutId id="2147483660" r:id="rId12"/>
    <p:sldLayoutId id="2147483661" r:id="rId13"/>
    <p:sldLayoutId id="2147483662"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30.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hyperlink" Target="https://docs.google.com/spreadsheets/d/1mfDzUg7QcRa43IUVcIOE8lT4hmBIeeJZVcnz0MlXNLU/copy"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docs.google.com/spreadsheets/d/1mfDzUg7QcRa43IUVcIOE8lT4hmBIeeJZVcnz0MlXNLU/copy" TargetMode="External"/><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4.xml"/><Relationship Id="rId5" Type="http://schemas.openxmlformats.org/officeDocument/2006/relationships/image" Target="../media/image1.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2.xml"/><Relationship Id="rId5" Type="http://schemas.openxmlformats.org/officeDocument/2006/relationships/image" Target="../media/image6.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2E6"/>
        </a:solidFill>
        <a:effectLst/>
      </p:bgPr>
    </p:bg>
    <p:spTree>
      <p:nvGrpSpPr>
        <p:cNvPr id="1" name="Shape 205"/>
        <p:cNvGrpSpPr/>
        <p:nvPr/>
      </p:nvGrpSpPr>
      <p:grpSpPr>
        <a:xfrm>
          <a:off x="0" y="0"/>
          <a:ext cx="0" cy="0"/>
          <a:chOff x="0" y="0"/>
          <a:chExt cx="0" cy="0"/>
        </a:xfrm>
      </p:grpSpPr>
      <p:sp>
        <p:nvSpPr>
          <p:cNvPr id="206" name="Google Shape;206;p32"/>
          <p:cNvSpPr txBox="1">
            <a:spLocks noGrp="1"/>
          </p:cNvSpPr>
          <p:nvPr>
            <p:ph type="ctrTitle"/>
          </p:nvPr>
        </p:nvSpPr>
        <p:spPr>
          <a:xfrm>
            <a:off x="713225" y="740375"/>
            <a:ext cx="5958900" cy="21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200"/>
              <a:t>Epidemiology Study on Infectious Diseases </a:t>
            </a:r>
            <a:r>
              <a:rPr lang="en" sz="3900" b="1"/>
              <a:t>Thesis Defense</a:t>
            </a:r>
            <a:endParaRPr sz="3900" b="1"/>
          </a:p>
        </p:txBody>
      </p:sp>
      <p:sp>
        <p:nvSpPr>
          <p:cNvPr id="207" name="Google Shape;207;p32"/>
          <p:cNvSpPr txBox="1">
            <a:spLocks noGrp="1"/>
          </p:cNvSpPr>
          <p:nvPr>
            <p:ph type="subTitle" idx="1"/>
          </p:nvPr>
        </p:nvSpPr>
        <p:spPr>
          <a:xfrm>
            <a:off x="713225" y="2922176"/>
            <a:ext cx="45288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pic>
        <p:nvPicPr>
          <p:cNvPr id="208" name="Google Shape;208;p32"/>
          <p:cNvPicPr preferRelativeResize="0"/>
          <p:nvPr/>
        </p:nvPicPr>
        <p:blipFill rotWithShape="1">
          <a:blip r:embed="rId3">
            <a:alphaModFix/>
          </a:blip>
          <a:srcRect l="-3740" r="-3740"/>
          <a:stretch/>
        </p:blipFill>
        <p:spPr>
          <a:xfrm>
            <a:off x="6463675" y="1568696"/>
            <a:ext cx="2043301" cy="3046024"/>
          </a:xfrm>
          <a:prstGeom prst="rect">
            <a:avLst/>
          </a:prstGeom>
          <a:noFill/>
          <a:ln>
            <a:noFill/>
          </a:ln>
        </p:spPr>
      </p:pic>
      <p:cxnSp>
        <p:nvCxnSpPr>
          <p:cNvPr id="209" name="Google Shape;209;p32"/>
          <p:cNvCxnSpPr/>
          <p:nvPr/>
        </p:nvCxnSpPr>
        <p:spPr>
          <a:xfrm>
            <a:off x="821725" y="2901300"/>
            <a:ext cx="3534900" cy="0"/>
          </a:xfrm>
          <a:prstGeom prst="straightConnector1">
            <a:avLst/>
          </a:prstGeom>
          <a:noFill/>
          <a:ln w="19050" cap="flat" cmpd="sng">
            <a:solidFill>
              <a:schemeClr val="dk1"/>
            </a:solidFill>
            <a:prstDash val="solid"/>
            <a:round/>
            <a:headEnd type="none" w="med" len="med"/>
            <a:tailEnd type="none" w="med" len="med"/>
          </a:ln>
        </p:spPr>
      </p:cxnSp>
      <p:pic>
        <p:nvPicPr>
          <p:cNvPr id="210" name="Google Shape;210;p32"/>
          <p:cNvPicPr preferRelativeResize="0"/>
          <p:nvPr/>
        </p:nvPicPr>
        <p:blipFill>
          <a:blip r:embed="rId4">
            <a:alphaModFix/>
          </a:blip>
          <a:stretch>
            <a:fillRect/>
          </a:stretch>
        </p:blipFill>
        <p:spPr>
          <a:xfrm>
            <a:off x="4858576" y="3418075"/>
            <a:ext cx="1285625" cy="1194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graphicFrame>
        <p:nvGraphicFramePr>
          <p:cNvPr id="216" name="Google Shape;216;p33"/>
          <p:cNvGraphicFramePr/>
          <p:nvPr/>
        </p:nvGraphicFramePr>
        <p:xfrm>
          <a:off x="720000" y="1627851"/>
          <a:ext cx="3000000" cy="3000000"/>
        </p:xfrm>
        <a:graphic>
          <a:graphicData uri="http://schemas.openxmlformats.org/drawingml/2006/table">
            <a:tbl>
              <a:tblPr>
                <a:noFill/>
                <a:tableStyleId>{EC4E458F-F7BC-4540-826E-FA3893E07884}</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200">
                          <a:solidFill>
                            <a:schemeClr val="hlink"/>
                          </a:solidFill>
                          <a:uFill>
                            <a:noFill/>
                          </a:uFill>
                          <a:latin typeface="Roboto Slab"/>
                          <a:ea typeface="Roboto Slab"/>
                          <a:cs typeface="Roboto Slab"/>
                          <a:sym typeface="Roboto Slab"/>
                          <a:hlinkClick r:id="" action="ppaction://noaction"/>
                        </a:rPr>
                        <a:t>Fonts</a:t>
                      </a:r>
                      <a:endParaRPr sz="1200">
                        <a:solidFill>
                          <a:schemeClr val="dk1"/>
                        </a:solidFill>
                        <a:latin typeface="Roboto Slab"/>
                        <a:ea typeface="Roboto Slab"/>
                        <a:cs typeface="Roboto Slab"/>
                        <a:sym typeface="Roboto Slab"/>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IBM Plex Sans"/>
                          <a:ea typeface="IBM Plex Sans"/>
                          <a:cs typeface="IBM Plex Sans"/>
                          <a:sym typeface="IBM Plex Sans"/>
                        </a:rPr>
                        <a:t>To view this template correctly in PowerPoint, download and install the fonts we used</a:t>
                      </a:r>
                      <a:endParaRPr sz="1000">
                        <a:solidFill>
                          <a:schemeClr val="dk1"/>
                        </a:solidFill>
                        <a:latin typeface="IBM Plex Sans"/>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200">
                          <a:solidFill>
                            <a:schemeClr val="hlink"/>
                          </a:solidFill>
                          <a:uFill>
                            <a:noFill/>
                          </a:uFill>
                          <a:latin typeface="Roboto Slab"/>
                          <a:ea typeface="Roboto Slab"/>
                          <a:cs typeface="Roboto Slab"/>
                          <a:sym typeface="Roboto Slab"/>
                          <a:hlinkClick r:id="" action="ppaction://noaction"/>
                        </a:rPr>
                        <a:t>Used</a:t>
                      </a:r>
                      <a:r>
                        <a:rPr lang="en" sz="1200">
                          <a:solidFill>
                            <a:schemeClr val="dk1"/>
                          </a:solidFill>
                          <a:latin typeface="Roboto Slab"/>
                          <a:ea typeface="Roboto Slab"/>
                          <a:cs typeface="Roboto Slab"/>
                          <a:sym typeface="Roboto Slab"/>
                        </a:rPr>
                        <a:t> and </a:t>
                      </a:r>
                      <a:r>
                        <a:rPr lang="en" sz="1200">
                          <a:solidFill>
                            <a:schemeClr val="hlink"/>
                          </a:solidFill>
                          <a:uFill>
                            <a:noFill/>
                          </a:uFill>
                          <a:latin typeface="Roboto Slab"/>
                          <a:ea typeface="Roboto Slab"/>
                          <a:cs typeface="Roboto Slab"/>
                          <a:sym typeface="Roboto Slab"/>
                          <a:hlinkClick r:id="" action="ppaction://noaction"/>
                        </a:rPr>
                        <a:t>alternative</a:t>
                      </a:r>
                      <a:r>
                        <a:rPr lang="en" sz="1200">
                          <a:solidFill>
                            <a:schemeClr val="hlink"/>
                          </a:solidFill>
                          <a:uFill>
                            <a:noFill/>
                          </a:uFill>
                          <a:latin typeface="Roboto Slab"/>
                          <a:ea typeface="Roboto Slab"/>
                          <a:cs typeface="Roboto Slab"/>
                          <a:sym typeface="Roboto Slab"/>
                          <a:hlinkClick r:id="" action="ppaction://noaction"/>
                        </a:rPr>
                        <a:t> resources</a:t>
                      </a:r>
                      <a:endParaRPr sz="1200">
                        <a:solidFill>
                          <a:schemeClr val="dk1"/>
                        </a:solidFill>
                        <a:latin typeface="Roboto Slab"/>
                        <a:ea typeface="Roboto Slab"/>
                        <a:cs typeface="Roboto Slab"/>
                        <a:sym typeface="Roboto Slab"/>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IBM Plex Sans"/>
                          <a:ea typeface="IBM Plex Sans"/>
                          <a:cs typeface="IBM Plex Sans"/>
                          <a:sym typeface="IBM Plex Sans"/>
                        </a:rPr>
                        <a:t>An assortment of graphic resources that are suitable for use in this presentation</a:t>
                      </a:r>
                      <a:endParaRPr sz="1000">
                        <a:solidFill>
                          <a:schemeClr val="dk1"/>
                        </a:solidFill>
                        <a:latin typeface="IBM Plex Sans"/>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200">
                          <a:solidFill>
                            <a:schemeClr val="hlink"/>
                          </a:solidFill>
                          <a:uFill>
                            <a:noFill/>
                          </a:uFill>
                          <a:latin typeface="Roboto Slab"/>
                          <a:ea typeface="Roboto Slab"/>
                          <a:cs typeface="Roboto Slab"/>
                          <a:sym typeface="Roboto Slab"/>
                          <a:hlinkClick r:id="rId3" action="ppaction://hlinksldjump"/>
                        </a:rPr>
                        <a:t>Thanks slide</a:t>
                      </a:r>
                      <a:endParaRPr sz="1200">
                        <a:solidFill>
                          <a:schemeClr val="dk1"/>
                        </a:solidFill>
                        <a:latin typeface="Roboto Slab"/>
                        <a:ea typeface="Roboto Slab"/>
                        <a:cs typeface="Roboto Slab"/>
                        <a:sym typeface="Roboto Slab"/>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 sz="1000">
                          <a:solidFill>
                            <a:schemeClr val="dk1"/>
                          </a:solidFill>
                          <a:latin typeface="IBM Plex Sans"/>
                          <a:ea typeface="IBM Plex Sans"/>
                          <a:cs typeface="IBM Plex Sans"/>
                          <a:sym typeface="IBM Plex Sans"/>
                        </a:rPr>
                        <a:t>You must keep it so that proper credits for our design are given</a:t>
                      </a:r>
                      <a:endParaRPr sz="1000">
                        <a:solidFill>
                          <a:schemeClr val="dk1"/>
                        </a:solidFill>
                        <a:latin typeface="IBM Plex Sans"/>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200">
                          <a:solidFill>
                            <a:schemeClr val="hlink"/>
                          </a:solidFill>
                          <a:uFill>
                            <a:noFill/>
                          </a:uFill>
                          <a:latin typeface="Roboto Slab"/>
                          <a:ea typeface="Roboto Slab"/>
                          <a:cs typeface="Roboto Slab"/>
                          <a:sym typeface="Roboto Slab"/>
                          <a:hlinkClick r:id="" action="ppaction://noaction"/>
                        </a:rPr>
                        <a:t>Colors</a:t>
                      </a:r>
                      <a:endParaRPr sz="1200">
                        <a:solidFill>
                          <a:schemeClr val="dk1"/>
                        </a:solidFill>
                        <a:latin typeface="Roboto Slab"/>
                        <a:ea typeface="Roboto Slab"/>
                        <a:cs typeface="Roboto Slab"/>
                        <a:sym typeface="Roboto Slab"/>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IBM Plex Sans"/>
                          <a:ea typeface="IBM Plex Sans"/>
                          <a:cs typeface="IBM Plex Sans"/>
                          <a:sym typeface="IBM Plex Sans"/>
                        </a:rPr>
                        <a:t>All the colors used in this presentation</a:t>
                      </a:r>
                      <a:endParaRPr sz="1000">
                        <a:solidFill>
                          <a:schemeClr val="dk1"/>
                        </a:solidFill>
                        <a:latin typeface="IBM Plex Sans"/>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200">
                          <a:solidFill>
                            <a:schemeClr val="hlink"/>
                          </a:solidFill>
                          <a:uFill>
                            <a:noFill/>
                          </a:uFill>
                          <a:latin typeface="Roboto Slab"/>
                          <a:ea typeface="Roboto Slab"/>
                          <a:cs typeface="Roboto Slab"/>
                          <a:sym typeface="Roboto Slab"/>
                          <a:hlinkClick r:id="" action="ppaction://noaction"/>
                        </a:rPr>
                        <a:t>Icons</a:t>
                      </a:r>
                      <a:r>
                        <a:rPr lang="en" sz="1200">
                          <a:solidFill>
                            <a:schemeClr val="dk1"/>
                          </a:solidFill>
                          <a:latin typeface="Roboto Slab"/>
                          <a:ea typeface="Roboto Slab"/>
                          <a:cs typeface="Roboto Slab"/>
                          <a:sym typeface="Roboto Slab"/>
                        </a:rPr>
                        <a:t> and </a:t>
                      </a:r>
                      <a:r>
                        <a:rPr lang="en" sz="1200">
                          <a:solidFill>
                            <a:schemeClr val="hlink"/>
                          </a:solidFill>
                          <a:uFill>
                            <a:noFill/>
                          </a:uFill>
                          <a:latin typeface="Roboto Slab"/>
                          <a:ea typeface="Roboto Slab"/>
                          <a:cs typeface="Roboto Slab"/>
                          <a:sym typeface="Roboto Slab"/>
                          <a:hlinkClick r:id="" action="ppaction://noaction"/>
                        </a:rPr>
                        <a:t>infographic resources</a:t>
                      </a:r>
                      <a:endParaRPr sz="1200">
                        <a:solidFill>
                          <a:schemeClr val="dk1"/>
                        </a:solidFill>
                        <a:latin typeface="Roboto Slab"/>
                        <a:ea typeface="Roboto Slab"/>
                        <a:cs typeface="Roboto Slab"/>
                        <a:sym typeface="Roboto Slab"/>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sz="1000">
                          <a:solidFill>
                            <a:schemeClr val="dk1"/>
                          </a:solidFill>
                          <a:latin typeface="IBM Plex Sans"/>
                          <a:ea typeface="IBM Plex Sans"/>
                          <a:cs typeface="IBM Plex Sans"/>
                          <a:sym typeface="IBM Plex Sans"/>
                        </a:rPr>
                        <a:t>These can be used in the template, and their size and color can be edited</a:t>
                      </a:r>
                      <a:endParaRPr sz="1000">
                        <a:solidFill>
                          <a:schemeClr val="dk1"/>
                        </a:solidFill>
                        <a:latin typeface="IBM Plex Sans"/>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200">
                          <a:solidFill>
                            <a:schemeClr val="dk1"/>
                          </a:solidFill>
                          <a:latin typeface="Roboto Slab"/>
                          <a:ea typeface="Roboto Slab"/>
                          <a:cs typeface="Roboto Slab"/>
                          <a:sym typeface="Roboto Slab"/>
                        </a:rPr>
                        <a:t>Editable presentation theme </a:t>
                      </a:r>
                      <a:endParaRPr sz="1200">
                        <a:solidFill>
                          <a:schemeClr val="dk1"/>
                        </a:solidFill>
                        <a:latin typeface="Roboto Slab"/>
                        <a:ea typeface="Roboto Slab"/>
                        <a:cs typeface="Roboto Slab"/>
                        <a:sym typeface="Roboto Slab"/>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IBM Plex Sans"/>
                          <a:ea typeface="IBM Plex Sans"/>
                          <a:cs typeface="IBM Plex Sans"/>
                          <a:sym typeface="IBM Plex Sans"/>
                        </a:rPr>
                        <a:t>You can edit the master slides easily. For more info, click </a:t>
                      </a:r>
                      <a:r>
                        <a:rPr lang="en" sz="1100" b="1" u="sng">
                          <a:solidFill>
                            <a:schemeClr val="dk1"/>
                          </a:solidFill>
                          <a:latin typeface="IBM Plex Sans"/>
                          <a:ea typeface="IBM Plex Sans"/>
                          <a:cs typeface="IBM Plex Sans"/>
                          <a:sym typeface="IBM Plex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IBM Plex Sans"/>
                        <a:ea typeface="IBM Plex Sans"/>
                        <a:cs typeface="IBM Plex Sans"/>
                        <a:sym typeface="IBM Plex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17" name="Google Shape;217;p33"/>
          <p:cNvSpPr txBox="1"/>
          <p:nvPr/>
        </p:nvSpPr>
        <p:spPr>
          <a:xfrm>
            <a:off x="720000" y="1152625"/>
            <a:ext cx="7704000" cy="3699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r>
              <a:rPr lang="en">
                <a:solidFill>
                  <a:schemeClr val="dk1"/>
                </a:solidFill>
                <a:latin typeface="IBM Plex Sans"/>
                <a:ea typeface="IBM Plex Sans"/>
                <a:cs typeface="IBM Plex Sans"/>
                <a:sym typeface="IBM Plex Sans"/>
              </a:rPr>
              <a:t>You can delete this slide when you’re done editing the presentation</a:t>
            </a:r>
            <a:endParaRPr b="1">
              <a:solidFill>
                <a:schemeClr val="dk1"/>
              </a:solidFill>
              <a:latin typeface="IBM Plex Sans"/>
              <a:ea typeface="IBM Plex Sans"/>
              <a:cs typeface="IBM Plex Sans"/>
              <a:sym typeface="IBM Plex Sans"/>
            </a:endParaRPr>
          </a:p>
        </p:txBody>
      </p:sp>
      <p:sp>
        <p:nvSpPr>
          <p:cNvPr id="218" name="Google Shape;218;p33"/>
          <p:cNvSpPr txBox="1"/>
          <p:nvPr/>
        </p:nvSpPr>
        <p:spPr>
          <a:xfrm>
            <a:off x="770204" y="3968249"/>
            <a:ext cx="35163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For more info:</a:t>
            </a:r>
            <a:r>
              <a:rPr lang="en" sz="800" b="1">
                <a:solidFill>
                  <a:schemeClr val="dk1"/>
                </a:solidFill>
                <a:latin typeface="Anaheim"/>
                <a:ea typeface="Anaheim"/>
                <a:cs typeface="Anaheim"/>
                <a:sym typeface="Anaheim"/>
              </a:rPr>
              <a:t/>
            </a:r>
            <a:br>
              <a:rPr lang="en" sz="800" b="1">
                <a:solidFill>
                  <a:schemeClr val="dk1"/>
                </a:solidFill>
                <a:latin typeface="Anaheim"/>
                <a:ea typeface="Anaheim"/>
                <a:cs typeface="Anaheim"/>
                <a:sym typeface="Anaheim"/>
              </a:rPr>
            </a:br>
            <a:r>
              <a:rPr lang="en" sz="1000">
                <a:solidFill>
                  <a:schemeClr val="dk1"/>
                </a:solidFill>
                <a:uFill>
                  <a:noFill/>
                </a:uFill>
                <a:latin typeface="Roboto Slab"/>
                <a:ea typeface="Roboto Slab"/>
                <a:cs typeface="Roboto Slab"/>
                <a:sym typeface="Roboto Slab"/>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000">
                <a:solidFill>
                  <a:schemeClr val="dk1"/>
                </a:solidFill>
                <a:latin typeface="Roboto Slab"/>
                <a:ea typeface="Roboto Slab"/>
                <a:cs typeface="Roboto Slab"/>
                <a:sym typeface="Roboto Slab"/>
              </a:rPr>
              <a:t>| </a:t>
            </a:r>
            <a:r>
              <a:rPr lang="en" sz="1000">
                <a:solidFill>
                  <a:schemeClr val="dk1"/>
                </a:solidFill>
                <a:uFill>
                  <a:noFill/>
                </a:uFill>
                <a:latin typeface="Roboto Slab"/>
                <a:ea typeface="Roboto Slab"/>
                <a:cs typeface="Roboto Slab"/>
                <a:sym typeface="Roboto Slab"/>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a:solidFill>
                  <a:schemeClr val="dk1"/>
                </a:solidFill>
                <a:latin typeface="Roboto Slab"/>
                <a:ea typeface="Roboto Slab"/>
                <a:cs typeface="Roboto Slab"/>
                <a:sym typeface="Roboto Slab"/>
              </a:rPr>
              <a:t> | </a:t>
            </a:r>
            <a:r>
              <a:rPr lang="en" sz="1000">
                <a:solidFill>
                  <a:schemeClr val="dk1"/>
                </a:solidFill>
                <a:uFill>
                  <a:noFill/>
                </a:uFill>
                <a:latin typeface="Roboto Slab"/>
                <a:ea typeface="Roboto Slab"/>
                <a:cs typeface="Roboto Slab"/>
                <a:sym typeface="Roboto Slab"/>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000">
                <a:solidFill>
                  <a:schemeClr val="dk1"/>
                </a:solidFill>
                <a:latin typeface="Roboto Slab"/>
                <a:ea typeface="Roboto Slab"/>
                <a:cs typeface="Roboto Slab"/>
                <a:sym typeface="Roboto Slab"/>
              </a:rPr>
              <a:t>s</a:t>
            </a:r>
            <a:endParaRPr sz="1000">
              <a:solidFill>
                <a:schemeClr val="dk1"/>
              </a:solidFill>
              <a:latin typeface="Roboto Slab"/>
              <a:ea typeface="Roboto Slab"/>
              <a:cs typeface="Roboto Slab"/>
              <a:sym typeface="Roboto Slab"/>
            </a:endParaRPr>
          </a:p>
        </p:txBody>
      </p:sp>
      <p:sp>
        <p:nvSpPr>
          <p:cNvPr id="219" name="Google Shape;219;p33"/>
          <p:cNvSpPr txBox="1"/>
          <p:nvPr/>
        </p:nvSpPr>
        <p:spPr>
          <a:xfrm>
            <a:off x="4857496" y="3968249"/>
            <a:ext cx="35163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You can visit our sister projects:</a:t>
            </a:r>
            <a:br>
              <a:rPr lang="en" sz="800">
                <a:solidFill>
                  <a:schemeClr val="dk1"/>
                </a:solidFill>
                <a:latin typeface="IBM Plex Sans"/>
                <a:ea typeface="IBM Plex Sans"/>
                <a:cs typeface="IBM Plex Sans"/>
                <a:sym typeface="IBM Plex Sans"/>
              </a:rPr>
            </a:br>
            <a:r>
              <a:rPr lang="en" sz="1000">
                <a:solidFill>
                  <a:schemeClr val="dk1"/>
                </a:solidFill>
                <a:uFill>
                  <a:noFill/>
                </a:uFill>
                <a:latin typeface="Roboto Slab"/>
                <a:ea typeface="Roboto Slab"/>
                <a:cs typeface="Roboto Slab"/>
                <a:sym typeface="Roboto Slab"/>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a:solidFill>
                  <a:schemeClr val="dk1"/>
                </a:solidFill>
                <a:latin typeface="Roboto Slab"/>
                <a:ea typeface="Roboto Slab"/>
                <a:cs typeface="Roboto Slab"/>
                <a:sym typeface="Roboto Slab"/>
              </a:rPr>
              <a:t> | </a:t>
            </a:r>
            <a:r>
              <a:rPr lang="en" sz="1000">
                <a:solidFill>
                  <a:schemeClr val="dk1"/>
                </a:solidFill>
                <a:uFill>
                  <a:noFill/>
                </a:uFill>
                <a:latin typeface="Roboto Slab"/>
                <a:ea typeface="Roboto Slab"/>
                <a:cs typeface="Roboto Slab"/>
                <a:sym typeface="Roboto Slab"/>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a:solidFill>
                  <a:schemeClr val="dk1"/>
                </a:solidFill>
                <a:latin typeface="Roboto Slab"/>
                <a:ea typeface="Roboto Slab"/>
                <a:cs typeface="Roboto Slab"/>
                <a:sym typeface="Roboto Slab"/>
              </a:rPr>
              <a:t> | </a:t>
            </a:r>
            <a:r>
              <a:rPr lang="en" sz="1000">
                <a:solidFill>
                  <a:schemeClr val="dk1"/>
                </a:solidFill>
                <a:uFill>
                  <a:noFill/>
                </a:uFill>
                <a:latin typeface="Roboto Slab"/>
                <a:ea typeface="Roboto Slab"/>
                <a:cs typeface="Roboto Slab"/>
                <a:sym typeface="Roboto Slab"/>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a:solidFill>
                  <a:schemeClr val="dk1"/>
                </a:solidFill>
                <a:latin typeface="Roboto Slab"/>
                <a:ea typeface="Roboto Slab"/>
                <a:cs typeface="Roboto Slab"/>
                <a:sym typeface="Roboto Slab"/>
              </a:rPr>
              <a:t> | </a:t>
            </a:r>
            <a:r>
              <a:rPr lang="en" sz="1000">
                <a:solidFill>
                  <a:schemeClr val="dk1"/>
                </a:solidFill>
                <a:uFill>
                  <a:noFill/>
                </a:uFill>
                <a:latin typeface="Roboto Slab"/>
                <a:ea typeface="Roboto Slab"/>
                <a:cs typeface="Roboto Slab"/>
                <a:sym typeface="Roboto Slab"/>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000">
                <a:solidFill>
                  <a:schemeClr val="dk1"/>
                </a:solidFill>
                <a:latin typeface="Roboto Slab"/>
                <a:ea typeface="Roboto Slab"/>
                <a:cs typeface="Roboto Slab"/>
                <a:sym typeface="Roboto Slab"/>
              </a:rPr>
              <a:t>| </a:t>
            </a:r>
            <a:r>
              <a:rPr lang="en" sz="1000">
                <a:solidFill>
                  <a:schemeClr val="dk1"/>
                </a:solidFill>
                <a:uFill>
                  <a:noFill/>
                </a:uFill>
                <a:latin typeface="Roboto Slab"/>
                <a:ea typeface="Roboto Slab"/>
                <a:cs typeface="Roboto Slab"/>
                <a:sym typeface="Roboto Slab"/>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a:solidFill>
                <a:schemeClr val="dk1"/>
              </a:solidFill>
              <a:latin typeface="Roboto Slab"/>
              <a:ea typeface="Roboto Slab"/>
              <a:cs typeface="Roboto Slab"/>
              <a:sym typeface="Roboto Slab"/>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2E6"/>
        </a:solidFill>
        <a:effectLst/>
      </p:bgPr>
    </p:bg>
    <p:spTree>
      <p:nvGrpSpPr>
        <p:cNvPr id="1" name="Shape 223"/>
        <p:cNvGrpSpPr/>
        <p:nvPr/>
      </p:nvGrpSpPr>
      <p:grpSpPr>
        <a:xfrm>
          <a:off x="0" y="0"/>
          <a:ext cx="0" cy="0"/>
          <a:chOff x="0" y="0"/>
          <a:chExt cx="0" cy="0"/>
        </a:xfrm>
      </p:grpSpPr>
      <p:sp>
        <p:nvSpPr>
          <p:cNvPr id="224" name="Google Shape;224;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225" name="Google Shape;225;p34"/>
          <p:cNvSpPr txBox="1">
            <a:spLocks noGrp="1"/>
          </p:cNvSpPr>
          <p:nvPr>
            <p:ph type="subTitle" idx="1"/>
          </p:nvPr>
        </p:nvSpPr>
        <p:spPr>
          <a:xfrm>
            <a:off x="1622449" y="180111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26" name="Google Shape;226;p34"/>
          <p:cNvSpPr txBox="1">
            <a:spLocks noGrp="1"/>
          </p:cNvSpPr>
          <p:nvPr>
            <p:ph type="title" idx="2"/>
          </p:nvPr>
        </p:nvSpPr>
        <p:spPr>
          <a:xfrm>
            <a:off x="713225" y="142012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27" name="Google Shape;227;p34"/>
          <p:cNvSpPr txBox="1">
            <a:spLocks noGrp="1"/>
          </p:cNvSpPr>
          <p:nvPr>
            <p:ph type="subTitle" idx="3"/>
          </p:nvPr>
        </p:nvSpPr>
        <p:spPr>
          <a:xfrm>
            <a:off x="1622450" y="142011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Statement</a:t>
            </a:r>
            <a:endParaRPr/>
          </a:p>
        </p:txBody>
      </p:sp>
      <p:sp>
        <p:nvSpPr>
          <p:cNvPr id="228" name="Google Shape;228;p34"/>
          <p:cNvSpPr txBox="1">
            <a:spLocks noGrp="1"/>
          </p:cNvSpPr>
          <p:nvPr>
            <p:ph type="subTitle" idx="4"/>
          </p:nvPr>
        </p:nvSpPr>
        <p:spPr>
          <a:xfrm>
            <a:off x="1622449" y="282926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29" name="Google Shape;229;p34"/>
          <p:cNvSpPr txBox="1">
            <a:spLocks noGrp="1"/>
          </p:cNvSpPr>
          <p:nvPr>
            <p:ph type="title" idx="5"/>
          </p:nvPr>
        </p:nvSpPr>
        <p:spPr>
          <a:xfrm>
            <a:off x="713225" y="244827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30" name="Google Shape;230;p34"/>
          <p:cNvSpPr txBox="1">
            <a:spLocks noGrp="1"/>
          </p:cNvSpPr>
          <p:nvPr>
            <p:ph type="subTitle" idx="6"/>
          </p:nvPr>
        </p:nvSpPr>
        <p:spPr>
          <a:xfrm>
            <a:off x="1622450" y="244826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a:t>
            </a:r>
            <a:endParaRPr/>
          </a:p>
        </p:txBody>
      </p:sp>
      <p:sp>
        <p:nvSpPr>
          <p:cNvPr id="231" name="Google Shape;231;p34"/>
          <p:cNvSpPr txBox="1">
            <a:spLocks noGrp="1"/>
          </p:cNvSpPr>
          <p:nvPr>
            <p:ph type="subTitle" idx="7"/>
          </p:nvPr>
        </p:nvSpPr>
        <p:spPr>
          <a:xfrm>
            <a:off x="1622449" y="385741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32" name="Google Shape;232;p34"/>
          <p:cNvSpPr txBox="1">
            <a:spLocks noGrp="1"/>
          </p:cNvSpPr>
          <p:nvPr>
            <p:ph type="title" idx="8"/>
          </p:nvPr>
        </p:nvSpPr>
        <p:spPr>
          <a:xfrm>
            <a:off x="713225" y="347642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33" name="Google Shape;233;p34"/>
          <p:cNvSpPr txBox="1">
            <a:spLocks noGrp="1"/>
          </p:cNvSpPr>
          <p:nvPr>
            <p:ph type="subTitle" idx="9"/>
          </p:nvPr>
        </p:nvSpPr>
        <p:spPr>
          <a:xfrm>
            <a:off x="1622450" y="347641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Objectives</a:t>
            </a:r>
            <a:endParaRPr/>
          </a:p>
        </p:txBody>
      </p:sp>
      <p:sp>
        <p:nvSpPr>
          <p:cNvPr id="234" name="Google Shape;234;p34"/>
          <p:cNvSpPr txBox="1">
            <a:spLocks noGrp="1"/>
          </p:cNvSpPr>
          <p:nvPr>
            <p:ph type="subTitle" idx="13"/>
          </p:nvPr>
        </p:nvSpPr>
        <p:spPr>
          <a:xfrm>
            <a:off x="5373024" y="180111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35" name="Google Shape;235;p34"/>
          <p:cNvSpPr txBox="1">
            <a:spLocks noGrp="1"/>
          </p:cNvSpPr>
          <p:nvPr>
            <p:ph type="title" idx="14"/>
          </p:nvPr>
        </p:nvSpPr>
        <p:spPr>
          <a:xfrm>
            <a:off x="4463800" y="142012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36" name="Google Shape;236;p34"/>
          <p:cNvSpPr txBox="1">
            <a:spLocks noGrp="1"/>
          </p:cNvSpPr>
          <p:nvPr>
            <p:ph type="subTitle" idx="15"/>
          </p:nvPr>
        </p:nvSpPr>
        <p:spPr>
          <a:xfrm>
            <a:off x="5373025" y="142011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Methodology</a:t>
            </a:r>
            <a:endParaRPr/>
          </a:p>
        </p:txBody>
      </p:sp>
      <p:sp>
        <p:nvSpPr>
          <p:cNvPr id="237" name="Google Shape;237;p34"/>
          <p:cNvSpPr txBox="1">
            <a:spLocks noGrp="1"/>
          </p:cNvSpPr>
          <p:nvPr>
            <p:ph type="subTitle" idx="16"/>
          </p:nvPr>
        </p:nvSpPr>
        <p:spPr>
          <a:xfrm>
            <a:off x="5373024" y="282926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38" name="Google Shape;238;p34"/>
          <p:cNvSpPr txBox="1">
            <a:spLocks noGrp="1"/>
          </p:cNvSpPr>
          <p:nvPr>
            <p:ph type="title" idx="17"/>
          </p:nvPr>
        </p:nvSpPr>
        <p:spPr>
          <a:xfrm>
            <a:off x="4463800" y="244827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39" name="Google Shape;239;p34"/>
          <p:cNvSpPr txBox="1">
            <a:spLocks noGrp="1"/>
          </p:cNvSpPr>
          <p:nvPr>
            <p:ph type="subTitle" idx="18"/>
          </p:nvPr>
        </p:nvSpPr>
        <p:spPr>
          <a:xfrm>
            <a:off x="5373025" y="244826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Analysis</a:t>
            </a:r>
            <a:endParaRPr/>
          </a:p>
        </p:txBody>
      </p:sp>
      <p:sp>
        <p:nvSpPr>
          <p:cNvPr id="240" name="Google Shape;240;p34"/>
          <p:cNvSpPr txBox="1">
            <a:spLocks noGrp="1"/>
          </p:cNvSpPr>
          <p:nvPr>
            <p:ph type="subTitle" idx="19"/>
          </p:nvPr>
        </p:nvSpPr>
        <p:spPr>
          <a:xfrm>
            <a:off x="5373024" y="3857413"/>
            <a:ext cx="2305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241" name="Google Shape;241;p34"/>
          <p:cNvSpPr txBox="1">
            <a:spLocks noGrp="1"/>
          </p:cNvSpPr>
          <p:nvPr>
            <p:ph type="title" idx="20"/>
          </p:nvPr>
        </p:nvSpPr>
        <p:spPr>
          <a:xfrm>
            <a:off x="4463800" y="3476425"/>
            <a:ext cx="901200" cy="6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242" name="Google Shape;242;p34"/>
          <p:cNvSpPr txBox="1">
            <a:spLocks noGrp="1"/>
          </p:cNvSpPr>
          <p:nvPr>
            <p:ph type="subTitle" idx="21"/>
          </p:nvPr>
        </p:nvSpPr>
        <p:spPr>
          <a:xfrm>
            <a:off x="5373025" y="3476413"/>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Conclusions</a:t>
            </a:r>
            <a:endParaRPr/>
          </a:p>
        </p:txBody>
      </p:sp>
      <p:pic>
        <p:nvPicPr>
          <p:cNvPr id="243" name="Google Shape;243;p34"/>
          <p:cNvPicPr preferRelativeResize="0"/>
          <p:nvPr/>
        </p:nvPicPr>
        <p:blipFill>
          <a:blip r:embed="rId3">
            <a:alphaModFix/>
          </a:blip>
          <a:stretch>
            <a:fillRect/>
          </a:stretch>
        </p:blipFill>
        <p:spPr>
          <a:xfrm rot="-5861128">
            <a:off x="7770065" y="298027"/>
            <a:ext cx="1144821" cy="1135548"/>
          </a:xfrm>
          <a:prstGeom prst="rect">
            <a:avLst/>
          </a:prstGeom>
          <a:noFill/>
          <a:ln>
            <a:noFill/>
          </a:ln>
        </p:spPr>
      </p:pic>
      <p:cxnSp>
        <p:nvCxnSpPr>
          <p:cNvPr id="244" name="Google Shape;244;p34"/>
          <p:cNvCxnSpPr/>
          <p:nvPr/>
        </p:nvCxnSpPr>
        <p:spPr>
          <a:xfrm>
            <a:off x="851375" y="2189862"/>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245" name="Google Shape;245;p34"/>
          <p:cNvCxnSpPr/>
          <p:nvPr/>
        </p:nvCxnSpPr>
        <p:spPr>
          <a:xfrm>
            <a:off x="851375" y="3219593"/>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246" name="Google Shape;246;p34"/>
          <p:cNvCxnSpPr/>
          <p:nvPr/>
        </p:nvCxnSpPr>
        <p:spPr>
          <a:xfrm>
            <a:off x="851375" y="4249325"/>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247" name="Google Shape;247;p34"/>
          <p:cNvCxnSpPr/>
          <p:nvPr/>
        </p:nvCxnSpPr>
        <p:spPr>
          <a:xfrm>
            <a:off x="4601950" y="2189862"/>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248" name="Google Shape;248;p34"/>
          <p:cNvCxnSpPr/>
          <p:nvPr/>
        </p:nvCxnSpPr>
        <p:spPr>
          <a:xfrm>
            <a:off x="4601950" y="4249325"/>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249" name="Google Shape;249;p34"/>
          <p:cNvCxnSpPr/>
          <p:nvPr/>
        </p:nvCxnSpPr>
        <p:spPr>
          <a:xfrm>
            <a:off x="4601950" y="3219593"/>
            <a:ext cx="6249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5"/>
          <p:cNvSpPr txBox="1">
            <a:spLocks noGrp="1"/>
          </p:cNvSpPr>
          <p:nvPr>
            <p:ph type="title"/>
          </p:nvPr>
        </p:nvSpPr>
        <p:spPr>
          <a:xfrm>
            <a:off x="4246350" y="2147650"/>
            <a:ext cx="4184400" cy="841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Statement</a:t>
            </a:r>
            <a:endParaRPr/>
          </a:p>
        </p:txBody>
      </p:sp>
      <p:sp>
        <p:nvSpPr>
          <p:cNvPr id="255" name="Google Shape;255;p35"/>
          <p:cNvSpPr txBox="1">
            <a:spLocks noGrp="1"/>
          </p:cNvSpPr>
          <p:nvPr>
            <p:ph type="subTitle" idx="1"/>
          </p:nvPr>
        </p:nvSpPr>
        <p:spPr>
          <a:xfrm>
            <a:off x="5404025" y="3079825"/>
            <a:ext cx="3026700" cy="7134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
              <a:t>You can describe the topic of the section here</a:t>
            </a:r>
            <a:endParaRPr/>
          </a:p>
        </p:txBody>
      </p:sp>
      <p:sp>
        <p:nvSpPr>
          <p:cNvPr id="256" name="Google Shape;256;p35"/>
          <p:cNvSpPr txBox="1">
            <a:spLocks noGrp="1"/>
          </p:cNvSpPr>
          <p:nvPr>
            <p:ph type="title" idx="2"/>
          </p:nvPr>
        </p:nvSpPr>
        <p:spPr>
          <a:xfrm>
            <a:off x="6994975" y="1025775"/>
            <a:ext cx="1435800" cy="1276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01</a:t>
            </a:r>
            <a:endParaRPr/>
          </a:p>
        </p:txBody>
      </p:sp>
      <p:pic>
        <p:nvPicPr>
          <p:cNvPr id="257" name="Google Shape;257;p35"/>
          <p:cNvPicPr preferRelativeResize="0"/>
          <p:nvPr/>
        </p:nvPicPr>
        <p:blipFill>
          <a:blip r:embed="rId3">
            <a:alphaModFix/>
          </a:blip>
          <a:stretch>
            <a:fillRect/>
          </a:stretch>
        </p:blipFill>
        <p:spPr>
          <a:xfrm flipH="1">
            <a:off x="575750" y="1250075"/>
            <a:ext cx="2889075" cy="3358500"/>
          </a:xfrm>
          <a:prstGeom prst="rect">
            <a:avLst/>
          </a:prstGeom>
          <a:noFill/>
          <a:ln>
            <a:noFill/>
          </a:ln>
        </p:spPr>
      </p:pic>
      <p:pic>
        <p:nvPicPr>
          <p:cNvPr id="258" name="Google Shape;258;p35"/>
          <p:cNvPicPr preferRelativeResize="0"/>
          <p:nvPr/>
        </p:nvPicPr>
        <p:blipFill>
          <a:blip r:embed="rId4">
            <a:alphaModFix/>
          </a:blip>
          <a:stretch>
            <a:fillRect/>
          </a:stretch>
        </p:blipFill>
        <p:spPr>
          <a:xfrm>
            <a:off x="3624875" y="767450"/>
            <a:ext cx="1098550" cy="1276500"/>
          </a:xfrm>
          <a:prstGeom prst="rect">
            <a:avLst/>
          </a:prstGeom>
          <a:noFill/>
          <a:ln>
            <a:noFill/>
          </a:ln>
        </p:spPr>
      </p:pic>
      <p:cxnSp>
        <p:nvCxnSpPr>
          <p:cNvPr id="259" name="Google Shape;259;p35"/>
          <p:cNvCxnSpPr/>
          <p:nvPr/>
        </p:nvCxnSpPr>
        <p:spPr>
          <a:xfrm>
            <a:off x="7209700" y="2169700"/>
            <a:ext cx="1198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txBox="1">
            <a:spLocks noGrp="1"/>
          </p:cNvSpPr>
          <p:nvPr>
            <p:ph type="title"/>
          </p:nvPr>
        </p:nvSpPr>
        <p:spPr>
          <a:xfrm>
            <a:off x="2116650" y="993150"/>
            <a:ext cx="4910700" cy="97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265" name="Google Shape;265;p36"/>
          <p:cNvSpPr txBox="1">
            <a:spLocks noGrp="1"/>
          </p:cNvSpPr>
          <p:nvPr>
            <p:ph type="subTitle" idx="1"/>
          </p:nvPr>
        </p:nvSpPr>
        <p:spPr>
          <a:xfrm>
            <a:off x="2116650" y="1822650"/>
            <a:ext cx="4910700" cy="150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pic>
        <p:nvPicPr>
          <p:cNvPr id="266" name="Google Shape;266;p36"/>
          <p:cNvPicPr preferRelativeResize="0"/>
          <p:nvPr/>
        </p:nvPicPr>
        <p:blipFill>
          <a:blip r:embed="rId3">
            <a:alphaModFix/>
          </a:blip>
          <a:stretch>
            <a:fillRect/>
          </a:stretch>
        </p:blipFill>
        <p:spPr>
          <a:xfrm rot="10101948" flipH="1">
            <a:off x="759882" y="1412458"/>
            <a:ext cx="970183" cy="1019736"/>
          </a:xfrm>
          <a:prstGeom prst="rect">
            <a:avLst/>
          </a:prstGeom>
          <a:noFill/>
          <a:ln>
            <a:noFill/>
          </a:ln>
        </p:spPr>
      </p:pic>
      <p:pic>
        <p:nvPicPr>
          <p:cNvPr id="267" name="Google Shape;267;p36"/>
          <p:cNvPicPr preferRelativeResize="0"/>
          <p:nvPr/>
        </p:nvPicPr>
        <p:blipFill>
          <a:blip r:embed="rId4">
            <a:alphaModFix/>
          </a:blip>
          <a:stretch>
            <a:fillRect/>
          </a:stretch>
        </p:blipFill>
        <p:spPr>
          <a:xfrm rot="-7544555">
            <a:off x="7061485" y="1369702"/>
            <a:ext cx="1450379" cy="110944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Purpose statement</a:t>
            </a:r>
            <a:endParaRPr/>
          </a:p>
        </p:txBody>
      </p:sp>
      <p:sp>
        <p:nvSpPr>
          <p:cNvPr id="273" name="Google Shape;273;p37"/>
          <p:cNvSpPr txBox="1">
            <a:spLocks noGrp="1"/>
          </p:cNvSpPr>
          <p:nvPr>
            <p:ph type="subTitle" idx="1"/>
          </p:nvPr>
        </p:nvSpPr>
        <p:spPr>
          <a:xfrm>
            <a:off x="720025" y="1584891"/>
            <a:ext cx="7704000" cy="53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 The planet’s name has nothing to do with the liquid metal</a:t>
            </a:r>
            <a:endParaRPr/>
          </a:p>
        </p:txBody>
      </p:sp>
      <p:sp>
        <p:nvSpPr>
          <p:cNvPr id="274" name="Google Shape;274;p37"/>
          <p:cNvSpPr txBox="1">
            <a:spLocks noGrp="1"/>
          </p:cNvSpPr>
          <p:nvPr>
            <p:ph type="subTitle" idx="2"/>
          </p:nvPr>
        </p:nvSpPr>
        <p:spPr>
          <a:xfrm>
            <a:off x="720025" y="2781274"/>
            <a:ext cx="77040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hot—even hotter than Mercury—and its atmosphere is extremely poisonous</a:t>
            </a:r>
            <a:endParaRPr/>
          </a:p>
        </p:txBody>
      </p:sp>
      <p:sp>
        <p:nvSpPr>
          <p:cNvPr id="275" name="Google Shape;275;p37"/>
          <p:cNvSpPr txBox="1">
            <a:spLocks noGrp="1"/>
          </p:cNvSpPr>
          <p:nvPr>
            <p:ph type="subTitle" idx="3"/>
          </p:nvPr>
        </p:nvSpPr>
        <p:spPr>
          <a:xfrm>
            <a:off x="720025" y="3977974"/>
            <a:ext cx="77040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It was named after the Roman god of the skies and lightning</a:t>
            </a:r>
            <a:endParaRPr/>
          </a:p>
        </p:txBody>
      </p:sp>
      <p:sp>
        <p:nvSpPr>
          <p:cNvPr id="276" name="Google Shape;276;p37"/>
          <p:cNvSpPr txBox="1">
            <a:spLocks noGrp="1"/>
          </p:cNvSpPr>
          <p:nvPr>
            <p:ph type="subTitle" idx="4"/>
          </p:nvPr>
        </p:nvSpPr>
        <p:spPr>
          <a:xfrm>
            <a:off x="720025" y="1215220"/>
            <a:ext cx="770400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about Mercury?</a:t>
            </a:r>
            <a:endParaRPr/>
          </a:p>
        </p:txBody>
      </p:sp>
      <p:sp>
        <p:nvSpPr>
          <p:cNvPr id="277" name="Google Shape;277;p37"/>
          <p:cNvSpPr txBox="1">
            <a:spLocks noGrp="1"/>
          </p:cNvSpPr>
          <p:nvPr>
            <p:ph type="subTitle" idx="5"/>
          </p:nvPr>
        </p:nvSpPr>
        <p:spPr>
          <a:xfrm>
            <a:off x="720025" y="2400274"/>
            <a:ext cx="77040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about Venus?</a:t>
            </a:r>
            <a:endParaRPr/>
          </a:p>
        </p:txBody>
      </p:sp>
      <p:sp>
        <p:nvSpPr>
          <p:cNvPr id="278" name="Google Shape;278;p37"/>
          <p:cNvSpPr txBox="1">
            <a:spLocks noGrp="1"/>
          </p:cNvSpPr>
          <p:nvPr>
            <p:ph type="subTitle" idx="6"/>
          </p:nvPr>
        </p:nvSpPr>
        <p:spPr>
          <a:xfrm>
            <a:off x="720025" y="3596974"/>
            <a:ext cx="77040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about Jupiter?</a:t>
            </a:r>
            <a:endParaRPr/>
          </a:p>
        </p:txBody>
      </p:sp>
      <p:pic>
        <p:nvPicPr>
          <p:cNvPr id="279" name="Google Shape;279;p37"/>
          <p:cNvPicPr preferRelativeResize="0"/>
          <p:nvPr/>
        </p:nvPicPr>
        <p:blipFill>
          <a:blip r:embed="rId3">
            <a:alphaModFix/>
          </a:blip>
          <a:stretch>
            <a:fillRect/>
          </a:stretch>
        </p:blipFill>
        <p:spPr>
          <a:xfrm rot="4035508">
            <a:off x="7693865" y="221827"/>
            <a:ext cx="1144821" cy="11355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8"/>
          <p:cNvSpPr txBox="1">
            <a:spLocks noGrp="1"/>
          </p:cNvSpPr>
          <p:nvPr>
            <p:ph type="subTitle" idx="1"/>
          </p:nvPr>
        </p:nvSpPr>
        <p:spPr>
          <a:xfrm>
            <a:off x="713225" y="691900"/>
            <a:ext cx="5317800" cy="245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“This is a quote. Words full of wisdom that someone important said and that can inspire their reader.”</a:t>
            </a:r>
            <a:endParaRPr/>
          </a:p>
        </p:txBody>
      </p:sp>
      <p:sp>
        <p:nvSpPr>
          <p:cNvPr id="285" name="Google Shape;285;p38"/>
          <p:cNvSpPr txBox="1">
            <a:spLocks noGrp="1"/>
          </p:cNvSpPr>
          <p:nvPr>
            <p:ph type="title"/>
          </p:nvPr>
        </p:nvSpPr>
        <p:spPr>
          <a:xfrm>
            <a:off x="713225" y="3100300"/>
            <a:ext cx="53178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—Someone Famous</a:t>
            </a:r>
            <a:endParaRPr/>
          </a:p>
        </p:txBody>
      </p:sp>
      <p:pic>
        <p:nvPicPr>
          <p:cNvPr id="286" name="Google Shape;286;p38"/>
          <p:cNvPicPr preferRelativeResize="0"/>
          <p:nvPr/>
        </p:nvPicPr>
        <p:blipFill>
          <a:blip r:embed="rId3">
            <a:alphaModFix/>
          </a:blip>
          <a:stretch>
            <a:fillRect/>
          </a:stretch>
        </p:blipFill>
        <p:spPr>
          <a:xfrm>
            <a:off x="6308225" y="2937288"/>
            <a:ext cx="2270575" cy="1677800"/>
          </a:xfrm>
          <a:prstGeom prst="rect">
            <a:avLst/>
          </a:prstGeom>
          <a:noFill/>
          <a:ln>
            <a:noFill/>
          </a:ln>
        </p:spPr>
      </p:pic>
      <p:pic>
        <p:nvPicPr>
          <p:cNvPr id="287" name="Google Shape;287;p38"/>
          <p:cNvPicPr preferRelativeResize="0"/>
          <p:nvPr/>
        </p:nvPicPr>
        <p:blipFill>
          <a:blip r:embed="rId4">
            <a:alphaModFix/>
          </a:blip>
          <a:stretch>
            <a:fillRect/>
          </a:stretch>
        </p:blipFill>
        <p:spPr>
          <a:xfrm rot="1684551" flipH="1">
            <a:off x="7354083" y="1515558"/>
            <a:ext cx="970183" cy="10197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9"/>
          <p:cNvSpPr txBox="1">
            <a:spLocks noGrp="1"/>
          </p:cNvSpPr>
          <p:nvPr>
            <p:ph type="title"/>
          </p:nvPr>
        </p:nvSpPr>
        <p:spPr>
          <a:xfrm>
            <a:off x="2709325" y="1060263"/>
            <a:ext cx="5721600" cy="1584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98,300,000</a:t>
            </a:r>
            <a:endParaRPr/>
          </a:p>
        </p:txBody>
      </p:sp>
      <p:sp>
        <p:nvSpPr>
          <p:cNvPr id="293" name="Google Shape;293;p39"/>
          <p:cNvSpPr txBox="1">
            <a:spLocks noGrp="1"/>
          </p:cNvSpPr>
          <p:nvPr>
            <p:ph type="subTitle" idx="1"/>
          </p:nvPr>
        </p:nvSpPr>
        <p:spPr>
          <a:xfrm>
            <a:off x="2709325" y="2759688"/>
            <a:ext cx="5721600" cy="497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Big numbers catch your audience’s attention</a:t>
            </a:r>
            <a:endParaRPr/>
          </a:p>
        </p:txBody>
      </p:sp>
      <p:pic>
        <p:nvPicPr>
          <p:cNvPr id="294" name="Google Shape;294;p39"/>
          <p:cNvPicPr preferRelativeResize="0"/>
          <p:nvPr/>
        </p:nvPicPr>
        <p:blipFill>
          <a:blip r:embed="rId3">
            <a:alphaModFix/>
          </a:blip>
          <a:stretch>
            <a:fillRect/>
          </a:stretch>
        </p:blipFill>
        <p:spPr>
          <a:xfrm rot="10800000">
            <a:off x="804825" y="897700"/>
            <a:ext cx="1098550" cy="1276500"/>
          </a:xfrm>
          <a:prstGeom prst="rect">
            <a:avLst/>
          </a:prstGeom>
          <a:noFill/>
          <a:ln>
            <a:noFill/>
          </a:ln>
        </p:spPr>
      </p:pic>
      <p:pic>
        <p:nvPicPr>
          <p:cNvPr id="295" name="Google Shape;295;p39"/>
          <p:cNvPicPr preferRelativeResize="0"/>
          <p:nvPr/>
        </p:nvPicPr>
        <p:blipFill>
          <a:blip r:embed="rId4">
            <a:alphaModFix/>
          </a:blip>
          <a:stretch>
            <a:fillRect/>
          </a:stretch>
        </p:blipFill>
        <p:spPr>
          <a:xfrm>
            <a:off x="1754700" y="3321550"/>
            <a:ext cx="1259125" cy="1287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0"/>
          <p:cNvSpPr txBox="1">
            <a:spLocks noGrp="1"/>
          </p:cNvSpPr>
          <p:nvPr>
            <p:ph type="subTitle" idx="1"/>
          </p:nvPr>
        </p:nvSpPr>
        <p:spPr>
          <a:xfrm>
            <a:off x="706125" y="1211876"/>
            <a:ext cx="4696800" cy="59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Jupiter's rotation period</a:t>
            </a:r>
            <a:endParaRPr/>
          </a:p>
        </p:txBody>
      </p:sp>
      <p:sp>
        <p:nvSpPr>
          <p:cNvPr id="301" name="Google Shape;301;p40"/>
          <p:cNvSpPr txBox="1">
            <a:spLocks noGrp="1"/>
          </p:cNvSpPr>
          <p:nvPr>
            <p:ph type="title"/>
          </p:nvPr>
        </p:nvSpPr>
        <p:spPr>
          <a:xfrm>
            <a:off x="706125" y="552112"/>
            <a:ext cx="4696800" cy="76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9h 55m 23s</a:t>
            </a:r>
            <a:endParaRPr/>
          </a:p>
        </p:txBody>
      </p:sp>
      <p:sp>
        <p:nvSpPr>
          <p:cNvPr id="302" name="Google Shape;302;p40"/>
          <p:cNvSpPr txBox="1">
            <a:spLocks noGrp="1"/>
          </p:cNvSpPr>
          <p:nvPr>
            <p:ph type="title" idx="2"/>
          </p:nvPr>
        </p:nvSpPr>
        <p:spPr>
          <a:xfrm>
            <a:off x="706125" y="1904368"/>
            <a:ext cx="4696800" cy="76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333,000</a:t>
            </a:r>
            <a:endParaRPr/>
          </a:p>
        </p:txBody>
      </p:sp>
      <p:sp>
        <p:nvSpPr>
          <p:cNvPr id="303" name="Google Shape;303;p40"/>
          <p:cNvSpPr txBox="1">
            <a:spLocks noGrp="1"/>
          </p:cNvSpPr>
          <p:nvPr>
            <p:ph type="subTitle" idx="3"/>
          </p:nvPr>
        </p:nvSpPr>
        <p:spPr>
          <a:xfrm>
            <a:off x="706125" y="2564132"/>
            <a:ext cx="4696800" cy="59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 Sun’s mass compared to Earth’s</a:t>
            </a:r>
            <a:endParaRPr/>
          </a:p>
        </p:txBody>
      </p:sp>
      <p:sp>
        <p:nvSpPr>
          <p:cNvPr id="304" name="Google Shape;304;p40"/>
          <p:cNvSpPr txBox="1">
            <a:spLocks noGrp="1"/>
          </p:cNvSpPr>
          <p:nvPr>
            <p:ph type="title" idx="4"/>
          </p:nvPr>
        </p:nvSpPr>
        <p:spPr>
          <a:xfrm>
            <a:off x="706125" y="3256624"/>
            <a:ext cx="4696800" cy="76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386,000 km</a:t>
            </a:r>
            <a:endParaRPr/>
          </a:p>
        </p:txBody>
      </p:sp>
      <p:sp>
        <p:nvSpPr>
          <p:cNvPr id="305" name="Google Shape;305;p40"/>
          <p:cNvSpPr txBox="1">
            <a:spLocks noGrp="1"/>
          </p:cNvSpPr>
          <p:nvPr>
            <p:ph type="subTitle" idx="5"/>
          </p:nvPr>
        </p:nvSpPr>
        <p:spPr>
          <a:xfrm>
            <a:off x="706125" y="3916388"/>
            <a:ext cx="4696800" cy="59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Distance between Earth and the Moon</a:t>
            </a:r>
            <a:endParaRPr/>
          </a:p>
        </p:txBody>
      </p:sp>
      <p:pic>
        <p:nvPicPr>
          <p:cNvPr id="306" name="Google Shape;306;p40"/>
          <p:cNvPicPr preferRelativeResize="0"/>
          <p:nvPr/>
        </p:nvPicPr>
        <p:blipFill>
          <a:blip r:embed="rId3">
            <a:alphaModFix/>
          </a:blip>
          <a:stretch>
            <a:fillRect/>
          </a:stretch>
        </p:blipFill>
        <p:spPr>
          <a:xfrm flipH="1">
            <a:off x="5472625" y="1944625"/>
            <a:ext cx="1425375" cy="2991926"/>
          </a:xfrm>
          <a:prstGeom prst="rect">
            <a:avLst/>
          </a:prstGeom>
          <a:noFill/>
          <a:ln>
            <a:noFill/>
          </a:ln>
        </p:spPr>
      </p:pic>
      <p:pic>
        <p:nvPicPr>
          <p:cNvPr id="307" name="Google Shape;307;p40"/>
          <p:cNvPicPr preferRelativeResize="0"/>
          <p:nvPr/>
        </p:nvPicPr>
        <p:blipFill>
          <a:blip r:embed="rId4">
            <a:alphaModFix/>
          </a:blip>
          <a:stretch>
            <a:fillRect/>
          </a:stretch>
        </p:blipFill>
        <p:spPr>
          <a:xfrm rot="9803098">
            <a:off x="7210590" y="692078"/>
            <a:ext cx="1144821" cy="11355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1"/>
          <p:cNvSpPr txBox="1">
            <a:spLocks noGrp="1"/>
          </p:cNvSpPr>
          <p:nvPr>
            <p:ph type="title"/>
          </p:nvPr>
        </p:nvSpPr>
        <p:spPr>
          <a:xfrm>
            <a:off x="4455875" y="1043525"/>
            <a:ext cx="3975000" cy="1860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A picture always reinforces </a:t>
            </a:r>
            <a:endParaRPr/>
          </a:p>
          <a:p>
            <a:pPr marL="0" lvl="0" indent="0" algn="r" rtl="0">
              <a:spcBef>
                <a:spcPts val="0"/>
              </a:spcBef>
              <a:spcAft>
                <a:spcPts val="0"/>
              </a:spcAft>
              <a:buNone/>
            </a:pPr>
            <a:r>
              <a:rPr lang="en"/>
              <a:t>the concept</a:t>
            </a:r>
            <a:endParaRPr/>
          </a:p>
        </p:txBody>
      </p:sp>
      <p:sp>
        <p:nvSpPr>
          <p:cNvPr id="313" name="Google Shape;313;p41"/>
          <p:cNvSpPr txBox="1">
            <a:spLocks noGrp="1"/>
          </p:cNvSpPr>
          <p:nvPr>
            <p:ph type="subTitle" idx="1"/>
          </p:nvPr>
        </p:nvSpPr>
        <p:spPr>
          <a:xfrm>
            <a:off x="4455875" y="2903625"/>
            <a:ext cx="3975000" cy="11163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
              <a:t>Images reveal large amounts of data, so remember: use an image instead of a long text. Your audience will appreciate it</a:t>
            </a:r>
            <a:endParaRPr/>
          </a:p>
        </p:txBody>
      </p:sp>
      <p:pic>
        <p:nvPicPr>
          <p:cNvPr id="314" name="Google Shape;314;p41"/>
          <p:cNvPicPr preferRelativeResize="0">
            <a:picLocks noGrp="1"/>
          </p:cNvPicPr>
          <p:nvPr>
            <p:ph type="pic" idx="2"/>
          </p:nvPr>
        </p:nvPicPr>
        <p:blipFill rotWithShape="1">
          <a:blip r:embed="rId3">
            <a:alphaModFix/>
          </a:blip>
          <a:srcRect t="16111" b="16105"/>
          <a:stretch/>
        </p:blipFill>
        <p:spPr>
          <a:xfrm>
            <a:off x="943560" y="809365"/>
            <a:ext cx="3454800" cy="3278400"/>
          </a:xfrm>
          <a:prstGeom prst="hexagon">
            <a:avLst>
              <a:gd name="adj" fmla="val 25000"/>
              <a:gd name="vf" fmla="val 115470"/>
            </a:avLst>
          </a:prstGeom>
        </p:spPr>
      </p:pic>
      <p:pic>
        <p:nvPicPr>
          <p:cNvPr id="315" name="Google Shape;315;p41"/>
          <p:cNvPicPr preferRelativeResize="0"/>
          <p:nvPr/>
        </p:nvPicPr>
        <p:blipFill>
          <a:blip r:embed="rId4">
            <a:alphaModFix/>
          </a:blip>
          <a:stretch>
            <a:fillRect/>
          </a:stretch>
        </p:blipFill>
        <p:spPr>
          <a:xfrm>
            <a:off x="339901" y="3736275"/>
            <a:ext cx="1285625" cy="1194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3"/>
          <p:cNvSpPr txBox="1">
            <a:spLocks noGrp="1"/>
          </p:cNvSpPr>
          <p:nvPr>
            <p:ph type="title"/>
          </p:nvPr>
        </p:nvSpPr>
        <p:spPr>
          <a:xfrm>
            <a:off x="1072900" y="1002300"/>
            <a:ext cx="6998400" cy="233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p>
        </p:txBody>
      </p:sp>
      <p:pic>
        <p:nvPicPr>
          <p:cNvPr id="329" name="Google Shape;329;p43"/>
          <p:cNvPicPr preferRelativeResize="0"/>
          <p:nvPr/>
        </p:nvPicPr>
        <p:blipFill>
          <a:blip r:embed="rId3">
            <a:alphaModFix/>
          </a:blip>
          <a:stretch>
            <a:fillRect/>
          </a:stretch>
        </p:blipFill>
        <p:spPr>
          <a:xfrm rot="-1042142">
            <a:off x="6847860" y="2516826"/>
            <a:ext cx="1450379" cy="1109446"/>
          </a:xfrm>
          <a:prstGeom prst="rect">
            <a:avLst/>
          </a:prstGeom>
          <a:noFill/>
          <a:ln>
            <a:noFill/>
          </a:ln>
        </p:spPr>
      </p:pic>
      <p:pic>
        <p:nvPicPr>
          <p:cNvPr id="330" name="Google Shape;330;p43"/>
          <p:cNvPicPr preferRelativeResize="0"/>
          <p:nvPr/>
        </p:nvPicPr>
        <p:blipFill>
          <a:blip r:embed="rId4">
            <a:alphaModFix/>
          </a:blip>
          <a:stretch>
            <a:fillRect/>
          </a:stretch>
        </p:blipFill>
        <p:spPr>
          <a:xfrm flipH="1">
            <a:off x="1201075" y="3317450"/>
            <a:ext cx="1259125" cy="1287025"/>
          </a:xfrm>
          <a:prstGeom prst="rect">
            <a:avLst/>
          </a:prstGeom>
          <a:noFill/>
          <a:ln>
            <a:noFill/>
          </a:ln>
        </p:spPr>
      </p:pic>
      <p:pic>
        <p:nvPicPr>
          <p:cNvPr id="331" name="Google Shape;331;p43"/>
          <p:cNvPicPr preferRelativeResize="0"/>
          <p:nvPr/>
        </p:nvPicPr>
        <p:blipFill>
          <a:blip r:embed="rId5">
            <a:alphaModFix/>
          </a:blip>
          <a:stretch>
            <a:fillRect/>
          </a:stretch>
        </p:blipFill>
        <p:spPr>
          <a:xfrm rot="10800000">
            <a:off x="552100" y="524375"/>
            <a:ext cx="1098550" cy="1276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Current situation &amp; problems</a:t>
            </a:r>
            <a:endParaRPr/>
          </a:p>
        </p:txBody>
      </p:sp>
      <p:sp>
        <p:nvSpPr>
          <p:cNvPr id="337" name="Google Shape;337;p44"/>
          <p:cNvSpPr txBox="1"/>
          <p:nvPr/>
        </p:nvSpPr>
        <p:spPr>
          <a:xfrm>
            <a:off x="1921083" y="1106950"/>
            <a:ext cx="5301900" cy="488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Current situation</a:t>
            </a:r>
            <a:endParaRPr sz="2000">
              <a:solidFill>
                <a:schemeClr val="dk1"/>
              </a:solidFill>
              <a:latin typeface="Roboto Slab"/>
              <a:ea typeface="Roboto Slab"/>
              <a:cs typeface="Roboto Slab"/>
              <a:sym typeface="Roboto Slab"/>
            </a:endParaRPr>
          </a:p>
        </p:txBody>
      </p:sp>
      <p:sp>
        <p:nvSpPr>
          <p:cNvPr id="338" name="Google Shape;338;p44"/>
          <p:cNvSpPr txBox="1"/>
          <p:nvPr/>
        </p:nvSpPr>
        <p:spPr>
          <a:xfrm>
            <a:off x="1921025" y="1518850"/>
            <a:ext cx="53019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Jupiter is a gas giant and the biggest planet in the Solar System. It's the fourth-brightest object in the night sky</a:t>
            </a:r>
            <a:endParaRPr>
              <a:solidFill>
                <a:schemeClr val="dk1"/>
              </a:solidFill>
              <a:latin typeface="IBM Plex Sans"/>
              <a:ea typeface="IBM Plex Sans"/>
              <a:cs typeface="IBM Plex Sans"/>
              <a:sym typeface="IBM Plex Sans"/>
            </a:endParaRPr>
          </a:p>
        </p:txBody>
      </p:sp>
      <p:cxnSp>
        <p:nvCxnSpPr>
          <p:cNvPr id="339" name="Google Shape;339;p44"/>
          <p:cNvCxnSpPr/>
          <p:nvPr/>
        </p:nvCxnSpPr>
        <p:spPr>
          <a:xfrm>
            <a:off x="1744050" y="2765336"/>
            <a:ext cx="624900" cy="0"/>
          </a:xfrm>
          <a:prstGeom prst="straightConnector1">
            <a:avLst/>
          </a:prstGeom>
          <a:noFill/>
          <a:ln w="19050" cap="flat" cmpd="sng">
            <a:solidFill>
              <a:schemeClr val="dk1"/>
            </a:solidFill>
            <a:prstDash val="solid"/>
            <a:round/>
            <a:headEnd type="none" w="med" len="med"/>
            <a:tailEnd type="none" w="med" len="med"/>
          </a:ln>
        </p:spPr>
      </p:cxnSp>
      <p:sp>
        <p:nvSpPr>
          <p:cNvPr id="340" name="Google Shape;340;p44"/>
          <p:cNvSpPr txBox="1">
            <a:spLocks noGrp="1"/>
          </p:cNvSpPr>
          <p:nvPr>
            <p:ph type="title" idx="4294967295"/>
          </p:nvPr>
        </p:nvSpPr>
        <p:spPr>
          <a:xfrm>
            <a:off x="1605900" y="2197574"/>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01</a:t>
            </a:r>
            <a:endParaRPr sz="3000" b="1"/>
          </a:p>
        </p:txBody>
      </p:sp>
      <p:sp>
        <p:nvSpPr>
          <p:cNvPr id="341" name="Google Shape;341;p44"/>
          <p:cNvSpPr txBox="1"/>
          <p:nvPr/>
        </p:nvSpPr>
        <p:spPr>
          <a:xfrm>
            <a:off x="1030673" y="2905999"/>
            <a:ext cx="2051700" cy="409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Source</a:t>
            </a:r>
            <a:endParaRPr sz="2000">
              <a:solidFill>
                <a:schemeClr val="dk1"/>
              </a:solidFill>
              <a:latin typeface="Roboto Slab"/>
              <a:ea typeface="Roboto Slab"/>
              <a:cs typeface="Roboto Slab"/>
              <a:sym typeface="Roboto Slab"/>
            </a:endParaRPr>
          </a:p>
        </p:txBody>
      </p:sp>
      <p:sp>
        <p:nvSpPr>
          <p:cNvPr id="342" name="Google Shape;342;p44"/>
          <p:cNvSpPr txBox="1"/>
          <p:nvPr/>
        </p:nvSpPr>
        <p:spPr>
          <a:xfrm>
            <a:off x="1030625" y="3189101"/>
            <a:ext cx="2051700" cy="853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Earth is the third planet from the Sun and has life</a:t>
            </a:r>
            <a:endParaRPr>
              <a:solidFill>
                <a:schemeClr val="dk1"/>
              </a:solidFill>
              <a:latin typeface="IBM Plex Sans"/>
              <a:ea typeface="IBM Plex Sans"/>
              <a:cs typeface="IBM Plex Sans"/>
              <a:sym typeface="IBM Plex Sans"/>
            </a:endParaRPr>
          </a:p>
        </p:txBody>
      </p:sp>
      <p:cxnSp>
        <p:nvCxnSpPr>
          <p:cNvPr id="343" name="Google Shape;343;p44"/>
          <p:cNvCxnSpPr/>
          <p:nvPr/>
        </p:nvCxnSpPr>
        <p:spPr>
          <a:xfrm>
            <a:off x="4259525" y="2765336"/>
            <a:ext cx="624900" cy="0"/>
          </a:xfrm>
          <a:prstGeom prst="straightConnector1">
            <a:avLst/>
          </a:prstGeom>
          <a:noFill/>
          <a:ln w="19050" cap="flat" cmpd="sng">
            <a:solidFill>
              <a:schemeClr val="dk1"/>
            </a:solidFill>
            <a:prstDash val="solid"/>
            <a:round/>
            <a:headEnd type="none" w="med" len="med"/>
            <a:tailEnd type="none" w="med" len="med"/>
          </a:ln>
        </p:spPr>
      </p:cxnSp>
      <p:sp>
        <p:nvSpPr>
          <p:cNvPr id="344" name="Google Shape;344;p44"/>
          <p:cNvSpPr txBox="1">
            <a:spLocks noGrp="1"/>
          </p:cNvSpPr>
          <p:nvPr>
            <p:ph type="title" idx="4294967295"/>
          </p:nvPr>
        </p:nvSpPr>
        <p:spPr>
          <a:xfrm>
            <a:off x="4121375" y="2197574"/>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02</a:t>
            </a:r>
            <a:endParaRPr sz="3000" b="1"/>
          </a:p>
        </p:txBody>
      </p:sp>
      <p:sp>
        <p:nvSpPr>
          <p:cNvPr id="345" name="Google Shape;345;p44"/>
          <p:cNvSpPr txBox="1"/>
          <p:nvPr/>
        </p:nvSpPr>
        <p:spPr>
          <a:xfrm>
            <a:off x="3546148" y="2905999"/>
            <a:ext cx="2051700" cy="409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Transmission</a:t>
            </a:r>
            <a:endParaRPr sz="2000">
              <a:solidFill>
                <a:schemeClr val="dk1"/>
              </a:solidFill>
              <a:latin typeface="Roboto Slab"/>
              <a:ea typeface="Roboto Slab"/>
              <a:cs typeface="Roboto Slab"/>
              <a:sym typeface="Roboto Slab"/>
            </a:endParaRPr>
          </a:p>
        </p:txBody>
      </p:sp>
      <p:sp>
        <p:nvSpPr>
          <p:cNvPr id="346" name="Google Shape;346;p44"/>
          <p:cNvSpPr txBox="1"/>
          <p:nvPr/>
        </p:nvSpPr>
        <p:spPr>
          <a:xfrm>
            <a:off x="3546100" y="3189101"/>
            <a:ext cx="2051700" cy="853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Despite being red, planet Mars is actually a cold place</a:t>
            </a:r>
            <a:endParaRPr>
              <a:solidFill>
                <a:schemeClr val="dk1"/>
              </a:solidFill>
              <a:latin typeface="IBM Plex Sans"/>
              <a:ea typeface="IBM Plex Sans"/>
              <a:cs typeface="IBM Plex Sans"/>
              <a:sym typeface="IBM Plex Sans"/>
            </a:endParaRPr>
          </a:p>
        </p:txBody>
      </p:sp>
      <p:cxnSp>
        <p:nvCxnSpPr>
          <p:cNvPr id="347" name="Google Shape;347;p44"/>
          <p:cNvCxnSpPr/>
          <p:nvPr/>
        </p:nvCxnSpPr>
        <p:spPr>
          <a:xfrm>
            <a:off x="6775050" y="2765336"/>
            <a:ext cx="624900" cy="0"/>
          </a:xfrm>
          <a:prstGeom prst="straightConnector1">
            <a:avLst/>
          </a:prstGeom>
          <a:noFill/>
          <a:ln w="19050" cap="flat" cmpd="sng">
            <a:solidFill>
              <a:schemeClr val="dk1"/>
            </a:solidFill>
            <a:prstDash val="solid"/>
            <a:round/>
            <a:headEnd type="none" w="med" len="med"/>
            <a:tailEnd type="none" w="med" len="med"/>
          </a:ln>
        </p:spPr>
      </p:cxnSp>
      <p:sp>
        <p:nvSpPr>
          <p:cNvPr id="348" name="Google Shape;348;p44"/>
          <p:cNvSpPr txBox="1">
            <a:spLocks noGrp="1"/>
          </p:cNvSpPr>
          <p:nvPr>
            <p:ph type="title" idx="4294967295"/>
          </p:nvPr>
        </p:nvSpPr>
        <p:spPr>
          <a:xfrm>
            <a:off x="6636900" y="2197574"/>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03</a:t>
            </a:r>
            <a:endParaRPr sz="3000" b="1"/>
          </a:p>
        </p:txBody>
      </p:sp>
      <p:sp>
        <p:nvSpPr>
          <p:cNvPr id="349" name="Google Shape;349;p44"/>
          <p:cNvSpPr txBox="1"/>
          <p:nvPr/>
        </p:nvSpPr>
        <p:spPr>
          <a:xfrm>
            <a:off x="6061673" y="2905999"/>
            <a:ext cx="2051700" cy="409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Control</a:t>
            </a:r>
            <a:endParaRPr sz="2000">
              <a:solidFill>
                <a:schemeClr val="dk1"/>
              </a:solidFill>
              <a:latin typeface="Roboto Slab"/>
              <a:ea typeface="Roboto Slab"/>
              <a:cs typeface="Roboto Slab"/>
              <a:sym typeface="Roboto Slab"/>
            </a:endParaRPr>
          </a:p>
        </p:txBody>
      </p:sp>
      <p:sp>
        <p:nvSpPr>
          <p:cNvPr id="350" name="Google Shape;350;p44"/>
          <p:cNvSpPr txBox="1"/>
          <p:nvPr/>
        </p:nvSpPr>
        <p:spPr>
          <a:xfrm>
            <a:off x="6061625" y="3189101"/>
            <a:ext cx="2051700" cy="853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Mercury is the smallest planet in the entire Solar System</a:t>
            </a:r>
            <a:endParaRPr>
              <a:solidFill>
                <a:schemeClr val="dk1"/>
              </a:solidFill>
              <a:latin typeface="IBM Plex Sans"/>
              <a:ea typeface="IBM Plex Sans"/>
              <a:cs typeface="IBM Plex Sans"/>
              <a:sym typeface="IBM Plex Sans"/>
            </a:endParaRPr>
          </a:p>
        </p:txBody>
      </p:sp>
      <p:sp>
        <p:nvSpPr>
          <p:cNvPr id="351" name="Google Shape;351;p44"/>
          <p:cNvSpPr txBox="1"/>
          <p:nvPr/>
        </p:nvSpPr>
        <p:spPr>
          <a:xfrm>
            <a:off x="1921075" y="4210096"/>
            <a:ext cx="5301900" cy="409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Problems</a:t>
            </a:r>
            <a:endParaRPr sz="2000">
              <a:solidFill>
                <a:schemeClr val="dk1"/>
              </a:solidFill>
              <a:latin typeface="Roboto Slab"/>
              <a:ea typeface="Roboto Slab"/>
              <a:cs typeface="Roboto Slab"/>
              <a:sym typeface="Roboto Slab"/>
            </a:endParaRPr>
          </a:p>
        </p:txBody>
      </p:sp>
      <p:cxnSp>
        <p:nvCxnSpPr>
          <p:cNvPr id="352" name="Google Shape;352;p44"/>
          <p:cNvCxnSpPr/>
          <p:nvPr/>
        </p:nvCxnSpPr>
        <p:spPr>
          <a:xfrm>
            <a:off x="1048650" y="4099319"/>
            <a:ext cx="7046700" cy="0"/>
          </a:xfrm>
          <a:prstGeom prst="straightConnector1">
            <a:avLst/>
          </a:prstGeom>
          <a:noFill/>
          <a:ln w="19050" cap="flat" cmpd="sng">
            <a:solidFill>
              <a:schemeClr val="dk1"/>
            </a:solidFill>
            <a:prstDash val="solid"/>
            <a:round/>
            <a:headEnd type="none" w="med" len="med"/>
            <a:tailEnd type="none" w="med" len="med"/>
          </a:ln>
        </p:spPr>
      </p:cxnSp>
      <p:pic>
        <p:nvPicPr>
          <p:cNvPr id="353" name="Google Shape;353;p44"/>
          <p:cNvPicPr preferRelativeResize="0"/>
          <p:nvPr/>
        </p:nvPicPr>
        <p:blipFill>
          <a:blip r:embed="rId3">
            <a:alphaModFix/>
          </a:blip>
          <a:stretch>
            <a:fillRect/>
          </a:stretch>
        </p:blipFill>
        <p:spPr>
          <a:xfrm rot="1402185" flipH="1">
            <a:off x="547508" y="1486133"/>
            <a:ext cx="970183" cy="101973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5"/>
          <p:cNvSpPr txBox="1">
            <a:spLocks noGrp="1"/>
          </p:cNvSpPr>
          <p:nvPr>
            <p:ph type="title"/>
          </p:nvPr>
        </p:nvSpPr>
        <p:spPr>
          <a:xfrm>
            <a:off x="713225" y="2147650"/>
            <a:ext cx="41844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Hypothesis</a:t>
            </a:r>
            <a:endParaRPr/>
          </a:p>
        </p:txBody>
      </p:sp>
      <p:sp>
        <p:nvSpPr>
          <p:cNvPr id="359" name="Google Shape;359;p45"/>
          <p:cNvSpPr txBox="1">
            <a:spLocks noGrp="1"/>
          </p:cNvSpPr>
          <p:nvPr>
            <p:ph type="subTitle" idx="1"/>
          </p:nvPr>
        </p:nvSpPr>
        <p:spPr>
          <a:xfrm>
            <a:off x="713225" y="3079825"/>
            <a:ext cx="3026700" cy="713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You can describe the topic of the section here</a:t>
            </a:r>
            <a:endParaRPr/>
          </a:p>
        </p:txBody>
      </p:sp>
      <p:sp>
        <p:nvSpPr>
          <p:cNvPr id="360" name="Google Shape;360;p45"/>
          <p:cNvSpPr txBox="1">
            <a:spLocks noGrp="1"/>
          </p:cNvSpPr>
          <p:nvPr>
            <p:ph type="title" idx="2"/>
          </p:nvPr>
        </p:nvSpPr>
        <p:spPr>
          <a:xfrm>
            <a:off x="713225" y="1025775"/>
            <a:ext cx="1435800" cy="127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pic>
        <p:nvPicPr>
          <p:cNvPr id="361" name="Google Shape;361;p45"/>
          <p:cNvPicPr preferRelativeResize="0"/>
          <p:nvPr/>
        </p:nvPicPr>
        <p:blipFill>
          <a:blip r:embed="rId3">
            <a:alphaModFix/>
          </a:blip>
          <a:stretch>
            <a:fillRect/>
          </a:stretch>
        </p:blipFill>
        <p:spPr>
          <a:xfrm>
            <a:off x="5582469" y="1246751"/>
            <a:ext cx="2924180" cy="3358501"/>
          </a:xfrm>
          <a:prstGeom prst="rect">
            <a:avLst/>
          </a:prstGeom>
          <a:noFill/>
          <a:ln>
            <a:noFill/>
          </a:ln>
        </p:spPr>
      </p:pic>
      <p:pic>
        <p:nvPicPr>
          <p:cNvPr id="362" name="Google Shape;362;p45"/>
          <p:cNvPicPr preferRelativeResize="0"/>
          <p:nvPr/>
        </p:nvPicPr>
        <p:blipFill>
          <a:blip r:embed="rId4">
            <a:alphaModFix/>
          </a:blip>
          <a:stretch>
            <a:fillRect/>
          </a:stretch>
        </p:blipFill>
        <p:spPr>
          <a:xfrm rot="9803098">
            <a:off x="4240740" y="750678"/>
            <a:ext cx="1144821" cy="1135548"/>
          </a:xfrm>
          <a:prstGeom prst="rect">
            <a:avLst/>
          </a:prstGeom>
          <a:noFill/>
          <a:ln>
            <a:noFill/>
          </a:ln>
        </p:spPr>
      </p:pic>
      <p:cxnSp>
        <p:nvCxnSpPr>
          <p:cNvPr id="363" name="Google Shape;363;p45"/>
          <p:cNvCxnSpPr/>
          <p:nvPr/>
        </p:nvCxnSpPr>
        <p:spPr>
          <a:xfrm>
            <a:off x="831875" y="2169700"/>
            <a:ext cx="1198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Hypotheses</a:t>
            </a:r>
            <a:endParaRPr/>
          </a:p>
        </p:txBody>
      </p:sp>
      <p:sp>
        <p:nvSpPr>
          <p:cNvPr id="369" name="Google Shape;369;p46"/>
          <p:cNvSpPr txBox="1">
            <a:spLocks noGrp="1"/>
          </p:cNvSpPr>
          <p:nvPr>
            <p:ph type="subTitle" idx="1"/>
          </p:nvPr>
        </p:nvSpPr>
        <p:spPr>
          <a:xfrm>
            <a:off x="713225" y="2590750"/>
            <a:ext cx="2393400" cy="192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 The planet’s name has nothing to do with the liquid metal</a:t>
            </a:r>
            <a:endParaRPr/>
          </a:p>
        </p:txBody>
      </p:sp>
      <p:sp>
        <p:nvSpPr>
          <p:cNvPr id="370" name="Google Shape;370;p46"/>
          <p:cNvSpPr txBox="1">
            <a:spLocks noGrp="1"/>
          </p:cNvSpPr>
          <p:nvPr>
            <p:ph type="subTitle" idx="2"/>
          </p:nvPr>
        </p:nvSpPr>
        <p:spPr>
          <a:xfrm>
            <a:off x="3326375" y="2590750"/>
            <a:ext cx="2393400" cy="192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the second-largest planet in the Solar System. It's composed mostly of hydrogen and helium. It was named after the Roman god of wealth</a:t>
            </a:r>
            <a:endParaRPr/>
          </a:p>
        </p:txBody>
      </p:sp>
      <p:sp>
        <p:nvSpPr>
          <p:cNvPr id="371" name="Google Shape;371;p46"/>
          <p:cNvSpPr txBox="1">
            <a:spLocks noGrp="1"/>
          </p:cNvSpPr>
          <p:nvPr>
            <p:ph type="subTitle" idx="3"/>
          </p:nvPr>
        </p:nvSpPr>
        <p:spPr>
          <a:xfrm>
            <a:off x="5939525" y="2590750"/>
            <a:ext cx="2393400" cy="192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It was named after the Roman god of the skies and lightning</a:t>
            </a:r>
            <a:endParaRPr/>
          </a:p>
        </p:txBody>
      </p:sp>
      <p:sp>
        <p:nvSpPr>
          <p:cNvPr id="372" name="Google Shape;372;p46"/>
          <p:cNvSpPr txBox="1">
            <a:spLocks noGrp="1"/>
          </p:cNvSpPr>
          <p:nvPr>
            <p:ph type="subTitle" idx="4"/>
          </p:nvPr>
        </p:nvSpPr>
        <p:spPr>
          <a:xfrm>
            <a:off x="713225" y="2243750"/>
            <a:ext cx="23934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 1</a:t>
            </a:r>
            <a:endParaRPr/>
          </a:p>
        </p:txBody>
      </p:sp>
      <p:sp>
        <p:nvSpPr>
          <p:cNvPr id="373" name="Google Shape;373;p46"/>
          <p:cNvSpPr txBox="1">
            <a:spLocks noGrp="1"/>
          </p:cNvSpPr>
          <p:nvPr>
            <p:ph type="subTitle" idx="5"/>
          </p:nvPr>
        </p:nvSpPr>
        <p:spPr>
          <a:xfrm>
            <a:off x="3326375" y="2243750"/>
            <a:ext cx="23934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 2</a:t>
            </a:r>
            <a:endParaRPr/>
          </a:p>
        </p:txBody>
      </p:sp>
      <p:sp>
        <p:nvSpPr>
          <p:cNvPr id="374" name="Google Shape;374;p46"/>
          <p:cNvSpPr txBox="1">
            <a:spLocks noGrp="1"/>
          </p:cNvSpPr>
          <p:nvPr>
            <p:ph type="subTitle" idx="6"/>
          </p:nvPr>
        </p:nvSpPr>
        <p:spPr>
          <a:xfrm>
            <a:off x="5939525" y="2243750"/>
            <a:ext cx="23934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Hypothesis 3</a:t>
            </a:r>
            <a:endParaRPr/>
          </a:p>
        </p:txBody>
      </p:sp>
      <p:sp>
        <p:nvSpPr>
          <p:cNvPr id="375" name="Google Shape;375;p46"/>
          <p:cNvSpPr txBox="1">
            <a:spLocks noGrp="1"/>
          </p:cNvSpPr>
          <p:nvPr>
            <p:ph type="title" idx="4294967295"/>
          </p:nvPr>
        </p:nvSpPr>
        <p:spPr>
          <a:xfrm>
            <a:off x="720000" y="1248512"/>
            <a:ext cx="901200" cy="76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t>01</a:t>
            </a:r>
            <a:endParaRPr sz="4500" b="1"/>
          </a:p>
        </p:txBody>
      </p:sp>
      <p:cxnSp>
        <p:nvCxnSpPr>
          <p:cNvPr id="376" name="Google Shape;376;p46"/>
          <p:cNvCxnSpPr/>
          <p:nvPr/>
        </p:nvCxnSpPr>
        <p:spPr>
          <a:xfrm>
            <a:off x="851375" y="2113662"/>
            <a:ext cx="624900" cy="0"/>
          </a:xfrm>
          <a:prstGeom prst="straightConnector1">
            <a:avLst/>
          </a:prstGeom>
          <a:noFill/>
          <a:ln w="19050" cap="flat" cmpd="sng">
            <a:solidFill>
              <a:schemeClr val="dk1"/>
            </a:solidFill>
            <a:prstDash val="solid"/>
            <a:round/>
            <a:headEnd type="none" w="med" len="med"/>
            <a:tailEnd type="none" w="med" len="med"/>
          </a:ln>
        </p:spPr>
      </p:cxnSp>
      <p:sp>
        <p:nvSpPr>
          <p:cNvPr id="377" name="Google Shape;377;p46"/>
          <p:cNvSpPr txBox="1">
            <a:spLocks noGrp="1"/>
          </p:cNvSpPr>
          <p:nvPr>
            <p:ph type="title" idx="4294967295"/>
          </p:nvPr>
        </p:nvSpPr>
        <p:spPr>
          <a:xfrm>
            <a:off x="3326375" y="1248512"/>
            <a:ext cx="901200" cy="76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t>02</a:t>
            </a:r>
            <a:endParaRPr sz="4500" b="1"/>
          </a:p>
        </p:txBody>
      </p:sp>
      <p:cxnSp>
        <p:nvCxnSpPr>
          <p:cNvPr id="378" name="Google Shape;378;p46"/>
          <p:cNvCxnSpPr/>
          <p:nvPr/>
        </p:nvCxnSpPr>
        <p:spPr>
          <a:xfrm>
            <a:off x="3457750" y="2113662"/>
            <a:ext cx="624900" cy="0"/>
          </a:xfrm>
          <a:prstGeom prst="straightConnector1">
            <a:avLst/>
          </a:prstGeom>
          <a:noFill/>
          <a:ln w="19050" cap="flat" cmpd="sng">
            <a:solidFill>
              <a:schemeClr val="dk1"/>
            </a:solidFill>
            <a:prstDash val="solid"/>
            <a:round/>
            <a:headEnd type="none" w="med" len="med"/>
            <a:tailEnd type="none" w="med" len="med"/>
          </a:ln>
        </p:spPr>
      </p:cxnSp>
      <p:sp>
        <p:nvSpPr>
          <p:cNvPr id="379" name="Google Shape;379;p46"/>
          <p:cNvSpPr txBox="1">
            <a:spLocks noGrp="1"/>
          </p:cNvSpPr>
          <p:nvPr>
            <p:ph type="title" idx="4294967295"/>
          </p:nvPr>
        </p:nvSpPr>
        <p:spPr>
          <a:xfrm>
            <a:off x="5932750" y="1248512"/>
            <a:ext cx="901200" cy="76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t>03</a:t>
            </a:r>
            <a:endParaRPr sz="4500" b="1"/>
          </a:p>
        </p:txBody>
      </p:sp>
      <p:cxnSp>
        <p:nvCxnSpPr>
          <p:cNvPr id="380" name="Google Shape;380;p46"/>
          <p:cNvCxnSpPr/>
          <p:nvPr/>
        </p:nvCxnSpPr>
        <p:spPr>
          <a:xfrm>
            <a:off x="6064125" y="2113662"/>
            <a:ext cx="624900" cy="0"/>
          </a:xfrm>
          <a:prstGeom prst="straightConnector1">
            <a:avLst/>
          </a:prstGeom>
          <a:noFill/>
          <a:ln w="19050" cap="flat" cmpd="sng">
            <a:solidFill>
              <a:schemeClr val="dk1"/>
            </a:solidFill>
            <a:prstDash val="solid"/>
            <a:round/>
            <a:headEnd type="none" w="med" len="med"/>
            <a:tailEnd type="none" w="med" len="med"/>
          </a:ln>
        </p:spPr>
      </p:cxnSp>
      <p:pic>
        <p:nvPicPr>
          <p:cNvPr id="381" name="Google Shape;381;p46"/>
          <p:cNvPicPr preferRelativeResize="0"/>
          <p:nvPr/>
        </p:nvPicPr>
        <p:blipFill>
          <a:blip r:embed="rId3">
            <a:alphaModFix/>
          </a:blip>
          <a:stretch>
            <a:fillRect/>
          </a:stretch>
        </p:blipFill>
        <p:spPr>
          <a:xfrm>
            <a:off x="7653684" y="337463"/>
            <a:ext cx="1098550" cy="1276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Study objectives</a:t>
            </a:r>
            <a:endParaRPr/>
          </a:p>
        </p:txBody>
      </p:sp>
      <p:sp>
        <p:nvSpPr>
          <p:cNvPr id="387" name="Google Shape;387;p47"/>
          <p:cNvSpPr txBox="1">
            <a:spLocks noGrp="1"/>
          </p:cNvSpPr>
          <p:nvPr>
            <p:ph type="subTitle" idx="1"/>
          </p:nvPr>
        </p:nvSpPr>
        <p:spPr>
          <a:xfrm>
            <a:off x="720025" y="2038222"/>
            <a:ext cx="3206400" cy="67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388" name="Google Shape;388;p47"/>
          <p:cNvSpPr txBox="1">
            <a:spLocks noGrp="1"/>
          </p:cNvSpPr>
          <p:nvPr>
            <p:ph type="subTitle" idx="2"/>
          </p:nvPr>
        </p:nvSpPr>
        <p:spPr>
          <a:xfrm>
            <a:off x="5217595" y="2038222"/>
            <a:ext cx="3206400" cy="67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389" name="Google Shape;389;p47"/>
          <p:cNvSpPr txBox="1">
            <a:spLocks noGrp="1"/>
          </p:cNvSpPr>
          <p:nvPr>
            <p:ph type="subTitle" idx="3"/>
          </p:nvPr>
        </p:nvSpPr>
        <p:spPr>
          <a:xfrm>
            <a:off x="720000" y="3509972"/>
            <a:ext cx="3206400" cy="67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390" name="Google Shape;390;p47"/>
          <p:cNvSpPr txBox="1">
            <a:spLocks noGrp="1"/>
          </p:cNvSpPr>
          <p:nvPr>
            <p:ph type="subTitle" idx="4"/>
          </p:nvPr>
        </p:nvSpPr>
        <p:spPr>
          <a:xfrm>
            <a:off x="720024" y="1678538"/>
            <a:ext cx="32064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Prevalence</a:t>
            </a:r>
            <a:endParaRPr/>
          </a:p>
        </p:txBody>
      </p:sp>
      <p:sp>
        <p:nvSpPr>
          <p:cNvPr id="391" name="Google Shape;391;p47"/>
          <p:cNvSpPr txBox="1">
            <a:spLocks noGrp="1"/>
          </p:cNvSpPr>
          <p:nvPr>
            <p:ph type="subTitle" idx="5"/>
          </p:nvPr>
        </p:nvSpPr>
        <p:spPr>
          <a:xfrm>
            <a:off x="5217589" y="1678538"/>
            <a:ext cx="32064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Dynamics</a:t>
            </a:r>
            <a:endParaRPr/>
          </a:p>
        </p:txBody>
      </p:sp>
      <p:sp>
        <p:nvSpPr>
          <p:cNvPr id="392" name="Google Shape;392;p47"/>
          <p:cNvSpPr txBox="1">
            <a:spLocks noGrp="1"/>
          </p:cNvSpPr>
          <p:nvPr>
            <p:ph type="subTitle" idx="6"/>
          </p:nvPr>
        </p:nvSpPr>
        <p:spPr>
          <a:xfrm>
            <a:off x="720013" y="3150288"/>
            <a:ext cx="32064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Impact</a:t>
            </a:r>
            <a:endParaRPr/>
          </a:p>
        </p:txBody>
      </p:sp>
      <p:pic>
        <p:nvPicPr>
          <p:cNvPr id="393" name="Google Shape;393;p47"/>
          <p:cNvPicPr preferRelativeResize="0"/>
          <p:nvPr/>
        </p:nvPicPr>
        <p:blipFill>
          <a:blip r:embed="rId3">
            <a:alphaModFix/>
          </a:blip>
          <a:stretch>
            <a:fillRect/>
          </a:stretch>
        </p:blipFill>
        <p:spPr>
          <a:xfrm rot="8100000">
            <a:off x="3999590" y="2238228"/>
            <a:ext cx="1144821" cy="1135548"/>
          </a:xfrm>
          <a:prstGeom prst="rect">
            <a:avLst/>
          </a:prstGeom>
          <a:noFill/>
          <a:ln>
            <a:noFill/>
          </a:ln>
        </p:spPr>
      </p:pic>
      <p:sp>
        <p:nvSpPr>
          <p:cNvPr id="394" name="Google Shape;394;p47"/>
          <p:cNvSpPr txBox="1">
            <a:spLocks noGrp="1"/>
          </p:cNvSpPr>
          <p:nvPr>
            <p:ph type="subTitle" idx="7"/>
          </p:nvPr>
        </p:nvSpPr>
        <p:spPr>
          <a:xfrm>
            <a:off x="5217575" y="3509972"/>
            <a:ext cx="3206400" cy="67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a gas giant and the biggest planet in the Solar System</a:t>
            </a:r>
            <a:endParaRPr/>
          </a:p>
        </p:txBody>
      </p:sp>
      <p:sp>
        <p:nvSpPr>
          <p:cNvPr id="395" name="Google Shape;395;p47"/>
          <p:cNvSpPr txBox="1">
            <a:spLocks noGrp="1"/>
          </p:cNvSpPr>
          <p:nvPr>
            <p:ph type="subTitle" idx="8"/>
          </p:nvPr>
        </p:nvSpPr>
        <p:spPr>
          <a:xfrm>
            <a:off x="5217588" y="3150288"/>
            <a:ext cx="32064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Risk factors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Reviewing concepts is a good idea</a:t>
            </a:r>
            <a:endParaRPr/>
          </a:p>
        </p:txBody>
      </p:sp>
      <p:sp>
        <p:nvSpPr>
          <p:cNvPr id="401" name="Google Shape;401;p48"/>
          <p:cNvSpPr txBox="1">
            <a:spLocks noGrp="1"/>
          </p:cNvSpPr>
          <p:nvPr>
            <p:ph type="subTitle" idx="1"/>
          </p:nvPr>
        </p:nvSpPr>
        <p:spPr>
          <a:xfrm>
            <a:off x="2146113" y="2073000"/>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very cold place</a:t>
            </a:r>
            <a:endParaRPr/>
          </a:p>
        </p:txBody>
      </p:sp>
      <p:sp>
        <p:nvSpPr>
          <p:cNvPr id="402" name="Google Shape;402;p48"/>
          <p:cNvSpPr txBox="1">
            <a:spLocks noGrp="1"/>
          </p:cNvSpPr>
          <p:nvPr>
            <p:ph type="subTitle" idx="2"/>
          </p:nvPr>
        </p:nvSpPr>
        <p:spPr>
          <a:xfrm>
            <a:off x="5011887" y="2073000"/>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extremely high temperatures</a:t>
            </a:r>
            <a:endParaRPr/>
          </a:p>
        </p:txBody>
      </p:sp>
      <p:sp>
        <p:nvSpPr>
          <p:cNvPr id="403" name="Google Shape;403;p48"/>
          <p:cNvSpPr txBox="1">
            <a:spLocks noGrp="1"/>
          </p:cNvSpPr>
          <p:nvPr>
            <p:ph type="subTitle" idx="8"/>
          </p:nvPr>
        </p:nvSpPr>
        <p:spPr>
          <a:xfrm>
            <a:off x="717127" y="3086800"/>
            <a:ext cx="1978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Outbreak</a:t>
            </a:r>
            <a:endParaRPr/>
          </a:p>
        </p:txBody>
      </p:sp>
      <p:sp>
        <p:nvSpPr>
          <p:cNvPr id="404" name="Google Shape;404;p48"/>
          <p:cNvSpPr txBox="1">
            <a:spLocks noGrp="1"/>
          </p:cNvSpPr>
          <p:nvPr>
            <p:ph type="subTitle" idx="7"/>
          </p:nvPr>
        </p:nvSpPr>
        <p:spPr>
          <a:xfrm>
            <a:off x="5015787" y="1732799"/>
            <a:ext cx="1978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Prevalence</a:t>
            </a:r>
            <a:endParaRPr/>
          </a:p>
        </p:txBody>
      </p:sp>
      <p:sp>
        <p:nvSpPr>
          <p:cNvPr id="405" name="Google Shape;405;p48"/>
          <p:cNvSpPr txBox="1">
            <a:spLocks noGrp="1"/>
          </p:cNvSpPr>
          <p:nvPr>
            <p:ph type="subTitle" idx="6"/>
          </p:nvPr>
        </p:nvSpPr>
        <p:spPr>
          <a:xfrm>
            <a:off x="2150013" y="1732799"/>
            <a:ext cx="1978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Incidence</a:t>
            </a:r>
            <a:endParaRPr/>
          </a:p>
        </p:txBody>
      </p:sp>
      <p:sp>
        <p:nvSpPr>
          <p:cNvPr id="406" name="Google Shape;406;p48"/>
          <p:cNvSpPr txBox="1">
            <a:spLocks noGrp="1"/>
          </p:cNvSpPr>
          <p:nvPr>
            <p:ph type="subTitle" idx="3"/>
          </p:nvPr>
        </p:nvSpPr>
        <p:spPr>
          <a:xfrm>
            <a:off x="713227" y="3427025"/>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407" name="Google Shape;407;p48"/>
          <p:cNvSpPr txBox="1">
            <a:spLocks noGrp="1"/>
          </p:cNvSpPr>
          <p:nvPr>
            <p:ph type="subTitle" idx="4"/>
          </p:nvPr>
        </p:nvSpPr>
        <p:spPr>
          <a:xfrm>
            <a:off x="3579000" y="3427025"/>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with several rings</a:t>
            </a:r>
            <a:endParaRPr/>
          </a:p>
        </p:txBody>
      </p:sp>
      <p:sp>
        <p:nvSpPr>
          <p:cNvPr id="408" name="Google Shape;408;p48"/>
          <p:cNvSpPr txBox="1">
            <a:spLocks noGrp="1"/>
          </p:cNvSpPr>
          <p:nvPr>
            <p:ph type="subTitle" idx="5"/>
          </p:nvPr>
        </p:nvSpPr>
        <p:spPr>
          <a:xfrm>
            <a:off x="6444773" y="3427025"/>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409" name="Google Shape;409;p48"/>
          <p:cNvSpPr txBox="1">
            <a:spLocks noGrp="1"/>
          </p:cNvSpPr>
          <p:nvPr>
            <p:ph type="subTitle" idx="9"/>
          </p:nvPr>
        </p:nvSpPr>
        <p:spPr>
          <a:xfrm>
            <a:off x="3582900" y="3086800"/>
            <a:ext cx="1978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Case control</a:t>
            </a:r>
            <a:endParaRPr/>
          </a:p>
        </p:txBody>
      </p:sp>
      <p:sp>
        <p:nvSpPr>
          <p:cNvPr id="410" name="Google Shape;410;p48"/>
          <p:cNvSpPr txBox="1">
            <a:spLocks noGrp="1"/>
          </p:cNvSpPr>
          <p:nvPr>
            <p:ph type="subTitle" idx="13"/>
          </p:nvPr>
        </p:nvSpPr>
        <p:spPr>
          <a:xfrm>
            <a:off x="6448673" y="3086800"/>
            <a:ext cx="19782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Intervention</a:t>
            </a:r>
            <a:endParaRPr/>
          </a:p>
        </p:txBody>
      </p:sp>
      <p:pic>
        <p:nvPicPr>
          <p:cNvPr id="411" name="Google Shape;411;p48"/>
          <p:cNvPicPr preferRelativeResize="0"/>
          <p:nvPr/>
        </p:nvPicPr>
        <p:blipFill>
          <a:blip r:embed="rId3">
            <a:alphaModFix/>
          </a:blip>
          <a:stretch>
            <a:fillRect/>
          </a:stretch>
        </p:blipFill>
        <p:spPr>
          <a:xfrm rot="8652971" flipH="1">
            <a:off x="435906" y="1663808"/>
            <a:ext cx="970183" cy="1019737"/>
          </a:xfrm>
          <a:prstGeom prst="rect">
            <a:avLst/>
          </a:prstGeom>
          <a:noFill/>
          <a:ln>
            <a:noFill/>
          </a:ln>
        </p:spPr>
      </p:pic>
      <p:pic>
        <p:nvPicPr>
          <p:cNvPr id="412" name="Google Shape;412;p48"/>
          <p:cNvPicPr preferRelativeResize="0"/>
          <p:nvPr/>
        </p:nvPicPr>
        <p:blipFill>
          <a:blip r:embed="rId3">
            <a:alphaModFix/>
          </a:blip>
          <a:stretch>
            <a:fillRect/>
          </a:stretch>
        </p:blipFill>
        <p:spPr>
          <a:xfrm rot="2990316" flipH="1">
            <a:off x="7792358" y="1669983"/>
            <a:ext cx="970183" cy="10197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Literature review</a:t>
            </a:r>
            <a:endParaRPr/>
          </a:p>
        </p:txBody>
      </p:sp>
      <p:sp>
        <p:nvSpPr>
          <p:cNvPr id="418" name="Google Shape;418;p49"/>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Font typeface="Nunito"/>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Nunito Light"/>
              <a:buChar char="○"/>
            </a:pPr>
            <a:r>
              <a:rPr lang="en"/>
              <a:t>Mercury is the closest planet to the Sun and the smallest one</a:t>
            </a:r>
            <a:endParaRPr/>
          </a:p>
          <a:p>
            <a:pPr marL="457200" lvl="0" indent="-317500" algn="l" rtl="0">
              <a:spcBef>
                <a:spcPts val="1000"/>
              </a:spcBef>
              <a:spcAft>
                <a:spcPts val="0"/>
              </a:spcAft>
              <a:buSzPts val="1400"/>
              <a:buFont typeface="Nunito"/>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Nunito Light"/>
              <a:buChar char="○"/>
            </a:pPr>
            <a:r>
              <a:rPr lang="en"/>
              <a:t>Mars is full of iron oxide dust, which gives the planet its reddish cast</a:t>
            </a:r>
            <a:endParaRPr/>
          </a:p>
          <a:p>
            <a:pPr marL="457200" lvl="0" indent="-317500" algn="l" rtl="0">
              <a:spcBef>
                <a:spcPts val="1000"/>
              </a:spcBef>
              <a:spcAft>
                <a:spcPts val="0"/>
              </a:spcAft>
              <a:buSzPts val="1400"/>
              <a:buFont typeface="Nunito"/>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Nunito Light"/>
              <a:buChar char="○"/>
            </a:pPr>
            <a:r>
              <a:rPr lang="en"/>
              <a:t>Jupiter is a gas giant and the biggest planet in the Solar System</a:t>
            </a:r>
            <a:endParaRPr/>
          </a:p>
          <a:p>
            <a:pPr marL="457200" lvl="0" indent="-317500" algn="l" rtl="0">
              <a:spcBef>
                <a:spcPts val="1000"/>
              </a:spcBef>
              <a:spcAft>
                <a:spcPts val="0"/>
              </a:spcAft>
              <a:buSzPts val="1400"/>
              <a:buFont typeface="Nunito"/>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Nunito Light"/>
              <a:buChar char="○"/>
            </a:pPr>
            <a:r>
              <a:rPr lang="en"/>
              <a:t>Venus has a beautiful name and is the second planet from the Sun</a:t>
            </a:r>
            <a:endParaRPr/>
          </a:p>
          <a:p>
            <a:pPr marL="457200" lvl="0" indent="-317500" algn="l" rtl="0">
              <a:spcBef>
                <a:spcPts val="1000"/>
              </a:spcBef>
              <a:spcAft>
                <a:spcPts val="0"/>
              </a:spcAft>
              <a:buSzPts val="1400"/>
              <a:buFont typeface="Nunito"/>
              <a:buChar char="●"/>
            </a:pPr>
            <a:r>
              <a:rPr lang="en"/>
              <a:t>AUTHOR. (YEAR). </a:t>
            </a:r>
            <a:r>
              <a:rPr lang="en" i="1"/>
              <a:t>Title of the publication</a:t>
            </a:r>
            <a:r>
              <a:rPr lang="en"/>
              <a:t>. Publisher</a:t>
            </a:r>
            <a:endParaRPr/>
          </a:p>
          <a:p>
            <a:pPr marL="914400" lvl="1" indent="-317500" algn="l" rtl="0">
              <a:spcBef>
                <a:spcPts val="0"/>
              </a:spcBef>
              <a:spcAft>
                <a:spcPts val="0"/>
              </a:spcAft>
              <a:buSzPts val="1400"/>
              <a:buFont typeface="Nunito Light"/>
              <a:buChar char="○"/>
            </a:pPr>
            <a:r>
              <a:rPr lang="en"/>
              <a:t>Earth is the third planet from the Sun and harbors life</a:t>
            </a:r>
            <a:endParaRPr/>
          </a:p>
        </p:txBody>
      </p:sp>
      <p:pic>
        <p:nvPicPr>
          <p:cNvPr id="419" name="Google Shape;419;p49"/>
          <p:cNvPicPr preferRelativeResize="0"/>
          <p:nvPr/>
        </p:nvPicPr>
        <p:blipFill>
          <a:blip r:embed="rId3">
            <a:alphaModFix/>
          </a:blip>
          <a:stretch>
            <a:fillRect/>
          </a:stretch>
        </p:blipFill>
        <p:spPr>
          <a:xfrm>
            <a:off x="7456375" y="655425"/>
            <a:ext cx="1098550" cy="1276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Theoretical framework</a:t>
            </a:r>
            <a:endParaRPr/>
          </a:p>
        </p:txBody>
      </p:sp>
      <p:sp>
        <p:nvSpPr>
          <p:cNvPr id="425" name="Google Shape;425;p50"/>
          <p:cNvSpPr txBox="1"/>
          <p:nvPr/>
        </p:nvSpPr>
        <p:spPr>
          <a:xfrm>
            <a:off x="720000" y="1395675"/>
            <a:ext cx="2423100" cy="42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Key terms</a:t>
            </a:r>
            <a:endParaRPr sz="2000">
              <a:solidFill>
                <a:schemeClr val="dk1"/>
              </a:solidFill>
              <a:latin typeface="Roboto Slab"/>
              <a:ea typeface="Roboto Slab"/>
              <a:cs typeface="Roboto Slab"/>
              <a:sym typeface="Roboto Slab"/>
            </a:endParaRPr>
          </a:p>
        </p:txBody>
      </p:sp>
      <p:sp>
        <p:nvSpPr>
          <p:cNvPr id="426" name="Google Shape;426;p50"/>
          <p:cNvSpPr txBox="1"/>
          <p:nvPr/>
        </p:nvSpPr>
        <p:spPr>
          <a:xfrm>
            <a:off x="720000" y="1970775"/>
            <a:ext cx="2423100" cy="2413800"/>
          </a:xfrm>
          <a:prstGeom prst="rect">
            <a:avLst/>
          </a:prstGeom>
          <a:noFill/>
          <a:ln>
            <a:noFill/>
          </a:ln>
        </p:spPr>
        <p:txBody>
          <a:bodyPr spcFirstLastPara="1" wrap="square" lIns="91425" tIns="91425" rIns="91425" bIns="91425" anchor="t" anchorCtr="0">
            <a:noAutofit/>
          </a:bodyPr>
          <a:lstStyle/>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Mercury is small</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Earth harbors life</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Jupiter is quite big</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Venus is very hot</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Mars is a cold planet</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Saturn is a gas giant</a:t>
            </a:r>
            <a:endParaRPr>
              <a:solidFill>
                <a:schemeClr val="dk1"/>
              </a:solidFill>
              <a:latin typeface="IBM Plex Sans"/>
              <a:ea typeface="IBM Plex Sans"/>
              <a:cs typeface="IBM Plex Sans"/>
              <a:sym typeface="IBM Plex Sans"/>
            </a:endParaRPr>
          </a:p>
          <a:p>
            <a:pPr marL="285750" lvl="0" indent="-317500" algn="l" rtl="0">
              <a:lnSpc>
                <a:spcPct val="115000"/>
              </a:lnSpc>
              <a:spcBef>
                <a:spcPts val="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Neptune is an ice giant</a:t>
            </a:r>
            <a:endParaRPr>
              <a:solidFill>
                <a:schemeClr val="dk1"/>
              </a:solidFill>
              <a:latin typeface="IBM Plex Sans"/>
              <a:ea typeface="IBM Plex Sans"/>
              <a:cs typeface="IBM Plex Sans"/>
              <a:sym typeface="IBM Plex Sans"/>
            </a:endParaRPr>
          </a:p>
        </p:txBody>
      </p:sp>
      <p:sp>
        <p:nvSpPr>
          <p:cNvPr id="427" name="Google Shape;427;p50"/>
          <p:cNvSpPr txBox="1"/>
          <p:nvPr/>
        </p:nvSpPr>
        <p:spPr>
          <a:xfrm>
            <a:off x="3360450" y="1920866"/>
            <a:ext cx="24231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1"/>
                </a:solidFill>
                <a:latin typeface="Roboto Slab"/>
                <a:ea typeface="Roboto Slab"/>
                <a:cs typeface="Roboto Slab"/>
                <a:sym typeface="Roboto Slab"/>
              </a:rPr>
              <a:t>Theory 1</a:t>
            </a:r>
            <a:endParaRPr sz="1600">
              <a:solidFill>
                <a:schemeClr val="dk1"/>
              </a:solidFill>
              <a:latin typeface="Roboto Slab"/>
              <a:ea typeface="Roboto Slab"/>
              <a:cs typeface="Roboto Slab"/>
              <a:sym typeface="Roboto Slab"/>
            </a:endParaRPr>
          </a:p>
        </p:txBody>
      </p:sp>
      <p:sp>
        <p:nvSpPr>
          <p:cNvPr id="428" name="Google Shape;428;p50"/>
          <p:cNvSpPr txBox="1"/>
          <p:nvPr/>
        </p:nvSpPr>
        <p:spPr>
          <a:xfrm>
            <a:off x="3360450" y="2340536"/>
            <a:ext cx="2423100" cy="696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Saturn is a gas giant and has rings. It’s composed mostly of hydrogen</a:t>
            </a:r>
            <a:endParaRPr>
              <a:solidFill>
                <a:schemeClr val="dk1"/>
              </a:solidFill>
              <a:latin typeface="IBM Plex Sans"/>
              <a:ea typeface="IBM Plex Sans"/>
              <a:cs typeface="IBM Plex Sans"/>
              <a:sym typeface="IBM Plex Sans"/>
            </a:endParaRPr>
          </a:p>
        </p:txBody>
      </p:sp>
      <p:sp>
        <p:nvSpPr>
          <p:cNvPr id="429" name="Google Shape;429;p50"/>
          <p:cNvSpPr txBox="1"/>
          <p:nvPr/>
        </p:nvSpPr>
        <p:spPr>
          <a:xfrm>
            <a:off x="3360450" y="3145732"/>
            <a:ext cx="24231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1"/>
                </a:solidFill>
                <a:latin typeface="Roboto Slab"/>
                <a:ea typeface="Roboto Slab"/>
                <a:cs typeface="Roboto Slab"/>
                <a:sym typeface="Roboto Slab"/>
              </a:rPr>
              <a:t>Theory 2</a:t>
            </a:r>
            <a:endParaRPr sz="1600">
              <a:solidFill>
                <a:schemeClr val="dk1"/>
              </a:solidFill>
              <a:latin typeface="Roboto Slab"/>
              <a:ea typeface="Roboto Slab"/>
              <a:cs typeface="Roboto Slab"/>
              <a:sym typeface="Roboto Slab"/>
            </a:endParaRPr>
          </a:p>
        </p:txBody>
      </p:sp>
      <p:sp>
        <p:nvSpPr>
          <p:cNvPr id="430" name="Google Shape;430;p50"/>
          <p:cNvSpPr txBox="1"/>
          <p:nvPr/>
        </p:nvSpPr>
        <p:spPr>
          <a:xfrm>
            <a:off x="3360450" y="3565402"/>
            <a:ext cx="2423100" cy="696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Neptune is the farthest planet from the Sun and it’s an ice giant</a:t>
            </a:r>
            <a:endParaRPr>
              <a:solidFill>
                <a:schemeClr val="dk1"/>
              </a:solidFill>
              <a:latin typeface="IBM Plex Sans"/>
              <a:ea typeface="IBM Plex Sans"/>
              <a:cs typeface="IBM Plex Sans"/>
              <a:sym typeface="IBM Plex Sans"/>
            </a:endParaRPr>
          </a:p>
        </p:txBody>
      </p:sp>
      <p:sp>
        <p:nvSpPr>
          <p:cNvPr id="431" name="Google Shape;431;p50"/>
          <p:cNvSpPr txBox="1"/>
          <p:nvPr/>
        </p:nvSpPr>
        <p:spPr>
          <a:xfrm>
            <a:off x="3361200" y="1395675"/>
            <a:ext cx="2421600" cy="42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Relevant theories</a:t>
            </a:r>
            <a:endParaRPr sz="2000">
              <a:solidFill>
                <a:schemeClr val="dk1"/>
              </a:solidFill>
              <a:latin typeface="Roboto Slab"/>
              <a:ea typeface="Roboto Slab"/>
              <a:cs typeface="Roboto Slab"/>
              <a:sym typeface="Roboto Slab"/>
            </a:endParaRPr>
          </a:p>
        </p:txBody>
      </p:sp>
      <p:sp>
        <p:nvSpPr>
          <p:cNvPr id="432" name="Google Shape;432;p50"/>
          <p:cNvSpPr txBox="1"/>
          <p:nvPr/>
        </p:nvSpPr>
        <p:spPr>
          <a:xfrm>
            <a:off x="6000900" y="1395675"/>
            <a:ext cx="2423100" cy="42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Our framework</a:t>
            </a:r>
            <a:endParaRPr sz="2000">
              <a:solidFill>
                <a:schemeClr val="dk1"/>
              </a:solidFill>
              <a:latin typeface="Roboto Slab"/>
              <a:ea typeface="Roboto Slab"/>
              <a:cs typeface="Roboto Slab"/>
              <a:sym typeface="Roboto Slab"/>
            </a:endParaRPr>
          </a:p>
        </p:txBody>
      </p:sp>
      <p:cxnSp>
        <p:nvCxnSpPr>
          <p:cNvPr id="433" name="Google Shape;433;p50"/>
          <p:cNvCxnSpPr/>
          <p:nvPr/>
        </p:nvCxnSpPr>
        <p:spPr>
          <a:xfrm>
            <a:off x="3254900" y="1967476"/>
            <a:ext cx="0" cy="2491800"/>
          </a:xfrm>
          <a:prstGeom prst="straightConnector1">
            <a:avLst/>
          </a:prstGeom>
          <a:noFill/>
          <a:ln w="19050" cap="flat" cmpd="sng">
            <a:solidFill>
              <a:schemeClr val="dk1"/>
            </a:solidFill>
            <a:prstDash val="solid"/>
            <a:round/>
            <a:headEnd type="none" w="med" len="med"/>
            <a:tailEnd type="none" w="med" len="med"/>
          </a:ln>
        </p:spPr>
      </p:cxnSp>
      <p:cxnSp>
        <p:nvCxnSpPr>
          <p:cNvPr id="434" name="Google Shape;434;p50"/>
          <p:cNvCxnSpPr/>
          <p:nvPr/>
        </p:nvCxnSpPr>
        <p:spPr>
          <a:xfrm>
            <a:off x="5901500" y="1967476"/>
            <a:ext cx="0" cy="2491800"/>
          </a:xfrm>
          <a:prstGeom prst="straightConnector1">
            <a:avLst/>
          </a:prstGeom>
          <a:noFill/>
          <a:ln w="19050" cap="flat" cmpd="sng">
            <a:solidFill>
              <a:schemeClr val="dk1"/>
            </a:solidFill>
            <a:prstDash val="solid"/>
            <a:round/>
            <a:headEnd type="none" w="med" len="med"/>
            <a:tailEnd type="none" w="med" len="med"/>
          </a:ln>
        </p:spPr>
      </p:cxnSp>
      <p:sp>
        <p:nvSpPr>
          <p:cNvPr id="435" name="Google Shape;435;p50"/>
          <p:cNvSpPr txBox="1"/>
          <p:nvPr/>
        </p:nvSpPr>
        <p:spPr>
          <a:xfrm>
            <a:off x="6019450" y="1970775"/>
            <a:ext cx="2423100" cy="241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Venus has a beautiful name and is the second planet from the Sun. It’s terribly hot, even hotter than Mercury, and its atmosphere is extremely poisonous. It’s the second-brightest object in the night sky after the Moon</a:t>
            </a:r>
            <a:endParaRPr>
              <a:solidFill>
                <a:schemeClr val="dk1"/>
              </a:solidFill>
              <a:latin typeface="IBM Plex Sans"/>
              <a:ea typeface="IBM Plex Sans"/>
              <a:cs typeface="IBM Plex Sans"/>
              <a:sym typeface="IBM Plex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graphicFrame>
        <p:nvGraphicFramePr>
          <p:cNvPr id="440" name="Google Shape;440;p51"/>
          <p:cNvGraphicFramePr/>
          <p:nvPr/>
        </p:nvGraphicFramePr>
        <p:xfrm>
          <a:off x="720000" y="1118499"/>
          <a:ext cx="3000000" cy="3000000"/>
        </p:xfrm>
        <a:graphic>
          <a:graphicData uri="http://schemas.openxmlformats.org/drawingml/2006/table">
            <a:tbl>
              <a:tblPr>
                <a:noFill/>
                <a:tableStyleId>{EC4E458F-F7BC-4540-826E-FA3893E07884}</a:tableStyleId>
              </a:tblPr>
              <a:tblGrid>
                <a:gridCol w="1284000">
                  <a:extLst>
                    <a:ext uri="{9D8B030D-6E8A-4147-A177-3AD203B41FA5}">
                      <a16:colId xmlns:a16="http://schemas.microsoft.com/office/drawing/2014/main" val="20000"/>
                    </a:ext>
                  </a:extLst>
                </a:gridCol>
                <a:gridCol w="1284000">
                  <a:extLst>
                    <a:ext uri="{9D8B030D-6E8A-4147-A177-3AD203B41FA5}">
                      <a16:colId xmlns:a16="http://schemas.microsoft.com/office/drawing/2014/main" val="20001"/>
                    </a:ext>
                  </a:extLst>
                </a:gridCol>
                <a:gridCol w="1284000">
                  <a:extLst>
                    <a:ext uri="{9D8B030D-6E8A-4147-A177-3AD203B41FA5}">
                      <a16:colId xmlns:a16="http://schemas.microsoft.com/office/drawing/2014/main" val="20002"/>
                    </a:ext>
                  </a:extLst>
                </a:gridCol>
                <a:gridCol w="1284000">
                  <a:extLst>
                    <a:ext uri="{9D8B030D-6E8A-4147-A177-3AD203B41FA5}">
                      <a16:colId xmlns:a16="http://schemas.microsoft.com/office/drawing/2014/main" val="20003"/>
                    </a:ext>
                  </a:extLst>
                </a:gridCol>
                <a:gridCol w="1284000">
                  <a:extLst>
                    <a:ext uri="{9D8B030D-6E8A-4147-A177-3AD203B41FA5}">
                      <a16:colId xmlns:a16="http://schemas.microsoft.com/office/drawing/2014/main" val="20004"/>
                    </a:ext>
                  </a:extLst>
                </a:gridCol>
                <a:gridCol w="1284000">
                  <a:extLst>
                    <a:ext uri="{9D8B030D-6E8A-4147-A177-3AD203B41FA5}">
                      <a16:colId xmlns:a16="http://schemas.microsoft.com/office/drawing/2014/main" val="20005"/>
                    </a:ext>
                  </a:extLst>
                </a:gridCol>
              </a:tblGrid>
              <a:tr h="412400">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rgbClr val="9E9E9E">
                          <a:alpha val="0"/>
                        </a:srgbClr>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412400">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412400">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2"/>
                        </a:solidFill>
                        <a:latin typeface="Lato"/>
                        <a:ea typeface="Lato"/>
                        <a:cs typeface="Lato"/>
                        <a:sym typeface="Lato"/>
                      </a:endParaRPr>
                    </a:p>
                  </a:txBody>
                  <a:tcPr marL="91425" marR="91425" marT="91425" marB="91425">
                    <a:lnL w="9525" cap="flat" cmpd="sng">
                      <a:solidFill>
                        <a:schemeClr val="dk2"/>
                      </a:solidFill>
                      <a:prstDash val="dash"/>
                      <a:round/>
                      <a:headEnd type="none" w="sm" len="sm"/>
                      <a:tailEnd type="none" w="sm" len="sm"/>
                    </a:lnL>
                    <a:lnR w="9525" cap="flat" cmpd="sng">
                      <a:solidFill>
                        <a:schemeClr val="dk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475850">
                <a:tc>
                  <a:txBody>
                    <a:bodyPr/>
                    <a:lstStyle/>
                    <a:p>
                      <a:pPr marL="0" lvl="0" indent="0" algn="ctr" rtl="0">
                        <a:spcBef>
                          <a:spcPts val="0"/>
                        </a:spcBef>
                        <a:spcAft>
                          <a:spcPts val="0"/>
                        </a:spcAft>
                        <a:buNone/>
                      </a:pPr>
                      <a:r>
                        <a:rPr lang="en" sz="1800">
                          <a:solidFill>
                            <a:schemeClr val="dk1"/>
                          </a:solidFill>
                          <a:latin typeface="Roboto Slab"/>
                          <a:ea typeface="Roboto Slab"/>
                          <a:cs typeface="Roboto Slab"/>
                          <a:sym typeface="Roboto Slab"/>
                        </a:rPr>
                        <a:t>Jan</a:t>
                      </a:r>
                      <a:endParaRPr sz="1800">
                        <a:solidFill>
                          <a:schemeClr val="dk1"/>
                        </a:solidFill>
                        <a:latin typeface="Roboto Slab"/>
                        <a:ea typeface="Roboto Slab"/>
                        <a:cs typeface="Roboto Slab"/>
                        <a:sym typeface="Roboto Slab"/>
                      </a:endParaRPr>
                    </a:p>
                  </a:txBody>
                  <a:tcPr marL="91425" marR="91425" marT="91425" marB="91425" anchor="ctr">
                    <a:lnL w="9525" cap="flat" cmpd="sng">
                      <a:solidFill>
                        <a:schemeClr val="dk2">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1"/>
                          </a:solidFill>
                          <a:latin typeface="Roboto Slab"/>
                          <a:ea typeface="Roboto Slab"/>
                          <a:cs typeface="Roboto Slab"/>
                          <a:sym typeface="Roboto Slab"/>
                        </a:rPr>
                        <a:t>Feb</a:t>
                      </a:r>
                      <a:endParaRPr sz="1800">
                        <a:solidFill>
                          <a:schemeClr val="dk1"/>
                        </a:solidFill>
                        <a:latin typeface="Roboto Slab"/>
                        <a:ea typeface="Roboto Slab"/>
                        <a:cs typeface="Roboto Slab"/>
                        <a:sym typeface="Roboto Slab"/>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1"/>
                          </a:solidFill>
                          <a:latin typeface="Roboto Slab"/>
                          <a:ea typeface="Roboto Slab"/>
                          <a:cs typeface="Roboto Slab"/>
                          <a:sym typeface="Roboto Slab"/>
                        </a:rPr>
                        <a:t>Mar</a:t>
                      </a:r>
                      <a:endParaRPr sz="1800">
                        <a:solidFill>
                          <a:schemeClr val="dk1"/>
                        </a:solidFill>
                        <a:latin typeface="Roboto Slab"/>
                        <a:ea typeface="Roboto Slab"/>
                        <a:cs typeface="Roboto Slab"/>
                        <a:sym typeface="Roboto Slab"/>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1"/>
                          </a:solidFill>
                          <a:latin typeface="Roboto Slab"/>
                          <a:ea typeface="Roboto Slab"/>
                          <a:cs typeface="Roboto Slab"/>
                          <a:sym typeface="Roboto Slab"/>
                        </a:rPr>
                        <a:t>Apr</a:t>
                      </a:r>
                      <a:endParaRPr sz="1800">
                        <a:solidFill>
                          <a:schemeClr val="dk1"/>
                        </a:solidFill>
                        <a:latin typeface="Roboto Slab"/>
                        <a:ea typeface="Roboto Slab"/>
                        <a:cs typeface="Roboto Slab"/>
                        <a:sym typeface="Roboto Slab"/>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1"/>
                          </a:solidFill>
                          <a:latin typeface="Roboto Slab"/>
                          <a:ea typeface="Roboto Slab"/>
                          <a:cs typeface="Roboto Slab"/>
                          <a:sym typeface="Roboto Slab"/>
                        </a:rPr>
                        <a:t>May</a:t>
                      </a:r>
                      <a:endParaRPr sz="1800">
                        <a:solidFill>
                          <a:schemeClr val="dk1"/>
                        </a:solidFill>
                        <a:latin typeface="Roboto Slab"/>
                        <a:ea typeface="Roboto Slab"/>
                        <a:cs typeface="Roboto Slab"/>
                        <a:sym typeface="Roboto Slab"/>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1"/>
                          </a:solidFill>
                          <a:latin typeface="Roboto Slab"/>
                          <a:ea typeface="Roboto Slab"/>
                          <a:cs typeface="Roboto Slab"/>
                          <a:sym typeface="Roboto Slab"/>
                        </a:rPr>
                        <a:t>Jun</a:t>
                      </a:r>
                      <a:endParaRPr sz="1800">
                        <a:solidFill>
                          <a:schemeClr val="dk1"/>
                        </a:solidFill>
                        <a:latin typeface="Roboto Slab"/>
                        <a:ea typeface="Roboto Slab"/>
                        <a:cs typeface="Roboto Slab"/>
                        <a:sym typeface="Roboto Slab"/>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444125">
                <a:tc>
                  <a:txBody>
                    <a:bodyPr/>
                    <a:lstStyle/>
                    <a:p>
                      <a:pPr marL="0" lvl="0" indent="0" algn="l" rtl="0">
                        <a:spcBef>
                          <a:spcPts val="0"/>
                        </a:spcBef>
                        <a:spcAft>
                          <a:spcPts val="0"/>
                        </a:spcAft>
                        <a:buNone/>
                      </a:pPr>
                      <a:r>
                        <a:rPr lang="en" sz="1600">
                          <a:solidFill>
                            <a:schemeClr val="accent1"/>
                          </a:solidFill>
                          <a:latin typeface="Roboto Slab"/>
                          <a:ea typeface="Roboto Slab"/>
                          <a:cs typeface="Roboto Slab"/>
                          <a:sym typeface="Roboto Slab"/>
                        </a:rPr>
                        <a:t>Task</a:t>
                      </a:r>
                      <a:endParaRPr sz="1600">
                        <a:solidFill>
                          <a:schemeClr val="accent1"/>
                        </a:solidFill>
                        <a:latin typeface="Roboto Slab"/>
                        <a:ea typeface="Roboto Slab"/>
                        <a:cs typeface="Roboto Slab"/>
                        <a:sym typeface="Roboto Slab"/>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1"/>
                    </a:solidFill>
                  </a:tcPr>
                </a:tc>
                <a:tc gridSpan="2">
                  <a:txBody>
                    <a:bodyPr/>
                    <a:lstStyle/>
                    <a:p>
                      <a:pPr marL="0" lvl="0" indent="0" algn="l" rtl="0">
                        <a:spcBef>
                          <a:spcPts val="0"/>
                        </a:spcBef>
                        <a:spcAft>
                          <a:spcPts val="0"/>
                        </a:spcAft>
                        <a:buNone/>
                      </a:pPr>
                      <a:r>
                        <a:rPr lang="en" sz="1600">
                          <a:solidFill>
                            <a:schemeClr val="accent1"/>
                          </a:solidFill>
                          <a:latin typeface="Roboto Slab"/>
                          <a:ea typeface="Roboto Slab"/>
                          <a:cs typeface="Roboto Slab"/>
                          <a:sym typeface="Roboto Slab"/>
                        </a:rPr>
                        <a:t>Description</a:t>
                      </a:r>
                      <a:endParaRPr sz="1600">
                        <a:solidFill>
                          <a:schemeClr val="accent1"/>
                        </a:solidFill>
                        <a:latin typeface="Roboto Slab"/>
                        <a:ea typeface="Roboto Slab"/>
                        <a:cs typeface="Roboto Slab"/>
                        <a:sym typeface="Roboto Slab"/>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1"/>
                    </a:solidFill>
                  </a:tcPr>
                </a:tc>
                <a:tc hMerge="1">
                  <a:txBody>
                    <a:bodyPr/>
                    <a:lstStyle/>
                    <a:p>
                      <a:endParaRPr lang="en-US"/>
                    </a:p>
                  </a:txBody>
                  <a:tcPr/>
                </a:tc>
                <a:tc gridSpan="2">
                  <a:txBody>
                    <a:bodyPr/>
                    <a:lstStyle/>
                    <a:p>
                      <a:pPr marL="0" lvl="0" indent="0" algn="l" rtl="0">
                        <a:spcBef>
                          <a:spcPts val="0"/>
                        </a:spcBef>
                        <a:spcAft>
                          <a:spcPts val="0"/>
                        </a:spcAft>
                        <a:buNone/>
                      </a:pPr>
                      <a:r>
                        <a:rPr lang="en" sz="1600">
                          <a:solidFill>
                            <a:schemeClr val="accent1"/>
                          </a:solidFill>
                          <a:latin typeface="Roboto Slab"/>
                          <a:ea typeface="Roboto Slab"/>
                          <a:cs typeface="Roboto Slab"/>
                          <a:sym typeface="Roboto Slab"/>
                        </a:rPr>
                        <a:t>Date</a:t>
                      </a:r>
                      <a:endParaRPr sz="1600">
                        <a:solidFill>
                          <a:schemeClr val="accent1"/>
                        </a:solidFill>
                        <a:latin typeface="Roboto Slab"/>
                        <a:ea typeface="Roboto Slab"/>
                        <a:cs typeface="Roboto Slab"/>
                        <a:sym typeface="Roboto Slab"/>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1"/>
                    </a:solidFill>
                  </a:tcPr>
                </a:tc>
                <a:tc hMerge="1">
                  <a:txBody>
                    <a:bodyPr/>
                    <a:lstStyle/>
                    <a:p>
                      <a:endParaRPr lang="en-US"/>
                    </a:p>
                  </a:txBody>
                  <a:tcPr/>
                </a:tc>
                <a:tc>
                  <a:txBody>
                    <a:bodyPr/>
                    <a:lstStyle/>
                    <a:p>
                      <a:pPr marL="0" lvl="0" indent="0" algn="l" rtl="0">
                        <a:spcBef>
                          <a:spcPts val="0"/>
                        </a:spcBef>
                        <a:spcAft>
                          <a:spcPts val="0"/>
                        </a:spcAft>
                        <a:buNone/>
                      </a:pPr>
                      <a:r>
                        <a:rPr lang="en" sz="1600">
                          <a:solidFill>
                            <a:schemeClr val="accent1"/>
                          </a:solidFill>
                          <a:latin typeface="Roboto Slab"/>
                          <a:ea typeface="Roboto Slab"/>
                          <a:cs typeface="Roboto Slab"/>
                          <a:sym typeface="Roboto Slab"/>
                        </a:rPr>
                        <a:t>Status</a:t>
                      </a:r>
                      <a:endParaRPr sz="1600">
                        <a:solidFill>
                          <a:schemeClr val="accent1"/>
                        </a:solidFill>
                        <a:latin typeface="Roboto Slab"/>
                        <a:ea typeface="Roboto Slab"/>
                        <a:cs typeface="Roboto Slab"/>
                        <a:sym typeface="Roboto Slab"/>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1"/>
                    </a:solidFill>
                  </a:tcPr>
                </a:tc>
                <a:extLst>
                  <a:ext uri="{0D108BD9-81ED-4DB2-BD59-A6C34878D82A}">
                    <a16:rowId xmlns:a16="http://schemas.microsoft.com/office/drawing/2014/main" val="10004"/>
                  </a:ext>
                </a:extLst>
              </a:tr>
              <a:tr h="444125">
                <a:tc>
                  <a:txBody>
                    <a:bodyPr/>
                    <a:lstStyle/>
                    <a:p>
                      <a:pPr marL="0" lvl="0" indent="0" algn="l" rtl="0">
                        <a:spcBef>
                          <a:spcPts val="0"/>
                        </a:spcBef>
                        <a:spcAft>
                          <a:spcPts val="0"/>
                        </a:spcAft>
                        <a:buNone/>
                      </a:pPr>
                      <a:r>
                        <a:rPr lang="en" sz="1600">
                          <a:solidFill>
                            <a:schemeClr val="dk1"/>
                          </a:solidFill>
                          <a:latin typeface="Roboto Slab"/>
                          <a:ea typeface="Roboto Slab"/>
                          <a:cs typeface="Roboto Slab"/>
                          <a:sym typeface="Roboto Slab"/>
                        </a:rPr>
                        <a:t>Task 1</a:t>
                      </a:r>
                      <a:endParaRPr sz="1600">
                        <a:solidFill>
                          <a:schemeClr val="dk1"/>
                        </a:solidFill>
                        <a:latin typeface="Roboto Slab"/>
                        <a:ea typeface="Roboto Slab"/>
                        <a:cs typeface="Roboto Slab"/>
                        <a:sym typeface="Roboto Slab"/>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1"/>
                    </a:solidFill>
                  </a:tcPr>
                </a:tc>
                <a:tc gridSpan="2">
                  <a:txBody>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Mars is actually very cold</a:t>
                      </a:r>
                      <a:endParaRPr sz="1200">
                        <a:solidFill>
                          <a:schemeClr val="dk1"/>
                        </a:solidFill>
                        <a:latin typeface="IBM Plex Sans"/>
                        <a:ea typeface="IBM Plex Sans"/>
                        <a:cs typeface="IBM Plex Sans"/>
                        <a:sym typeface="IBM Plex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gridSpan="2">
                  <a:txBody>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Jan 1 - Mar 15</a:t>
                      </a:r>
                      <a:endParaRPr sz="1200">
                        <a:solidFill>
                          <a:schemeClr val="dk1"/>
                        </a:solidFill>
                        <a:latin typeface="IBM Plex Sans"/>
                        <a:ea typeface="IBM Plex Sans"/>
                        <a:cs typeface="IBM Plex Sans"/>
                        <a:sym typeface="IBM Plex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Completed</a:t>
                      </a:r>
                      <a:endParaRPr sz="1200">
                        <a:solidFill>
                          <a:schemeClr val="dk1"/>
                        </a:solidFill>
                        <a:latin typeface="IBM Plex Sans"/>
                        <a:ea typeface="IBM Plex Sans"/>
                        <a:cs typeface="IBM Plex Sans"/>
                        <a:sym typeface="IBM Plex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r h="444125">
                <a:tc>
                  <a:txBody>
                    <a:bodyPr/>
                    <a:lstStyle/>
                    <a:p>
                      <a:pPr marL="0" lvl="0" indent="0" algn="l" rtl="0">
                        <a:spcBef>
                          <a:spcPts val="0"/>
                        </a:spcBef>
                        <a:spcAft>
                          <a:spcPts val="0"/>
                        </a:spcAft>
                        <a:buNone/>
                      </a:pPr>
                      <a:r>
                        <a:rPr lang="en" sz="1600">
                          <a:solidFill>
                            <a:schemeClr val="dk1"/>
                          </a:solidFill>
                          <a:latin typeface="Roboto Slab"/>
                          <a:ea typeface="Roboto Slab"/>
                          <a:cs typeface="Roboto Slab"/>
                          <a:sym typeface="Roboto Slab"/>
                        </a:rPr>
                        <a:t>Task 2</a:t>
                      </a:r>
                      <a:endParaRPr sz="1600">
                        <a:solidFill>
                          <a:schemeClr val="dk1"/>
                        </a:solidFill>
                        <a:latin typeface="Roboto Slab"/>
                        <a:ea typeface="Roboto Slab"/>
                        <a:cs typeface="Roboto Slab"/>
                        <a:sym typeface="Roboto Slab"/>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lt2"/>
                    </a:solidFill>
                  </a:tcPr>
                </a:tc>
                <a:tc gridSpan="2">
                  <a:txBody>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Earth harbors lots of life</a:t>
                      </a:r>
                      <a:endParaRPr sz="1200">
                        <a:solidFill>
                          <a:schemeClr val="dk1"/>
                        </a:solidFill>
                        <a:latin typeface="IBM Plex Sans"/>
                        <a:ea typeface="IBM Plex Sans"/>
                        <a:cs typeface="IBM Plex Sans"/>
                        <a:sym typeface="IBM Plex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gridSpan="2">
                  <a:txBody>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Feb 1 - Apr 30</a:t>
                      </a:r>
                      <a:endParaRPr sz="1200">
                        <a:solidFill>
                          <a:schemeClr val="dk1"/>
                        </a:solidFill>
                        <a:latin typeface="IBM Plex Sans"/>
                        <a:ea typeface="IBM Plex Sans"/>
                        <a:cs typeface="IBM Plex Sans"/>
                        <a:sym typeface="IBM Plex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In progress</a:t>
                      </a:r>
                      <a:endParaRPr sz="1200">
                        <a:solidFill>
                          <a:schemeClr val="dk1"/>
                        </a:solidFill>
                        <a:latin typeface="IBM Plex Sans"/>
                        <a:ea typeface="IBM Plex Sans"/>
                        <a:cs typeface="IBM Plex Sans"/>
                        <a:sym typeface="IBM Plex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6"/>
                  </a:ext>
                </a:extLst>
              </a:tr>
              <a:tr h="444125">
                <a:tc>
                  <a:txBody>
                    <a:bodyPr/>
                    <a:lstStyle/>
                    <a:p>
                      <a:pPr marL="0" lvl="0" indent="0" algn="l" rtl="0">
                        <a:spcBef>
                          <a:spcPts val="0"/>
                        </a:spcBef>
                        <a:spcAft>
                          <a:spcPts val="0"/>
                        </a:spcAft>
                        <a:buNone/>
                      </a:pPr>
                      <a:r>
                        <a:rPr lang="en" sz="1600">
                          <a:solidFill>
                            <a:schemeClr val="dk1"/>
                          </a:solidFill>
                          <a:latin typeface="Roboto Slab"/>
                          <a:ea typeface="Roboto Slab"/>
                          <a:cs typeface="Roboto Slab"/>
                          <a:sym typeface="Roboto Slab"/>
                        </a:rPr>
                        <a:t>Task 3</a:t>
                      </a:r>
                      <a:endParaRPr sz="1600">
                        <a:solidFill>
                          <a:schemeClr val="dk1"/>
                        </a:solidFill>
                        <a:latin typeface="Roboto Slab"/>
                        <a:ea typeface="Roboto Slab"/>
                        <a:cs typeface="Roboto Slab"/>
                        <a:sym typeface="Roboto Slab"/>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gridSpan="2">
                  <a:txBody>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Venus has a beautiful name</a:t>
                      </a:r>
                      <a:endParaRPr sz="1200">
                        <a:solidFill>
                          <a:schemeClr val="dk1"/>
                        </a:solidFill>
                        <a:latin typeface="IBM Plex Sans"/>
                        <a:ea typeface="IBM Plex Sans"/>
                        <a:cs typeface="IBM Plex Sans"/>
                        <a:sym typeface="IBM Plex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gridSpan="2">
                  <a:txBody>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May 15 - Jun 30</a:t>
                      </a:r>
                      <a:endParaRPr sz="1200">
                        <a:solidFill>
                          <a:schemeClr val="dk1"/>
                        </a:solidFill>
                        <a:latin typeface="IBM Plex Sans"/>
                        <a:ea typeface="IBM Plex Sans"/>
                        <a:cs typeface="IBM Plex Sans"/>
                        <a:sym typeface="IBM Plex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Delayed</a:t>
                      </a:r>
                      <a:endParaRPr sz="1200">
                        <a:solidFill>
                          <a:schemeClr val="dk1"/>
                        </a:solidFill>
                        <a:latin typeface="IBM Plex Sans"/>
                        <a:ea typeface="IBM Plex Sans"/>
                        <a:cs typeface="IBM Plex Sans"/>
                        <a:sym typeface="IBM Plex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441" name="Google Shape;441;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Schedule</a:t>
            </a:r>
            <a:endParaRPr/>
          </a:p>
        </p:txBody>
      </p:sp>
      <p:grpSp>
        <p:nvGrpSpPr>
          <p:cNvPr id="442" name="Google Shape;442;p51"/>
          <p:cNvGrpSpPr/>
          <p:nvPr/>
        </p:nvGrpSpPr>
        <p:grpSpPr>
          <a:xfrm>
            <a:off x="723902" y="1263350"/>
            <a:ext cx="3177281" cy="236700"/>
            <a:chOff x="952500" y="1389970"/>
            <a:chExt cx="2962500" cy="236700"/>
          </a:xfrm>
        </p:grpSpPr>
        <p:sp>
          <p:nvSpPr>
            <p:cNvPr id="443" name="Google Shape;443;p51"/>
            <p:cNvSpPr/>
            <p:nvPr/>
          </p:nvSpPr>
          <p:spPr>
            <a:xfrm>
              <a:off x="952500" y="1389970"/>
              <a:ext cx="2962500" cy="2367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latin typeface="IBM Plex Sans"/>
                <a:ea typeface="IBM Plex Sans"/>
                <a:cs typeface="IBM Plex Sans"/>
                <a:sym typeface="IBM Plex Sans"/>
              </a:endParaRPr>
            </a:p>
          </p:txBody>
        </p:sp>
        <p:sp>
          <p:nvSpPr>
            <p:cNvPr id="444" name="Google Shape;444;p51"/>
            <p:cNvSpPr/>
            <p:nvPr/>
          </p:nvSpPr>
          <p:spPr>
            <a:xfrm>
              <a:off x="952500" y="1389970"/>
              <a:ext cx="2488800" cy="236700"/>
            </a:xfrm>
            <a:prstGeom prst="roundRect">
              <a:avLst>
                <a:gd name="adj" fmla="val 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Neptune is far away from Earth</a:t>
              </a:r>
              <a:endParaRPr sz="1200">
                <a:solidFill>
                  <a:schemeClr val="dk1"/>
                </a:solidFill>
                <a:latin typeface="IBM Plex Sans"/>
                <a:ea typeface="IBM Plex Sans"/>
                <a:cs typeface="IBM Plex Sans"/>
                <a:sym typeface="IBM Plex Sans"/>
              </a:endParaRPr>
            </a:p>
          </p:txBody>
        </p:sp>
      </p:grpSp>
      <p:sp>
        <p:nvSpPr>
          <p:cNvPr id="445" name="Google Shape;445;p51"/>
          <p:cNvSpPr/>
          <p:nvPr/>
        </p:nvSpPr>
        <p:spPr>
          <a:xfrm>
            <a:off x="723900" y="1070918"/>
            <a:ext cx="720000" cy="192300"/>
          </a:xfrm>
          <a:prstGeom prst="roundRect">
            <a:avLst>
              <a:gd name="adj" fmla="val 0"/>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Roboto Slab"/>
                <a:ea typeface="Roboto Slab"/>
                <a:cs typeface="Roboto Slab"/>
                <a:sym typeface="Roboto Slab"/>
              </a:rPr>
              <a:t>Task 1</a:t>
            </a:r>
            <a:endParaRPr sz="1200">
              <a:solidFill>
                <a:schemeClr val="dk1"/>
              </a:solidFill>
              <a:latin typeface="Roboto Slab"/>
              <a:ea typeface="Roboto Slab"/>
              <a:cs typeface="Roboto Slab"/>
              <a:sym typeface="Roboto Slab"/>
            </a:endParaRPr>
          </a:p>
        </p:txBody>
      </p:sp>
      <p:grpSp>
        <p:nvGrpSpPr>
          <p:cNvPr id="446" name="Google Shape;446;p51"/>
          <p:cNvGrpSpPr/>
          <p:nvPr/>
        </p:nvGrpSpPr>
        <p:grpSpPr>
          <a:xfrm>
            <a:off x="2004515" y="1689725"/>
            <a:ext cx="3851546" cy="236700"/>
            <a:chOff x="952500" y="1389970"/>
            <a:chExt cx="2962500" cy="236700"/>
          </a:xfrm>
        </p:grpSpPr>
        <p:sp>
          <p:nvSpPr>
            <p:cNvPr id="447" name="Google Shape;447;p51"/>
            <p:cNvSpPr/>
            <p:nvPr/>
          </p:nvSpPr>
          <p:spPr>
            <a:xfrm>
              <a:off x="952500" y="1389970"/>
              <a:ext cx="2962500" cy="2367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latin typeface="IBM Plex Sans"/>
                <a:ea typeface="IBM Plex Sans"/>
                <a:cs typeface="IBM Plex Sans"/>
                <a:sym typeface="IBM Plex Sans"/>
              </a:endParaRPr>
            </a:p>
          </p:txBody>
        </p:sp>
        <p:sp>
          <p:nvSpPr>
            <p:cNvPr id="448" name="Google Shape;448;p51"/>
            <p:cNvSpPr/>
            <p:nvPr/>
          </p:nvSpPr>
          <p:spPr>
            <a:xfrm>
              <a:off x="952504" y="1389970"/>
              <a:ext cx="1975500" cy="2367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Mercury is a very small planet</a:t>
              </a:r>
              <a:endParaRPr sz="1200">
                <a:solidFill>
                  <a:schemeClr val="dk1"/>
                </a:solidFill>
                <a:latin typeface="IBM Plex Sans"/>
                <a:ea typeface="IBM Plex Sans"/>
                <a:cs typeface="IBM Plex Sans"/>
                <a:sym typeface="IBM Plex Sans"/>
              </a:endParaRPr>
            </a:p>
          </p:txBody>
        </p:sp>
      </p:grpSp>
      <p:sp>
        <p:nvSpPr>
          <p:cNvPr id="449" name="Google Shape;449;p51"/>
          <p:cNvSpPr/>
          <p:nvPr/>
        </p:nvSpPr>
        <p:spPr>
          <a:xfrm>
            <a:off x="2004499" y="1497419"/>
            <a:ext cx="720000" cy="192300"/>
          </a:xfrm>
          <a:prstGeom prst="roundRect">
            <a:avLst>
              <a:gd name="adj" fmla="val 0"/>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Roboto Slab"/>
                <a:ea typeface="Roboto Slab"/>
                <a:cs typeface="Roboto Slab"/>
                <a:sym typeface="Roboto Slab"/>
              </a:rPr>
              <a:t>Task 2</a:t>
            </a:r>
            <a:endParaRPr sz="1200">
              <a:solidFill>
                <a:schemeClr val="dk1"/>
              </a:solidFill>
              <a:latin typeface="Roboto Slab"/>
              <a:ea typeface="Roboto Slab"/>
              <a:cs typeface="Roboto Slab"/>
              <a:sym typeface="Roboto Slab"/>
            </a:endParaRPr>
          </a:p>
        </p:txBody>
      </p:sp>
      <p:grpSp>
        <p:nvGrpSpPr>
          <p:cNvPr id="450" name="Google Shape;450;p51"/>
          <p:cNvGrpSpPr/>
          <p:nvPr/>
        </p:nvGrpSpPr>
        <p:grpSpPr>
          <a:xfrm>
            <a:off x="6573175" y="2116349"/>
            <a:ext cx="1857591" cy="236700"/>
            <a:chOff x="2395528" y="1389969"/>
            <a:chExt cx="1519502" cy="236700"/>
          </a:xfrm>
        </p:grpSpPr>
        <p:sp>
          <p:nvSpPr>
            <p:cNvPr id="451" name="Google Shape;451;p51"/>
            <p:cNvSpPr/>
            <p:nvPr/>
          </p:nvSpPr>
          <p:spPr>
            <a:xfrm>
              <a:off x="2395530" y="1389969"/>
              <a:ext cx="1519500" cy="2367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latin typeface="IBM Plex Sans"/>
                <a:ea typeface="IBM Plex Sans"/>
                <a:cs typeface="IBM Plex Sans"/>
                <a:sym typeface="IBM Plex Sans"/>
              </a:endParaRPr>
            </a:p>
          </p:txBody>
        </p:sp>
        <p:sp>
          <p:nvSpPr>
            <p:cNvPr id="452" name="Google Shape;452;p51"/>
            <p:cNvSpPr/>
            <p:nvPr/>
          </p:nvSpPr>
          <p:spPr>
            <a:xfrm>
              <a:off x="2395528" y="1389969"/>
              <a:ext cx="1398300" cy="236700"/>
            </a:xfrm>
            <a:prstGeom prst="roundRect">
              <a:avLst>
                <a:gd name="adj"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Saturn is a gas giant</a:t>
              </a:r>
              <a:endParaRPr sz="1200">
                <a:solidFill>
                  <a:schemeClr val="dk1"/>
                </a:solidFill>
                <a:latin typeface="IBM Plex Sans"/>
                <a:ea typeface="IBM Plex Sans"/>
                <a:cs typeface="IBM Plex Sans"/>
                <a:sym typeface="IBM Plex Sans"/>
              </a:endParaRPr>
            </a:p>
          </p:txBody>
        </p:sp>
      </p:grpSp>
      <p:sp>
        <p:nvSpPr>
          <p:cNvPr id="453" name="Google Shape;453;p51"/>
          <p:cNvSpPr/>
          <p:nvPr/>
        </p:nvSpPr>
        <p:spPr>
          <a:xfrm>
            <a:off x="6561654" y="1923920"/>
            <a:ext cx="720000" cy="192300"/>
          </a:xfrm>
          <a:prstGeom prst="roundRect">
            <a:avLst>
              <a:gd name="adj" fmla="val 0"/>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Roboto Slab"/>
                <a:ea typeface="Roboto Slab"/>
                <a:cs typeface="Roboto Slab"/>
                <a:sym typeface="Roboto Slab"/>
              </a:rPr>
              <a:t>Task 3</a:t>
            </a:r>
            <a:endParaRPr sz="1200">
              <a:solidFill>
                <a:schemeClr val="dk1"/>
              </a:solidFill>
              <a:latin typeface="Roboto Slab"/>
              <a:ea typeface="Roboto Slab"/>
              <a:cs typeface="Roboto Slab"/>
              <a:sym typeface="Roboto Slab"/>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Methodology</a:t>
            </a:r>
            <a:endParaRPr/>
          </a:p>
        </p:txBody>
      </p:sp>
      <p:sp>
        <p:nvSpPr>
          <p:cNvPr id="459" name="Google Shape;459;p52"/>
          <p:cNvSpPr txBox="1"/>
          <p:nvPr/>
        </p:nvSpPr>
        <p:spPr>
          <a:xfrm>
            <a:off x="723065" y="1771475"/>
            <a:ext cx="2586300" cy="9330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Mercury is the closest planet to the Sun and the smallest one in the Solar System</a:t>
            </a:r>
            <a:endParaRPr>
              <a:solidFill>
                <a:schemeClr val="dk1"/>
              </a:solidFill>
              <a:latin typeface="IBM Plex Sans"/>
              <a:ea typeface="IBM Plex Sans"/>
              <a:cs typeface="IBM Plex Sans"/>
              <a:sym typeface="IBM Plex Sans"/>
            </a:endParaRPr>
          </a:p>
        </p:txBody>
      </p:sp>
      <p:sp>
        <p:nvSpPr>
          <p:cNvPr id="460" name="Google Shape;460;p52"/>
          <p:cNvSpPr txBox="1"/>
          <p:nvPr/>
        </p:nvSpPr>
        <p:spPr>
          <a:xfrm>
            <a:off x="723065" y="3277800"/>
            <a:ext cx="2586300" cy="9330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Venus has a beautiful name and is the second planet from the Sun. It’s terribly hot</a:t>
            </a:r>
            <a:endParaRPr>
              <a:solidFill>
                <a:schemeClr val="dk1"/>
              </a:solidFill>
              <a:latin typeface="IBM Plex Sans"/>
              <a:ea typeface="IBM Plex Sans"/>
              <a:cs typeface="IBM Plex Sans"/>
              <a:sym typeface="IBM Plex Sans"/>
            </a:endParaRPr>
          </a:p>
        </p:txBody>
      </p:sp>
      <p:sp>
        <p:nvSpPr>
          <p:cNvPr id="461" name="Google Shape;461;p52"/>
          <p:cNvSpPr txBox="1"/>
          <p:nvPr/>
        </p:nvSpPr>
        <p:spPr>
          <a:xfrm>
            <a:off x="3582900" y="2079950"/>
            <a:ext cx="1978200" cy="47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Epidemiology</a:t>
            </a:r>
            <a:endParaRPr sz="2000">
              <a:solidFill>
                <a:schemeClr val="dk1"/>
              </a:solidFill>
              <a:latin typeface="Roboto Slab"/>
              <a:ea typeface="Roboto Slab"/>
              <a:cs typeface="Roboto Slab"/>
              <a:sym typeface="Roboto Slab"/>
            </a:endParaRPr>
          </a:p>
        </p:txBody>
      </p:sp>
      <p:sp>
        <p:nvSpPr>
          <p:cNvPr id="462" name="Google Shape;462;p52"/>
          <p:cNvSpPr txBox="1"/>
          <p:nvPr/>
        </p:nvSpPr>
        <p:spPr>
          <a:xfrm>
            <a:off x="720000" y="1288775"/>
            <a:ext cx="2586300" cy="55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a:solidFill>
                  <a:schemeClr val="dk1"/>
                </a:solidFill>
                <a:latin typeface="Roboto Slab"/>
                <a:ea typeface="Roboto Slab"/>
                <a:cs typeface="Roboto Slab"/>
                <a:sym typeface="Roboto Slab"/>
              </a:rPr>
              <a:t>Type of data</a:t>
            </a:r>
            <a:endParaRPr sz="1800">
              <a:solidFill>
                <a:schemeClr val="dk1"/>
              </a:solidFill>
              <a:latin typeface="Roboto Slab"/>
              <a:ea typeface="Roboto Slab"/>
              <a:cs typeface="Roboto Slab"/>
              <a:sym typeface="Roboto Slab"/>
            </a:endParaRPr>
          </a:p>
        </p:txBody>
      </p:sp>
      <p:sp>
        <p:nvSpPr>
          <p:cNvPr id="463" name="Google Shape;463;p52"/>
          <p:cNvSpPr txBox="1"/>
          <p:nvPr/>
        </p:nvSpPr>
        <p:spPr>
          <a:xfrm>
            <a:off x="720000" y="2795100"/>
            <a:ext cx="2586300" cy="55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a:solidFill>
                  <a:schemeClr val="dk1"/>
                </a:solidFill>
                <a:latin typeface="Roboto Slab"/>
                <a:ea typeface="Roboto Slab"/>
                <a:cs typeface="Roboto Slab"/>
                <a:sym typeface="Roboto Slab"/>
              </a:rPr>
              <a:t>Motives</a:t>
            </a:r>
            <a:endParaRPr sz="1800">
              <a:solidFill>
                <a:schemeClr val="dk1"/>
              </a:solidFill>
              <a:latin typeface="Roboto Slab"/>
              <a:ea typeface="Roboto Slab"/>
              <a:cs typeface="Roboto Slab"/>
              <a:sym typeface="Roboto Slab"/>
            </a:endParaRPr>
          </a:p>
        </p:txBody>
      </p:sp>
      <p:sp>
        <p:nvSpPr>
          <p:cNvPr id="464" name="Google Shape;464;p52"/>
          <p:cNvSpPr txBox="1"/>
          <p:nvPr/>
        </p:nvSpPr>
        <p:spPr>
          <a:xfrm>
            <a:off x="5847536" y="1771475"/>
            <a:ext cx="2583300" cy="9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Despite being red, Mars is actually a cold place. It’s full of iron oxide dust</a:t>
            </a:r>
            <a:endParaRPr>
              <a:solidFill>
                <a:schemeClr val="dk1"/>
              </a:solidFill>
              <a:latin typeface="IBM Plex Sans"/>
              <a:ea typeface="IBM Plex Sans"/>
              <a:cs typeface="IBM Plex Sans"/>
              <a:sym typeface="IBM Plex Sans"/>
            </a:endParaRPr>
          </a:p>
        </p:txBody>
      </p:sp>
      <p:sp>
        <p:nvSpPr>
          <p:cNvPr id="465" name="Google Shape;465;p52"/>
          <p:cNvSpPr txBox="1"/>
          <p:nvPr/>
        </p:nvSpPr>
        <p:spPr>
          <a:xfrm>
            <a:off x="5847536" y="3277800"/>
            <a:ext cx="2583300" cy="9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Jupiter is a gas giant and the biggest planet in the entire Solar System</a:t>
            </a:r>
            <a:endParaRPr>
              <a:solidFill>
                <a:schemeClr val="dk1"/>
              </a:solidFill>
              <a:latin typeface="IBM Plex Sans"/>
              <a:ea typeface="IBM Plex Sans"/>
              <a:cs typeface="IBM Plex Sans"/>
              <a:sym typeface="IBM Plex Sans"/>
            </a:endParaRPr>
          </a:p>
        </p:txBody>
      </p:sp>
      <p:sp>
        <p:nvSpPr>
          <p:cNvPr id="466" name="Google Shape;466;p52"/>
          <p:cNvSpPr txBox="1"/>
          <p:nvPr/>
        </p:nvSpPr>
        <p:spPr>
          <a:xfrm>
            <a:off x="5844475" y="1288775"/>
            <a:ext cx="2583300" cy="55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chemeClr val="dk1"/>
                </a:solidFill>
                <a:latin typeface="Roboto Slab"/>
                <a:ea typeface="Roboto Slab"/>
                <a:cs typeface="Roboto Slab"/>
                <a:sym typeface="Roboto Slab"/>
              </a:rPr>
              <a:t>Data collection</a:t>
            </a:r>
            <a:endParaRPr sz="1800">
              <a:solidFill>
                <a:schemeClr val="dk1"/>
              </a:solidFill>
              <a:latin typeface="Roboto Slab"/>
              <a:ea typeface="Roboto Slab"/>
              <a:cs typeface="Roboto Slab"/>
              <a:sym typeface="Roboto Slab"/>
            </a:endParaRPr>
          </a:p>
        </p:txBody>
      </p:sp>
      <p:sp>
        <p:nvSpPr>
          <p:cNvPr id="467" name="Google Shape;467;p52"/>
          <p:cNvSpPr txBox="1"/>
          <p:nvPr/>
        </p:nvSpPr>
        <p:spPr>
          <a:xfrm>
            <a:off x="5844475" y="2795100"/>
            <a:ext cx="2583300" cy="55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chemeClr val="dk1"/>
                </a:solidFill>
                <a:latin typeface="Roboto Slab"/>
                <a:ea typeface="Roboto Slab"/>
                <a:cs typeface="Roboto Slab"/>
                <a:sym typeface="Roboto Slab"/>
              </a:rPr>
              <a:t>Specific sampling</a:t>
            </a:r>
            <a:endParaRPr sz="1800">
              <a:solidFill>
                <a:schemeClr val="dk1"/>
              </a:solidFill>
              <a:latin typeface="Roboto Slab"/>
              <a:ea typeface="Roboto Slab"/>
              <a:cs typeface="Roboto Slab"/>
              <a:sym typeface="Roboto Slab"/>
            </a:endParaRPr>
          </a:p>
        </p:txBody>
      </p:sp>
      <p:pic>
        <p:nvPicPr>
          <p:cNvPr id="468" name="Google Shape;468;p52"/>
          <p:cNvPicPr preferRelativeResize="0"/>
          <p:nvPr/>
        </p:nvPicPr>
        <p:blipFill>
          <a:blip r:embed="rId3">
            <a:alphaModFix/>
          </a:blip>
          <a:stretch>
            <a:fillRect/>
          </a:stretch>
        </p:blipFill>
        <p:spPr>
          <a:xfrm>
            <a:off x="3609838" y="3515902"/>
            <a:ext cx="1924325" cy="1421945"/>
          </a:xfrm>
          <a:prstGeom prst="rect">
            <a:avLst/>
          </a:prstGeom>
          <a:noFill/>
          <a:ln>
            <a:noFill/>
          </a:ln>
        </p:spPr>
      </p:pic>
      <p:cxnSp>
        <p:nvCxnSpPr>
          <p:cNvPr id="469" name="Google Shape;469;p52"/>
          <p:cNvCxnSpPr>
            <a:stCxn id="461" idx="1"/>
            <a:endCxn id="462" idx="3"/>
          </p:cNvCxnSpPr>
          <p:nvPr/>
        </p:nvCxnSpPr>
        <p:spPr>
          <a:xfrm rot="10800000">
            <a:off x="3306300" y="1568150"/>
            <a:ext cx="276600" cy="750900"/>
          </a:xfrm>
          <a:prstGeom prst="straightConnector1">
            <a:avLst/>
          </a:prstGeom>
          <a:noFill/>
          <a:ln w="19050" cap="flat" cmpd="sng">
            <a:solidFill>
              <a:schemeClr val="dk1"/>
            </a:solidFill>
            <a:prstDash val="solid"/>
            <a:round/>
            <a:headEnd type="none" w="med" len="med"/>
            <a:tailEnd type="none" w="med" len="med"/>
          </a:ln>
        </p:spPr>
      </p:cxnSp>
      <p:cxnSp>
        <p:nvCxnSpPr>
          <p:cNvPr id="470" name="Google Shape;470;p52"/>
          <p:cNvCxnSpPr>
            <a:stCxn id="461" idx="3"/>
            <a:endCxn id="466" idx="1"/>
          </p:cNvCxnSpPr>
          <p:nvPr/>
        </p:nvCxnSpPr>
        <p:spPr>
          <a:xfrm rot="10800000" flipH="1">
            <a:off x="5561100" y="1568150"/>
            <a:ext cx="283500" cy="750900"/>
          </a:xfrm>
          <a:prstGeom prst="straightConnector1">
            <a:avLst/>
          </a:prstGeom>
          <a:noFill/>
          <a:ln w="19050" cap="flat" cmpd="sng">
            <a:solidFill>
              <a:schemeClr val="dk1"/>
            </a:solidFill>
            <a:prstDash val="solid"/>
            <a:round/>
            <a:headEnd type="none" w="med" len="med"/>
            <a:tailEnd type="none" w="med" len="med"/>
          </a:ln>
        </p:spPr>
      </p:cxnSp>
      <p:cxnSp>
        <p:nvCxnSpPr>
          <p:cNvPr id="471" name="Google Shape;471;p52"/>
          <p:cNvCxnSpPr>
            <a:stCxn id="461" idx="1"/>
            <a:endCxn id="463" idx="3"/>
          </p:cNvCxnSpPr>
          <p:nvPr/>
        </p:nvCxnSpPr>
        <p:spPr>
          <a:xfrm flipH="1">
            <a:off x="3306300" y="2319050"/>
            <a:ext cx="276600" cy="755400"/>
          </a:xfrm>
          <a:prstGeom prst="straightConnector1">
            <a:avLst/>
          </a:prstGeom>
          <a:noFill/>
          <a:ln w="19050" cap="flat" cmpd="sng">
            <a:solidFill>
              <a:schemeClr val="dk1"/>
            </a:solidFill>
            <a:prstDash val="solid"/>
            <a:round/>
            <a:headEnd type="none" w="med" len="med"/>
            <a:tailEnd type="none" w="med" len="med"/>
          </a:ln>
        </p:spPr>
      </p:cxnSp>
      <p:cxnSp>
        <p:nvCxnSpPr>
          <p:cNvPr id="472" name="Google Shape;472;p52"/>
          <p:cNvCxnSpPr>
            <a:stCxn id="461" idx="3"/>
            <a:endCxn id="467" idx="1"/>
          </p:cNvCxnSpPr>
          <p:nvPr/>
        </p:nvCxnSpPr>
        <p:spPr>
          <a:xfrm>
            <a:off x="5561100" y="2319050"/>
            <a:ext cx="283500" cy="7554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&amp; development</a:t>
            </a:r>
            <a:endParaRPr/>
          </a:p>
        </p:txBody>
      </p:sp>
      <p:sp>
        <p:nvSpPr>
          <p:cNvPr id="478" name="Google Shape;478;p53"/>
          <p:cNvSpPr txBox="1">
            <a:spLocks noGrp="1"/>
          </p:cNvSpPr>
          <p:nvPr>
            <p:ph type="subTitle" idx="1"/>
          </p:nvPr>
        </p:nvSpPr>
        <p:spPr>
          <a:xfrm>
            <a:off x="4747387" y="1872353"/>
            <a:ext cx="3698100" cy="2736300"/>
          </a:xfrm>
          <a:prstGeom prst="rect">
            <a:avLst/>
          </a:prstGeom>
        </p:spPr>
        <p:txBody>
          <a:bodyPr spcFirstLastPara="1" wrap="square" lIns="91425" tIns="91425" rIns="91425" bIns="91425" anchor="t" anchorCtr="0">
            <a:noAutofit/>
          </a:bodyPr>
          <a:lstStyle/>
          <a:p>
            <a:pPr marL="314325" lvl="0" indent="-317500" algn="l" rtl="0">
              <a:spcBef>
                <a:spcPts val="0"/>
              </a:spcBef>
              <a:spcAft>
                <a:spcPts val="0"/>
              </a:spcAft>
              <a:buSzPts val="1400"/>
              <a:buChar char="●"/>
            </a:pPr>
            <a:r>
              <a:rPr lang="en"/>
              <a:t>Venus has a beautiful name and is the second planet from the Sun. It’s terribly hot—even hotter than Mercury</a:t>
            </a:r>
            <a:endParaRPr/>
          </a:p>
          <a:p>
            <a:pPr marL="314325" lvl="0" indent="-317500" algn="l" rtl="0">
              <a:spcBef>
                <a:spcPts val="1000"/>
              </a:spcBef>
              <a:spcAft>
                <a:spcPts val="0"/>
              </a:spcAft>
              <a:buSzPts val="1400"/>
              <a:buChar char="●"/>
            </a:pPr>
            <a:r>
              <a:rPr lang="en"/>
              <a:t>Saturn is a gas giant and has several rings. This planet is composed mostly of hydrogen and helium</a:t>
            </a:r>
            <a:endParaRPr/>
          </a:p>
          <a:p>
            <a:pPr marL="314325" lvl="0" indent="-317500" algn="l" rtl="0">
              <a:spcBef>
                <a:spcPts val="1000"/>
              </a:spcBef>
              <a:spcAft>
                <a:spcPts val="0"/>
              </a:spcAft>
              <a:buSzPts val="1400"/>
              <a:buChar char="●"/>
            </a:pPr>
            <a:r>
              <a:rPr lang="en"/>
              <a:t>Earth is the third planet from the Sun and the only one that harbors life in the Solar System. This is where we all live</a:t>
            </a:r>
            <a:endParaRPr/>
          </a:p>
          <a:p>
            <a:pPr marL="0" lvl="0" indent="0" algn="l" rtl="0">
              <a:spcBef>
                <a:spcPts val="0"/>
              </a:spcBef>
              <a:spcAft>
                <a:spcPts val="0"/>
              </a:spcAft>
              <a:buNone/>
            </a:pPr>
            <a:endParaRPr/>
          </a:p>
        </p:txBody>
      </p:sp>
      <p:sp>
        <p:nvSpPr>
          <p:cNvPr id="479" name="Google Shape;479;p53"/>
          <p:cNvSpPr txBox="1">
            <a:spLocks noGrp="1"/>
          </p:cNvSpPr>
          <p:nvPr>
            <p:ph type="subTitle" idx="2"/>
          </p:nvPr>
        </p:nvSpPr>
        <p:spPr>
          <a:xfrm>
            <a:off x="726675" y="1872353"/>
            <a:ext cx="3698100" cy="2736300"/>
          </a:xfrm>
          <a:prstGeom prst="rect">
            <a:avLst/>
          </a:prstGeom>
        </p:spPr>
        <p:txBody>
          <a:bodyPr spcFirstLastPara="1" wrap="square" lIns="91425" tIns="91425" rIns="91425" bIns="91425" anchor="ctr" anchorCtr="0">
            <a:noAutofit/>
          </a:bodyPr>
          <a:lstStyle/>
          <a:p>
            <a:pPr marL="257175" lvl="0" indent="-317500" algn="l" rtl="0">
              <a:spcBef>
                <a:spcPts val="0"/>
              </a:spcBef>
              <a:spcAft>
                <a:spcPts val="0"/>
              </a:spcAft>
              <a:buSzPts val="1400"/>
              <a:buChar char="●"/>
            </a:pPr>
            <a:r>
              <a:rPr lang="en"/>
              <a:t>Mercury is the closest planet to the Sun and the smallest one in the Solar System—it’s a bit larger than the Moon</a:t>
            </a:r>
            <a:endParaRPr/>
          </a:p>
          <a:p>
            <a:pPr marL="257175" lvl="0" indent="-317500" algn="l" rtl="0">
              <a:spcBef>
                <a:spcPts val="1000"/>
              </a:spcBef>
              <a:spcAft>
                <a:spcPts val="0"/>
              </a:spcAft>
              <a:buSzPts val="1400"/>
              <a:buChar char="●"/>
            </a:pPr>
            <a:r>
              <a:rPr lang="en"/>
              <a:t>Jupiter is a gas giant, the biggest planet in the Solar System and the fourth-brightest object in the night sky</a:t>
            </a:r>
            <a:endParaRPr/>
          </a:p>
          <a:p>
            <a:pPr marL="257175" lvl="0" indent="-317500" algn="l" rtl="0">
              <a:spcBef>
                <a:spcPts val="1000"/>
              </a:spcBef>
              <a:spcAft>
                <a:spcPts val="0"/>
              </a:spcAft>
              <a:buSzPts val="1400"/>
              <a:buChar char="●"/>
            </a:pPr>
            <a:r>
              <a:rPr lang="en"/>
              <a:t>Neptune is the farthest planet from the Sun. It's also the fourth-largest planet by diameter in the Solar System</a:t>
            </a:r>
            <a:endParaRPr/>
          </a:p>
        </p:txBody>
      </p:sp>
      <p:sp>
        <p:nvSpPr>
          <p:cNvPr id="480" name="Google Shape;480;p53"/>
          <p:cNvSpPr txBox="1">
            <a:spLocks noGrp="1"/>
          </p:cNvSpPr>
          <p:nvPr>
            <p:ph type="subTitle" idx="3"/>
          </p:nvPr>
        </p:nvSpPr>
        <p:spPr>
          <a:xfrm>
            <a:off x="726675" y="1510850"/>
            <a:ext cx="3698100" cy="361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Phase 01</a:t>
            </a:r>
            <a:endParaRPr/>
          </a:p>
        </p:txBody>
      </p:sp>
      <p:sp>
        <p:nvSpPr>
          <p:cNvPr id="481" name="Google Shape;481;p53"/>
          <p:cNvSpPr txBox="1">
            <a:spLocks noGrp="1"/>
          </p:cNvSpPr>
          <p:nvPr>
            <p:ph type="subTitle" idx="4"/>
          </p:nvPr>
        </p:nvSpPr>
        <p:spPr>
          <a:xfrm>
            <a:off x="4747375" y="1510850"/>
            <a:ext cx="3698100" cy="361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Phase 02</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&amp; development</a:t>
            </a:r>
            <a:endParaRPr/>
          </a:p>
        </p:txBody>
      </p:sp>
      <p:sp>
        <p:nvSpPr>
          <p:cNvPr id="487" name="Google Shape;487;p54"/>
          <p:cNvSpPr txBox="1"/>
          <p:nvPr/>
        </p:nvSpPr>
        <p:spPr>
          <a:xfrm>
            <a:off x="713225" y="4277277"/>
            <a:ext cx="7753500" cy="294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a:solidFill>
                  <a:schemeClr val="dk1"/>
                </a:solidFill>
                <a:latin typeface="IBM Plex Sans"/>
                <a:ea typeface="IBM Plex Sans"/>
                <a:cs typeface="IBM Plex Sans"/>
                <a:sym typeface="IBM Plex Sans"/>
              </a:rPr>
              <a:t>Follow the link in the graph to modify its data and then paste the new one here.</a:t>
            </a:r>
            <a:r>
              <a:rPr lang="en" sz="1200" b="1">
                <a:solidFill>
                  <a:schemeClr val="dk1"/>
                </a:solidFill>
                <a:latin typeface="IBM Plex Sans"/>
                <a:ea typeface="IBM Plex Sans"/>
                <a:cs typeface="IBM Plex Sans"/>
                <a:sym typeface="IBM Plex Sans"/>
              </a:rPr>
              <a:t> </a:t>
            </a:r>
            <a:r>
              <a:rPr lang="en" sz="1200" b="1">
                <a:solidFill>
                  <a:schemeClr val="dk1"/>
                </a:solidFill>
                <a:uFill>
                  <a:noFill/>
                </a:uFill>
                <a:latin typeface="IBM Plex Sans"/>
                <a:ea typeface="IBM Plex Sans"/>
                <a:cs typeface="IBM Plex Sans"/>
                <a:sym typeface="IBM Plex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a:solidFill>
                <a:schemeClr val="dk1"/>
              </a:solidFill>
              <a:latin typeface="IBM Plex Sans"/>
              <a:ea typeface="IBM Plex Sans"/>
              <a:cs typeface="IBM Plex Sans"/>
              <a:sym typeface="IBM Plex Sans"/>
            </a:endParaRPr>
          </a:p>
        </p:txBody>
      </p:sp>
      <p:sp>
        <p:nvSpPr>
          <p:cNvPr id="488" name="Google Shape;488;p54"/>
          <p:cNvSpPr txBox="1"/>
          <p:nvPr/>
        </p:nvSpPr>
        <p:spPr>
          <a:xfrm>
            <a:off x="4888275" y="3168387"/>
            <a:ext cx="16584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Mercury</a:t>
            </a:r>
            <a:endParaRPr sz="2000">
              <a:solidFill>
                <a:schemeClr val="dk1"/>
              </a:solidFill>
              <a:latin typeface="Roboto Slab"/>
              <a:ea typeface="Roboto Slab"/>
              <a:cs typeface="Roboto Slab"/>
              <a:sym typeface="Roboto Slab"/>
            </a:endParaRPr>
          </a:p>
        </p:txBody>
      </p:sp>
      <p:sp>
        <p:nvSpPr>
          <p:cNvPr id="489" name="Google Shape;489;p54"/>
          <p:cNvSpPr txBox="1"/>
          <p:nvPr/>
        </p:nvSpPr>
        <p:spPr>
          <a:xfrm>
            <a:off x="4888275" y="3562564"/>
            <a:ext cx="1658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IBM Plex Sans"/>
                <a:ea typeface="IBM Plex Sans"/>
                <a:cs typeface="IBM Plex Sans"/>
                <a:sym typeface="IBM Plex Sans"/>
              </a:rPr>
              <a:t>It’s the closest planet to the Sun</a:t>
            </a:r>
            <a:endParaRPr>
              <a:solidFill>
                <a:schemeClr val="dk1"/>
              </a:solidFill>
              <a:latin typeface="IBM Plex Sans"/>
              <a:ea typeface="IBM Plex Sans"/>
              <a:cs typeface="IBM Plex Sans"/>
              <a:sym typeface="IBM Plex Sans"/>
            </a:endParaRPr>
          </a:p>
        </p:txBody>
      </p:sp>
      <p:sp>
        <p:nvSpPr>
          <p:cNvPr id="490" name="Google Shape;490;p54"/>
          <p:cNvSpPr txBox="1"/>
          <p:nvPr/>
        </p:nvSpPr>
        <p:spPr>
          <a:xfrm>
            <a:off x="6769466" y="3168387"/>
            <a:ext cx="16584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Venus</a:t>
            </a:r>
            <a:endParaRPr sz="2000">
              <a:solidFill>
                <a:schemeClr val="dk1"/>
              </a:solidFill>
              <a:latin typeface="Roboto Slab"/>
              <a:ea typeface="Roboto Slab"/>
              <a:cs typeface="Roboto Slab"/>
              <a:sym typeface="Roboto Slab"/>
            </a:endParaRPr>
          </a:p>
        </p:txBody>
      </p:sp>
      <p:sp>
        <p:nvSpPr>
          <p:cNvPr id="491" name="Google Shape;491;p54"/>
          <p:cNvSpPr txBox="1"/>
          <p:nvPr/>
        </p:nvSpPr>
        <p:spPr>
          <a:xfrm>
            <a:off x="6769466" y="3562564"/>
            <a:ext cx="1658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IBM Plex Sans"/>
                <a:ea typeface="IBM Plex Sans"/>
                <a:cs typeface="IBM Plex Sans"/>
                <a:sym typeface="IBM Plex Sans"/>
              </a:rPr>
              <a:t>Venus has a beautiful name</a:t>
            </a:r>
            <a:endParaRPr>
              <a:solidFill>
                <a:schemeClr val="dk1"/>
              </a:solidFill>
              <a:latin typeface="IBM Plex Sans"/>
              <a:ea typeface="IBM Plex Sans"/>
              <a:cs typeface="IBM Plex Sans"/>
              <a:sym typeface="IBM Plex Sans"/>
            </a:endParaRPr>
          </a:p>
        </p:txBody>
      </p:sp>
      <p:sp>
        <p:nvSpPr>
          <p:cNvPr id="492" name="Google Shape;492;p54"/>
          <p:cNvSpPr txBox="1"/>
          <p:nvPr/>
        </p:nvSpPr>
        <p:spPr>
          <a:xfrm>
            <a:off x="713225" y="1213000"/>
            <a:ext cx="3465600" cy="294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Mercury is the closest planet to the Sun and the smallest one in the Solar System The planet’s name has nothing to do with the liquid metal</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The Sun is the star at the center of the Solar System</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Jupiter is the biggest planet in the entire Solar System</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Saturn is composed mostly of hydrogen and helium</a:t>
            </a:r>
            <a:endParaRPr>
              <a:solidFill>
                <a:schemeClr val="dk1"/>
              </a:solidFill>
              <a:latin typeface="IBM Plex Sans"/>
              <a:ea typeface="IBM Plex Sans"/>
              <a:cs typeface="IBM Plex Sans"/>
              <a:sym typeface="IBM Plex Sans"/>
            </a:endParaRPr>
          </a:p>
        </p:txBody>
      </p:sp>
      <p:pic>
        <p:nvPicPr>
          <p:cNvPr id="493" name="Google Shape;493;p54" title="Gráfico">
            <a:hlinkClick r:id="rId4"/>
          </p:cNvPr>
          <p:cNvPicPr preferRelativeResize="0"/>
          <p:nvPr/>
        </p:nvPicPr>
        <p:blipFill>
          <a:blip r:embed="rId5">
            <a:alphaModFix/>
          </a:blip>
          <a:stretch>
            <a:fillRect/>
          </a:stretch>
        </p:blipFill>
        <p:spPr>
          <a:xfrm>
            <a:off x="4647750" y="1257925"/>
            <a:ext cx="3539726" cy="1865395"/>
          </a:xfrm>
          <a:prstGeom prst="rect">
            <a:avLst/>
          </a:prstGeom>
          <a:noFill/>
          <a:ln>
            <a:noFill/>
          </a:ln>
        </p:spPr>
      </p:pic>
      <p:sp>
        <p:nvSpPr>
          <p:cNvPr id="494" name="Google Shape;494;p54"/>
          <p:cNvSpPr/>
          <p:nvPr/>
        </p:nvSpPr>
        <p:spPr>
          <a:xfrm>
            <a:off x="4679950" y="3314975"/>
            <a:ext cx="208500" cy="2166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5" name="Google Shape;495;p54"/>
          <p:cNvCxnSpPr/>
          <p:nvPr/>
        </p:nvCxnSpPr>
        <p:spPr>
          <a:xfrm rot="10800000">
            <a:off x="4897638" y="1341749"/>
            <a:ext cx="0" cy="1582500"/>
          </a:xfrm>
          <a:prstGeom prst="straightConnector1">
            <a:avLst/>
          </a:prstGeom>
          <a:noFill/>
          <a:ln w="19050" cap="flat" cmpd="sng">
            <a:solidFill>
              <a:schemeClr val="dk1"/>
            </a:solidFill>
            <a:prstDash val="solid"/>
            <a:round/>
            <a:headEnd type="none" w="med" len="med"/>
            <a:tailEnd type="none" w="med" len="med"/>
          </a:ln>
        </p:spPr>
      </p:cxnSp>
      <p:sp>
        <p:nvSpPr>
          <p:cNvPr id="496" name="Google Shape;496;p54"/>
          <p:cNvSpPr/>
          <p:nvPr/>
        </p:nvSpPr>
        <p:spPr>
          <a:xfrm>
            <a:off x="6560975" y="3314975"/>
            <a:ext cx="208500" cy="2166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01" name="Google Shape;501;p55" title="Gráfico">
            <a:hlinkClick r:id="rId3"/>
          </p:cNvPr>
          <p:cNvPicPr preferRelativeResize="0"/>
          <p:nvPr/>
        </p:nvPicPr>
        <p:blipFill>
          <a:blip r:embed="rId4">
            <a:alphaModFix/>
          </a:blip>
          <a:stretch>
            <a:fillRect/>
          </a:stretch>
        </p:blipFill>
        <p:spPr>
          <a:xfrm>
            <a:off x="1192044" y="2740848"/>
            <a:ext cx="6455112" cy="1299275"/>
          </a:xfrm>
          <a:prstGeom prst="rect">
            <a:avLst/>
          </a:prstGeom>
          <a:noFill/>
          <a:ln>
            <a:noFill/>
          </a:ln>
        </p:spPr>
      </p:pic>
      <p:sp>
        <p:nvSpPr>
          <p:cNvPr id="502" name="Google Shape;502;p55"/>
          <p:cNvSpPr/>
          <p:nvPr/>
        </p:nvSpPr>
        <p:spPr>
          <a:xfrm>
            <a:off x="5243919" y="1518124"/>
            <a:ext cx="820200" cy="8202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dk1"/>
                </a:solidFill>
                <a:latin typeface="Roboto Slab"/>
                <a:ea typeface="Roboto Slab"/>
                <a:cs typeface="Roboto Slab"/>
                <a:sym typeface="Roboto Slab"/>
              </a:rPr>
              <a:t>60%</a:t>
            </a:r>
            <a:endParaRPr sz="1100"/>
          </a:p>
        </p:txBody>
      </p:sp>
      <p:sp>
        <p:nvSpPr>
          <p:cNvPr id="503" name="Google Shape;503;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of the results</a:t>
            </a:r>
            <a:endParaRPr/>
          </a:p>
        </p:txBody>
      </p:sp>
      <p:sp>
        <p:nvSpPr>
          <p:cNvPr id="504" name="Google Shape;504;p55"/>
          <p:cNvSpPr txBox="1">
            <a:spLocks noGrp="1"/>
          </p:cNvSpPr>
          <p:nvPr>
            <p:ph type="title" idx="4294967295"/>
          </p:nvPr>
        </p:nvSpPr>
        <p:spPr>
          <a:xfrm>
            <a:off x="6152194" y="1386938"/>
            <a:ext cx="16989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Mars</a:t>
            </a:r>
            <a:endParaRPr sz="2000"/>
          </a:p>
        </p:txBody>
      </p:sp>
      <p:sp>
        <p:nvSpPr>
          <p:cNvPr id="505" name="Google Shape;505;p55"/>
          <p:cNvSpPr txBox="1">
            <a:spLocks noGrp="1"/>
          </p:cNvSpPr>
          <p:nvPr>
            <p:ph type="subTitle" idx="4294967295"/>
          </p:nvPr>
        </p:nvSpPr>
        <p:spPr>
          <a:xfrm>
            <a:off x="6152194" y="1781113"/>
            <a:ext cx="1698900" cy="572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Mars is full of iron oxide dust</a:t>
            </a:r>
            <a:endParaRPr/>
          </a:p>
        </p:txBody>
      </p:sp>
      <p:sp>
        <p:nvSpPr>
          <p:cNvPr id="506" name="Google Shape;506;p55"/>
          <p:cNvSpPr/>
          <p:nvPr/>
        </p:nvSpPr>
        <p:spPr>
          <a:xfrm flipH="1">
            <a:off x="5180854" y="1455529"/>
            <a:ext cx="945300" cy="945300"/>
          </a:xfrm>
          <a:prstGeom prst="blockArc">
            <a:avLst>
              <a:gd name="adj1" fmla="val 3614875"/>
              <a:gd name="adj2" fmla="val 16133813"/>
              <a:gd name="adj3" fmla="val 9996"/>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55"/>
          <p:cNvSpPr txBox="1"/>
          <p:nvPr/>
        </p:nvSpPr>
        <p:spPr>
          <a:xfrm>
            <a:off x="713225" y="4277277"/>
            <a:ext cx="7753500" cy="294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a:solidFill>
                  <a:schemeClr val="dk1"/>
                </a:solidFill>
                <a:latin typeface="IBM Plex Sans"/>
                <a:ea typeface="IBM Plex Sans"/>
                <a:cs typeface="IBM Plex Sans"/>
                <a:sym typeface="IBM Plex Sans"/>
              </a:rPr>
              <a:t>Follow the link in the graph to modify its data and then paste the new one here.</a:t>
            </a:r>
            <a:r>
              <a:rPr lang="en" sz="1200" b="1">
                <a:solidFill>
                  <a:schemeClr val="dk1"/>
                </a:solidFill>
                <a:latin typeface="IBM Plex Sans"/>
                <a:ea typeface="IBM Plex Sans"/>
                <a:cs typeface="IBM Plex Sans"/>
                <a:sym typeface="IBM Plex Sans"/>
              </a:rPr>
              <a:t> </a:t>
            </a:r>
            <a:r>
              <a:rPr lang="en" sz="1200" b="1">
                <a:solidFill>
                  <a:schemeClr val="dk1"/>
                </a:solidFill>
                <a:uFill>
                  <a:noFill/>
                </a:uFill>
                <a:latin typeface="IBM Plex Sans"/>
                <a:ea typeface="IBM Plex Sans"/>
                <a:cs typeface="IBM Plex Sans"/>
                <a:sym typeface="IBM Plex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a:solidFill>
                <a:schemeClr val="dk1"/>
              </a:solidFill>
              <a:latin typeface="IBM Plex Sans"/>
              <a:ea typeface="IBM Plex Sans"/>
              <a:cs typeface="IBM Plex Sans"/>
              <a:sym typeface="IBM Plex Sans"/>
            </a:endParaRPr>
          </a:p>
        </p:txBody>
      </p:sp>
      <p:cxnSp>
        <p:nvCxnSpPr>
          <p:cNvPr id="508" name="Google Shape;508;p55"/>
          <p:cNvCxnSpPr/>
          <p:nvPr/>
        </p:nvCxnSpPr>
        <p:spPr>
          <a:xfrm>
            <a:off x="1534396" y="3787337"/>
            <a:ext cx="6076500" cy="0"/>
          </a:xfrm>
          <a:prstGeom prst="straightConnector1">
            <a:avLst/>
          </a:prstGeom>
          <a:noFill/>
          <a:ln w="19050" cap="flat" cmpd="sng">
            <a:solidFill>
              <a:schemeClr val="dk1"/>
            </a:solidFill>
            <a:prstDash val="solid"/>
            <a:round/>
            <a:headEnd type="none" w="med" len="med"/>
            <a:tailEnd type="none" w="med" len="med"/>
          </a:ln>
        </p:spPr>
      </p:cxnSp>
      <p:sp>
        <p:nvSpPr>
          <p:cNvPr id="509" name="Google Shape;509;p55"/>
          <p:cNvSpPr txBox="1"/>
          <p:nvPr/>
        </p:nvSpPr>
        <p:spPr>
          <a:xfrm>
            <a:off x="1457231" y="1384512"/>
            <a:ext cx="16584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Mercury</a:t>
            </a:r>
            <a:endParaRPr sz="2000">
              <a:solidFill>
                <a:schemeClr val="dk1"/>
              </a:solidFill>
              <a:latin typeface="Roboto Slab"/>
              <a:ea typeface="Roboto Slab"/>
              <a:cs typeface="Roboto Slab"/>
              <a:sym typeface="Roboto Slab"/>
            </a:endParaRPr>
          </a:p>
        </p:txBody>
      </p:sp>
      <p:sp>
        <p:nvSpPr>
          <p:cNvPr id="510" name="Google Shape;510;p55"/>
          <p:cNvSpPr txBox="1"/>
          <p:nvPr/>
        </p:nvSpPr>
        <p:spPr>
          <a:xfrm>
            <a:off x="1457231" y="1778689"/>
            <a:ext cx="1658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IBM Plex Sans"/>
                <a:ea typeface="IBM Plex Sans"/>
                <a:cs typeface="IBM Plex Sans"/>
                <a:sym typeface="IBM Plex Sans"/>
              </a:rPr>
              <a:t>It’s the closest planet to the Sun</a:t>
            </a:r>
            <a:endParaRPr>
              <a:solidFill>
                <a:schemeClr val="dk1"/>
              </a:solidFill>
              <a:latin typeface="IBM Plex Sans"/>
              <a:ea typeface="IBM Plex Sans"/>
              <a:cs typeface="IBM Plex Sans"/>
              <a:sym typeface="IBM Plex Sans"/>
            </a:endParaRPr>
          </a:p>
        </p:txBody>
      </p:sp>
      <p:sp>
        <p:nvSpPr>
          <p:cNvPr id="511" name="Google Shape;511;p55"/>
          <p:cNvSpPr txBox="1"/>
          <p:nvPr/>
        </p:nvSpPr>
        <p:spPr>
          <a:xfrm>
            <a:off x="3460847" y="1384512"/>
            <a:ext cx="16584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Venus</a:t>
            </a:r>
            <a:endParaRPr sz="2000">
              <a:solidFill>
                <a:schemeClr val="dk1"/>
              </a:solidFill>
              <a:latin typeface="Roboto Slab"/>
              <a:ea typeface="Roboto Slab"/>
              <a:cs typeface="Roboto Slab"/>
              <a:sym typeface="Roboto Slab"/>
            </a:endParaRPr>
          </a:p>
        </p:txBody>
      </p:sp>
      <p:sp>
        <p:nvSpPr>
          <p:cNvPr id="512" name="Google Shape;512;p55"/>
          <p:cNvSpPr txBox="1"/>
          <p:nvPr/>
        </p:nvSpPr>
        <p:spPr>
          <a:xfrm>
            <a:off x="3460847" y="1778689"/>
            <a:ext cx="16584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IBM Plex Sans"/>
                <a:ea typeface="IBM Plex Sans"/>
                <a:cs typeface="IBM Plex Sans"/>
                <a:sym typeface="IBM Plex Sans"/>
              </a:rPr>
              <a:t>Venus has a beautiful name</a:t>
            </a:r>
            <a:endParaRPr>
              <a:solidFill>
                <a:schemeClr val="dk1"/>
              </a:solidFill>
              <a:latin typeface="IBM Plex Sans"/>
              <a:ea typeface="IBM Plex Sans"/>
              <a:cs typeface="IBM Plex Sans"/>
              <a:sym typeface="IBM Plex Sans"/>
            </a:endParaRPr>
          </a:p>
        </p:txBody>
      </p:sp>
      <p:sp>
        <p:nvSpPr>
          <p:cNvPr id="513" name="Google Shape;513;p55"/>
          <p:cNvSpPr/>
          <p:nvPr/>
        </p:nvSpPr>
        <p:spPr>
          <a:xfrm>
            <a:off x="1228675" y="1523574"/>
            <a:ext cx="208500" cy="2166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5"/>
          <p:cNvSpPr/>
          <p:nvPr/>
        </p:nvSpPr>
        <p:spPr>
          <a:xfrm>
            <a:off x="3252350" y="1523574"/>
            <a:ext cx="208500" cy="2166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56"/>
          <p:cNvSpPr txBox="1"/>
          <p:nvPr/>
        </p:nvSpPr>
        <p:spPr>
          <a:xfrm flipH="1">
            <a:off x="993040" y="1740225"/>
            <a:ext cx="2059500" cy="4500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a:solidFill>
                  <a:schemeClr val="dk1"/>
                </a:solidFill>
                <a:latin typeface="Roboto Slab"/>
                <a:ea typeface="Roboto Slab"/>
                <a:cs typeface="Roboto Slab"/>
                <a:sym typeface="Roboto Slab"/>
              </a:rPr>
              <a:t>Venus</a:t>
            </a:r>
            <a:endParaRPr sz="2000">
              <a:solidFill>
                <a:schemeClr val="dk1"/>
              </a:solidFill>
              <a:latin typeface="Roboto Slab"/>
              <a:ea typeface="Roboto Slab"/>
              <a:cs typeface="Roboto Slab"/>
              <a:sym typeface="Roboto Slab"/>
            </a:endParaRPr>
          </a:p>
        </p:txBody>
      </p:sp>
      <p:sp>
        <p:nvSpPr>
          <p:cNvPr id="520" name="Google Shape;520;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Diseases spread map</a:t>
            </a:r>
            <a:endParaRPr/>
          </a:p>
        </p:txBody>
      </p:sp>
      <p:sp>
        <p:nvSpPr>
          <p:cNvPr id="521" name="Google Shape;521;p56"/>
          <p:cNvSpPr txBox="1"/>
          <p:nvPr/>
        </p:nvSpPr>
        <p:spPr>
          <a:xfrm flipH="1">
            <a:off x="993051" y="2038893"/>
            <a:ext cx="2059500" cy="57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Venus is the second planet from the Sun</a:t>
            </a:r>
            <a:endParaRPr>
              <a:solidFill>
                <a:schemeClr val="dk1"/>
              </a:solidFill>
              <a:latin typeface="IBM Plex Sans"/>
              <a:ea typeface="IBM Plex Sans"/>
              <a:cs typeface="IBM Plex Sans"/>
              <a:sym typeface="IBM Plex Sans"/>
            </a:endParaRPr>
          </a:p>
        </p:txBody>
      </p:sp>
      <p:grpSp>
        <p:nvGrpSpPr>
          <p:cNvPr id="522" name="Google Shape;522;p56"/>
          <p:cNvGrpSpPr/>
          <p:nvPr/>
        </p:nvGrpSpPr>
        <p:grpSpPr>
          <a:xfrm>
            <a:off x="3146149" y="1627165"/>
            <a:ext cx="5201664" cy="2770736"/>
            <a:chOff x="233350" y="949250"/>
            <a:chExt cx="7137300" cy="3802300"/>
          </a:xfrm>
        </p:grpSpPr>
        <p:sp>
          <p:nvSpPr>
            <p:cNvPr id="523" name="Google Shape;523;p56"/>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6"/>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6"/>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6"/>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6"/>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6"/>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6"/>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56"/>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56"/>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56"/>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6"/>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56"/>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6"/>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6"/>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6"/>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56"/>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56"/>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56"/>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56"/>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56"/>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56"/>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56"/>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56"/>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56"/>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56"/>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6"/>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56"/>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56"/>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56"/>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56"/>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56"/>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56"/>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56"/>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56"/>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56"/>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56"/>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56"/>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56"/>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56"/>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56"/>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56"/>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56"/>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56"/>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56"/>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56"/>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56"/>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56"/>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56"/>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56"/>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56"/>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56"/>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4" name="Google Shape;574;p56"/>
          <p:cNvSpPr txBox="1"/>
          <p:nvPr/>
        </p:nvSpPr>
        <p:spPr>
          <a:xfrm flipH="1">
            <a:off x="992900" y="1227675"/>
            <a:ext cx="734400" cy="4950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b="1">
                <a:solidFill>
                  <a:schemeClr val="dk1"/>
                </a:solidFill>
                <a:latin typeface="Roboto Slab"/>
                <a:ea typeface="Roboto Slab"/>
                <a:cs typeface="Roboto Slab"/>
                <a:sym typeface="Roboto Slab"/>
              </a:rPr>
              <a:t>30%</a:t>
            </a:r>
            <a:endParaRPr sz="2000" b="1">
              <a:solidFill>
                <a:schemeClr val="dk1"/>
              </a:solidFill>
              <a:latin typeface="Roboto Slab"/>
              <a:ea typeface="Roboto Slab"/>
              <a:cs typeface="Roboto Slab"/>
              <a:sym typeface="Roboto Slab"/>
            </a:endParaRPr>
          </a:p>
        </p:txBody>
      </p:sp>
      <p:cxnSp>
        <p:nvCxnSpPr>
          <p:cNvPr id="575" name="Google Shape;575;p56"/>
          <p:cNvCxnSpPr/>
          <p:nvPr/>
        </p:nvCxnSpPr>
        <p:spPr>
          <a:xfrm>
            <a:off x="1047650" y="1663727"/>
            <a:ext cx="559200" cy="0"/>
          </a:xfrm>
          <a:prstGeom prst="straightConnector1">
            <a:avLst/>
          </a:prstGeom>
          <a:noFill/>
          <a:ln w="19050" cap="flat" cmpd="sng">
            <a:solidFill>
              <a:schemeClr val="dk1"/>
            </a:solidFill>
            <a:prstDash val="solid"/>
            <a:round/>
            <a:headEnd type="none" w="med" len="med"/>
            <a:tailEnd type="none" w="med" len="med"/>
          </a:ln>
        </p:spPr>
      </p:cxnSp>
      <p:sp>
        <p:nvSpPr>
          <p:cNvPr id="576" name="Google Shape;576;p56"/>
          <p:cNvSpPr txBox="1"/>
          <p:nvPr/>
        </p:nvSpPr>
        <p:spPr>
          <a:xfrm flipH="1">
            <a:off x="993040" y="3498680"/>
            <a:ext cx="2059500" cy="4500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a:solidFill>
                  <a:schemeClr val="dk1"/>
                </a:solidFill>
                <a:latin typeface="Roboto Slab"/>
                <a:ea typeface="Roboto Slab"/>
                <a:cs typeface="Roboto Slab"/>
                <a:sym typeface="Roboto Slab"/>
              </a:rPr>
              <a:t>Mars</a:t>
            </a:r>
            <a:endParaRPr sz="2000">
              <a:solidFill>
                <a:schemeClr val="dk1"/>
              </a:solidFill>
              <a:latin typeface="Roboto Slab"/>
              <a:ea typeface="Roboto Slab"/>
              <a:cs typeface="Roboto Slab"/>
              <a:sym typeface="Roboto Slab"/>
            </a:endParaRPr>
          </a:p>
        </p:txBody>
      </p:sp>
      <p:sp>
        <p:nvSpPr>
          <p:cNvPr id="577" name="Google Shape;577;p56"/>
          <p:cNvSpPr txBox="1"/>
          <p:nvPr/>
        </p:nvSpPr>
        <p:spPr>
          <a:xfrm flipH="1">
            <a:off x="993051" y="3797348"/>
            <a:ext cx="2059500" cy="57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Despite being red, Mars is a cold place</a:t>
            </a:r>
            <a:endParaRPr>
              <a:solidFill>
                <a:schemeClr val="dk1"/>
              </a:solidFill>
              <a:latin typeface="IBM Plex Sans"/>
              <a:ea typeface="IBM Plex Sans"/>
              <a:cs typeface="IBM Plex Sans"/>
              <a:sym typeface="IBM Plex Sans"/>
            </a:endParaRPr>
          </a:p>
        </p:txBody>
      </p:sp>
      <p:sp>
        <p:nvSpPr>
          <p:cNvPr id="578" name="Google Shape;578;p56"/>
          <p:cNvSpPr txBox="1"/>
          <p:nvPr/>
        </p:nvSpPr>
        <p:spPr>
          <a:xfrm flipH="1">
            <a:off x="992900" y="2986125"/>
            <a:ext cx="734400" cy="4950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b="1">
                <a:solidFill>
                  <a:schemeClr val="dk1"/>
                </a:solidFill>
                <a:latin typeface="Roboto Slab"/>
                <a:ea typeface="Roboto Slab"/>
                <a:cs typeface="Roboto Slab"/>
                <a:sym typeface="Roboto Slab"/>
              </a:rPr>
              <a:t>70%</a:t>
            </a:r>
            <a:endParaRPr sz="2000" b="1">
              <a:solidFill>
                <a:schemeClr val="dk1"/>
              </a:solidFill>
              <a:latin typeface="Roboto Slab"/>
              <a:ea typeface="Roboto Slab"/>
              <a:cs typeface="Roboto Slab"/>
              <a:sym typeface="Roboto Slab"/>
            </a:endParaRPr>
          </a:p>
        </p:txBody>
      </p:sp>
      <p:cxnSp>
        <p:nvCxnSpPr>
          <p:cNvPr id="579" name="Google Shape;579;p56"/>
          <p:cNvCxnSpPr/>
          <p:nvPr/>
        </p:nvCxnSpPr>
        <p:spPr>
          <a:xfrm>
            <a:off x="1047650" y="3422177"/>
            <a:ext cx="559200" cy="0"/>
          </a:xfrm>
          <a:prstGeom prst="straightConnector1">
            <a:avLst/>
          </a:prstGeom>
          <a:noFill/>
          <a:ln w="19050" cap="flat" cmpd="sng">
            <a:solidFill>
              <a:schemeClr val="dk1"/>
            </a:solidFill>
            <a:prstDash val="solid"/>
            <a:round/>
            <a:headEnd type="none" w="med" len="med"/>
            <a:tailEnd type="none" w="med" len="med"/>
          </a:ln>
        </p:spPr>
      </p:cxnSp>
      <p:sp>
        <p:nvSpPr>
          <p:cNvPr id="580" name="Google Shape;580;p56"/>
          <p:cNvSpPr/>
          <p:nvPr/>
        </p:nvSpPr>
        <p:spPr>
          <a:xfrm>
            <a:off x="7063175" y="2133625"/>
            <a:ext cx="495000" cy="495000"/>
          </a:xfrm>
          <a:prstGeom prst="ellipse">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56"/>
          <p:cNvSpPr/>
          <p:nvPr/>
        </p:nvSpPr>
        <p:spPr>
          <a:xfrm>
            <a:off x="6831925" y="2508075"/>
            <a:ext cx="162900" cy="162900"/>
          </a:xfrm>
          <a:prstGeom prst="ellipse">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56"/>
          <p:cNvSpPr/>
          <p:nvPr/>
        </p:nvSpPr>
        <p:spPr>
          <a:xfrm>
            <a:off x="3985200" y="3042000"/>
            <a:ext cx="312600" cy="3126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56"/>
          <p:cNvSpPr/>
          <p:nvPr/>
        </p:nvSpPr>
        <p:spPr>
          <a:xfrm>
            <a:off x="4333625" y="3042000"/>
            <a:ext cx="162900" cy="1629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56"/>
          <p:cNvSpPr/>
          <p:nvPr/>
        </p:nvSpPr>
        <p:spPr>
          <a:xfrm>
            <a:off x="4167575" y="3249900"/>
            <a:ext cx="495000" cy="49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56"/>
          <p:cNvSpPr/>
          <p:nvPr/>
        </p:nvSpPr>
        <p:spPr>
          <a:xfrm>
            <a:off x="5707200" y="2087225"/>
            <a:ext cx="312600" cy="3126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56"/>
          <p:cNvSpPr/>
          <p:nvPr/>
        </p:nvSpPr>
        <p:spPr>
          <a:xfrm>
            <a:off x="5652475" y="2937288"/>
            <a:ext cx="495000" cy="495000"/>
          </a:xfrm>
          <a:prstGeom prst="ellipse">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56"/>
          <p:cNvSpPr/>
          <p:nvPr/>
        </p:nvSpPr>
        <p:spPr>
          <a:xfrm>
            <a:off x="5906575" y="2670975"/>
            <a:ext cx="312600" cy="312600"/>
          </a:xfrm>
          <a:prstGeom prst="ellipse">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56"/>
          <p:cNvSpPr/>
          <p:nvPr/>
        </p:nvSpPr>
        <p:spPr>
          <a:xfrm>
            <a:off x="5743675" y="2718888"/>
            <a:ext cx="162900" cy="162900"/>
          </a:xfrm>
          <a:prstGeom prst="ellipse">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56"/>
          <p:cNvSpPr/>
          <p:nvPr/>
        </p:nvSpPr>
        <p:spPr>
          <a:xfrm>
            <a:off x="3949350" y="2417000"/>
            <a:ext cx="162900" cy="162900"/>
          </a:xfrm>
          <a:prstGeom prst="ellipse">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56"/>
          <p:cNvSpPr/>
          <p:nvPr/>
        </p:nvSpPr>
        <p:spPr>
          <a:xfrm>
            <a:off x="3743550" y="2088350"/>
            <a:ext cx="162900" cy="1629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56"/>
          <p:cNvSpPr/>
          <p:nvPr/>
        </p:nvSpPr>
        <p:spPr>
          <a:xfrm rot="8731018">
            <a:off x="7572467" y="3613437"/>
            <a:ext cx="312631" cy="312631"/>
          </a:xfrm>
          <a:prstGeom prst="ellipse">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56"/>
          <p:cNvSpPr/>
          <p:nvPr/>
        </p:nvSpPr>
        <p:spPr>
          <a:xfrm rot="8729489">
            <a:off x="7858307" y="3575809"/>
            <a:ext cx="163098" cy="163098"/>
          </a:xfrm>
          <a:prstGeom prst="ellipse">
            <a:avLst/>
          </a:prstGeom>
          <a:solidFill>
            <a:srgbClr val="D0E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56"/>
          <p:cNvSpPr/>
          <p:nvPr/>
        </p:nvSpPr>
        <p:spPr>
          <a:xfrm>
            <a:off x="713225" y="1803389"/>
            <a:ext cx="208500" cy="216600"/>
          </a:xfrm>
          <a:prstGeom prst="roundRect">
            <a:avLst>
              <a:gd name="adj"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56"/>
          <p:cNvSpPr/>
          <p:nvPr/>
        </p:nvSpPr>
        <p:spPr>
          <a:xfrm>
            <a:off x="713225" y="3549039"/>
            <a:ext cx="208500" cy="2166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Discussion</a:t>
            </a:r>
            <a:endParaRPr/>
          </a:p>
        </p:txBody>
      </p:sp>
      <p:sp>
        <p:nvSpPr>
          <p:cNvPr id="600" name="Google Shape;600;p57"/>
          <p:cNvSpPr txBox="1"/>
          <p:nvPr/>
        </p:nvSpPr>
        <p:spPr>
          <a:xfrm>
            <a:off x="720000" y="1548350"/>
            <a:ext cx="3962700" cy="306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Despite being red, Mars is actually a cold place. It's full of iron oxide dust, which gives the planet its reddish cast. Earth is the third planet from the Sun and the only one that harbors life in the Solar System. This is where we all live:</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Ceres is located in the main asteroid belt</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The Moon is Earth’s natural satellite</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Neptune is very far away from us</a:t>
            </a:r>
            <a:endParaRPr>
              <a:solidFill>
                <a:schemeClr val="dk1"/>
              </a:solidFill>
              <a:latin typeface="IBM Plex Sans"/>
              <a:ea typeface="IBM Plex Sans"/>
              <a:cs typeface="IBM Plex Sans"/>
              <a:sym typeface="IBM Plex Sans"/>
            </a:endParaRPr>
          </a:p>
          <a:p>
            <a:pPr marL="457200" lvl="0" indent="-317500" algn="l" rtl="0">
              <a:lnSpc>
                <a:spcPct val="115000"/>
              </a:lnSpc>
              <a:spcBef>
                <a:spcPts val="1000"/>
              </a:spcBef>
              <a:spcAft>
                <a:spcPts val="0"/>
              </a:spcAft>
              <a:buClr>
                <a:schemeClr val="dk2"/>
              </a:buClr>
              <a:buSzPts val="1400"/>
              <a:buFont typeface="IBM Plex Sans"/>
              <a:buChar char="●"/>
            </a:pPr>
            <a:r>
              <a:rPr lang="en">
                <a:solidFill>
                  <a:schemeClr val="dk1"/>
                </a:solidFill>
                <a:latin typeface="IBM Plex Sans"/>
                <a:ea typeface="IBM Plex Sans"/>
                <a:cs typeface="IBM Plex Sans"/>
                <a:sym typeface="IBM Plex Sans"/>
              </a:rPr>
              <a:t>Pluto is now considered a dwarf planet</a:t>
            </a:r>
            <a:endParaRPr>
              <a:solidFill>
                <a:schemeClr val="dk1"/>
              </a:solidFill>
              <a:latin typeface="IBM Plex Sans"/>
              <a:ea typeface="IBM Plex Sans"/>
              <a:cs typeface="IBM Plex Sans"/>
              <a:sym typeface="IBM Plex Sans"/>
            </a:endParaRPr>
          </a:p>
          <a:p>
            <a:pPr marL="0" lvl="0" indent="0" algn="l" rtl="0">
              <a:lnSpc>
                <a:spcPct val="115000"/>
              </a:lnSpc>
              <a:spcBef>
                <a:spcPts val="1000"/>
              </a:spcBef>
              <a:spcAft>
                <a:spcPts val="0"/>
              </a:spcAft>
              <a:buNone/>
            </a:pPr>
            <a:endParaRPr>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None/>
            </a:pPr>
            <a:endParaRPr>
              <a:solidFill>
                <a:schemeClr val="dk1"/>
              </a:solidFill>
              <a:latin typeface="IBM Plex Sans"/>
              <a:ea typeface="IBM Plex Sans"/>
              <a:cs typeface="IBM Plex Sans"/>
              <a:sym typeface="IBM Plex Sans"/>
            </a:endParaRPr>
          </a:p>
        </p:txBody>
      </p:sp>
      <p:sp>
        <p:nvSpPr>
          <p:cNvPr id="601" name="Google Shape;601;p57"/>
          <p:cNvSpPr txBox="1"/>
          <p:nvPr/>
        </p:nvSpPr>
        <p:spPr>
          <a:xfrm>
            <a:off x="720000" y="1199750"/>
            <a:ext cx="2509200" cy="34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Mars</a:t>
            </a:r>
            <a:endParaRPr sz="2000">
              <a:solidFill>
                <a:schemeClr val="dk1"/>
              </a:solidFill>
              <a:latin typeface="Roboto Slab"/>
              <a:ea typeface="Roboto Slab"/>
              <a:cs typeface="Roboto Slab"/>
              <a:sym typeface="Roboto Slab"/>
            </a:endParaRPr>
          </a:p>
        </p:txBody>
      </p:sp>
      <p:sp>
        <p:nvSpPr>
          <p:cNvPr id="602" name="Google Shape;602;p57"/>
          <p:cNvSpPr txBox="1"/>
          <p:nvPr/>
        </p:nvSpPr>
        <p:spPr>
          <a:xfrm>
            <a:off x="5772175" y="1477780"/>
            <a:ext cx="1950300" cy="34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2000">
                <a:solidFill>
                  <a:schemeClr val="dk1"/>
                </a:solidFill>
                <a:latin typeface="Roboto Slab"/>
                <a:ea typeface="Roboto Slab"/>
                <a:cs typeface="Roboto Slab"/>
                <a:sym typeface="Roboto Slab"/>
              </a:rPr>
              <a:t>Discussion 1</a:t>
            </a:r>
            <a:endParaRPr sz="2000">
              <a:solidFill>
                <a:schemeClr val="dk1"/>
              </a:solidFill>
              <a:latin typeface="Roboto Slab"/>
              <a:ea typeface="Roboto Slab"/>
              <a:cs typeface="Roboto Slab"/>
              <a:sym typeface="Roboto Slab"/>
            </a:endParaRPr>
          </a:p>
        </p:txBody>
      </p:sp>
      <p:sp>
        <p:nvSpPr>
          <p:cNvPr id="603" name="Google Shape;603;p57"/>
          <p:cNvSpPr txBox="1"/>
          <p:nvPr/>
        </p:nvSpPr>
        <p:spPr>
          <a:xfrm>
            <a:off x="5772175" y="1756599"/>
            <a:ext cx="2658600" cy="117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Mercury is the closest planet to the Sun and the smallest one in the Solar System—it’s only a bit larger than the Moon</a:t>
            </a:r>
            <a:endParaRPr>
              <a:solidFill>
                <a:schemeClr val="dk1"/>
              </a:solidFill>
              <a:latin typeface="IBM Plex Sans"/>
              <a:ea typeface="IBM Plex Sans"/>
              <a:cs typeface="IBM Plex Sans"/>
              <a:sym typeface="IBM Plex Sans"/>
            </a:endParaRPr>
          </a:p>
        </p:txBody>
      </p:sp>
      <p:sp>
        <p:nvSpPr>
          <p:cNvPr id="604" name="Google Shape;604;p57"/>
          <p:cNvSpPr txBox="1"/>
          <p:nvPr/>
        </p:nvSpPr>
        <p:spPr>
          <a:xfrm>
            <a:off x="5772175" y="2999733"/>
            <a:ext cx="1950300" cy="34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latin typeface="Roboto Slab"/>
                <a:ea typeface="Roboto Slab"/>
                <a:cs typeface="Roboto Slab"/>
                <a:sym typeface="Roboto Slab"/>
              </a:rPr>
              <a:t>Discussion 2</a:t>
            </a:r>
            <a:endParaRPr sz="2000">
              <a:solidFill>
                <a:schemeClr val="dk1"/>
              </a:solidFill>
              <a:latin typeface="Roboto Slab"/>
              <a:ea typeface="Roboto Slab"/>
              <a:cs typeface="Roboto Slab"/>
              <a:sym typeface="Roboto Slab"/>
            </a:endParaRPr>
          </a:p>
        </p:txBody>
      </p:sp>
      <p:sp>
        <p:nvSpPr>
          <p:cNvPr id="605" name="Google Shape;605;p57"/>
          <p:cNvSpPr txBox="1"/>
          <p:nvPr/>
        </p:nvSpPr>
        <p:spPr>
          <a:xfrm>
            <a:off x="5772175" y="3278575"/>
            <a:ext cx="2658600" cy="117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Venus has a beautiful name and is the second planet from the Sun. It’s terribly hot—even hotter than Mercury</a:t>
            </a:r>
            <a:endParaRPr>
              <a:solidFill>
                <a:schemeClr val="dk1"/>
              </a:solidFill>
              <a:latin typeface="IBM Plex Sans"/>
              <a:ea typeface="IBM Plex Sans"/>
              <a:cs typeface="IBM Plex Sans"/>
              <a:sym typeface="IBM Plex Sans"/>
            </a:endParaRPr>
          </a:p>
        </p:txBody>
      </p:sp>
      <p:sp>
        <p:nvSpPr>
          <p:cNvPr id="606" name="Google Shape;606;p57"/>
          <p:cNvSpPr txBox="1">
            <a:spLocks noGrp="1"/>
          </p:cNvSpPr>
          <p:nvPr>
            <p:ph type="title" idx="4294967295"/>
          </p:nvPr>
        </p:nvSpPr>
        <p:spPr>
          <a:xfrm>
            <a:off x="4825025" y="1325387"/>
            <a:ext cx="901200" cy="76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t>01</a:t>
            </a:r>
            <a:endParaRPr sz="4500" b="1"/>
          </a:p>
        </p:txBody>
      </p:sp>
      <p:cxnSp>
        <p:nvCxnSpPr>
          <p:cNvPr id="607" name="Google Shape;607;p57"/>
          <p:cNvCxnSpPr/>
          <p:nvPr/>
        </p:nvCxnSpPr>
        <p:spPr>
          <a:xfrm>
            <a:off x="4956400" y="2190537"/>
            <a:ext cx="624900" cy="0"/>
          </a:xfrm>
          <a:prstGeom prst="straightConnector1">
            <a:avLst/>
          </a:prstGeom>
          <a:noFill/>
          <a:ln w="19050" cap="flat" cmpd="sng">
            <a:solidFill>
              <a:schemeClr val="dk1"/>
            </a:solidFill>
            <a:prstDash val="solid"/>
            <a:round/>
            <a:headEnd type="none" w="med" len="med"/>
            <a:tailEnd type="none" w="med" len="med"/>
          </a:ln>
        </p:spPr>
      </p:cxnSp>
      <p:sp>
        <p:nvSpPr>
          <p:cNvPr id="608" name="Google Shape;608;p57"/>
          <p:cNvSpPr txBox="1">
            <a:spLocks noGrp="1"/>
          </p:cNvSpPr>
          <p:nvPr>
            <p:ph type="title" idx="4294967295"/>
          </p:nvPr>
        </p:nvSpPr>
        <p:spPr>
          <a:xfrm>
            <a:off x="4825025" y="2847337"/>
            <a:ext cx="901200" cy="76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t>02</a:t>
            </a:r>
            <a:endParaRPr sz="4500" b="1"/>
          </a:p>
        </p:txBody>
      </p:sp>
      <p:cxnSp>
        <p:nvCxnSpPr>
          <p:cNvPr id="609" name="Google Shape;609;p57"/>
          <p:cNvCxnSpPr/>
          <p:nvPr/>
        </p:nvCxnSpPr>
        <p:spPr>
          <a:xfrm>
            <a:off x="4956400" y="3712487"/>
            <a:ext cx="6249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Epidemiology study steps</a:t>
            </a:r>
            <a:endParaRPr/>
          </a:p>
        </p:txBody>
      </p:sp>
      <p:sp>
        <p:nvSpPr>
          <p:cNvPr id="615" name="Google Shape;615;p58"/>
          <p:cNvSpPr txBox="1"/>
          <p:nvPr/>
        </p:nvSpPr>
        <p:spPr>
          <a:xfrm>
            <a:off x="977513" y="2202537"/>
            <a:ext cx="1658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Identify</a:t>
            </a:r>
            <a:endParaRPr sz="2000">
              <a:solidFill>
                <a:schemeClr val="dk1"/>
              </a:solidFill>
              <a:latin typeface="Roboto Slab"/>
              <a:ea typeface="Roboto Slab"/>
              <a:cs typeface="Roboto Slab"/>
              <a:sym typeface="Roboto Slab"/>
            </a:endParaRPr>
          </a:p>
        </p:txBody>
      </p:sp>
      <p:sp>
        <p:nvSpPr>
          <p:cNvPr id="616" name="Google Shape;616;p58"/>
          <p:cNvSpPr txBox="1"/>
          <p:nvPr/>
        </p:nvSpPr>
        <p:spPr>
          <a:xfrm>
            <a:off x="977513" y="1660814"/>
            <a:ext cx="16584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Mercury is a very small planet</a:t>
            </a:r>
            <a:endParaRPr>
              <a:solidFill>
                <a:schemeClr val="dk1"/>
              </a:solidFill>
              <a:latin typeface="IBM Plex Sans"/>
              <a:ea typeface="IBM Plex Sans"/>
              <a:cs typeface="IBM Plex Sans"/>
              <a:sym typeface="IBM Plex Sans"/>
            </a:endParaRPr>
          </a:p>
        </p:txBody>
      </p:sp>
      <p:sp>
        <p:nvSpPr>
          <p:cNvPr id="617" name="Google Shape;617;p58"/>
          <p:cNvSpPr txBox="1"/>
          <p:nvPr/>
        </p:nvSpPr>
        <p:spPr>
          <a:xfrm>
            <a:off x="3742800" y="2202537"/>
            <a:ext cx="1658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Response</a:t>
            </a:r>
            <a:endParaRPr sz="2000">
              <a:solidFill>
                <a:schemeClr val="dk1"/>
              </a:solidFill>
              <a:latin typeface="Roboto Slab"/>
              <a:ea typeface="Roboto Slab"/>
              <a:cs typeface="Roboto Slab"/>
              <a:sym typeface="Roboto Slab"/>
            </a:endParaRPr>
          </a:p>
        </p:txBody>
      </p:sp>
      <p:sp>
        <p:nvSpPr>
          <p:cNvPr id="618" name="Google Shape;618;p58"/>
          <p:cNvSpPr txBox="1"/>
          <p:nvPr/>
        </p:nvSpPr>
        <p:spPr>
          <a:xfrm>
            <a:off x="3742800" y="1660814"/>
            <a:ext cx="16584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Mars is full of iron oxide dust</a:t>
            </a:r>
            <a:endParaRPr>
              <a:solidFill>
                <a:schemeClr val="dk1"/>
              </a:solidFill>
              <a:latin typeface="IBM Plex Sans"/>
              <a:ea typeface="IBM Plex Sans"/>
              <a:cs typeface="IBM Plex Sans"/>
              <a:sym typeface="IBM Plex Sans"/>
            </a:endParaRPr>
          </a:p>
        </p:txBody>
      </p:sp>
      <p:sp>
        <p:nvSpPr>
          <p:cNvPr id="619" name="Google Shape;619;p58"/>
          <p:cNvSpPr txBox="1"/>
          <p:nvPr/>
        </p:nvSpPr>
        <p:spPr>
          <a:xfrm>
            <a:off x="6508063" y="2202537"/>
            <a:ext cx="1658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Monitor</a:t>
            </a:r>
            <a:endParaRPr sz="2000">
              <a:solidFill>
                <a:schemeClr val="dk1"/>
              </a:solidFill>
              <a:latin typeface="Roboto Slab"/>
              <a:ea typeface="Roboto Slab"/>
              <a:cs typeface="Roboto Slab"/>
              <a:sym typeface="Roboto Slab"/>
            </a:endParaRPr>
          </a:p>
        </p:txBody>
      </p:sp>
      <p:sp>
        <p:nvSpPr>
          <p:cNvPr id="620" name="Google Shape;620;p58"/>
          <p:cNvSpPr txBox="1"/>
          <p:nvPr/>
        </p:nvSpPr>
        <p:spPr>
          <a:xfrm>
            <a:off x="6508063" y="1660814"/>
            <a:ext cx="16584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Neptune is far away from us</a:t>
            </a:r>
            <a:endParaRPr>
              <a:solidFill>
                <a:schemeClr val="dk1"/>
              </a:solidFill>
              <a:latin typeface="IBM Plex Sans"/>
              <a:ea typeface="IBM Plex Sans"/>
              <a:cs typeface="IBM Plex Sans"/>
              <a:sym typeface="IBM Plex Sans"/>
            </a:endParaRPr>
          </a:p>
        </p:txBody>
      </p:sp>
      <p:sp>
        <p:nvSpPr>
          <p:cNvPr id="621" name="Google Shape;621;p58"/>
          <p:cNvSpPr txBox="1"/>
          <p:nvPr/>
        </p:nvSpPr>
        <p:spPr>
          <a:xfrm>
            <a:off x="2342538" y="3327937"/>
            <a:ext cx="1658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Caracterize</a:t>
            </a:r>
            <a:endParaRPr sz="2000">
              <a:solidFill>
                <a:schemeClr val="dk1"/>
              </a:solidFill>
              <a:latin typeface="Roboto Slab"/>
              <a:ea typeface="Roboto Slab"/>
              <a:cs typeface="Roboto Slab"/>
              <a:sym typeface="Roboto Slab"/>
            </a:endParaRPr>
          </a:p>
        </p:txBody>
      </p:sp>
      <p:sp>
        <p:nvSpPr>
          <p:cNvPr id="622" name="Google Shape;622;p58"/>
          <p:cNvSpPr txBox="1"/>
          <p:nvPr/>
        </p:nvSpPr>
        <p:spPr>
          <a:xfrm>
            <a:off x="2342538" y="3722114"/>
            <a:ext cx="16584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Earth is the planet with life</a:t>
            </a:r>
            <a:endParaRPr>
              <a:solidFill>
                <a:schemeClr val="dk1"/>
              </a:solidFill>
              <a:latin typeface="IBM Plex Sans"/>
              <a:ea typeface="IBM Plex Sans"/>
              <a:cs typeface="IBM Plex Sans"/>
              <a:sym typeface="IBM Plex Sans"/>
            </a:endParaRPr>
          </a:p>
        </p:txBody>
      </p:sp>
      <p:sp>
        <p:nvSpPr>
          <p:cNvPr id="623" name="Google Shape;623;p58"/>
          <p:cNvSpPr txBox="1"/>
          <p:nvPr/>
        </p:nvSpPr>
        <p:spPr>
          <a:xfrm>
            <a:off x="5143038" y="3327937"/>
            <a:ext cx="16584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Roboto Slab"/>
                <a:ea typeface="Roboto Slab"/>
                <a:cs typeface="Roboto Slab"/>
                <a:sym typeface="Roboto Slab"/>
              </a:rPr>
              <a:t>Develop</a:t>
            </a:r>
            <a:endParaRPr sz="2000">
              <a:solidFill>
                <a:schemeClr val="dk1"/>
              </a:solidFill>
              <a:latin typeface="Roboto Slab"/>
              <a:ea typeface="Roboto Slab"/>
              <a:cs typeface="Roboto Slab"/>
              <a:sym typeface="Roboto Slab"/>
            </a:endParaRPr>
          </a:p>
        </p:txBody>
      </p:sp>
      <p:sp>
        <p:nvSpPr>
          <p:cNvPr id="624" name="Google Shape;624;p58"/>
          <p:cNvSpPr txBox="1"/>
          <p:nvPr/>
        </p:nvSpPr>
        <p:spPr>
          <a:xfrm>
            <a:off x="5143038" y="3722114"/>
            <a:ext cx="16584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IBM Plex Sans"/>
                <a:ea typeface="IBM Plex Sans"/>
                <a:cs typeface="IBM Plex Sans"/>
                <a:sym typeface="IBM Plex Sans"/>
              </a:rPr>
              <a:t>Venus is a very hot planet</a:t>
            </a:r>
            <a:endParaRPr>
              <a:solidFill>
                <a:schemeClr val="dk1"/>
              </a:solidFill>
              <a:latin typeface="IBM Plex Sans"/>
              <a:ea typeface="IBM Plex Sans"/>
              <a:cs typeface="IBM Plex Sans"/>
              <a:sym typeface="IBM Plex Sans"/>
            </a:endParaRPr>
          </a:p>
        </p:txBody>
      </p:sp>
      <p:cxnSp>
        <p:nvCxnSpPr>
          <p:cNvPr id="625" name="Google Shape;625;p58"/>
          <p:cNvCxnSpPr/>
          <p:nvPr/>
        </p:nvCxnSpPr>
        <p:spPr>
          <a:xfrm>
            <a:off x="1491556" y="3567987"/>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26" name="Google Shape;626;p58"/>
          <p:cNvCxnSpPr/>
          <p:nvPr/>
        </p:nvCxnSpPr>
        <p:spPr>
          <a:xfrm>
            <a:off x="2859288" y="2958387"/>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27" name="Google Shape;627;p58"/>
          <p:cNvCxnSpPr/>
          <p:nvPr/>
        </p:nvCxnSpPr>
        <p:spPr>
          <a:xfrm>
            <a:off x="5659806" y="2958387"/>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28" name="Google Shape;628;p58"/>
          <p:cNvCxnSpPr/>
          <p:nvPr/>
        </p:nvCxnSpPr>
        <p:spPr>
          <a:xfrm>
            <a:off x="4259550" y="3567987"/>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29" name="Google Shape;629;p58"/>
          <p:cNvCxnSpPr/>
          <p:nvPr/>
        </p:nvCxnSpPr>
        <p:spPr>
          <a:xfrm>
            <a:off x="7024819" y="3567987"/>
            <a:ext cx="624900" cy="0"/>
          </a:xfrm>
          <a:prstGeom prst="straightConnector1">
            <a:avLst/>
          </a:prstGeom>
          <a:noFill/>
          <a:ln w="19050" cap="flat" cmpd="sng">
            <a:solidFill>
              <a:schemeClr val="dk1"/>
            </a:solidFill>
            <a:prstDash val="solid"/>
            <a:round/>
            <a:headEnd type="none" w="med" len="med"/>
            <a:tailEnd type="none" w="med" len="med"/>
          </a:ln>
        </p:spPr>
      </p:cxnSp>
      <p:sp>
        <p:nvSpPr>
          <p:cNvPr id="630" name="Google Shape;630;p58"/>
          <p:cNvSpPr txBox="1">
            <a:spLocks noGrp="1"/>
          </p:cNvSpPr>
          <p:nvPr>
            <p:ph type="title" idx="4294967295"/>
          </p:nvPr>
        </p:nvSpPr>
        <p:spPr>
          <a:xfrm>
            <a:off x="2721138" y="2341272"/>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02</a:t>
            </a:r>
            <a:endParaRPr sz="3000" b="1"/>
          </a:p>
        </p:txBody>
      </p:sp>
      <p:sp>
        <p:nvSpPr>
          <p:cNvPr id="631" name="Google Shape;631;p58"/>
          <p:cNvSpPr txBox="1">
            <a:spLocks noGrp="1"/>
          </p:cNvSpPr>
          <p:nvPr>
            <p:ph type="title" idx="4294967295"/>
          </p:nvPr>
        </p:nvSpPr>
        <p:spPr>
          <a:xfrm>
            <a:off x="4121400" y="2958372"/>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03</a:t>
            </a:r>
            <a:endParaRPr sz="3000" b="1"/>
          </a:p>
        </p:txBody>
      </p:sp>
      <p:sp>
        <p:nvSpPr>
          <p:cNvPr id="632" name="Google Shape;632;p58"/>
          <p:cNvSpPr txBox="1">
            <a:spLocks noGrp="1"/>
          </p:cNvSpPr>
          <p:nvPr>
            <p:ph type="title" idx="4294967295"/>
          </p:nvPr>
        </p:nvSpPr>
        <p:spPr>
          <a:xfrm>
            <a:off x="5521650" y="2341272"/>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04</a:t>
            </a:r>
            <a:endParaRPr sz="3000" b="1"/>
          </a:p>
        </p:txBody>
      </p:sp>
      <p:sp>
        <p:nvSpPr>
          <p:cNvPr id="633" name="Google Shape;633;p58"/>
          <p:cNvSpPr txBox="1">
            <a:spLocks noGrp="1"/>
          </p:cNvSpPr>
          <p:nvPr>
            <p:ph type="title" idx="4294967295"/>
          </p:nvPr>
        </p:nvSpPr>
        <p:spPr>
          <a:xfrm>
            <a:off x="6886675" y="2958372"/>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05</a:t>
            </a:r>
            <a:endParaRPr sz="3000" b="1"/>
          </a:p>
        </p:txBody>
      </p:sp>
      <p:sp>
        <p:nvSpPr>
          <p:cNvPr id="634" name="Google Shape;634;p58"/>
          <p:cNvSpPr txBox="1">
            <a:spLocks noGrp="1"/>
          </p:cNvSpPr>
          <p:nvPr>
            <p:ph type="title" idx="4294967295"/>
          </p:nvPr>
        </p:nvSpPr>
        <p:spPr>
          <a:xfrm>
            <a:off x="1356125" y="2958372"/>
            <a:ext cx="901200" cy="4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t>01</a:t>
            </a:r>
            <a:endParaRPr sz="3000" b="1"/>
          </a:p>
        </p:txBody>
      </p:sp>
      <p:cxnSp>
        <p:nvCxnSpPr>
          <p:cNvPr id="635" name="Google Shape;635;p58"/>
          <p:cNvCxnSpPr/>
          <p:nvPr/>
        </p:nvCxnSpPr>
        <p:spPr>
          <a:xfrm rot="10800000" flipH="1">
            <a:off x="2126375" y="2955550"/>
            <a:ext cx="723000" cy="625200"/>
          </a:xfrm>
          <a:prstGeom prst="straightConnector1">
            <a:avLst/>
          </a:prstGeom>
          <a:noFill/>
          <a:ln w="9525" cap="flat" cmpd="sng">
            <a:solidFill>
              <a:schemeClr val="dk2"/>
            </a:solidFill>
            <a:prstDash val="dash"/>
            <a:round/>
            <a:headEnd type="none" w="med" len="med"/>
            <a:tailEnd type="none" w="med" len="med"/>
          </a:ln>
        </p:spPr>
      </p:cxnSp>
      <p:cxnSp>
        <p:nvCxnSpPr>
          <p:cNvPr id="636" name="Google Shape;636;p58"/>
          <p:cNvCxnSpPr/>
          <p:nvPr/>
        </p:nvCxnSpPr>
        <p:spPr>
          <a:xfrm rot="10800000" flipH="1">
            <a:off x="4910625" y="2955550"/>
            <a:ext cx="723000" cy="625200"/>
          </a:xfrm>
          <a:prstGeom prst="straightConnector1">
            <a:avLst/>
          </a:prstGeom>
          <a:noFill/>
          <a:ln w="9525" cap="flat" cmpd="sng">
            <a:solidFill>
              <a:schemeClr val="dk2"/>
            </a:solidFill>
            <a:prstDash val="dash"/>
            <a:round/>
            <a:headEnd type="none" w="med" len="med"/>
            <a:tailEnd type="none" w="med" len="med"/>
          </a:ln>
        </p:spPr>
      </p:cxnSp>
      <p:cxnSp>
        <p:nvCxnSpPr>
          <p:cNvPr id="637" name="Google Shape;637;p58"/>
          <p:cNvCxnSpPr/>
          <p:nvPr/>
        </p:nvCxnSpPr>
        <p:spPr>
          <a:xfrm rot="10800000">
            <a:off x="3510363" y="2955550"/>
            <a:ext cx="723000" cy="625200"/>
          </a:xfrm>
          <a:prstGeom prst="straightConnector1">
            <a:avLst/>
          </a:prstGeom>
          <a:noFill/>
          <a:ln w="9525" cap="flat" cmpd="sng">
            <a:solidFill>
              <a:schemeClr val="dk2"/>
            </a:solidFill>
            <a:prstDash val="dash"/>
            <a:round/>
            <a:headEnd type="none" w="med" len="med"/>
            <a:tailEnd type="none" w="med" len="med"/>
          </a:ln>
        </p:spPr>
      </p:cxnSp>
      <p:cxnSp>
        <p:nvCxnSpPr>
          <p:cNvPr id="638" name="Google Shape;638;p58"/>
          <p:cNvCxnSpPr/>
          <p:nvPr/>
        </p:nvCxnSpPr>
        <p:spPr>
          <a:xfrm rot="10800000">
            <a:off x="6293250" y="2955550"/>
            <a:ext cx="723000" cy="625200"/>
          </a:xfrm>
          <a:prstGeom prst="straightConnector1">
            <a:avLst/>
          </a:prstGeom>
          <a:noFill/>
          <a:ln w="9525" cap="flat" cmpd="sng">
            <a:solidFill>
              <a:schemeClr val="dk2"/>
            </a:solidFill>
            <a:prstDash val="dash"/>
            <a:round/>
            <a:headEnd type="none" w="med" len="med"/>
            <a:tailEnd type="non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Conclusions</a:t>
            </a:r>
            <a:endParaRPr/>
          </a:p>
        </p:txBody>
      </p:sp>
      <p:sp>
        <p:nvSpPr>
          <p:cNvPr id="644" name="Google Shape;644;p59"/>
          <p:cNvSpPr txBox="1">
            <a:spLocks noGrp="1"/>
          </p:cNvSpPr>
          <p:nvPr>
            <p:ph type="subTitle" idx="1"/>
          </p:nvPr>
        </p:nvSpPr>
        <p:spPr>
          <a:xfrm>
            <a:off x="1514175" y="1767600"/>
            <a:ext cx="25593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a:t>
            </a:r>
            <a:endParaRPr/>
          </a:p>
        </p:txBody>
      </p:sp>
      <p:sp>
        <p:nvSpPr>
          <p:cNvPr id="645" name="Google Shape;645;p59"/>
          <p:cNvSpPr txBox="1">
            <a:spLocks noGrp="1"/>
          </p:cNvSpPr>
          <p:nvPr>
            <p:ph type="subTitle" idx="2"/>
          </p:nvPr>
        </p:nvSpPr>
        <p:spPr>
          <a:xfrm>
            <a:off x="5864712" y="1767600"/>
            <a:ext cx="25593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very beautiful name and is the second planet from the Sun</a:t>
            </a:r>
            <a:endParaRPr/>
          </a:p>
        </p:txBody>
      </p:sp>
      <p:sp>
        <p:nvSpPr>
          <p:cNvPr id="646" name="Google Shape;646;p59"/>
          <p:cNvSpPr txBox="1">
            <a:spLocks noGrp="1"/>
          </p:cNvSpPr>
          <p:nvPr>
            <p:ph type="subTitle" idx="3"/>
          </p:nvPr>
        </p:nvSpPr>
        <p:spPr>
          <a:xfrm>
            <a:off x="1514175" y="3408262"/>
            <a:ext cx="25593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a:t>
            </a:r>
            <a:endParaRPr/>
          </a:p>
        </p:txBody>
      </p:sp>
      <p:sp>
        <p:nvSpPr>
          <p:cNvPr id="647" name="Google Shape;647;p59"/>
          <p:cNvSpPr txBox="1">
            <a:spLocks noGrp="1"/>
          </p:cNvSpPr>
          <p:nvPr>
            <p:ph type="subTitle" idx="4"/>
          </p:nvPr>
        </p:nvSpPr>
        <p:spPr>
          <a:xfrm>
            <a:off x="5864712" y="3408262"/>
            <a:ext cx="2559300" cy="9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fourth-largest planet by diameter in the Solar System</a:t>
            </a:r>
            <a:endParaRPr/>
          </a:p>
        </p:txBody>
      </p:sp>
      <p:sp>
        <p:nvSpPr>
          <p:cNvPr id="648" name="Google Shape;648;p59"/>
          <p:cNvSpPr txBox="1">
            <a:spLocks noGrp="1"/>
          </p:cNvSpPr>
          <p:nvPr>
            <p:ph type="subTitle" idx="5"/>
          </p:nvPr>
        </p:nvSpPr>
        <p:spPr>
          <a:xfrm>
            <a:off x="1514175" y="1462800"/>
            <a:ext cx="25593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649" name="Google Shape;649;p59"/>
          <p:cNvSpPr txBox="1">
            <a:spLocks noGrp="1"/>
          </p:cNvSpPr>
          <p:nvPr>
            <p:ph type="subTitle" idx="6"/>
          </p:nvPr>
        </p:nvSpPr>
        <p:spPr>
          <a:xfrm>
            <a:off x="5864712" y="1462800"/>
            <a:ext cx="25593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650" name="Google Shape;650;p59"/>
          <p:cNvSpPr txBox="1">
            <a:spLocks noGrp="1"/>
          </p:cNvSpPr>
          <p:nvPr>
            <p:ph type="subTitle" idx="7"/>
          </p:nvPr>
        </p:nvSpPr>
        <p:spPr>
          <a:xfrm>
            <a:off x="1514175" y="3103462"/>
            <a:ext cx="25593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651" name="Google Shape;651;p59"/>
          <p:cNvSpPr txBox="1">
            <a:spLocks noGrp="1"/>
          </p:cNvSpPr>
          <p:nvPr>
            <p:ph type="subTitle" idx="8"/>
          </p:nvPr>
        </p:nvSpPr>
        <p:spPr>
          <a:xfrm>
            <a:off x="5864712" y="3103462"/>
            <a:ext cx="2559300" cy="35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cxnSp>
        <p:nvCxnSpPr>
          <p:cNvPr id="652" name="Google Shape;652;p59"/>
          <p:cNvCxnSpPr/>
          <p:nvPr/>
        </p:nvCxnSpPr>
        <p:spPr>
          <a:xfrm>
            <a:off x="719988" y="3802998"/>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53" name="Google Shape;653;p59"/>
          <p:cNvCxnSpPr/>
          <p:nvPr/>
        </p:nvCxnSpPr>
        <p:spPr>
          <a:xfrm>
            <a:off x="5053750" y="3802998"/>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54" name="Google Shape;654;p59"/>
          <p:cNvCxnSpPr/>
          <p:nvPr/>
        </p:nvCxnSpPr>
        <p:spPr>
          <a:xfrm>
            <a:off x="719988" y="2162348"/>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655" name="Google Shape;655;p59"/>
          <p:cNvCxnSpPr/>
          <p:nvPr/>
        </p:nvCxnSpPr>
        <p:spPr>
          <a:xfrm>
            <a:off x="5053750" y="2162348"/>
            <a:ext cx="624900" cy="0"/>
          </a:xfrm>
          <a:prstGeom prst="straightConnector1">
            <a:avLst/>
          </a:prstGeom>
          <a:noFill/>
          <a:ln w="19050" cap="flat" cmpd="sng">
            <a:solidFill>
              <a:schemeClr val="dk1"/>
            </a:solidFill>
            <a:prstDash val="solid"/>
            <a:round/>
            <a:headEnd type="none" w="med" len="med"/>
            <a:tailEnd type="none" w="med" len="med"/>
          </a:ln>
        </p:spPr>
      </p:cxnSp>
      <p:grpSp>
        <p:nvGrpSpPr>
          <p:cNvPr id="656" name="Google Shape;656;p59"/>
          <p:cNvGrpSpPr/>
          <p:nvPr/>
        </p:nvGrpSpPr>
        <p:grpSpPr>
          <a:xfrm>
            <a:off x="5117875" y="3179541"/>
            <a:ext cx="496626" cy="456765"/>
            <a:chOff x="6195998" y="1983102"/>
            <a:chExt cx="368308" cy="338746"/>
          </a:xfrm>
        </p:grpSpPr>
        <p:sp>
          <p:nvSpPr>
            <p:cNvPr id="657" name="Google Shape;657;p59"/>
            <p:cNvSpPr/>
            <p:nvPr/>
          </p:nvSpPr>
          <p:spPr>
            <a:xfrm>
              <a:off x="6267289" y="2161012"/>
              <a:ext cx="67533" cy="67150"/>
            </a:xfrm>
            <a:custGeom>
              <a:avLst/>
              <a:gdLst/>
              <a:ahLst/>
              <a:cxnLst/>
              <a:rect l="l" t="t" r="r" b="b"/>
              <a:pathLst>
                <a:path w="2120" h="2108" extrusionOk="0">
                  <a:moveTo>
                    <a:pt x="1060" y="0"/>
                  </a:moveTo>
                  <a:cubicBezTo>
                    <a:pt x="953" y="0"/>
                    <a:pt x="882" y="71"/>
                    <a:pt x="882" y="179"/>
                  </a:cubicBezTo>
                  <a:lnTo>
                    <a:pt x="882" y="881"/>
                  </a:lnTo>
                  <a:lnTo>
                    <a:pt x="179" y="881"/>
                  </a:lnTo>
                  <a:cubicBezTo>
                    <a:pt x="84" y="881"/>
                    <a:pt x="0" y="953"/>
                    <a:pt x="0" y="1060"/>
                  </a:cubicBezTo>
                  <a:cubicBezTo>
                    <a:pt x="0" y="1143"/>
                    <a:pt x="84" y="1238"/>
                    <a:pt x="179" y="1238"/>
                  </a:cubicBezTo>
                  <a:lnTo>
                    <a:pt x="882" y="1238"/>
                  </a:lnTo>
                  <a:lnTo>
                    <a:pt x="882" y="1941"/>
                  </a:lnTo>
                  <a:cubicBezTo>
                    <a:pt x="882" y="2024"/>
                    <a:pt x="953" y="2107"/>
                    <a:pt x="1060" y="2107"/>
                  </a:cubicBezTo>
                  <a:cubicBezTo>
                    <a:pt x="1155" y="2107"/>
                    <a:pt x="1239" y="2036"/>
                    <a:pt x="1239" y="1941"/>
                  </a:cubicBezTo>
                  <a:lnTo>
                    <a:pt x="1239" y="1238"/>
                  </a:lnTo>
                  <a:lnTo>
                    <a:pt x="1941" y="1238"/>
                  </a:lnTo>
                  <a:cubicBezTo>
                    <a:pt x="2048" y="1238"/>
                    <a:pt x="2120" y="1167"/>
                    <a:pt x="2120" y="1060"/>
                  </a:cubicBezTo>
                  <a:cubicBezTo>
                    <a:pt x="2120" y="953"/>
                    <a:pt x="2036" y="881"/>
                    <a:pt x="1941" y="881"/>
                  </a:cubicBezTo>
                  <a:lnTo>
                    <a:pt x="1239" y="881"/>
                  </a:lnTo>
                  <a:lnTo>
                    <a:pt x="1239" y="179"/>
                  </a:lnTo>
                  <a:cubicBezTo>
                    <a:pt x="1239" y="95"/>
                    <a:pt x="1167" y="0"/>
                    <a:pt x="1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9"/>
            <p:cNvSpPr/>
            <p:nvPr/>
          </p:nvSpPr>
          <p:spPr>
            <a:xfrm>
              <a:off x="6235052" y="2128393"/>
              <a:ext cx="132007" cy="131625"/>
            </a:xfrm>
            <a:custGeom>
              <a:avLst/>
              <a:gdLst/>
              <a:ahLst/>
              <a:cxnLst/>
              <a:rect l="l" t="t" r="r" b="b"/>
              <a:pathLst>
                <a:path w="4144" h="4132" extrusionOk="0">
                  <a:moveTo>
                    <a:pt x="2072" y="357"/>
                  </a:moveTo>
                  <a:cubicBezTo>
                    <a:pt x="3013" y="357"/>
                    <a:pt x="3799" y="1131"/>
                    <a:pt x="3799" y="2084"/>
                  </a:cubicBezTo>
                  <a:cubicBezTo>
                    <a:pt x="3799" y="3024"/>
                    <a:pt x="3025" y="3798"/>
                    <a:pt x="2072" y="3798"/>
                  </a:cubicBezTo>
                  <a:cubicBezTo>
                    <a:pt x="1120" y="3798"/>
                    <a:pt x="370" y="3024"/>
                    <a:pt x="370" y="2084"/>
                  </a:cubicBezTo>
                  <a:cubicBezTo>
                    <a:pt x="370" y="1131"/>
                    <a:pt x="1143" y="357"/>
                    <a:pt x="2072" y="357"/>
                  </a:cubicBezTo>
                  <a:close/>
                  <a:moveTo>
                    <a:pt x="2072" y="0"/>
                  </a:moveTo>
                  <a:cubicBezTo>
                    <a:pt x="929" y="0"/>
                    <a:pt x="0" y="917"/>
                    <a:pt x="0" y="2072"/>
                  </a:cubicBezTo>
                  <a:cubicBezTo>
                    <a:pt x="0" y="3215"/>
                    <a:pt x="929" y="4132"/>
                    <a:pt x="2072" y="4132"/>
                  </a:cubicBezTo>
                  <a:cubicBezTo>
                    <a:pt x="3227" y="4132"/>
                    <a:pt x="4144" y="3215"/>
                    <a:pt x="4144" y="2072"/>
                  </a:cubicBezTo>
                  <a:cubicBezTo>
                    <a:pt x="4144" y="917"/>
                    <a:pt x="3227" y="0"/>
                    <a:pt x="20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9"/>
            <p:cNvSpPr/>
            <p:nvPr/>
          </p:nvSpPr>
          <p:spPr>
            <a:xfrm>
              <a:off x="6195998" y="1983102"/>
              <a:ext cx="368308" cy="338746"/>
            </a:xfrm>
            <a:custGeom>
              <a:avLst/>
              <a:gdLst/>
              <a:ahLst/>
              <a:cxnLst/>
              <a:rect l="l" t="t" r="r" b="b"/>
              <a:pathLst>
                <a:path w="11562" h="10634" extrusionOk="0">
                  <a:moveTo>
                    <a:pt x="3143" y="382"/>
                  </a:moveTo>
                  <a:lnTo>
                    <a:pt x="3143" y="1989"/>
                  </a:lnTo>
                  <a:lnTo>
                    <a:pt x="2227" y="1989"/>
                  </a:lnTo>
                  <a:lnTo>
                    <a:pt x="2227" y="382"/>
                  </a:lnTo>
                  <a:close/>
                  <a:moveTo>
                    <a:pt x="4382" y="382"/>
                  </a:moveTo>
                  <a:lnTo>
                    <a:pt x="4382" y="1989"/>
                  </a:lnTo>
                  <a:lnTo>
                    <a:pt x="3477" y="1989"/>
                  </a:lnTo>
                  <a:lnTo>
                    <a:pt x="3477" y="382"/>
                  </a:lnTo>
                  <a:close/>
                  <a:moveTo>
                    <a:pt x="5584" y="382"/>
                  </a:moveTo>
                  <a:lnTo>
                    <a:pt x="5584" y="1989"/>
                  </a:lnTo>
                  <a:lnTo>
                    <a:pt x="4727" y="1989"/>
                  </a:lnTo>
                  <a:lnTo>
                    <a:pt x="4727" y="382"/>
                  </a:lnTo>
                  <a:close/>
                  <a:moveTo>
                    <a:pt x="4846" y="2323"/>
                  </a:moveTo>
                  <a:lnTo>
                    <a:pt x="4846" y="2656"/>
                  </a:lnTo>
                  <a:lnTo>
                    <a:pt x="1750" y="2656"/>
                  </a:lnTo>
                  <a:lnTo>
                    <a:pt x="1750" y="2323"/>
                  </a:lnTo>
                  <a:close/>
                  <a:moveTo>
                    <a:pt x="7918" y="6073"/>
                  </a:moveTo>
                  <a:cubicBezTo>
                    <a:pt x="8442" y="6073"/>
                    <a:pt x="8894" y="6276"/>
                    <a:pt x="9251" y="6585"/>
                  </a:cubicBezTo>
                  <a:lnTo>
                    <a:pt x="6322" y="9514"/>
                  </a:lnTo>
                  <a:cubicBezTo>
                    <a:pt x="5144" y="8121"/>
                    <a:pt x="6203" y="6073"/>
                    <a:pt x="7918" y="6073"/>
                  </a:cubicBezTo>
                  <a:close/>
                  <a:moveTo>
                    <a:pt x="11204" y="6585"/>
                  </a:moveTo>
                  <a:lnTo>
                    <a:pt x="11204" y="7990"/>
                  </a:lnTo>
                  <a:cubicBezTo>
                    <a:pt x="11204" y="8776"/>
                    <a:pt x="10656" y="9431"/>
                    <a:pt x="9906" y="9562"/>
                  </a:cubicBezTo>
                  <a:cubicBezTo>
                    <a:pt x="10168" y="9193"/>
                    <a:pt x="10347" y="8669"/>
                    <a:pt x="10347" y="8181"/>
                  </a:cubicBezTo>
                  <a:cubicBezTo>
                    <a:pt x="10347" y="7764"/>
                    <a:pt x="10251" y="7550"/>
                    <a:pt x="10251" y="7538"/>
                  </a:cubicBezTo>
                  <a:cubicBezTo>
                    <a:pt x="10168" y="7192"/>
                    <a:pt x="10144" y="7228"/>
                    <a:pt x="10073" y="7073"/>
                  </a:cubicBezTo>
                  <a:cubicBezTo>
                    <a:pt x="9966" y="6883"/>
                    <a:pt x="9954" y="6823"/>
                    <a:pt x="9751" y="6585"/>
                  </a:cubicBezTo>
                  <a:close/>
                  <a:moveTo>
                    <a:pt x="9513" y="6823"/>
                  </a:moveTo>
                  <a:lnTo>
                    <a:pt x="9513" y="6823"/>
                  </a:lnTo>
                  <a:cubicBezTo>
                    <a:pt x="10704" y="8216"/>
                    <a:pt x="9632" y="10240"/>
                    <a:pt x="7918" y="10240"/>
                  </a:cubicBezTo>
                  <a:cubicBezTo>
                    <a:pt x="7890" y="10242"/>
                    <a:pt x="7862" y="10242"/>
                    <a:pt x="7834" y="10242"/>
                  </a:cubicBezTo>
                  <a:cubicBezTo>
                    <a:pt x="7345" y="10242"/>
                    <a:pt x="6910" y="10045"/>
                    <a:pt x="6572" y="9752"/>
                  </a:cubicBezTo>
                  <a:lnTo>
                    <a:pt x="9513" y="6823"/>
                  </a:lnTo>
                  <a:close/>
                  <a:moveTo>
                    <a:pt x="881" y="1"/>
                  </a:moveTo>
                  <a:cubicBezTo>
                    <a:pt x="786" y="1"/>
                    <a:pt x="703" y="84"/>
                    <a:pt x="703" y="180"/>
                  </a:cubicBezTo>
                  <a:lnTo>
                    <a:pt x="703" y="525"/>
                  </a:lnTo>
                  <a:cubicBezTo>
                    <a:pt x="703" y="620"/>
                    <a:pt x="774" y="703"/>
                    <a:pt x="881" y="703"/>
                  </a:cubicBezTo>
                  <a:cubicBezTo>
                    <a:pt x="976" y="703"/>
                    <a:pt x="1060" y="632"/>
                    <a:pt x="1060" y="525"/>
                  </a:cubicBezTo>
                  <a:lnTo>
                    <a:pt x="1060" y="358"/>
                  </a:lnTo>
                  <a:lnTo>
                    <a:pt x="1905" y="358"/>
                  </a:lnTo>
                  <a:lnTo>
                    <a:pt x="1905" y="1966"/>
                  </a:lnTo>
                  <a:lnTo>
                    <a:pt x="1060" y="1966"/>
                  </a:lnTo>
                  <a:lnTo>
                    <a:pt x="1060" y="1418"/>
                  </a:lnTo>
                  <a:cubicBezTo>
                    <a:pt x="1060" y="1323"/>
                    <a:pt x="976" y="1239"/>
                    <a:pt x="881" y="1239"/>
                  </a:cubicBezTo>
                  <a:cubicBezTo>
                    <a:pt x="786" y="1239"/>
                    <a:pt x="703" y="1311"/>
                    <a:pt x="703" y="1418"/>
                  </a:cubicBezTo>
                  <a:lnTo>
                    <a:pt x="703" y="2144"/>
                  </a:lnTo>
                  <a:cubicBezTo>
                    <a:pt x="703" y="2239"/>
                    <a:pt x="774" y="2323"/>
                    <a:pt x="881" y="2323"/>
                  </a:cubicBezTo>
                  <a:lnTo>
                    <a:pt x="1429" y="2323"/>
                  </a:lnTo>
                  <a:lnTo>
                    <a:pt x="1429" y="2656"/>
                  </a:lnTo>
                  <a:lnTo>
                    <a:pt x="905" y="2656"/>
                  </a:lnTo>
                  <a:cubicBezTo>
                    <a:pt x="405" y="2656"/>
                    <a:pt x="0" y="3049"/>
                    <a:pt x="0" y="3561"/>
                  </a:cubicBezTo>
                  <a:lnTo>
                    <a:pt x="0" y="9693"/>
                  </a:lnTo>
                  <a:cubicBezTo>
                    <a:pt x="0" y="10193"/>
                    <a:pt x="405" y="10598"/>
                    <a:pt x="905" y="10598"/>
                  </a:cubicBezTo>
                  <a:lnTo>
                    <a:pt x="3774" y="10598"/>
                  </a:lnTo>
                  <a:cubicBezTo>
                    <a:pt x="3882" y="10598"/>
                    <a:pt x="3953" y="10526"/>
                    <a:pt x="3953" y="10419"/>
                  </a:cubicBezTo>
                  <a:cubicBezTo>
                    <a:pt x="3953" y="10336"/>
                    <a:pt x="3882" y="10240"/>
                    <a:pt x="3774" y="10240"/>
                  </a:cubicBezTo>
                  <a:lnTo>
                    <a:pt x="905" y="10240"/>
                  </a:lnTo>
                  <a:cubicBezTo>
                    <a:pt x="595" y="10240"/>
                    <a:pt x="357" y="9990"/>
                    <a:pt x="357" y="9693"/>
                  </a:cubicBezTo>
                  <a:lnTo>
                    <a:pt x="357" y="3561"/>
                  </a:lnTo>
                  <a:cubicBezTo>
                    <a:pt x="357" y="3251"/>
                    <a:pt x="607" y="3013"/>
                    <a:pt x="905" y="3013"/>
                  </a:cubicBezTo>
                  <a:lnTo>
                    <a:pt x="5739" y="3013"/>
                  </a:lnTo>
                  <a:cubicBezTo>
                    <a:pt x="6060" y="3013"/>
                    <a:pt x="6298" y="3263"/>
                    <a:pt x="6298" y="3561"/>
                  </a:cubicBezTo>
                  <a:lnTo>
                    <a:pt x="6298" y="6359"/>
                  </a:lnTo>
                  <a:lnTo>
                    <a:pt x="6251" y="6407"/>
                  </a:lnTo>
                  <a:cubicBezTo>
                    <a:pt x="6191" y="6466"/>
                    <a:pt x="6132" y="6538"/>
                    <a:pt x="6072" y="6609"/>
                  </a:cubicBezTo>
                  <a:cubicBezTo>
                    <a:pt x="5917" y="6788"/>
                    <a:pt x="5941" y="6752"/>
                    <a:pt x="5787" y="7026"/>
                  </a:cubicBezTo>
                  <a:cubicBezTo>
                    <a:pt x="5715" y="7180"/>
                    <a:pt x="5679" y="7169"/>
                    <a:pt x="5584" y="7538"/>
                  </a:cubicBezTo>
                  <a:cubicBezTo>
                    <a:pt x="5584" y="7550"/>
                    <a:pt x="5477" y="7776"/>
                    <a:pt x="5477" y="8181"/>
                  </a:cubicBezTo>
                  <a:cubicBezTo>
                    <a:pt x="5477" y="8502"/>
                    <a:pt x="5536" y="8835"/>
                    <a:pt x="5667" y="9133"/>
                  </a:cubicBezTo>
                  <a:cubicBezTo>
                    <a:pt x="5703" y="9181"/>
                    <a:pt x="5727" y="9228"/>
                    <a:pt x="5763" y="9288"/>
                  </a:cubicBezTo>
                  <a:cubicBezTo>
                    <a:pt x="5917" y="9621"/>
                    <a:pt x="5906" y="9562"/>
                    <a:pt x="6037" y="9728"/>
                  </a:cubicBezTo>
                  <a:cubicBezTo>
                    <a:pt x="6096" y="9776"/>
                    <a:pt x="6144" y="9859"/>
                    <a:pt x="6203" y="9919"/>
                  </a:cubicBezTo>
                  <a:lnTo>
                    <a:pt x="6239" y="9943"/>
                  </a:lnTo>
                  <a:cubicBezTo>
                    <a:pt x="6144" y="10145"/>
                    <a:pt x="5953" y="10276"/>
                    <a:pt x="5727" y="10276"/>
                  </a:cubicBezTo>
                  <a:lnTo>
                    <a:pt x="4548" y="10276"/>
                  </a:lnTo>
                  <a:cubicBezTo>
                    <a:pt x="4465" y="10276"/>
                    <a:pt x="4370" y="10347"/>
                    <a:pt x="4370" y="10455"/>
                  </a:cubicBezTo>
                  <a:cubicBezTo>
                    <a:pt x="4370" y="10538"/>
                    <a:pt x="4453" y="10633"/>
                    <a:pt x="4548" y="10633"/>
                  </a:cubicBezTo>
                  <a:lnTo>
                    <a:pt x="5727" y="10633"/>
                  </a:lnTo>
                  <a:cubicBezTo>
                    <a:pt x="6060" y="10633"/>
                    <a:pt x="6358" y="10455"/>
                    <a:pt x="6501" y="10169"/>
                  </a:cubicBezTo>
                  <a:cubicBezTo>
                    <a:pt x="6931" y="10472"/>
                    <a:pt x="7425" y="10620"/>
                    <a:pt x="7915" y="10620"/>
                  </a:cubicBezTo>
                  <a:cubicBezTo>
                    <a:pt x="8523" y="10620"/>
                    <a:pt x="9123" y="10391"/>
                    <a:pt x="9585" y="9943"/>
                  </a:cubicBezTo>
                  <a:cubicBezTo>
                    <a:pt x="9606" y="9943"/>
                    <a:pt x="9627" y="9944"/>
                    <a:pt x="9648" y="9944"/>
                  </a:cubicBezTo>
                  <a:cubicBezTo>
                    <a:pt x="10702" y="9944"/>
                    <a:pt x="11549" y="9076"/>
                    <a:pt x="11549" y="8026"/>
                  </a:cubicBezTo>
                  <a:lnTo>
                    <a:pt x="11549" y="4847"/>
                  </a:lnTo>
                  <a:cubicBezTo>
                    <a:pt x="11561" y="3966"/>
                    <a:pt x="10978" y="3192"/>
                    <a:pt x="10144" y="2966"/>
                  </a:cubicBezTo>
                  <a:cubicBezTo>
                    <a:pt x="10132" y="2962"/>
                    <a:pt x="10118" y="2960"/>
                    <a:pt x="10105" y="2960"/>
                  </a:cubicBezTo>
                  <a:cubicBezTo>
                    <a:pt x="10031" y="2960"/>
                    <a:pt x="9952" y="3014"/>
                    <a:pt x="9942" y="3085"/>
                  </a:cubicBezTo>
                  <a:cubicBezTo>
                    <a:pt x="9906" y="3180"/>
                    <a:pt x="9966" y="3275"/>
                    <a:pt x="10061" y="3299"/>
                  </a:cubicBezTo>
                  <a:cubicBezTo>
                    <a:pt x="10740" y="3490"/>
                    <a:pt x="11204" y="4109"/>
                    <a:pt x="11204" y="4811"/>
                  </a:cubicBezTo>
                  <a:lnTo>
                    <a:pt x="11204" y="6228"/>
                  </a:lnTo>
                  <a:lnTo>
                    <a:pt x="9394" y="6228"/>
                  </a:lnTo>
                  <a:cubicBezTo>
                    <a:pt x="9251" y="6121"/>
                    <a:pt x="9275" y="6133"/>
                    <a:pt x="9120" y="6061"/>
                  </a:cubicBezTo>
                  <a:cubicBezTo>
                    <a:pt x="8882" y="5930"/>
                    <a:pt x="8894" y="5942"/>
                    <a:pt x="8704" y="5871"/>
                  </a:cubicBezTo>
                  <a:cubicBezTo>
                    <a:pt x="8465" y="5776"/>
                    <a:pt x="8454" y="5776"/>
                    <a:pt x="8239" y="5752"/>
                  </a:cubicBezTo>
                  <a:cubicBezTo>
                    <a:pt x="8180" y="5728"/>
                    <a:pt x="8120" y="5716"/>
                    <a:pt x="8061" y="5716"/>
                  </a:cubicBezTo>
                  <a:lnTo>
                    <a:pt x="8061" y="4799"/>
                  </a:lnTo>
                  <a:cubicBezTo>
                    <a:pt x="8061" y="4037"/>
                    <a:pt x="8620" y="3382"/>
                    <a:pt x="9358" y="3251"/>
                  </a:cubicBezTo>
                  <a:cubicBezTo>
                    <a:pt x="9454" y="3228"/>
                    <a:pt x="9525" y="3144"/>
                    <a:pt x="9513" y="3037"/>
                  </a:cubicBezTo>
                  <a:cubicBezTo>
                    <a:pt x="9491" y="2960"/>
                    <a:pt x="9418" y="2893"/>
                    <a:pt x="9322" y="2893"/>
                  </a:cubicBezTo>
                  <a:cubicBezTo>
                    <a:pt x="9315" y="2893"/>
                    <a:pt x="9307" y="2893"/>
                    <a:pt x="9299" y="2894"/>
                  </a:cubicBezTo>
                  <a:cubicBezTo>
                    <a:pt x="8382" y="3061"/>
                    <a:pt x="7727" y="3847"/>
                    <a:pt x="7727" y="4787"/>
                  </a:cubicBezTo>
                  <a:lnTo>
                    <a:pt x="7727" y="5716"/>
                  </a:lnTo>
                  <a:cubicBezTo>
                    <a:pt x="7322" y="5752"/>
                    <a:pt x="6965" y="5871"/>
                    <a:pt x="6632" y="6073"/>
                  </a:cubicBezTo>
                  <a:lnTo>
                    <a:pt x="6632" y="3549"/>
                  </a:lnTo>
                  <a:cubicBezTo>
                    <a:pt x="6632" y="3037"/>
                    <a:pt x="6239" y="2632"/>
                    <a:pt x="5727" y="2632"/>
                  </a:cubicBezTo>
                  <a:lnTo>
                    <a:pt x="5203" y="2632"/>
                  </a:lnTo>
                  <a:lnTo>
                    <a:pt x="5203" y="2311"/>
                  </a:lnTo>
                  <a:lnTo>
                    <a:pt x="5763" y="2311"/>
                  </a:lnTo>
                  <a:cubicBezTo>
                    <a:pt x="5846" y="2311"/>
                    <a:pt x="5941" y="2239"/>
                    <a:pt x="5941" y="2132"/>
                  </a:cubicBezTo>
                  <a:lnTo>
                    <a:pt x="5941" y="180"/>
                  </a:lnTo>
                  <a:cubicBezTo>
                    <a:pt x="5941" y="96"/>
                    <a:pt x="5858" y="1"/>
                    <a:pt x="5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 name="Google Shape;660;p59"/>
          <p:cNvGrpSpPr/>
          <p:nvPr/>
        </p:nvGrpSpPr>
        <p:grpSpPr>
          <a:xfrm>
            <a:off x="834015" y="3122524"/>
            <a:ext cx="396869" cy="494814"/>
            <a:chOff x="8007400" y="2902278"/>
            <a:chExt cx="285230" cy="355597"/>
          </a:xfrm>
        </p:grpSpPr>
        <p:sp>
          <p:nvSpPr>
            <p:cNvPr id="661" name="Google Shape;661;p59"/>
            <p:cNvSpPr/>
            <p:nvPr/>
          </p:nvSpPr>
          <p:spPr>
            <a:xfrm>
              <a:off x="8134820" y="3165305"/>
              <a:ext cx="39851" cy="39851"/>
            </a:xfrm>
            <a:custGeom>
              <a:avLst/>
              <a:gdLst/>
              <a:ahLst/>
              <a:cxnLst/>
              <a:rect l="l" t="t" r="r" b="b"/>
              <a:pathLst>
                <a:path w="1251" h="1251" extrusionOk="0">
                  <a:moveTo>
                    <a:pt x="632" y="310"/>
                  </a:moveTo>
                  <a:cubicBezTo>
                    <a:pt x="799" y="310"/>
                    <a:pt x="930" y="441"/>
                    <a:pt x="930" y="608"/>
                  </a:cubicBezTo>
                  <a:cubicBezTo>
                    <a:pt x="930" y="775"/>
                    <a:pt x="799" y="906"/>
                    <a:pt x="632" y="906"/>
                  </a:cubicBezTo>
                  <a:cubicBezTo>
                    <a:pt x="465" y="906"/>
                    <a:pt x="334" y="775"/>
                    <a:pt x="334" y="608"/>
                  </a:cubicBezTo>
                  <a:cubicBezTo>
                    <a:pt x="334" y="441"/>
                    <a:pt x="465" y="310"/>
                    <a:pt x="632" y="310"/>
                  </a:cubicBezTo>
                  <a:close/>
                  <a:moveTo>
                    <a:pt x="632" y="1"/>
                  </a:moveTo>
                  <a:cubicBezTo>
                    <a:pt x="287" y="1"/>
                    <a:pt x="1" y="275"/>
                    <a:pt x="1" y="620"/>
                  </a:cubicBezTo>
                  <a:cubicBezTo>
                    <a:pt x="1" y="965"/>
                    <a:pt x="287" y="1251"/>
                    <a:pt x="632" y="1251"/>
                  </a:cubicBezTo>
                  <a:cubicBezTo>
                    <a:pt x="977" y="1251"/>
                    <a:pt x="1251" y="965"/>
                    <a:pt x="1251" y="620"/>
                  </a:cubicBezTo>
                  <a:cubicBezTo>
                    <a:pt x="1251" y="275"/>
                    <a:pt x="977" y="1"/>
                    <a:pt x="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9"/>
            <p:cNvSpPr/>
            <p:nvPr/>
          </p:nvSpPr>
          <p:spPr>
            <a:xfrm>
              <a:off x="8007400" y="2902278"/>
              <a:ext cx="285230" cy="355597"/>
            </a:xfrm>
            <a:custGeom>
              <a:avLst/>
              <a:gdLst/>
              <a:ahLst/>
              <a:cxnLst/>
              <a:rect l="l" t="t" r="r" b="b"/>
              <a:pathLst>
                <a:path w="8954" h="11163" extrusionOk="0">
                  <a:moveTo>
                    <a:pt x="6528" y="337"/>
                  </a:moveTo>
                  <a:cubicBezTo>
                    <a:pt x="6549" y="337"/>
                    <a:pt x="6573" y="346"/>
                    <a:pt x="6596" y="364"/>
                  </a:cubicBezTo>
                  <a:lnTo>
                    <a:pt x="7632" y="1412"/>
                  </a:lnTo>
                  <a:cubicBezTo>
                    <a:pt x="7668" y="1435"/>
                    <a:pt x="7668" y="1483"/>
                    <a:pt x="7632" y="1519"/>
                  </a:cubicBezTo>
                  <a:lnTo>
                    <a:pt x="7489" y="1674"/>
                  </a:lnTo>
                  <a:cubicBezTo>
                    <a:pt x="7472" y="1691"/>
                    <a:pt x="7454" y="1700"/>
                    <a:pt x="7434" y="1700"/>
                  </a:cubicBezTo>
                  <a:cubicBezTo>
                    <a:pt x="7415" y="1700"/>
                    <a:pt x="7394" y="1691"/>
                    <a:pt x="7370" y="1674"/>
                  </a:cubicBezTo>
                  <a:lnTo>
                    <a:pt x="6323" y="626"/>
                  </a:lnTo>
                  <a:cubicBezTo>
                    <a:pt x="6299" y="590"/>
                    <a:pt x="6299" y="542"/>
                    <a:pt x="6323" y="519"/>
                  </a:cubicBezTo>
                  <a:lnTo>
                    <a:pt x="6477" y="364"/>
                  </a:lnTo>
                  <a:cubicBezTo>
                    <a:pt x="6489" y="346"/>
                    <a:pt x="6507" y="337"/>
                    <a:pt x="6528" y="337"/>
                  </a:cubicBezTo>
                  <a:close/>
                  <a:moveTo>
                    <a:pt x="6299" y="1066"/>
                  </a:moveTo>
                  <a:lnTo>
                    <a:pt x="7001" y="1769"/>
                  </a:lnTo>
                  <a:lnTo>
                    <a:pt x="6346" y="2424"/>
                  </a:lnTo>
                  <a:lnTo>
                    <a:pt x="5644" y="1721"/>
                  </a:lnTo>
                  <a:lnTo>
                    <a:pt x="6299" y="1066"/>
                  </a:lnTo>
                  <a:close/>
                  <a:moveTo>
                    <a:pt x="2155" y="4698"/>
                  </a:moveTo>
                  <a:lnTo>
                    <a:pt x="2453" y="4995"/>
                  </a:lnTo>
                  <a:lnTo>
                    <a:pt x="2215" y="5198"/>
                  </a:lnTo>
                  <a:cubicBezTo>
                    <a:pt x="2203" y="5216"/>
                    <a:pt x="2182" y="5225"/>
                    <a:pt x="2160" y="5225"/>
                  </a:cubicBezTo>
                  <a:cubicBezTo>
                    <a:pt x="2137" y="5225"/>
                    <a:pt x="2114" y="5216"/>
                    <a:pt x="2096" y="5198"/>
                  </a:cubicBezTo>
                  <a:lnTo>
                    <a:pt x="1941" y="5031"/>
                  </a:lnTo>
                  <a:cubicBezTo>
                    <a:pt x="1905" y="5007"/>
                    <a:pt x="1905" y="4948"/>
                    <a:pt x="1941" y="4924"/>
                  </a:cubicBezTo>
                  <a:lnTo>
                    <a:pt x="2155" y="4698"/>
                  </a:lnTo>
                  <a:close/>
                  <a:moveTo>
                    <a:pt x="2408" y="3865"/>
                  </a:moveTo>
                  <a:cubicBezTo>
                    <a:pt x="2416" y="3865"/>
                    <a:pt x="2422" y="3869"/>
                    <a:pt x="2429" y="3876"/>
                  </a:cubicBezTo>
                  <a:lnTo>
                    <a:pt x="2572" y="4031"/>
                  </a:lnTo>
                  <a:cubicBezTo>
                    <a:pt x="4203" y="5662"/>
                    <a:pt x="4144" y="5579"/>
                    <a:pt x="4108" y="5603"/>
                  </a:cubicBezTo>
                  <a:lnTo>
                    <a:pt x="3846" y="5876"/>
                  </a:lnTo>
                  <a:cubicBezTo>
                    <a:pt x="3842" y="5879"/>
                    <a:pt x="3839" y="5883"/>
                    <a:pt x="3835" y="5883"/>
                  </a:cubicBezTo>
                  <a:cubicBezTo>
                    <a:pt x="3804" y="5883"/>
                    <a:pt x="3678" y="5722"/>
                    <a:pt x="2120" y="4174"/>
                  </a:cubicBezTo>
                  <a:cubicBezTo>
                    <a:pt x="2096" y="4162"/>
                    <a:pt x="2096" y="4138"/>
                    <a:pt x="2120" y="4138"/>
                  </a:cubicBezTo>
                  <a:cubicBezTo>
                    <a:pt x="2328" y="3930"/>
                    <a:pt x="2378" y="3865"/>
                    <a:pt x="2408" y="3865"/>
                  </a:cubicBezTo>
                  <a:close/>
                  <a:moveTo>
                    <a:pt x="3025" y="5579"/>
                  </a:moveTo>
                  <a:lnTo>
                    <a:pt x="3322" y="5876"/>
                  </a:lnTo>
                  <a:lnTo>
                    <a:pt x="3084" y="6079"/>
                  </a:lnTo>
                  <a:cubicBezTo>
                    <a:pt x="3066" y="6097"/>
                    <a:pt x="3042" y="6106"/>
                    <a:pt x="3020" y="6106"/>
                  </a:cubicBezTo>
                  <a:cubicBezTo>
                    <a:pt x="2998" y="6106"/>
                    <a:pt x="2977" y="6097"/>
                    <a:pt x="2965" y="6079"/>
                  </a:cubicBezTo>
                  <a:lnTo>
                    <a:pt x="2798" y="5912"/>
                  </a:lnTo>
                  <a:cubicBezTo>
                    <a:pt x="2774" y="5888"/>
                    <a:pt x="2774" y="5829"/>
                    <a:pt x="2798" y="5793"/>
                  </a:cubicBezTo>
                  <a:lnTo>
                    <a:pt x="3025" y="5579"/>
                  </a:lnTo>
                  <a:close/>
                  <a:moveTo>
                    <a:pt x="3025" y="6936"/>
                  </a:moveTo>
                  <a:cubicBezTo>
                    <a:pt x="3072" y="6936"/>
                    <a:pt x="3096" y="6972"/>
                    <a:pt x="3096" y="7019"/>
                  </a:cubicBezTo>
                  <a:lnTo>
                    <a:pt x="3096" y="7269"/>
                  </a:lnTo>
                  <a:cubicBezTo>
                    <a:pt x="3096" y="7317"/>
                    <a:pt x="3072" y="7341"/>
                    <a:pt x="3025" y="7341"/>
                  </a:cubicBezTo>
                  <a:lnTo>
                    <a:pt x="405" y="7341"/>
                  </a:lnTo>
                  <a:cubicBezTo>
                    <a:pt x="369" y="7341"/>
                    <a:pt x="334" y="7305"/>
                    <a:pt x="334" y="7269"/>
                  </a:cubicBezTo>
                  <a:lnTo>
                    <a:pt x="334" y="7019"/>
                  </a:lnTo>
                  <a:cubicBezTo>
                    <a:pt x="334" y="6972"/>
                    <a:pt x="358" y="6936"/>
                    <a:pt x="405" y="6936"/>
                  </a:cubicBezTo>
                  <a:close/>
                  <a:moveTo>
                    <a:pt x="1834" y="7674"/>
                  </a:moveTo>
                  <a:cubicBezTo>
                    <a:pt x="2060" y="7960"/>
                    <a:pt x="2322" y="8210"/>
                    <a:pt x="2632" y="8401"/>
                  </a:cubicBezTo>
                  <a:cubicBezTo>
                    <a:pt x="2608" y="8448"/>
                    <a:pt x="2572" y="8496"/>
                    <a:pt x="2548" y="8520"/>
                  </a:cubicBezTo>
                  <a:cubicBezTo>
                    <a:pt x="2489" y="8591"/>
                    <a:pt x="2441" y="8663"/>
                    <a:pt x="2393" y="8746"/>
                  </a:cubicBezTo>
                  <a:cubicBezTo>
                    <a:pt x="2382" y="8770"/>
                    <a:pt x="2334" y="8805"/>
                    <a:pt x="2322" y="8853"/>
                  </a:cubicBezTo>
                  <a:cubicBezTo>
                    <a:pt x="1846" y="8555"/>
                    <a:pt x="1465" y="8151"/>
                    <a:pt x="1167" y="7674"/>
                  </a:cubicBezTo>
                  <a:close/>
                  <a:moveTo>
                    <a:pt x="4632" y="7793"/>
                  </a:moveTo>
                  <a:cubicBezTo>
                    <a:pt x="5870" y="7793"/>
                    <a:pt x="6846" y="8793"/>
                    <a:pt x="6918" y="9936"/>
                  </a:cubicBezTo>
                  <a:lnTo>
                    <a:pt x="2334" y="9936"/>
                  </a:lnTo>
                  <a:cubicBezTo>
                    <a:pt x="2417" y="8770"/>
                    <a:pt x="3406" y="7793"/>
                    <a:pt x="4632" y="7793"/>
                  </a:cubicBezTo>
                  <a:close/>
                  <a:moveTo>
                    <a:pt x="6525" y="1"/>
                  </a:moveTo>
                  <a:cubicBezTo>
                    <a:pt x="6421" y="1"/>
                    <a:pt x="6317" y="42"/>
                    <a:pt x="6239" y="126"/>
                  </a:cubicBezTo>
                  <a:lnTo>
                    <a:pt x="6084" y="269"/>
                  </a:lnTo>
                  <a:cubicBezTo>
                    <a:pt x="5942" y="423"/>
                    <a:pt x="5942" y="662"/>
                    <a:pt x="6073" y="804"/>
                  </a:cubicBezTo>
                  <a:lnTo>
                    <a:pt x="5406" y="1483"/>
                  </a:lnTo>
                  <a:lnTo>
                    <a:pt x="5251" y="1328"/>
                  </a:lnTo>
                  <a:cubicBezTo>
                    <a:pt x="5221" y="1299"/>
                    <a:pt x="5180" y="1284"/>
                    <a:pt x="5136" y="1284"/>
                  </a:cubicBezTo>
                  <a:cubicBezTo>
                    <a:pt x="5093" y="1284"/>
                    <a:pt x="5049" y="1299"/>
                    <a:pt x="5013" y="1328"/>
                  </a:cubicBezTo>
                  <a:lnTo>
                    <a:pt x="3977" y="2376"/>
                  </a:lnTo>
                  <a:cubicBezTo>
                    <a:pt x="3917" y="2436"/>
                    <a:pt x="3917" y="2531"/>
                    <a:pt x="3977" y="2614"/>
                  </a:cubicBezTo>
                  <a:cubicBezTo>
                    <a:pt x="4007" y="2644"/>
                    <a:pt x="4045" y="2659"/>
                    <a:pt x="4087" y="2659"/>
                  </a:cubicBezTo>
                  <a:cubicBezTo>
                    <a:pt x="4129" y="2659"/>
                    <a:pt x="4173" y="2644"/>
                    <a:pt x="4215" y="2614"/>
                  </a:cubicBezTo>
                  <a:lnTo>
                    <a:pt x="5132" y="1685"/>
                  </a:lnTo>
                  <a:lnTo>
                    <a:pt x="6299" y="2852"/>
                  </a:lnTo>
                  <a:lnTo>
                    <a:pt x="4060" y="5079"/>
                  </a:lnTo>
                  <a:lnTo>
                    <a:pt x="2905" y="3924"/>
                  </a:lnTo>
                  <a:lnTo>
                    <a:pt x="3739" y="3090"/>
                  </a:lnTo>
                  <a:cubicBezTo>
                    <a:pt x="3798" y="3031"/>
                    <a:pt x="3798" y="2924"/>
                    <a:pt x="3739" y="2864"/>
                  </a:cubicBezTo>
                  <a:cubicBezTo>
                    <a:pt x="3709" y="2834"/>
                    <a:pt x="3667" y="2820"/>
                    <a:pt x="3624" y="2820"/>
                  </a:cubicBezTo>
                  <a:cubicBezTo>
                    <a:pt x="3581" y="2820"/>
                    <a:pt x="3536" y="2834"/>
                    <a:pt x="3501" y="2864"/>
                  </a:cubicBezTo>
                  <a:lnTo>
                    <a:pt x="2667" y="3698"/>
                  </a:lnTo>
                  <a:lnTo>
                    <a:pt x="2632" y="3662"/>
                  </a:lnTo>
                  <a:cubicBezTo>
                    <a:pt x="2566" y="3596"/>
                    <a:pt x="2477" y="3564"/>
                    <a:pt x="2388" y="3564"/>
                  </a:cubicBezTo>
                  <a:cubicBezTo>
                    <a:pt x="2298" y="3564"/>
                    <a:pt x="2209" y="3596"/>
                    <a:pt x="2143" y="3662"/>
                  </a:cubicBezTo>
                  <a:lnTo>
                    <a:pt x="1870" y="3936"/>
                  </a:lnTo>
                  <a:cubicBezTo>
                    <a:pt x="1739" y="4067"/>
                    <a:pt x="1739" y="4293"/>
                    <a:pt x="1870" y="4424"/>
                  </a:cubicBezTo>
                  <a:lnTo>
                    <a:pt x="1905" y="4460"/>
                  </a:lnTo>
                  <a:cubicBezTo>
                    <a:pt x="1751" y="4638"/>
                    <a:pt x="1548" y="4722"/>
                    <a:pt x="1548" y="4972"/>
                  </a:cubicBezTo>
                  <a:cubicBezTo>
                    <a:pt x="1548" y="5079"/>
                    <a:pt x="1596" y="5186"/>
                    <a:pt x="1667" y="5269"/>
                  </a:cubicBezTo>
                  <a:cubicBezTo>
                    <a:pt x="1786" y="5376"/>
                    <a:pt x="1870" y="5555"/>
                    <a:pt x="2132" y="5555"/>
                  </a:cubicBezTo>
                  <a:cubicBezTo>
                    <a:pt x="2382" y="5555"/>
                    <a:pt x="2465" y="5353"/>
                    <a:pt x="2644" y="5198"/>
                  </a:cubicBezTo>
                  <a:lnTo>
                    <a:pt x="2763" y="5317"/>
                  </a:lnTo>
                  <a:cubicBezTo>
                    <a:pt x="2620" y="5495"/>
                    <a:pt x="2405" y="5591"/>
                    <a:pt x="2405" y="5841"/>
                  </a:cubicBezTo>
                  <a:cubicBezTo>
                    <a:pt x="2405" y="6079"/>
                    <a:pt x="2608" y="6186"/>
                    <a:pt x="2691" y="6305"/>
                  </a:cubicBezTo>
                  <a:cubicBezTo>
                    <a:pt x="2763" y="6377"/>
                    <a:pt x="2870" y="6424"/>
                    <a:pt x="2989" y="6424"/>
                  </a:cubicBezTo>
                  <a:cubicBezTo>
                    <a:pt x="3239" y="6424"/>
                    <a:pt x="3334" y="6210"/>
                    <a:pt x="3513" y="6067"/>
                  </a:cubicBezTo>
                  <a:cubicBezTo>
                    <a:pt x="3525" y="6079"/>
                    <a:pt x="3620" y="6198"/>
                    <a:pt x="3798" y="6198"/>
                  </a:cubicBezTo>
                  <a:cubicBezTo>
                    <a:pt x="3882" y="6198"/>
                    <a:pt x="3977" y="6162"/>
                    <a:pt x="4048" y="6091"/>
                  </a:cubicBezTo>
                  <a:lnTo>
                    <a:pt x="4310" y="5829"/>
                  </a:lnTo>
                  <a:cubicBezTo>
                    <a:pt x="4453" y="5686"/>
                    <a:pt x="4453" y="5472"/>
                    <a:pt x="4310" y="5329"/>
                  </a:cubicBezTo>
                  <a:lnTo>
                    <a:pt x="4287" y="5305"/>
                  </a:lnTo>
                  <a:lnTo>
                    <a:pt x="6239" y="3352"/>
                  </a:lnTo>
                  <a:cubicBezTo>
                    <a:pt x="6930" y="3924"/>
                    <a:pt x="7335" y="4733"/>
                    <a:pt x="7335" y="5626"/>
                  </a:cubicBezTo>
                  <a:cubicBezTo>
                    <a:pt x="7335" y="6555"/>
                    <a:pt x="6906" y="7412"/>
                    <a:pt x="6156" y="7984"/>
                  </a:cubicBezTo>
                  <a:cubicBezTo>
                    <a:pt x="5690" y="7638"/>
                    <a:pt x="5153" y="7470"/>
                    <a:pt x="4619" y="7470"/>
                  </a:cubicBezTo>
                  <a:cubicBezTo>
                    <a:pt x="3993" y="7470"/>
                    <a:pt x="3371" y="7701"/>
                    <a:pt x="2870" y="8151"/>
                  </a:cubicBezTo>
                  <a:cubicBezTo>
                    <a:pt x="2644" y="8008"/>
                    <a:pt x="2453" y="7853"/>
                    <a:pt x="2274" y="7650"/>
                  </a:cubicBezTo>
                  <a:lnTo>
                    <a:pt x="3025" y="7650"/>
                  </a:lnTo>
                  <a:cubicBezTo>
                    <a:pt x="3239" y="7650"/>
                    <a:pt x="3417" y="7472"/>
                    <a:pt x="3417" y="7258"/>
                  </a:cubicBezTo>
                  <a:lnTo>
                    <a:pt x="3417" y="6996"/>
                  </a:lnTo>
                  <a:cubicBezTo>
                    <a:pt x="3417" y="6781"/>
                    <a:pt x="3239" y="6603"/>
                    <a:pt x="3025" y="6603"/>
                  </a:cubicBezTo>
                  <a:lnTo>
                    <a:pt x="405" y="6603"/>
                  </a:lnTo>
                  <a:cubicBezTo>
                    <a:pt x="179" y="6603"/>
                    <a:pt x="0" y="6781"/>
                    <a:pt x="0" y="6996"/>
                  </a:cubicBezTo>
                  <a:lnTo>
                    <a:pt x="0" y="7258"/>
                  </a:lnTo>
                  <a:cubicBezTo>
                    <a:pt x="0" y="7472"/>
                    <a:pt x="179" y="7650"/>
                    <a:pt x="405" y="7650"/>
                  </a:cubicBezTo>
                  <a:lnTo>
                    <a:pt x="774" y="7650"/>
                  </a:lnTo>
                  <a:cubicBezTo>
                    <a:pt x="1036" y="8162"/>
                    <a:pt x="1548" y="8722"/>
                    <a:pt x="2191" y="9127"/>
                  </a:cubicBezTo>
                  <a:cubicBezTo>
                    <a:pt x="2084" y="9377"/>
                    <a:pt x="2036" y="9651"/>
                    <a:pt x="2012" y="9936"/>
                  </a:cubicBezTo>
                  <a:lnTo>
                    <a:pt x="846" y="9936"/>
                  </a:lnTo>
                  <a:cubicBezTo>
                    <a:pt x="774" y="9936"/>
                    <a:pt x="715" y="9972"/>
                    <a:pt x="703" y="10032"/>
                  </a:cubicBezTo>
                  <a:lnTo>
                    <a:pt x="346" y="10948"/>
                  </a:lnTo>
                  <a:cubicBezTo>
                    <a:pt x="298" y="11044"/>
                    <a:pt x="381" y="11163"/>
                    <a:pt x="488" y="11163"/>
                  </a:cubicBezTo>
                  <a:lnTo>
                    <a:pt x="1393" y="11163"/>
                  </a:lnTo>
                  <a:cubicBezTo>
                    <a:pt x="1489" y="11163"/>
                    <a:pt x="1560" y="11091"/>
                    <a:pt x="1560" y="11008"/>
                  </a:cubicBezTo>
                  <a:cubicBezTo>
                    <a:pt x="1560" y="10913"/>
                    <a:pt x="1489" y="10841"/>
                    <a:pt x="1393" y="10841"/>
                  </a:cubicBezTo>
                  <a:lnTo>
                    <a:pt x="739" y="10841"/>
                  </a:lnTo>
                  <a:lnTo>
                    <a:pt x="965" y="10258"/>
                  </a:lnTo>
                  <a:lnTo>
                    <a:pt x="8299" y="10258"/>
                  </a:lnTo>
                  <a:lnTo>
                    <a:pt x="8525" y="10841"/>
                  </a:lnTo>
                  <a:lnTo>
                    <a:pt x="2167" y="10841"/>
                  </a:lnTo>
                  <a:cubicBezTo>
                    <a:pt x="2084" y="10841"/>
                    <a:pt x="2012" y="10913"/>
                    <a:pt x="2012" y="11008"/>
                  </a:cubicBezTo>
                  <a:cubicBezTo>
                    <a:pt x="2012" y="11091"/>
                    <a:pt x="2084" y="11163"/>
                    <a:pt x="2167" y="11163"/>
                  </a:cubicBezTo>
                  <a:lnTo>
                    <a:pt x="8763" y="11163"/>
                  </a:lnTo>
                  <a:cubicBezTo>
                    <a:pt x="8882" y="11163"/>
                    <a:pt x="8954" y="11044"/>
                    <a:pt x="8918" y="10948"/>
                  </a:cubicBezTo>
                  <a:lnTo>
                    <a:pt x="8561" y="10044"/>
                  </a:lnTo>
                  <a:cubicBezTo>
                    <a:pt x="8525" y="9984"/>
                    <a:pt x="8466" y="9936"/>
                    <a:pt x="8406" y="9936"/>
                  </a:cubicBezTo>
                  <a:lnTo>
                    <a:pt x="7251" y="9936"/>
                  </a:lnTo>
                  <a:cubicBezTo>
                    <a:pt x="7216" y="9555"/>
                    <a:pt x="7132" y="9198"/>
                    <a:pt x="6965" y="8889"/>
                  </a:cubicBezTo>
                  <a:cubicBezTo>
                    <a:pt x="7847" y="8210"/>
                    <a:pt x="8430" y="7174"/>
                    <a:pt x="8525" y="6067"/>
                  </a:cubicBezTo>
                  <a:cubicBezTo>
                    <a:pt x="8537" y="5972"/>
                    <a:pt x="8466" y="5900"/>
                    <a:pt x="8382" y="5888"/>
                  </a:cubicBezTo>
                  <a:cubicBezTo>
                    <a:pt x="8371" y="5886"/>
                    <a:pt x="8360" y="5884"/>
                    <a:pt x="8350" y="5884"/>
                  </a:cubicBezTo>
                  <a:cubicBezTo>
                    <a:pt x="8271" y="5884"/>
                    <a:pt x="8214" y="5958"/>
                    <a:pt x="8204" y="6031"/>
                  </a:cubicBezTo>
                  <a:cubicBezTo>
                    <a:pt x="8097" y="7043"/>
                    <a:pt x="7597" y="7972"/>
                    <a:pt x="6799" y="8603"/>
                  </a:cubicBezTo>
                  <a:cubicBezTo>
                    <a:pt x="6751" y="8543"/>
                    <a:pt x="6715" y="8508"/>
                    <a:pt x="6668" y="8460"/>
                  </a:cubicBezTo>
                  <a:cubicBezTo>
                    <a:pt x="6608" y="8389"/>
                    <a:pt x="6537" y="8293"/>
                    <a:pt x="6454" y="8222"/>
                  </a:cubicBezTo>
                  <a:lnTo>
                    <a:pt x="6430" y="8186"/>
                  </a:lnTo>
                  <a:cubicBezTo>
                    <a:pt x="8037" y="6912"/>
                    <a:pt x="8097" y="4460"/>
                    <a:pt x="6477" y="3114"/>
                  </a:cubicBezTo>
                  <a:lnTo>
                    <a:pt x="6632" y="2948"/>
                  </a:lnTo>
                  <a:cubicBezTo>
                    <a:pt x="6692" y="2888"/>
                    <a:pt x="6692" y="2793"/>
                    <a:pt x="6632" y="2733"/>
                  </a:cubicBezTo>
                  <a:lnTo>
                    <a:pt x="6561" y="2650"/>
                  </a:lnTo>
                  <a:lnTo>
                    <a:pt x="6656" y="2567"/>
                  </a:lnTo>
                  <a:cubicBezTo>
                    <a:pt x="7013" y="2793"/>
                    <a:pt x="7489" y="3305"/>
                    <a:pt x="7799" y="3900"/>
                  </a:cubicBezTo>
                  <a:cubicBezTo>
                    <a:pt x="8037" y="4352"/>
                    <a:pt x="8168" y="4876"/>
                    <a:pt x="8216" y="5376"/>
                  </a:cubicBezTo>
                  <a:cubicBezTo>
                    <a:pt x="8216" y="5465"/>
                    <a:pt x="8287" y="5532"/>
                    <a:pt x="8373" y="5532"/>
                  </a:cubicBezTo>
                  <a:cubicBezTo>
                    <a:pt x="8380" y="5532"/>
                    <a:pt x="8387" y="5532"/>
                    <a:pt x="8394" y="5531"/>
                  </a:cubicBezTo>
                  <a:cubicBezTo>
                    <a:pt x="8478" y="5531"/>
                    <a:pt x="8561" y="5436"/>
                    <a:pt x="8537" y="5353"/>
                  </a:cubicBezTo>
                  <a:cubicBezTo>
                    <a:pt x="8454" y="4138"/>
                    <a:pt x="7858" y="3055"/>
                    <a:pt x="6894" y="2328"/>
                  </a:cubicBezTo>
                  <a:lnTo>
                    <a:pt x="7251" y="1971"/>
                  </a:lnTo>
                  <a:cubicBezTo>
                    <a:pt x="7317" y="2002"/>
                    <a:pt x="7384" y="2017"/>
                    <a:pt x="7446" y="2017"/>
                  </a:cubicBezTo>
                  <a:cubicBezTo>
                    <a:pt x="7551" y="2017"/>
                    <a:pt x="7644" y="1975"/>
                    <a:pt x="7704" y="1900"/>
                  </a:cubicBezTo>
                  <a:lnTo>
                    <a:pt x="7858" y="1745"/>
                  </a:lnTo>
                  <a:cubicBezTo>
                    <a:pt x="8025" y="1578"/>
                    <a:pt x="8025" y="1328"/>
                    <a:pt x="7858" y="1162"/>
                  </a:cubicBezTo>
                  <a:lnTo>
                    <a:pt x="6811" y="126"/>
                  </a:lnTo>
                  <a:cubicBezTo>
                    <a:pt x="6733" y="42"/>
                    <a:pt x="6629" y="1"/>
                    <a:pt x="6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 name="Google Shape;663;p59"/>
          <p:cNvGrpSpPr/>
          <p:nvPr/>
        </p:nvGrpSpPr>
        <p:grpSpPr>
          <a:xfrm>
            <a:off x="799120" y="1493350"/>
            <a:ext cx="466117" cy="456742"/>
            <a:chOff x="6657194" y="2434073"/>
            <a:chExt cx="375507" cy="367925"/>
          </a:xfrm>
        </p:grpSpPr>
        <p:sp>
          <p:nvSpPr>
            <p:cNvPr id="664" name="Google Shape;664;p59"/>
            <p:cNvSpPr/>
            <p:nvPr/>
          </p:nvSpPr>
          <p:spPr>
            <a:xfrm>
              <a:off x="6657194" y="2434073"/>
              <a:ext cx="190780" cy="367925"/>
            </a:xfrm>
            <a:custGeom>
              <a:avLst/>
              <a:gdLst/>
              <a:ahLst/>
              <a:cxnLst/>
              <a:rect l="l" t="t" r="r" b="b"/>
              <a:pathLst>
                <a:path w="5989" h="11550" extrusionOk="0">
                  <a:moveTo>
                    <a:pt x="3024" y="346"/>
                  </a:moveTo>
                  <a:cubicBezTo>
                    <a:pt x="4465" y="346"/>
                    <a:pt x="5644" y="1524"/>
                    <a:pt x="5644" y="2965"/>
                  </a:cubicBezTo>
                  <a:lnTo>
                    <a:pt x="5644" y="5596"/>
                  </a:lnTo>
                  <a:lnTo>
                    <a:pt x="2977" y="5596"/>
                  </a:lnTo>
                  <a:cubicBezTo>
                    <a:pt x="2893" y="5596"/>
                    <a:pt x="2810" y="5668"/>
                    <a:pt x="2810" y="5763"/>
                  </a:cubicBezTo>
                  <a:cubicBezTo>
                    <a:pt x="2810" y="5846"/>
                    <a:pt x="2893" y="5930"/>
                    <a:pt x="2977" y="5930"/>
                  </a:cubicBezTo>
                  <a:lnTo>
                    <a:pt x="5644" y="5930"/>
                  </a:lnTo>
                  <a:lnTo>
                    <a:pt x="5644" y="8561"/>
                  </a:lnTo>
                  <a:cubicBezTo>
                    <a:pt x="5644" y="10002"/>
                    <a:pt x="4465" y="11180"/>
                    <a:pt x="3024" y="11180"/>
                  </a:cubicBezTo>
                  <a:lnTo>
                    <a:pt x="2965" y="11180"/>
                  </a:lnTo>
                  <a:cubicBezTo>
                    <a:pt x="1524" y="11180"/>
                    <a:pt x="345" y="10002"/>
                    <a:pt x="345" y="8561"/>
                  </a:cubicBezTo>
                  <a:lnTo>
                    <a:pt x="345" y="5930"/>
                  </a:lnTo>
                  <a:lnTo>
                    <a:pt x="2119" y="5930"/>
                  </a:lnTo>
                  <a:cubicBezTo>
                    <a:pt x="2203" y="5930"/>
                    <a:pt x="2274" y="5846"/>
                    <a:pt x="2274" y="5763"/>
                  </a:cubicBezTo>
                  <a:cubicBezTo>
                    <a:pt x="2274" y="5668"/>
                    <a:pt x="2203" y="5596"/>
                    <a:pt x="2119" y="5596"/>
                  </a:cubicBezTo>
                  <a:lnTo>
                    <a:pt x="345" y="5596"/>
                  </a:lnTo>
                  <a:lnTo>
                    <a:pt x="345" y="2965"/>
                  </a:lnTo>
                  <a:cubicBezTo>
                    <a:pt x="345" y="1524"/>
                    <a:pt x="1524" y="346"/>
                    <a:pt x="2965" y="346"/>
                  </a:cubicBezTo>
                  <a:close/>
                  <a:moveTo>
                    <a:pt x="2965" y="0"/>
                  </a:moveTo>
                  <a:cubicBezTo>
                    <a:pt x="1322" y="0"/>
                    <a:pt x="0" y="1322"/>
                    <a:pt x="0" y="2965"/>
                  </a:cubicBezTo>
                  <a:lnTo>
                    <a:pt x="0" y="8585"/>
                  </a:lnTo>
                  <a:cubicBezTo>
                    <a:pt x="0" y="10228"/>
                    <a:pt x="1322" y="11550"/>
                    <a:pt x="2965" y="11550"/>
                  </a:cubicBezTo>
                  <a:lnTo>
                    <a:pt x="3024" y="11550"/>
                  </a:lnTo>
                  <a:cubicBezTo>
                    <a:pt x="4655" y="11550"/>
                    <a:pt x="5989" y="10228"/>
                    <a:pt x="5989" y="8585"/>
                  </a:cubicBezTo>
                  <a:lnTo>
                    <a:pt x="5989" y="2953"/>
                  </a:lnTo>
                  <a:cubicBezTo>
                    <a:pt x="5965" y="1322"/>
                    <a:pt x="4644" y="0"/>
                    <a:pt x="3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9"/>
            <p:cNvSpPr/>
            <p:nvPr/>
          </p:nvSpPr>
          <p:spPr>
            <a:xfrm>
              <a:off x="6854409" y="2464399"/>
              <a:ext cx="178292" cy="162365"/>
            </a:xfrm>
            <a:custGeom>
              <a:avLst/>
              <a:gdLst/>
              <a:ahLst/>
              <a:cxnLst/>
              <a:rect l="l" t="t" r="r" b="b"/>
              <a:pathLst>
                <a:path w="5597" h="5097" extrusionOk="0">
                  <a:moveTo>
                    <a:pt x="2807" y="346"/>
                  </a:moveTo>
                  <a:cubicBezTo>
                    <a:pt x="3371" y="346"/>
                    <a:pt x="3933" y="564"/>
                    <a:pt x="4358" y="1001"/>
                  </a:cubicBezTo>
                  <a:cubicBezTo>
                    <a:pt x="5180" y="1835"/>
                    <a:pt x="5227" y="3132"/>
                    <a:pt x="4477" y="3990"/>
                  </a:cubicBezTo>
                  <a:lnTo>
                    <a:pt x="3441" y="2954"/>
                  </a:lnTo>
                  <a:cubicBezTo>
                    <a:pt x="3411" y="2924"/>
                    <a:pt x="3367" y="2909"/>
                    <a:pt x="3322" y="2909"/>
                  </a:cubicBezTo>
                  <a:cubicBezTo>
                    <a:pt x="3278" y="2909"/>
                    <a:pt x="3233" y="2924"/>
                    <a:pt x="3203" y="2954"/>
                  </a:cubicBezTo>
                  <a:cubicBezTo>
                    <a:pt x="3144" y="3013"/>
                    <a:pt x="3144" y="3132"/>
                    <a:pt x="3203" y="3192"/>
                  </a:cubicBezTo>
                  <a:lnTo>
                    <a:pt x="4239" y="4228"/>
                  </a:lnTo>
                  <a:cubicBezTo>
                    <a:pt x="3831" y="4584"/>
                    <a:pt x="3321" y="4763"/>
                    <a:pt x="2810" y="4763"/>
                  </a:cubicBezTo>
                  <a:cubicBezTo>
                    <a:pt x="2246" y="4763"/>
                    <a:pt x="1681" y="4546"/>
                    <a:pt x="1250" y="4109"/>
                  </a:cubicBezTo>
                  <a:cubicBezTo>
                    <a:pt x="417" y="3287"/>
                    <a:pt x="393" y="1977"/>
                    <a:pt x="1131" y="1120"/>
                  </a:cubicBezTo>
                  <a:lnTo>
                    <a:pt x="1131" y="1120"/>
                  </a:lnTo>
                  <a:lnTo>
                    <a:pt x="2679" y="2668"/>
                  </a:lnTo>
                  <a:cubicBezTo>
                    <a:pt x="2709" y="2698"/>
                    <a:pt x="2754" y="2713"/>
                    <a:pt x="2798" y="2713"/>
                  </a:cubicBezTo>
                  <a:cubicBezTo>
                    <a:pt x="2843" y="2713"/>
                    <a:pt x="2888" y="2698"/>
                    <a:pt x="2917" y="2668"/>
                  </a:cubicBezTo>
                  <a:cubicBezTo>
                    <a:pt x="2977" y="2608"/>
                    <a:pt x="2977" y="2489"/>
                    <a:pt x="2917" y="2430"/>
                  </a:cubicBezTo>
                  <a:lnTo>
                    <a:pt x="1370" y="882"/>
                  </a:lnTo>
                  <a:cubicBezTo>
                    <a:pt x="1783" y="525"/>
                    <a:pt x="2296" y="346"/>
                    <a:pt x="2807" y="346"/>
                  </a:cubicBezTo>
                  <a:close/>
                  <a:moveTo>
                    <a:pt x="2803" y="1"/>
                  </a:moveTo>
                  <a:cubicBezTo>
                    <a:pt x="2152" y="1"/>
                    <a:pt x="1501" y="251"/>
                    <a:pt x="1000" y="751"/>
                  </a:cubicBezTo>
                  <a:cubicBezTo>
                    <a:pt x="0" y="1739"/>
                    <a:pt x="0" y="3347"/>
                    <a:pt x="1000" y="4347"/>
                  </a:cubicBezTo>
                  <a:cubicBezTo>
                    <a:pt x="1501" y="4847"/>
                    <a:pt x="2152" y="5097"/>
                    <a:pt x="2803" y="5097"/>
                  </a:cubicBezTo>
                  <a:cubicBezTo>
                    <a:pt x="3453" y="5097"/>
                    <a:pt x="4102" y="4847"/>
                    <a:pt x="4596" y="4347"/>
                  </a:cubicBezTo>
                  <a:cubicBezTo>
                    <a:pt x="5596" y="3347"/>
                    <a:pt x="5596" y="1739"/>
                    <a:pt x="4596" y="751"/>
                  </a:cubicBezTo>
                  <a:cubicBezTo>
                    <a:pt x="4102" y="251"/>
                    <a:pt x="3453" y="1"/>
                    <a:pt x="28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9"/>
            <p:cNvSpPr/>
            <p:nvPr/>
          </p:nvSpPr>
          <p:spPr>
            <a:xfrm>
              <a:off x="6854409" y="2631288"/>
              <a:ext cx="177528" cy="162365"/>
            </a:xfrm>
            <a:custGeom>
              <a:avLst/>
              <a:gdLst/>
              <a:ahLst/>
              <a:cxnLst/>
              <a:rect l="l" t="t" r="r" b="b"/>
              <a:pathLst>
                <a:path w="5573" h="5097" extrusionOk="0">
                  <a:moveTo>
                    <a:pt x="2805" y="338"/>
                  </a:moveTo>
                  <a:cubicBezTo>
                    <a:pt x="3314" y="338"/>
                    <a:pt x="3821" y="515"/>
                    <a:pt x="4227" y="870"/>
                  </a:cubicBezTo>
                  <a:lnTo>
                    <a:pt x="1120" y="3977"/>
                  </a:lnTo>
                  <a:cubicBezTo>
                    <a:pt x="393" y="3108"/>
                    <a:pt x="417" y="1799"/>
                    <a:pt x="1239" y="989"/>
                  </a:cubicBezTo>
                  <a:cubicBezTo>
                    <a:pt x="1671" y="556"/>
                    <a:pt x="2239" y="338"/>
                    <a:pt x="2805" y="338"/>
                  </a:cubicBezTo>
                  <a:close/>
                  <a:moveTo>
                    <a:pt x="2803" y="1"/>
                  </a:moveTo>
                  <a:cubicBezTo>
                    <a:pt x="2152" y="1"/>
                    <a:pt x="1501" y="251"/>
                    <a:pt x="1000" y="751"/>
                  </a:cubicBezTo>
                  <a:cubicBezTo>
                    <a:pt x="0" y="1739"/>
                    <a:pt x="0" y="3346"/>
                    <a:pt x="1000" y="4346"/>
                  </a:cubicBezTo>
                  <a:cubicBezTo>
                    <a:pt x="1501" y="4847"/>
                    <a:pt x="2152" y="5097"/>
                    <a:pt x="2803" y="5097"/>
                  </a:cubicBezTo>
                  <a:cubicBezTo>
                    <a:pt x="3453" y="5097"/>
                    <a:pt x="4102" y="4847"/>
                    <a:pt x="4596" y="4346"/>
                  </a:cubicBezTo>
                  <a:cubicBezTo>
                    <a:pt x="4656" y="4287"/>
                    <a:pt x="4656" y="4168"/>
                    <a:pt x="4596" y="4108"/>
                  </a:cubicBezTo>
                  <a:cubicBezTo>
                    <a:pt x="4566" y="4079"/>
                    <a:pt x="4522" y="4064"/>
                    <a:pt x="4477" y="4064"/>
                  </a:cubicBezTo>
                  <a:cubicBezTo>
                    <a:pt x="4432" y="4064"/>
                    <a:pt x="4388" y="4079"/>
                    <a:pt x="4358" y="4108"/>
                  </a:cubicBezTo>
                  <a:cubicBezTo>
                    <a:pt x="3933" y="4540"/>
                    <a:pt x="3370" y="4754"/>
                    <a:pt x="2806" y="4754"/>
                  </a:cubicBezTo>
                  <a:cubicBezTo>
                    <a:pt x="2295" y="4754"/>
                    <a:pt x="1783" y="4578"/>
                    <a:pt x="1370" y="4227"/>
                  </a:cubicBezTo>
                  <a:lnTo>
                    <a:pt x="2417" y="3180"/>
                  </a:lnTo>
                  <a:lnTo>
                    <a:pt x="4477" y="1120"/>
                  </a:lnTo>
                  <a:cubicBezTo>
                    <a:pt x="5060" y="1799"/>
                    <a:pt x="5180" y="2775"/>
                    <a:pt x="4763" y="3573"/>
                  </a:cubicBezTo>
                  <a:cubicBezTo>
                    <a:pt x="4715" y="3668"/>
                    <a:pt x="4751" y="3751"/>
                    <a:pt x="4834" y="3799"/>
                  </a:cubicBezTo>
                  <a:cubicBezTo>
                    <a:pt x="4863" y="3813"/>
                    <a:pt x="4890" y="3820"/>
                    <a:pt x="4916" y="3820"/>
                  </a:cubicBezTo>
                  <a:cubicBezTo>
                    <a:pt x="4976" y="3820"/>
                    <a:pt x="5027" y="3782"/>
                    <a:pt x="5060" y="3715"/>
                  </a:cubicBezTo>
                  <a:cubicBezTo>
                    <a:pt x="5572" y="2739"/>
                    <a:pt x="5406" y="1537"/>
                    <a:pt x="4596" y="751"/>
                  </a:cubicBezTo>
                  <a:cubicBezTo>
                    <a:pt x="4102" y="251"/>
                    <a:pt x="3453" y="1"/>
                    <a:pt x="28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7" name="Google Shape;667;p59"/>
          <p:cNvSpPr/>
          <p:nvPr/>
        </p:nvSpPr>
        <p:spPr>
          <a:xfrm>
            <a:off x="5149458" y="1500947"/>
            <a:ext cx="496617" cy="494813"/>
          </a:xfrm>
          <a:custGeom>
            <a:avLst/>
            <a:gdLst/>
            <a:ahLst/>
            <a:cxnLst/>
            <a:rect l="l" t="t" r="r" b="b"/>
            <a:pathLst>
              <a:path w="11562" h="11520" extrusionOk="0">
                <a:moveTo>
                  <a:pt x="9204" y="402"/>
                </a:moveTo>
                <a:lnTo>
                  <a:pt x="11145" y="2343"/>
                </a:lnTo>
                <a:lnTo>
                  <a:pt x="11073" y="2414"/>
                </a:lnTo>
                <a:lnTo>
                  <a:pt x="9132" y="474"/>
                </a:lnTo>
                <a:lnTo>
                  <a:pt x="9204" y="402"/>
                </a:lnTo>
                <a:close/>
                <a:moveTo>
                  <a:pt x="7049" y="1712"/>
                </a:moveTo>
                <a:lnTo>
                  <a:pt x="9823" y="4486"/>
                </a:lnTo>
                <a:lnTo>
                  <a:pt x="9668" y="4629"/>
                </a:lnTo>
                <a:lnTo>
                  <a:pt x="6906" y="1855"/>
                </a:lnTo>
                <a:lnTo>
                  <a:pt x="7049" y="1712"/>
                </a:lnTo>
                <a:close/>
                <a:moveTo>
                  <a:pt x="5025" y="4927"/>
                </a:moveTo>
                <a:lnTo>
                  <a:pt x="5025" y="4927"/>
                </a:lnTo>
                <a:cubicBezTo>
                  <a:pt x="5192" y="5022"/>
                  <a:pt x="5465" y="5224"/>
                  <a:pt x="5703" y="5760"/>
                </a:cubicBezTo>
                <a:cubicBezTo>
                  <a:pt x="5965" y="6367"/>
                  <a:pt x="6323" y="6629"/>
                  <a:pt x="6596" y="6724"/>
                </a:cubicBezTo>
                <a:lnTo>
                  <a:pt x="5489" y="7832"/>
                </a:lnTo>
                <a:cubicBezTo>
                  <a:pt x="5048" y="8272"/>
                  <a:pt x="4462" y="8519"/>
                  <a:pt x="3836" y="8519"/>
                </a:cubicBezTo>
                <a:cubicBezTo>
                  <a:pt x="3768" y="8519"/>
                  <a:pt x="3700" y="8516"/>
                  <a:pt x="3632" y="8510"/>
                </a:cubicBezTo>
                <a:cubicBezTo>
                  <a:pt x="3298" y="8487"/>
                  <a:pt x="3048" y="8237"/>
                  <a:pt x="3025" y="7903"/>
                </a:cubicBezTo>
                <a:cubicBezTo>
                  <a:pt x="2977" y="7308"/>
                  <a:pt x="3156" y="6713"/>
                  <a:pt x="3525" y="6248"/>
                </a:cubicBezTo>
                <a:cubicBezTo>
                  <a:pt x="4358" y="7058"/>
                  <a:pt x="4334" y="7117"/>
                  <a:pt x="4465" y="7117"/>
                </a:cubicBezTo>
                <a:cubicBezTo>
                  <a:pt x="4608" y="7117"/>
                  <a:pt x="4691" y="6939"/>
                  <a:pt x="4584" y="6832"/>
                </a:cubicBezTo>
                <a:lnTo>
                  <a:pt x="3763" y="6010"/>
                </a:lnTo>
                <a:lnTo>
                  <a:pt x="4120" y="5653"/>
                </a:lnTo>
                <a:cubicBezTo>
                  <a:pt x="4477" y="5998"/>
                  <a:pt x="4489" y="6093"/>
                  <a:pt x="4608" y="6093"/>
                </a:cubicBezTo>
                <a:cubicBezTo>
                  <a:pt x="4763" y="6093"/>
                  <a:pt x="4834" y="5915"/>
                  <a:pt x="4727" y="5808"/>
                </a:cubicBezTo>
                <a:lnTo>
                  <a:pt x="4358" y="5439"/>
                </a:lnTo>
                <a:lnTo>
                  <a:pt x="4715" y="5081"/>
                </a:lnTo>
                <a:cubicBezTo>
                  <a:pt x="5072" y="5415"/>
                  <a:pt x="5084" y="5510"/>
                  <a:pt x="5203" y="5510"/>
                </a:cubicBezTo>
                <a:cubicBezTo>
                  <a:pt x="5358" y="5510"/>
                  <a:pt x="5430" y="5331"/>
                  <a:pt x="5322" y="5224"/>
                </a:cubicBezTo>
                <a:lnTo>
                  <a:pt x="5025" y="4927"/>
                </a:lnTo>
                <a:close/>
                <a:moveTo>
                  <a:pt x="2751" y="8248"/>
                </a:moveTo>
                <a:cubicBezTo>
                  <a:pt x="2858" y="8487"/>
                  <a:pt x="3048" y="8677"/>
                  <a:pt x="3287" y="8784"/>
                </a:cubicBezTo>
                <a:cubicBezTo>
                  <a:pt x="3036" y="9022"/>
                  <a:pt x="3001" y="9106"/>
                  <a:pt x="2882" y="9106"/>
                </a:cubicBezTo>
                <a:cubicBezTo>
                  <a:pt x="2763" y="9106"/>
                  <a:pt x="2727" y="9010"/>
                  <a:pt x="2477" y="8784"/>
                </a:cubicBezTo>
                <a:cubicBezTo>
                  <a:pt x="2405" y="8713"/>
                  <a:pt x="2405" y="8594"/>
                  <a:pt x="2477" y="8510"/>
                </a:cubicBezTo>
                <a:lnTo>
                  <a:pt x="2751" y="8248"/>
                </a:lnTo>
                <a:close/>
                <a:moveTo>
                  <a:pt x="9216" y="0"/>
                </a:moveTo>
                <a:cubicBezTo>
                  <a:pt x="9171" y="0"/>
                  <a:pt x="9127" y="15"/>
                  <a:pt x="9097" y="45"/>
                </a:cubicBezTo>
                <a:lnTo>
                  <a:pt x="8775" y="355"/>
                </a:lnTo>
                <a:cubicBezTo>
                  <a:pt x="8716" y="414"/>
                  <a:pt x="8716" y="533"/>
                  <a:pt x="8775" y="593"/>
                </a:cubicBezTo>
                <a:lnTo>
                  <a:pt x="9037" y="855"/>
                </a:lnTo>
                <a:lnTo>
                  <a:pt x="8775" y="1105"/>
                </a:lnTo>
                <a:cubicBezTo>
                  <a:pt x="8716" y="1164"/>
                  <a:pt x="8716" y="1283"/>
                  <a:pt x="8775" y="1343"/>
                </a:cubicBezTo>
                <a:cubicBezTo>
                  <a:pt x="8805" y="1373"/>
                  <a:pt x="8850" y="1387"/>
                  <a:pt x="8894" y="1387"/>
                </a:cubicBezTo>
                <a:cubicBezTo>
                  <a:pt x="8939" y="1387"/>
                  <a:pt x="8984" y="1373"/>
                  <a:pt x="9013" y="1343"/>
                </a:cubicBezTo>
                <a:lnTo>
                  <a:pt x="9275" y="1093"/>
                </a:lnTo>
                <a:lnTo>
                  <a:pt x="10466" y="2283"/>
                </a:lnTo>
                <a:lnTo>
                  <a:pt x="9275" y="3474"/>
                </a:lnTo>
                <a:lnTo>
                  <a:pt x="8085" y="2283"/>
                </a:lnTo>
                <a:lnTo>
                  <a:pt x="8406" y="1950"/>
                </a:lnTo>
                <a:cubicBezTo>
                  <a:pt x="8466" y="1890"/>
                  <a:pt x="8466" y="1771"/>
                  <a:pt x="8406" y="1712"/>
                </a:cubicBezTo>
                <a:cubicBezTo>
                  <a:pt x="8376" y="1682"/>
                  <a:pt x="8332" y="1667"/>
                  <a:pt x="8287" y="1667"/>
                </a:cubicBezTo>
                <a:cubicBezTo>
                  <a:pt x="8242" y="1667"/>
                  <a:pt x="8198" y="1682"/>
                  <a:pt x="8168" y="1712"/>
                </a:cubicBezTo>
                <a:lnTo>
                  <a:pt x="7847" y="2045"/>
                </a:lnTo>
                <a:cubicBezTo>
                  <a:pt x="7168" y="1390"/>
                  <a:pt x="7168" y="1331"/>
                  <a:pt x="7049" y="1331"/>
                </a:cubicBezTo>
                <a:cubicBezTo>
                  <a:pt x="6930" y="1331"/>
                  <a:pt x="6906" y="1414"/>
                  <a:pt x="6549" y="1760"/>
                </a:cubicBezTo>
                <a:cubicBezTo>
                  <a:pt x="6489" y="1819"/>
                  <a:pt x="6489" y="1938"/>
                  <a:pt x="6549" y="1998"/>
                </a:cubicBezTo>
                <a:lnTo>
                  <a:pt x="6918" y="2367"/>
                </a:lnTo>
                <a:lnTo>
                  <a:pt x="3346" y="5939"/>
                </a:lnTo>
                <a:cubicBezTo>
                  <a:pt x="2870" y="6462"/>
                  <a:pt x="2620" y="7165"/>
                  <a:pt x="2644" y="7879"/>
                </a:cubicBezTo>
                <a:lnTo>
                  <a:pt x="2215" y="8308"/>
                </a:lnTo>
                <a:cubicBezTo>
                  <a:pt x="2108" y="8403"/>
                  <a:pt x="2072" y="8534"/>
                  <a:pt x="2072" y="8677"/>
                </a:cubicBezTo>
                <a:cubicBezTo>
                  <a:pt x="2072" y="8915"/>
                  <a:pt x="2227" y="9070"/>
                  <a:pt x="2227" y="9070"/>
                </a:cubicBezTo>
                <a:lnTo>
                  <a:pt x="60" y="11237"/>
                </a:lnTo>
                <a:cubicBezTo>
                  <a:pt x="0" y="11296"/>
                  <a:pt x="0" y="11415"/>
                  <a:pt x="60" y="11475"/>
                </a:cubicBezTo>
                <a:cubicBezTo>
                  <a:pt x="90" y="11505"/>
                  <a:pt x="134" y="11520"/>
                  <a:pt x="179" y="11520"/>
                </a:cubicBezTo>
                <a:cubicBezTo>
                  <a:pt x="224" y="11520"/>
                  <a:pt x="268" y="11505"/>
                  <a:pt x="298" y="11475"/>
                </a:cubicBezTo>
                <a:lnTo>
                  <a:pt x="2465" y="9296"/>
                </a:lnTo>
                <a:lnTo>
                  <a:pt x="2477" y="9320"/>
                </a:lnTo>
                <a:cubicBezTo>
                  <a:pt x="2584" y="9421"/>
                  <a:pt x="2718" y="9472"/>
                  <a:pt x="2852" y="9472"/>
                </a:cubicBezTo>
                <a:cubicBezTo>
                  <a:pt x="2986" y="9472"/>
                  <a:pt x="3120" y="9421"/>
                  <a:pt x="3227" y="9320"/>
                </a:cubicBezTo>
                <a:lnTo>
                  <a:pt x="3656" y="8891"/>
                </a:lnTo>
                <a:cubicBezTo>
                  <a:pt x="3685" y="8892"/>
                  <a:pt x="3715" y="8893"/>
                  <a:pt x="3745" y="8893"/>
                </a:cubicBezTo>
                <a:cubicBezTo>
                  <a:pt x="4485" y="8893"/>
                  <a:pt x="5176" y="8609"/>
                  <a:pt x="5680" y="8094"/>
                </a:cubicBezTo>
                <a:lnTo>
                  <a:pt x="7835" y="5939"/>
                </a:lnTo>
                <a:cubicBezTo>
                  <a:pt x="7906" y="5879"/>
                  <a:pt x="7906" y="5760"/>
                  <a:pt x="7835" y="5700"/>
                </a:cubicBezTo>
                <a:cubicBezTo>
                  <a:pt x="7805" y="5671"/>
                  <a:pt x="7760" y="5656"/>
                  <a:pt x="7717" y="5656"/>
                </a:cubicBezTo>
                <a:cubicBezTo>
                  <a:pt x="7674" y="5656"/>
                  <a:pt x="7632" y="5671"/>
                  <a:pt x="7608" y="5700"/>
                </a:cubicBezTo>
                <a:lnTo>
                  <a:pt x="6811" y="6486"/>
                </a:lnTo>
                <a:cubicBezTo>
                  <a:pt x="6668" y="6462"/>
                  <a:pt x="6275" y="6343"/>
                  <a:pt x="5965" y="5641"/>
                </a:cubicBezTo>
                <a:cubicBezTo>
                  <a:pt x="5680" y="5022"/>
                  <a:pt x="5358" y="4748"/>
                  <a:pt x="5120" y="4629"/>
                </a:cubicBezTo>
                <a:lnTo>
                  <a:pt x="5251" y="4498"/>
                </a:lnTo>
                <a:lnTo>
                  <a:pt x="6073" y="5319"/>
                </a:lnTo>
                <a:cubicBezTo>
                  <a:pt x="6102" y="5349"/>
                  <a:pt x="6147" y="5364"/>
                  <a:pt x="6192" y="5364"/>
                </a:cubicBezTo>
                <a:cubicBezTo>
                  <a:pt x="6236" y="5364"/>
                  <a:pt x="6281" y="5349"/>
                  <a:pt x="6311" y="5319"/>
                </a:cubicBezTo>
                <a:cubicBezTo>
                  <a:pt x="6370" y="5260"/>
                  <a:pt x="6370" y="5141"/>
                  <a:pt x="6311" y="5081"/>
                </a:cubicBezTo>
                <a:lnTo>
                  <a:pt x="5489" y="4260"/>
                </a:lnTo>
                <a:lnTo>
                  <a:pt x="5846" y="3903"/>
                </a:lnTo>
                <a:lnTo>
                  <a:pt x="6215" y="4272"/>
                </a:lnTo>
                <a:cubicBezTo>
                  <a:pt x="6245" y="4301"/>
                  <a:pt x="6290" y="4316"/>
                  <a:pt x="6335" y="4316"/>
                </a:cubicBezTo>
                <a:cubicBezTo>
                  <a:pt x="6379" y="4316"/>
                  <a:pt x="6424" y="4301"/>
                  <a:pt x="6454" y="4272"/>
                </a:cubicBezTo>
                <a:cubicBezTo>
                  <a:pt x="6513" y="4212"/>
                  <a:pt x="6513" y="4093"/>
                  <a:pt x="6454" y="4034"/>
                </a:cubicBezTo>
                <a:lnTo>
                  <a:pt x="6084" y="3665"/>
                </a:lnTo>
                <a:lnTo>
                  <a:pt x="6442" y="3307"/>
                </a:lnTo>
                <a:lnTo>
                  <a:pt x="6811" y="3676"/>
                </a:lnTo>
                <a:cubicBezTo>
                  <a:pt x="6841" y="3706"/>
                  <a:pt x="6885" y="3721"/>
                  <a:pt x="6930" y="3721"/>
                </a:cubicBezTo>
                <a:cubicBezTo>
                  <a:pt x="6974" y="3721"/>
                  <a:pt x="7019" y="3706"/>
                  <a:pt x="7049" y="3676"/>
                </a:cubicBezTo>
                <a:cubicBezTo>
                  <a:pt x="7108" y="3617"/>
                  <a:pt x="7108" y="3498"/>
                  <a:pt x="7049" y="3438"/>
                </a:cubicBezTo>
                <a:lnTo>
                  <a:pt x="6680" y="3069"/>
                </a:lnTo>
                <a:lnTo>
                  <a:pt x="7144" y="2605"/>
                </a:lnTo>
                <a:lnTo>
                  <a:pt x="8906" y="4379"/>
                </a:lnTo>
                <a:lnTo>
                  <a:pt x="8287" y="4998"/>
                </a:lnTo>
                <a:cubicBezTo>
                  <a:pt x="8228" y="5058"/>
                  <a:pt x="8228" y="5177"/>
                  <a:pt x="8287" y="5236"/>
                </a:cubicBezTo>
                <a:cubicBezTo>
                  <a:pt x="8317" y="5266"/>
                  <a:pt x="8362" y="5281"/>
                  <a:pt x="8406" y="5281"/>
                </a:cubicBezTo>
                <a:cubicBezTo>
                  <a:pt x="8451" y="5281"/>
                  <a:pt x="8495" y="5266"/>
                  <a:pt x="8525" y="5236"/>
                </a:cubicBezTo>
                <a:lnTo>
                  <a:pt x="9144" y="4617"/>
                </a:lnTo>
                <a:cubicBezTo>
                  <a:pt x="9502" y="4962"/>
                  <a:pt x="9525" y="5034"/>
                  <a:pt x="9644" y="5034"/>
                </a:cubicBezTo>
                <a:cubicBezTo>
                  <a:pt x="9680" y="5034"/>
                  <a:pt x="9728" y="5010"/>
                  <a:pt x="9764" y="4986"/>
                </a:cubicBezTo>
                <a:cubicBezTo>
                  <a:pt x="10121" y="4617"/>
                  <a:pt x="10192" y="4593"/>
                  <a:pt x="10192" y="4486"/>
                </a:cubicBezTo>
                <a:cubicBezTo>
                  <a:pt x="10192" y="4367"/>
                  <a:pt x="10133" y="4379"/>
                  <a:pt x="9478" y="3688"/>
                </a:cubicBezTo>
                <a:lnTo>
                  <a:pt x="10668" y="2498"/>
                </a:lnTo>
                <a:cubicBezTo>
                  <a:pt x="10907" y="2724"/>
                  <a:pt x="10930" y="2819"/>
                  <a:pt x="11037" y="2819"/>
                </a:cubicBezTo>
                <a:cubicBezTo>
                  <a:pt x="11085" y="2819"/>
                  <a:pt x="11133" y="2795"/>
                  <a:pt x="11157" y="2772"/>
                </a:cubicBezTo>
                <a:lnTo>
                  <a:pt x="11502" y="2462"/>
                </a:lnTo>
                <a:cubicBezTo>
                  <a:pt x="11561" y="2402"/>
                  <a:pt x="11561" y="2283"/>
                  <a:pt x="11502" y="2224"/>
                </a:cubicBezTo>
                <a:lnTo>
                  <a:pt x="9335" y="45"/>
                </a:lnTo>
                <a:cubicBezTo>
                  <a:pt x="9305" y="15"/>
                  <a:pt x="9260" y="0"/>
                  <a:pt x="9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60"/>
          <p:cNvSpPr txBox="1">
            <a:spLocks noGrp="1"/>
          </p:cNvSpPr>
          <p:nvPr>
            <p:ph type="title"/>
          </p:nvPr>
        </p:nvSpPr>
        <p:spPr>
          <a:xfrm>
            <a:off x="720000" y="448056"/>
            <a:ext cx="77085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Bibliographical references</a:t>
            </a:r>
            <a:endParaRPr/>
          </a:p>
        </p:txBody>
      </p:sp>
      <p:sp>
        <p:nvSpPr>
          <p:cNvPr id="673" name="Google Shape;673;p60"/>
          <p:cNvSpPr txBox="1">
            <a:spLocks noGrp="1"/>
          </p:cNvSpPr>
          <p:nvPr>
            <p:ph type="subTitle" idx="1"/>
          </p:nvPr>
        </p:nvSpPr>
        <p:spPr>
          <a:xfrm>
            <a:off x="3226500" y="1347250"/>
            <a:ext cx="5202000" cy="292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Surname, A. (YEAR). </a:t>
            </a:r>
            <a:r>
              <a:rPr lang="en" i="1"/>
              <a:t>Name of the source</a:t>
            </a:r>
            <a:r>
              <a:rPr lang="en"/>
              <a:t>. Publisher</a:t>
            </a:r>
            <a:endParaRPr/>
          </a:p>
          <a:p>
            <a:pPr marL="0" lvl="0" indent="0" algn="r" rtl="0">
              <a:spcBef>
                <a:spcPts val="0"/>
              </a:spcBef>
              <a:spcAft>
                <a:spcPts val="0"/>
              </a:spcAft>
              <a:buNone/>
            </a:pPr>
            <a:r>
              <a:rPr lang="en"/>
              <a:t>Surname, A. (YEAR). </a:t>
            </a:r>
            <a:r>
              <a:rPr lang="en" i="1"/>
              <a:t>Name of the source</a:t>
            </a:r>
            <a:r>
              <a:rPr lang="en"/>
              <a:t>. Publisher</a:t>
            </a:r>
            <a:endParaRPr/>
          </a:p>
          <a:p>
            <a:pPr marL="0" lvl="0" indent="0" algn="r" rtl="0">
              <a:spcBef>
                <a:spcPts val="0"/>
              </a:spcBef>
              <a:spcAft>
                <a:spcPts val="0"/>
              </a:spcAft>
              <a:buNone/>
            </a:pPr>
            <a:r>
              <a:rPr lang="en"/>
              <a:t>Surname, A. (YEAR). </a:t>
            </a:r>
            <a:r>
              <a:rPr lang="en" i="1"/>
              <a:t>Name of the source</a:t>
            </a:r>
            <a:r>
              <a:rPr lang="en"/>
              <a:t>. Publisher</a:t>
            </a:r>
            <a:endParaRPr/>
          </a:p>
          <a:p>
            <a:pPr marL="0" lvl="0" indent="0" algn="r" rtl="0">
              <a:spcBef>
                <a:spcPts val="0"/>
              </a:spcBef>
              <a:spcAft>
                <a:spcPts val="0"/>
              </a:spcAft>
              <a:buNone/>
            </a:pPr>
            <a:r>
              <a:rPr lang="en"/>
              <a:t>Surname, A. (YEAR). </a:t>
            </a:r>
            <a:r>
              <a:rPr lang="en" i="1"/>
              <a:t>Name of the source</a:t>
            </a:r>
            <a:r>
              <a:rPr lang="en"/>
              <a:t>. Publisher</a:t>
            </a:r>
            <a:endParaRPr/>
          </a:p>
          <a:p>
            <a:pPr marL="0" lvl="0" indent="0" algn="r" rtl="0">
              <a:spcBef>
                <a:spcPts val="0"/>
              </a:spcBef>
              <a:spcAft>
                <a:spcPts val="0"/>
              </a:spcAft>
              <a:buNone/>
            </a:pPr>
            <a:r>
              <a:rPr lang="en"/>
              <a:t>Surname, A. (YEAR). </a:t>
            </a:r>
            <a:r>
              <a:rPr lang="en" i="1"/>
              <a:t>Name of the source</a:t>
            </a:r>
            <a:r>
              <a:rPr lang="en"/>
              <a:t>. Publisher</a:t>
            </a:r>
            <a:endParaRPr/>
          </a:p>
          <a:p>
            <a:pPr marL="0" lvl="0" indent="0" algn="r" rtl="0">
              <a:spcBef>
                <a:spcPts val="0"/>
              </a:spcBef>
              <a:spcAft>
                <a:spcPts val="0"/>
              </a:spcAft>
              <a:buNone/>
            </a:pPr>
            <a:r>
              <a:rPr lang="en"/>
              <a:t>Surname, A. (YEAR). </a:t>
            </a:r>
            <a:r>
              <a:rPr lang="en" i="1"/>
              <a:t>Name of the source</a:t>
            </a:r>
            <a:r>
              <a:rPr lang="en"/>
              <a:t>. Publisher</a:t>
            </a:r>
            <a:endParaRPr/>
          </a:p>
          <a:p>
            <a:pPr marL="0" lvl="0" indent="0" algn="r" rtl="0">
              <a:spcBef>
                <a:spcPts val="0"/>
              </a:spcBef>
              <a:spcAft>
                <a:spcPts val="0"/>
              </a:spcAft>
              <a:buNone/>
            </a:pPr>
            <a:r>
              <a:rPr lang="en"/>
              <a:t>Surname, A. (YEAR). </a:t>
            </a:r>
            <a:r>
              <a:rPr lang="en" i="1"/>
              <a:t>Name of the source</a:t>
            </a:r>
            <a:r>
              <a:rPr lang="en"/>
              <a:t>. Publisher</a:t>
            </a:r>
            <a:endParaRPr/>
          </a:p>
          <a:p>
            <a:pPr marL="0" lvl="0" indent="0" algn="r" rtl="0">
              <a:spcBef>
                <a:spcPts val="0"/>
              </a:spcBef>
              <a:spcAft>
                <a:spcPts val="0"/>
              </a:spcAft>
              <a:buNone/>
            </a:pPr>
            <a:r>
              <a:rPr lang="en"/>
              <a:t>Surname, A. (YEAR). </a:t>
            </a:r>
            <a:r>
              <a:rPr lang="en" i="1"/>
              <a:t>Name of the source</a:t>
            </a:r>
            <a:r>
              <a:rPr lang="en"/>
              <a:t>. Publisher</a:t>
            </a:r>
            <a:endParaRPr/>
          </a:p>
          <a:p>
            <a:pPr marL="0" lvl="0" indent="0" algn="r" rtl="0">
              <a:spcBef>
                <a:spcPts val="0"/>
              </a:spcBef>
              <a:spcAft>
                <a:spcPts val="0"/>
              </a:spcAft>
              <a:buNone/>
            </a:pPr>
            <a:r>
              <a:rPr lang="en"/>
              <a:t>Surname, A. (YEAR). </a:t>
            </a:r>
            <a:r>
              <a:rPr lang="en" i="1"/>
              <a:t>Name of the source</a:t>
            </a:r>
            <a:r>
              <a:rPr lang="en"/>
              <a:t>. Publisher</a:t>
            </a:r>
            <a:endParaRPr/>
          </a:p>
          <a:p>
            <a:pPr marL="0" lvl="0" indent="0" algn="r" rtl="0">
              <a:spcBef>
                <a:spcPts val="0"/>
              </a:spcBef>
              <a:spcAft>
                <a:spcPts val="0"/>
              </a:spcAft>
              <a:buNone/>
            </a:pPr>
            <a:r>
              <a:rPr lang="en"/>
              <a:t>Surname, A. (YEAR). </a:t>
            </a:r>
            <a:r>
              <a:rPr lang="en" i="1"/>
              <a:t>Name of the source</a:t>
            </a:r>
            <a:r>
              <a:rPr lang="en"/>
              <a:t>. Publisher</a:t>
            </a:r>
            <a:endParaRPr/>
          </a:p>
          <a:p>
            <a:pPr marL="0" lvl="0" indent="0" algn="r" rtl="0">
              <a:spcBef>
                <a:spcPts val="0"/>
              </a:spcBef>
              <a:spcAft>
                <a:spcPts val="0"/>
              </a:spcAft>
              <a:buNone/>
            </a:pPr>
            <a:endParaRPr/>
          </a:p>
        </p:txBody>
      </p:sp>
      <p:pic>
        <p:nvPicPr>
          <p:cNvPr id="674" name="Google Shape;674;p60"/>
          <p:cNvPicPr preferRelativeResize="0"/>
          <p:nvPr/>
        </p:nvPicPr>
        <p:blipFill rotWithShape="1">
          <a:blip r:embed="rId3">
            <a:alphaModFix/>
          </a:blip>
          <a:srcRect l="-3740" r="-3740"/>
          <a:stretch/>
        </p:blipFill>
        <p:spPr>
          <a:xfrm flipH="1">
            <a:off x="891525" y="1772084"/>
            <a:ext cx="2043301" cy="30460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1"/>
          <p:cNvSpPr txBox="1">
            <a:spLocks noGrp="1"/>
          </p:cNvSpPr>
          <p:nvPr>
            <p:ph type="title"/>
          </p:nvPr>
        </p:nvSpPr>
        <p:spPr>
          <a:xfrm>
            <a:off x="720000" y="1188163"/>
            <a:ext cx="27708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Mockups</a:t>
            </a:r>
            <a:endParaRPr/>
          </a:p>
        </p:txBody>
      </p:sp>
      <p:sp>
        <p:nvSpPr>
          <p:cNvPr id="680" name="Google Shape;680;p61"/>
          <p:cNvSpPr txBox="1">
            <a:spLocks noGrp="1"/>
          </p:cNvSpPr>
          <p:nvPr>
            <p:ph type="subTitle" idx="1"/>
          </p:nvPr>
        </p:nvSpPr>
        <p:spPr>
          <a:xfrm>
            <a:off x="720000" y="1943888"/>
            <a:ext cx="2770800" cy="118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images on the screen with your own work. Just right-click on it and select “Replace images”</a:t>
            </a:r>
            <a:endParaRPr/>
          </a:p>
        </p:txBody>
      </p:sp>
      <p:grpSp>
        <p:nvGrpSpPr>
          <p:cNvPr id="681" name="Google Shape;681;p61"/>
          <p:cNvGrpSpPr/>
          <p:nvPr/>
        </p:nvGrpSpPr>
        <p:grpSpPr>
          <a:xfrm>
            <a:off x="4834330" y="1824008"/>
            <a:ext cx="3432984" cy="2496295"/>
            <a:chOff x="331763" y="414153"/>
            <a:chExt cx="6903246" cy="5019697"/>
          </a:xfrm>
        </p:grpSpPr>
        <p:sp>
          <p:nvSpPr>
            <p:cNvPr id="682" name="Google Shape;682;p61"/>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61"/>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61"/>
            <p:cNvSpPr/>
            <p:nvPr/>
          </p:nvSpPr>
          <p:spPr>
            <a:xfrm>
              <a:off x="547300" y="600323"/>
              <a:ext cx="6472159" cy="3981525"/>
            </a:xfrm>
            <a:custGeom>
              <a:avLst/>
              <a:gdLst/>
              <a:ahLst/>
              <a:cxnLst/>
              <a:rect l="l" t="t" r="r" b="b"/>
              <a:pathLst>
                <a:path w="232665" h="165707" extrusionOk="0">
                  <a:moveTo>
                    <a:pt x="1" y="1"/>
                  </a:moveTo>
                  <a:lnTo>
                    <a:pt x="1" y="24307"/>
                  </a:lnTo>
                  <a:lnTo>
                    <a:pt x="1" y="165707"/>
                  </a:lnTo>
                  <a:lnTo>
                    <a:pt x="232665" y="165707"/>
                  </a:lnTo>
                  <a:lnTo>
                    <a:pt x="232665" y="121532"/>
                  </a:lnTo>
                  <a:lnTo>
                    <a:pt x="232665"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61"/>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86" name="Google Shape;686;p61"/>
          <p:cNvPicPr preferRelativeResize="0"/>
          <p:nvPr/>
        </p:nvPicPr>
        <p:blipFill rotWithShape="1">
          <a:blip r:embed="rId3">
            <a:alphaModFix/>
          </a:blip>
          <a:srcRect l="4296" r="4296"/>
          <a:stretch/>
        </p:blipFill>
        <p:spPr>
          <a:xfrm>
            <a:off x="4926225" y="1909726"/>
            <a:ext cx="3249125" cy="1999476"/>
          </a:xfrm>
          <a:prstGeom prst="rect">
            <a:avLst/>
          </a:prstGeom>
          <a:noFill/>
          <a:ln w="9525" cap="flat" cmpd="sng">
            <a:solidFill>
              <a:schemeClr val="dk1"/>
            </a:solidFill>
            <a:prstDash val="solid"/>
            <a:round/>
            <a:headEnd type="none" w="sm" len="sm"/>
            <a:tailEnd type="none" w="sm" len="sm"/>
          </a:ln>
        </p:spPr>
      </p:pic>
      <p:grpSp>
        <p:nvGrpSpPr>
          <p:cNvPr id="687" name="Google Shape;687;p61"/>
          <p:cNvGrpSpPr/>
          <p:nvPr/>
        </p:nvGrpSpPr>
        <p:grpSpPr>
          <a:xfrm>
            <a:off x="4190644" y="1159218"/>
            <a:ext cx="1214752" cy="2465737"/>
            <a:chOff x="5186401" y="494525"/>
            <a:chExt cx="1834973" cy="3724678"/>
          </a:xfrm>
        </p:grpSpPr>
        <p:sp>
          <p:nvSpPr>
            <p:cNvPr id="688" name="Google Shape;688;p61"/>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61"/>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90" name="Google Shape;690;p61"/>
          <p:cNvPicPr preferRelativeResize="0"/>
          <p:nvPr/>
        </p:nvPicPr>
        <p:blipFill rotWithShape="1">
          <a:blip r:embed="rId4">
            <a:alphaModFix/>
          </a:blip>
          <a:srcRect l="8740" r="61779"/>
          <a:stretch/>
        </p:blipFill>
        <p:spPr>
          <a:xfrm>
            <a:off x="4246815" y="1280025"/>
            <a:ext cx="1101895" cy="2102526"/>
          </a:xfrm>
          <a:prstGeom prst="rect">
            <a:avLst/>
          </a:prstGeom>
          <a:noFill/>
          <a:ln w="9525" cap="flat" cmpd="sng">
            <a:solidFill>
              <a:schemeClr val="dk1"/>
            </a:solidFill>
            <a:prstDash val="solid"/>
            <a:round/>
            <a:headEnd type="none" w="sm" len="sm"/>
            <a:tailEnd type="none" w="sm" len="sm"/>
          </a:ln>
        </p:spPr>
      </p:pic>
      <p:pic>
        <p:nvPicPr>
          <p:cNvPr id="691" name="Google Shape;691;p61"/>
          <p:cNvPicPr preferRelativeResize="0"/>
          <p:nvPr/>
        </p:nvPicPr>
        <p:blipFill>
          <a:blip r:embed="rId5">
            <a:alphaModFix/>
          </a:blip>
          <a:stretch>
            <a:fillRect/>
          </a:stretch>
        </p:blipFill>
        <p:spPr>
          <a:xfrm rot="1402185" flipH="1">
            <a:off x="5990033" y="452233"/>
            <a:ext cx="970183" cy="101973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62"/>
          <p:cNvSpPr txBox="1">
            <a:spLocks noGrp="1"/>
          </p:cNvSpPr>
          <p:nvPr>
            <p:ph type="title"/>
          </p:nvPr>
        </p:nvSpPr>
        <p:spPr>
          <a:xfrm>
            <a:off x="2347938" y="768600"/>
            <a:ext cx="4448100" cy="105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697" name="Google Shape;697;p62"/>
          <p:cNvSpPr txBox="1">
            <a:spLocks noGrp="1"/>
          </p:cNvSpPr>
          <p:nvPr>
            <p:ph type="subTitle" idx="1"/>
          </p:nvPr>
        </p:nvSpPr>
        <p:spPr>
          <a:xfrm>
            <a:off x="2347900" y="1648250"/>
            <a:ext cx="4448100" cy="119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a:latin typeface="Roboto Slab"/>
                <a:ea typeface="Roboto Slab"/>
                <a:cs typeface="Roboto Slab"/>
                <a:sym typeface="Roboto Slab"/>
              </a:rPr>
              <a:t>Do you have any questions?</a:t>
            </a:r>
            <a:endParaRPr sz="1800">
              <a:latin typeface="Roboto Slab"/>
              <a:ea typeface="Roboto Slab"/>
              <a:cs typeface="Roboto Slab"/>
              <a:sym typeface="Roboto Slab"/>
            </a:endParaRPr>
          </a:p>
          <a:p>
            <a:pPr marL="0" lvl="0" indent="0" algn="ctr" rtl="0">
              <a:spcBef>
                <a:spcPts val="0"/>
              </a:spcBef>
              <a:spcAft>
                <a:spcPts val="0"/>
              </a:spcAft>
              <a:buNone/>
            </a:pPr>
            <a:r>
              <a:rPr lang="en" sz="1600"/>
              <a:t>youremail@freepik.com</a:t>
            </a:r>
            <a:endParaRPr sz="1600"/>
          </a:p>
          <a:p>
            <a:pPr marL="0" lvl="0" indent="0" algn="ctr" rtl="0">
              <a:spcBef>
                <a:spcPts val="0"/>
              </a:spcBef>
              <a:spcAft>
                <a:spcPts val="0"/>
              </a:spcAft>
              <a:buNone/>
            </a:pPr>
            <a:r>
              <a:rPr lang="en" sz="1600"/>
              <a:t>+34 654 321 432</a:t>
            </a:r>
            <a:endParaRPr sz="1600"/>
          </a:p>
          <a:p>
            <a:pPr marL="0" lvl="0" indent="0" algn="ctr" rtl="0">
              <a:spcBef>
                <a:spcPts val="0"/>
              </a:spcBef>
              <a:spcAft>
                <a:spcPts val="0"/>
              </a:spcAft>
              <a:buNone/>
            </a:pPr>
            <a:r>
              <a:rPr lang="en" sz="1600"/>
              <a:t>yourwebsite.com</a:t>
            </a:r>
            <a:endParaRPr sz="1600"/>
          </a:p>
        </p:txBody>
      </p:sp>
      <p:grpSp>
        <p:nvGrpSpPr>
          <p:cNvPr id="698" name="Google Shape;698;p62"/>
          <p:cNvGrpSpPr/>
          <p:nvPr/>
        </p:nvGrpSpPr>
        <p:grpSpPr>
          <a:xfrm>
            <a:off x="3420124" y="3091335"/>
            <a:ext cx="276012" cy="275991"/>
            <a:chOff x="3368074" y="3882537"/>
            <a:chExt cx="215298" cy="215298"/>
          </a:xfrm>
        </p:grpSpPr>
        <p:sp>
          <p:nvSpPr>
            <p:cNvPr id="699" name="Google Shape;699;p62"/>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62"/>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62"/>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62"/>
          <p:cNvGrpSpPr/>
          <p:nvPr/>
        </p:nvGrpSpPr>
        <p:grpSpPr>
          <a:xfrm>
            <a:off x="4438556" y="3110043"/>
            <a:ext cx="266790" cy="238574"/>
            <a:chOff x="3824739" y="3890112"/>
            <a:chExt cx="208105" cy="186110"/>
          </a:xfrm>
        </p:grpSpPr>
        <p:sp>
          <p:nvSpPr>
            <p:cNvPr id="703" name="Google Shape;703;p62"/>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62"/>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62"/>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6" name="Google Shape;706;p62"/>
          <p:cNvSpPr/>
          <p:nvPr/>
        </p:nvSpPr>
        <p:spPr>
          <a:xfrm>
            <a:off x="5454840" y="3110282"/>
            <a:ext cx="291511" cy="238097"/>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62"/>
          <p:cNvSpPr txBox="1"/>
          <p:nvPr/>
        </p:nvSpPr>
        <p:spPr>
          <a:xfrm>
            <a:off x="2496150" y="4278250"/>
            <a:ext cx="4151700" cy="326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200">
                <a:solidFill>
                  <a:schemeClr val="dk1"/>
                </a:solidFill>
                <a:latin typeface="IBM Plex Sans"/>
                <a:ea typeface="IBM Plex Sans"/>
                <a:cs typeface="IBM Plex Sans"/>
                <a:sym typeface="IBM Plex Sans"/>
              </a:rPr>
              <a:t>Please keep this slide for attribution</a:t>
            </a:r>
            <a:endParaRPr sz="1200">
              <a:solidFill>
                <a:schemeClr val="dk1"/>
              </a:solidFill>
              <a:latin typeface="IBM Plex Sans"/>
              <a:ea typeface="IBM Plex Sans"/>
              <a:cs typeface="IBM Plex Sans"/>
              <a:sym typeface="IBM Plex Sans"/>
            </a:endParaRPr>
          </a:p>
        </p:txBody>
      </p:sp>
      <p:cxnSp>
        <p:nvCxnSpPr>
          <p:cNvPr id="708" name="Google Shape;708;p62"/>
          <p:cNvCxnSpPr/>
          <p:nvPr/>
        </p:nvCxnSpPr>
        <p:spPr>
          <a:xfrm>
            <a:off x="3245675" y="3494711"/>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709" name="Google Shape;709;p62"/>
          <p:cNvCxnSpPr/>
          <p:nvPr/>
        </p:nvCxnSpPr>
        <p:spPr>
          <a:xfrm>
            <a:off x="4259550" y="3494711"/>
            <a:ext cx="624900" cy="0"/>
          </a:xfrm>
          <a:prstGeom prst="straightConnector1">
            <a:avLst/>
          </a:prstGeom>
          <a:noFill/>
          <a:ln w="19050" cap="flat" cmpd="sng">
            <a:solidFill>
              <a:schemeClr val="dk1"/>
            </a:solidFill>
            <a:prstDash val="solid"/>
            <a:round/>
            <a:headEnd type="none" w="med" len="med"/>
            <a:tailEnd type="none" w="med" len="med"/>
          </a:ln>
        </p:spPr>
      </p:cxnSp>
      <p:cxnSp>
        <p:nvCxnSpPr>
          <p:cNvPr id="710" name="Google Shape;710;p62"/>
          <p:cNvCxnSpPr/>
          <p:nvPr/>
        </p:nvCxnSpPr>
        <p:spPr>
          <a:xfrm>
            <a:off x="5273425" y="3494711"/>
            <a:ext cx="624900" cy="0"/>
          </a:xfrm>
          <a:prstGeom prst="straightConnector1">
            <a:avLst/>
          </a:prstGeom>
          <a:noFill/>
          <a:ln w="19050" cap="flat" cmpd="sng">
            <a:solidFill>
              <a:schemeClr val="dk1"/>
            </a:solidFill>
            <a:prstDash val="solid"/>
            <a:round/>
            <a:headEnd type="none" w="med" len="med"/>
            <a:tailEnd type="none" w="med" len="med"/>
          </a:ln>
        </p:spPr>
      </p:cxnSp>
      <p:pic>
        <p:nvPicPr>
          <p:cNvPr id="711" name="Google Shape;711;p62"/>
          <p:cNvPicPr preferRelativeResize="0"/>
          <p:nvPr/>
        </p:nvPicPr>
        <p:blipFill>
          <a:blip r:embed="rId3">
            <a:alphaModFix/>
          </a:blip>
          <a:stretch>
            <a:fillRect/>
          </a:stretch>
        </p:blipFill>
        <p:spPr>
          <a:xfrm>
            <a:off x="451376" y="3418075"/>
            <a:ext cx="1285625" cy="1194425"/>
          </a:xfrm>
          <a:prstGeom prst="rect">
            <a:avLst/>
          </a:prstGeom>
          <a:noFill/>
          <a:ln>
            <a:noFill/>
          </a:ln>
        </p:spPr>
      </p:pic>
      <p:pic>
        <p:nvPicPr>
          <p:cNvPr id="712" name="Google Shape;712;p62"/>
          <p:cNvPicPr preferRelativeResize="0"/>
          <p:nvPr/>
        </p:nvPicPr>
        <p:blipFill>
          <a:blip r:embed="rId4">
            <a:alphaModFix/>
          </a:blip>
          <a:stretch>
            <a:fillRect/>
          </a:stretch>
        </p:blipFill>
        <p:spPr>
          <a:xfrm>
            <a:off x="7115149" y="1633312"/>
            <a:ext cx="1425375" cy="2991926"/>
          </a:xfrm>
          <a:prstGeom prst="rect">
            <a:avLst/>
          </a:prstGeom>
          <a:noFill/>
          <a:ln>
            <a:noFill/>
          </a:ln>
        </p:spPr>
      </p:pic>
      <p:pic>
        <p:nvPicPr>
          <p:cNvPr id="713" name="Google Shape;713;p62"/>
          <p:cNvPicPr preferRelativeResize="0"/>
          <p:nvPr/>
        </p:nvPicPr>
        <p:blipFill>
          <a:blip r:embed="rId5">
            <a:alphaModFix/>
          </a:blip>
          <a:stretch>
            <a:fillRect/>
          </a:stretch>
        </p:blipFill>
        <p:spPr>
          <a:xfrm>
            <a:off x="810700" y="1382900"/>
            <a:ext cx="1098550" cy="1276500"/>
          </a:xfrm>
          <a:prstGeom prst="rect">
            <a:avLst/>
          </a:prstGeom>
          <a:noFill/>
          <a:ln>
            <a:noFill/>
          </a:ln>
        </p:spPr>
      </p:pic>
    </p:spTree>
  </p:cSld>
  <p:clrMapOvr>
    <a:masterClrMapping/>
  </p:clrMapOvr>
</p:sld>
</file>

<file path=ppt/theme/theme1.xml><?xml version="1.0" encoding="utf-8"?>
<a:theme xmlns:a="http://schemas.openxmlformats.org/drawingml/2006/main" name="Epidemiology Study on Infectious Diseases Thesis Defense by Slidesgo">
  <a:themeElements>
    <a:clrScheme name="Simple Light">
      <a:dk1>
        <a:srgbClr val="345CAC"/>
      </a:dk1>
      <a:lt1>
        <a:srgbClr val="F4F2E6"/>
      </a:lt1>
      <a:dk2>
        <a:srgbClr val="B2D6E6"/>
      </a:dk2>
      <a:lt2>
        <a:srgbClr val="D0E7EF"/>
      </a:lt2>
      <a:accent1>
        <a:srgbClr val="FFFFFF"/>
      </a:accent1>
      <a:accent2>
        <a:srgbClr val="FFFFFF"/>
      </a:accent2>
      <a:accent3>
        <a:srgbClr val="FFFFFF"/>
      </a:accent3>
      <a:accent4>
        <a:srgbClr val="FFFFFF"/>
      </a:accent4>
      <a:accent5>
        <a:srgbClr val="FFFFFF"/>
      </a:accent5>
      <a:accent6>
        <a:srgbClr val="FFFFFF"/>
      </a:accent6>
      <a:hlink>
        <a:srgbClr val="345CA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1852</Words>
  <Application>Microsoft Office PowerPoint</Application>
  <PresentationFormat>Экран (16:9)</PresentationFormat>
  <Paragraphs>267</Paragraphs>
  <Slides>30</Slides>
  <Notes>30</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30</vt:i4>
      </vt:variant>
    </vt:vector>
  </HeadingPairs>
  <TitlesOfParts>
    <vt:vector size="40" baseType="lpstr">
      <vt:lpstr>Nunito</vt:lpstr>
      <vt:lpstr>Nunito Light</vt:lpstr>
      <vt:lpstr>Lato</vt:lpstr>
      <vt:lpstr>Roboto Slab</vt:lpstr>
      <vt:lpstr>IBM Plex Sans</vt:lpstr>
      <vt:lpstr>Arial</vt:lpstr>
      <vt:lpstr>PT Sans</vt:lpstr>
      <vt:lpstr>Bebas Neue</vt:lpstr>
      <vt:lpstr>Anaheim</vt:lpstr>
      <vt:lpstr>Epidemiology Study on Infectious Diseases Thesis Defense by Slidesgo</vt:lpstr>
      <vt:lpstr>Epidemiology Study on Infectious Diseases Thesis Defense</vt:lpstr>
      <vt:lpstr>Contents of this template</vt:lpstr>
      <vt:lpstr>Table of contents</vt:lpstr>
      <vt:lpstr>Statement</vt:lpstr>
      <vt:lpstr>Introduction</vt:lpstr>
      <vt:lpstr>Purpose statement</vt:lpstr>
      <vt:lpstr>—Someone Famous</vt:lpstr>
      <vt:lpstr>98,300,000</vt:lpstr>
      <vt:lpstr>9h 55m 23s</vt:lpstr>
      <vt:lpstr>A picture always reinforces  the concept</vt:lpstr>
      <vt:lpstr>Awesome words</vt:lpstr>
      <vt:lpstr>Current situation &amp; problems</vt:lpstr>
      <vt:lpstr>Hypothesis</vt:lpstr>
      <vt:lpstr>Hypotheses</vt:lpstr>
      <vt:lpstr>Study objectives</vt:lpstr>
      <vt:lpstr>Reviewing concepts is a good idea</vt:lpstr>
      <vt:lpstr>Literature review</vt:lpstr>
      <vt:lpstr>Theoretical framework</vt:lpstr>
      <vt:lpstr>Schedule</vt:lpstr>
      <vt:lpstr>Methodology</vt:lpstr>
      <vt:lpstr>Analysis &amp; development</vt:lpstr>
      <vt:lpstr>Analysis &amp; development</vt:lpstr>
      <vt:lpstr>Analysis of the results</vt:lpstr>
      <vt:lpstr>Diseases spread map</vt:lpstr>
      <vt:lpstr>Discussion</vt:lpstr>
      <vt:lpstr>Epidemiology study steps</vt:lpstr>
      <vt:lpstr>Conclusions</vt:lpstr>
      <vt:lpstr>Bibliographical references</vt:lpstr>
      <vt:lpstr>Mockups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Epidemiology Study on Infectious Diseases Thesis Defense</dc:title>
  <cp:lastModifiedBy>я</cp:lastModifiedBy>
  <cp:revision>1</cp:revision>
  <dcterms:modified xsi:type="dcterms:W3CDTF">2026-02-19T08:35:30Z</dcterms:modified>
</cp:coreProperties>
</file>
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4" r:id="rId1"/>
    <p:sldMasterId id="2147483695" r:id="rId2"/>
  </p:sldMasterIdLst>
  <p:notesMasterIdLst>
    <p:notesMasterId r:id="rId2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9144000" cy="5143500" type="screen16x9"/>
  <p:notesSz cx="6858000" cy="9144000"/>
  <p:embeddedFontLst>
    <p:embeddedFont>
      <p:font typeface="Lato" panose="020B0604020202020204" charset="0"/>
      <p:regular r:id="rId22"/>
      <p:bold r:id="rId23"/>
      <p:italic r:id="rId24"/>
      <p:boldItalic r:id="rId25"/>
    </p:embeddedFont>
    <p:embeddedFont>
      <p:font typeface="Comfortaa" panose="020B0604020202020204" charset="0"/>
      <p:regular r:id="rId26"/>
      <p:bold r:id="rId27"/>
    </p:embeddedFont>
    <p:embeddedFont>
      <p:font typeface="Poppins" panose="020B0604020202020204" charset="0"/>
      <p:regular r:id="rId28"/>
      <p:bold r:id="rId29"/>
      <p:italic r:id="rId30"/>
      <p:boldItalic r:id="rId31"/>
    </p:embeddedFont>
    <p:embeddedFont>
      <p:font typeface="Montserrat" panose="020B0604020202020204" charset="-52"/>
      <p:regular r:id="rId32"/>
      <p:bold r:id="rId33"/>
      <p:italic r:id="rId34"/>
      <p:boldItalic r:id="rId35"/>
    </p:embeddedFont>
    <p:embeddedFont>
      <p:font typeface="Bebas Neue" panose="020B0604020202020204" charset="0"/>
      <p:regular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C7FAEF9-E857-4D20-BD95-D3EB6A35EF98}">
  <a:tblStyle styleId="{DC7FAEF9-E857-4D20-BD95-D3EB6A35EF9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-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5.fntdata"/><Relationship Id="rId39" Type="http://schemas.openxmlformats.org/officeDocument/2006/relationships/theme" Target="theme/theme1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10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g2adb813a8d5_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5" name="Google Shape;1005;g2adb813a8d5_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2b1dc415d75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4" name="Google Shape;1064;g2b1dc415d75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g2b134046b08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1" name="Google Shape;1081;g2b134046b08_1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2b134046b08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7" name="Google Shape;1147;g2b134046b08_1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g2b1dc415d75_1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6" name="Google Shape;1186;g2b1dc415d75_1_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g2b2b6954a1c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9" name="Google Shape;1199;g2b2b6954a1c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g2b2b6954a1c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6" name="Google Shape;1206;g2b2b6954a1c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g2b2b6954a1c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7" name="Google Shape;1257;g2b2b6954a1c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2b2b6954a1c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Google Shape;1270;g2b2b6954a1c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g2b2b6954a1c_1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9" name="Google Shape;1279;g2b2b6954a1c_1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g2b2b6954a1c_1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0" name="Google Shape;1290;g2b2b6954a1c_1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g2b2b6954a1c_1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7" name="Google Shape;1297;g2b2b6954a1c_1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g2b2b6954a1c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3" name="Google Shape;1303;g2b2b6954a1c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g2b2b6954a1c_1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4" name="Google Shape;1344;g2b2b6954a1c_1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g2b2b6954a1c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3" name="Google Shape;1353;g2b2b6954a1c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g2b2b6954a1c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9" name="Google Shape;1409;g2b2b6954a1c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g2b2b6954a1c_1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6" name="Google Shape;1416;g2b2b6954a1c_1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g2c3cf694478_0_193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2" name="Google Shape;1422;g2c3cf694478_0_193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685177" y="1806374"/>
            <a:ext cx="10627643" cy="4221276"/>
            <a:chOff x="-685177" y="1806374"/>
            <a:chExt cx="10627643" cy="4221276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5553743" y="4273321"/>
              <a:ext cx="1044986" cy="859405"/>
              <a:chOff x="6450059" y="3493418"/>
              <a:chExt cx="375098" cy="308495"/>
            </a:xfrm>
          </p:grpSpPr>
          <p:sp>
            <p:nvSpPr>
              <p:cNvPr id="11" name="Google Shape;11;p2"/>
              <p:cNvSpPr/>
              <p:nvPr/>
            </p:nvSpPr>
            <p:spPr>
              <a:xfrm rot="-2700000">
                <a:off x="6526781" y="3538596"/>
                <a:ext cx="218139" cy="218139"/>
              </a:xfrm>
              <a:custGeom>
                <a:avLst/>
                <a:gdLst/>
                <a:ahLst/>
                <a:cxnLst/>
                <a:rect l="l" t="t" r="r" b="b"/>
                <a:pathLst>
                  <a:path w="291033" h="291033" extrusionOk="0">
                    <a:moveTo>
                      <a:pt x="291034" y="145517"/>
                    </a:moveTo>
                    <a:cubicBezTo>
                      <a:pt x="291034" y="225884"/>
                      <a:pt x="225884" y="291034"/>
                      <a:pt x="145517" y="291034"/>
                    </a:cubicBezTo>
                    <a:cubicBezTo>
                      <a:pt x="65150" y="291034"/>
                      <a:pt x="0" y="225884"/>
                      <a:pt x="0" y="145517"/>
                    </a:cubicBezTo>
                    <a:cubicBezTo>
                      <a:pt x="0" y="65150"/>
                      <a:pt x="65150" y="0"/>
                      <a:pt x="145517" y="0"/>
                    </a:cubicBezTo>
                    <a:cubicBezTo>
                      <a:pt x="225884" y="0"/>
                      <a:pt x="291034" y="65150"/>
                      <a:pt x="291034" y="1455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12;p2"/>
              <p:cNvSpPr/>
              <p:nvPr/>
            </p:nvSpPr>
            <p:spPr>
              <a:xfrm>
                <a:off x="6552423" y="3558567"/>
                <a:ext cx="172641" cy="178224"/>
              </a:xfrm>
              <a:custGeom>
                <a:avLst/>
                <a:gdLst/>
                <a:ahLst/>
                <a:cxnLst/>
                <a:rect l="l" t="t" r="r" b="b"/>
                <a:pathLst>
                  <a:path w="230188" h="237632" extrusionOk="0">
                    <a:moveTo>
                      <a:pt x="111283" y="237633"/>
                    </a:moveTo>
                    <a:cubicBezTo>
                      <a:pt x="94412" y="237633"/>
                      <a:pt x="77609" y="234003"/>
                      <a:pt x="61836" y="226767"/>
                    </a:cubicBezTo>
                    <a:cubicBezTo>
                      <a:pt x="33002" y="213548"/>
                      <a:pt x="11023" y="189889"/>
                      <a:pt x="0" y="160136"/>
                    </a:cubicBezTo>
                    <a:lnTo>
                      <a:pt x="2106" y="159351"/>
                    </a:lnTo>
                    <a:cubicBezTo>
                      <a:pt x="12927" y="188544"/>
                      <a:pt x="34480" y="211756"/>
                      <a:pt x="62777" y="224728"/>
                    </a:cubicBezTo>
                    <a:cubicBezTo>
                      <a:pt x="91074" y="237700"/>
                      <a:pt x="122732" y="238887"/>
                      <a:pt x="151924" y="228044"/>
                    </a:cubicBezTo>
                    <a:cubicBezTo>
                      <a:pt x="181117" y="217200"/>
                      <a:pt x="204328" y="195669"/>
                      <a:pt x="217301" y="167372"/>
                    </a:cubicBezTo>
                    <a:cubicBezTo>
                      <a:pt x="230273" y="139076"/>
                      <a:pt x="231460" y="107418"/>
                      <a:pt x="220616" y="78225"/>
                    </a:cubicBezTo>
                    <a:cubicBezTo>
                      <a:pt x="198257" y="17980"/>
                      <a:pt x="131044" y="-12826"/>
                      <a:pt x="70798" y="9533"/>
                    </a:cubicBezTo>
                    <a:lnTo>
                      <a:pt x="70014" y="7427"/>
                    </a:lnTo>
                    <a:cubicBezTo>
                      <a:pt x="131424" y="-15358"/>
                      <a:pt x="199915" y="16053"/>
                      <a:pt x="222700" y="77441"/>
                    </a:cubicBezTo>
                    <a:cubicBezTo>
                      <a:pt x="233745" y="107194"/>
                      <a:pt x="232535" y="139457"/>
                      <a:pt x="219317" y="168291"/>
                    </a:cubicBezTo>
                    <a:cubicBezTo>
                      <a:pt x="206098" y="197126"/>
                      <a:pt x="182439" y="219104"/>
                      <a:pt x="152686" y="230127"/>
                    </a:cubicBezTo>
                    <a:cubicBezTo>
                      <a:pt x="139221" y="235123"/>
                      <a:pt x="125241" y="237610"/>
                      <a:pt x="111283" y="23761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6450059" y="3577630"/>
                <a:ext cx="375098" cy="148996"/>
              </a:xfrm>
              <a:custGeom>
                <a:avLst/>
                <a:gdLst/>
                <a:ahLst/>
                <a:cxnLst/>
                <a:rect l="l" t="t" r="r" b="b"/>
                <a:pathLst>
                  <a:path w="500131" h="198661" extrusionOk="0">
                    <a:moveTo>
                      <a:pt x="20588" y="198662"/>
                    </a:moveTo>
                    <a:cubicBezTo>
                      <a:pt x="9744" y="198662"/>
                      <a:pt x="2148" y="196780"/>
                      <a:pt x="379" y="192008"/>
                    </a:cubicBezTo>
                    <a:cubicBezTo>
                      <a:pt x="-6052" y="174689"/>
                      <a:pt x="71064" y="135997"/>
                      <a:pt x="104537" y="120179"/>
                    </a:cubicBezTo>
                    <a:lnTo>
                      <a:pt x="105500" y="122195"/>
                    </a:lnTo>
                    <a:cubicBezTo>
                      <a:pt x="24822" y="160372"/>
                      <a:pt x="-607" y="182889"/>
                      <a:pt x="2485" y="191223"/>
                    </a:cubicBezTo>
                    <a:cubicBezTo>
                      <a:pt x="6450" y="201865"/>
                      <a:pt x="55785" y="195749"/>
                      <a:pt x="128218" y="175607"/>
                    </a:cubicBezTo>
                    <a:cubicBezTo>
                      <a:pt x="168838" y="164338"/>
                      <a:pt x="215147" y="149148"/>
                      <a:pt x="262107" y="131717"/>
                    </a:cubicBezTo>
                    <a:cubicBezTo>
                      <a:pt x="309067" y="114286"/>
                      <a:pt x="354033" y="95579"/>
                      <a:pt x="392187" y="77610"/>
                    </a:cubicBezTo>
                    <a:cubicBezTo>
                      <a:pt x="460208" y="45617"/>
                      <a:pt x="501611" y="18059"/>
                      <a:pt x="497645" y="7395"/>
                    </a:cubicBezTo>
                    <a:cubicBezTo>
                      <a:pt x="494553" y="-940"/>
                      <a:pt x="460588" y="-1410"/>
                      <a:pt x="374555" y="22294"/>
                    </a:cubicBezTo>
                    <a:lnTo>
                      <a:pt x="373950" y="20143"/>
                    </a:lnTo>
                    <a:cubicBezTo>
                      <a:pt x="409641" y="10307"/>
                      <a:pt x="493321" y="-10685"/>
                      <a:pt x="499751" y="6611"/>
                    </a:cubicBezTo>
                    <a:cubicBezTo>
                      <a:pt x="506271" y="24198"/>
                      <a:pt x="427362" y="63518"/>
                      <a:pt x="393128" y="79627"/>
                    </a:cubicBezTo>
                    <a:cubicBezTo>
                      <a:pt x="354929" y="97617"/>
                      <a:pt x="309874" y="116348"/>
                      <a:pt x="262869" y="133801"/>
                    </a:cubicBezTo>
                    <a:cubicBezTo>
                      <a:pt x="215842" y="151254"/>
                      <a:pt x="169487" y="166444"/>
                      <a:pt x="128801" y="177736"/>
                    </a:cubicBezTo>
                    <a:cubicBezTo>
                      <a:pt x="102252" y="185129"/>
                      <a:pt x="49691" y="198639"/>
                      <a:pt x="20588" y="1986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6509341" y="3594800"/>
                <a:ext cx="248904" cy="94169"/>
              </a:xfrm>
              <a:custGeom>
                <a:avLst/>
                <a:gdLst/>
                <a:ahLst/>
                <a:cxnLst/>
                <a:rect l="l" t="t" r="r" b="b"/>
                <a:pathLst>
                  <a:path w="331872" h="125559" extrusionOk="0">
                    <a:moveTo>
                      <a:pt x="2798" y="125515"/>
                    </a:moveTo>
                    <a:cubicBezTo>
                      <a:pt x="602" y="125515"/>
                      <a:pt x="356" y="124865"/>
                      <a:pt x="154" y="124283"/>
                    </a:cubicBezTo>
                    <a:cubicBezTo>
                      <a:pt x="-384" y="122849"/>
                      <a:pt x="-1101" y="120900"/>
                      <a:pt x="27980" y="107815"/>
                    </a:cubicBezTo>
                    <a:lnTo>
                      <a:pt x="28899" y="109854"/>
                    </a:lnTo>
                    <a:cubicBezTo>
                      <a:pt x="9788" y="118457"/>
                      <a:pt x="4366" y="121975"/>
                      <a:pt x="2865" y="123297"/>
                    </a:cubicBezTo>
                    <a:cubicBezTo>
                      <a:pt x="4837" y="123409"/>
                      <a:pt x="11244" y="122423"/>
                      <a:pt x="30871" y="116643"/>
                    </a:cubicBezTo>
                    <a:cubicBezTo>
                      <a:pt x="34141" y="115679"/>
                      <a:pt x="37659" y="114604"/>
                      <a:pt x="41378" y="113461"/>
                    </a:cubicBezTo>
                    <a:cubicBezTo>
                      <a:pt x="73260" y="103626"/>
                      <a:pt x="119570" y="87584"/>
                      <a:pt x="168434" y="69437"/>
                    </a:cubicBezTo>
                    <a:cubicBezTo>
                      <a:pt x="217275" y="51311"/>
                      <a:pt x="262824" y="33253"/>
                      <a:pt x="293428" y="19900"/>
                    </a:cubicBezTo>
                    <a:cubicBezTo>
                      <a:pt x="296991" y="18332"/>
                      <a:pt x="300351" y="16854"/>
                      <a:pt x="303465" y="15464"/>
                    </a:cubicBezTo>
                    <a:cubicBezTo>
                      <a:pt x="322151" y="7018"/>
                      <a:pt x="327505" y="3545"/>
                      <a:pt x="329029" y="2223"/>
                    </a:cubicBezTo>
                    <a:lnTo>
                      <a:pt x="328962" y="2223"/>
                    </a:lnTo>
                    <a:cubicBezTo>
                      <a:pt x="326833" y="2223"/>
                      <a:pt x="320358" y="3164"/>
                      <a:pt x="300531" y="9056"/>
                    </a:cubicBezTo>
                    <a:lnTo>
                      <a:pt x="299881" y="6906"/>
                    </a:lnTo>
                    <a:cubicBezTo>
                      <a:pt x="330440" y="-2168"/>
                      <a:pt x="331180" y="-196"/>
                      <a:pt x="331717" y="1237"/>
                    </a:cubicBezTo>
                    <a:cubicBezTo>
                      <a:pt x="332255" y="2649"/>
                      <a:pt x="332972" y="4598"/>
                      <a:pt x="304384" y="17525"/>
                    </a:cubicBezTo>
                    <a:cubicBezTo>
                      <a:pt x="301270" y="18915"/>
                      <a:pt x="297887" y="20416"/>
                      <a:pt x="294325" y="21984"/>
                    </a:cubicBezTo>
                    <a:cubicBezTo>
                      <a:pt x="263697" y="35360"/>
                      <a:pt x="218082" y="53417"/>
                      <a:pt x="169218" y="71565"/>
                    </a:cubicBezTo>
                    <a:cubicBezTo>
                      <a:pt x="120309" y="89712"/>
                      <a:pt x="73954" y="105777"/>
                      <a:pt x="42050" y="115634"/>
                    </a:cubicBezTo>
                    <a:cubicBezTo>
                      <a:pt x="38309" y="116777"/>
                      <a:pt x="34791" y="117852"/>
                      <a:pt x="31520" y="118838"/>
                    </a:cubicBezTo>
                    <a:cubicBezTo>
                      <a:pt x="13574" y="124126"/>
                      <a:pt x="6069" y="125559"/>
                      <a:pt x="2820" y="12555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" name="Google Shape;15;p2"/>
            <p:cNvGrpSpPr/>
            <p:nvPr/>
          </p:nvGrpSpPr>
          <p:grpSpPr>
            <a:xfrm>
              <a:off x="-685177" y="1806374"/>
              <a:ext cx="10627643" cy="4221276"/>
              <a:chOff x="-685177" y="1806374"/>
              <a:chExt cx="10627643" cy="4221276"/>
            </a:xfrm>
          </p:grpSpPr>
          <p:pic>
            <p:nvPicPr>
              <p:cNvPr id="16" name="Google Shape;16;p2"/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1996050" y="4165750"/>
                <a:ext cx="1866024" cy="1861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" name="Google Shape;17;p2"/>
              <p:cNvSpPr/>
              <p:nvPr/>
            </p:nvSpPr>
            <p:spPr>
              <a:xfrm>
                <a:off x="-685177" y="3486527"/>
                <a:ext cx="2533366" cy="2433006"/>
              </a:xfrm>
              <a:custGeom>
                <a:avLst/>
                <a:gdLst/>
                <a:ahLst/>
                <a:cxnLst/>
                <a:rect l="l" t="t" r="r" b="b"/>
                <a:pathLst>
                  <a:path w="360365" h="346089" extrusionOk="0">
                    <a:moveTo>
                      <a:pt x="172081" y="337120"/>
                    </a:moveTo>
                    <a:lnTo>
                      <a:pt x="10634" y="186673"/>
                    </a:lnTo>
                    <a:cubicBezTo>
                      <a:pt x="-4063" y="172985"/>
                      <a:pt x="-3436" y="149505"/>
                      <a:pt x="11956" y="136600"/>
                    </a:cubicBezTo>
                    <a:lnTo>
                      <a:pt x="165696" y="7797"/>
                    </a:lnTo>
                    <a:cubicBezTo>
                      <a:pt x="178466" y="-2890"/>
                      <a:pt x="197151" y="-2554"/>
                      <a:pt x="209519" y="8581"/>
                    </a:cubicBezTo>
                    <a:lnTo>
                      <a:pt x="349300" y="134426"/>
                    </a:lnTo>
                    <a:cubicBezTo>
                      <a:pt x="362810" y="146592"/>
                      <a:pt x="364132" y="167294"/>
                      <a:pt x="352257" y="181072"/>
                    </a:cubicBezTo>
                    <a:lnTo>
                      <a:pt x="220183" y="334475"/>
                    </a:lnTo>
                    <a:cubicBezTo>
                      <a:pt x="207816" y="348859"/>
                      <a:pt x="185949" y="350047"/>
                      <a:pt x="172081" y="33712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205175" y="2171234"/>
                <a:ext cx="859728" cy="859707"/>
              </a:xfrm>
              <a:custGeom>
                <a:avLst/>
                <a:gdLst/>
                <a:ahLst/>
                <a:cxnLst/>
                <a:rect l="l" t="t" r="r" b="b"/>
                <a:pathLst>
                  <a:path w="895550" h="895528" extrusionOk="0">
                    <a:moveTo>
                      <a:pt x="695075" y="349621"/>
                    </a:moveTo>
                    <a:lnTo>
                      <a:pt x="809517" y="178743"/>
                    </a:lnTo>
                    <a:lnTo>
                      <a:pt x="612985" y="239145"/>
                    </a:lnTo>
                    <a:lnTo>
                      <a:pt x="626450" y="33988"/>
                    </a:lnTo>
                    <a:lnTo>
                      <a:pt x="486355" y="184456"/>
                    </a:lnTo>
                    <a:lnTo>
                      <a:pt x="395551" y="0"/>
                    </a:lnTo>
                    <a:lnTo>
                      <a:pt x="349644" y="200475"/>
                    </a:lnTo>
                    <a:lnTo>
                      <a:pt x="178743" y="86033"/>
                    </a:lnTo>
                    <a:lnTo>
                      <a:pt x="239145" y="282565"/>
                    </a:lnTo>
                    <a:lnTo>
                      <a:pt x="33987" y="269100"/>
                    </a:lnTo>
                    <a:lnTo>
                      <a:pt x="184455" y="409195"/>
                    </a:lnTo>
                    <a:lnTo>
                      <a:pt x="0" y="499978"/>
                    </a:lnTo>
                    <a:lnTo>
                      <a:pt x="200475" y="545907"/>
                    </a:lnTo>
                    <a:lnTo>
                      <a:pt x="86033" y="716785"/>
                    </a:lnTo>
                    <a:lnTo>
                      <a:pt x="282565" y="656405"/>
                    </a:lnTo>
                    <a:lnTo>
                      <a:pt x="269099" y="861563"/>
                    </a:lnTo>
                    <a:lnTo>
                      <a:pt x="409195" y="711072"/>
                    </a:lnTo>
                    <a:lnTo>
                      <a:pt x="499977" y="895528"/>
                    </a:lnTo>
                    <a:lnTo>
                      <a:pt x="545906" y="695075"/>
                    </a:lnTo>
                    <a:lnTo>
                      <a:pt x="716785" y="809495"/>
                    </a:lnTo>
                    <a:lnTo>
                      <a:pt x="656405" y="612963"/>
                    </a:lnTo>
                    <a:lnTo>
                      <a:pt x="861563" y="626451"/>
                    </a:lnTo>
                    <a:lnTo>
                      <a:pt x="711072" y="486356"/>
                    </a:lnTo>
                    <a:lnTo>
                      <a:pt x="895550" y="395550"/>
                    </a:lnTo>
                    <a:lnTo>
                      <a:pt x="695075" y="34962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8147725" y="1806374"/>
                <a:ext cx="1794741" cy="1919374"/>
              </a:xfrm>
              <a:custGeom>
                <a:avLst/>
                <a:gdLst/>
                <a:ahLst/>
                <a:cxnLst/>
                <a:rect l="l" t="t" r="r" b="b"/>
                <a:pathLst>
                  <a:path w="628081" h="671697" extrusionOk="0">
                    <a:moveTo>
                      <a:pt x="593960" y="129034"/>
                    </a:moveTo>
                    <a:lnTo>
                      <a:pt x="451625" y="18535"/>
                    </a:lnTo>
                    <a:cubicBezTo>
                      <a:pt x="426420" y="-1024"/>
                      <a:pt x="392612" y="-5460"/>
                      <a:pt x="363217" y="6930"/>
                    </a:cubicBezTo>
                    <a:lnTo>
                      <a:pt x="62997" y="133582"/>
                    </a:lnTo>
                    <a:cubicBezTo>
                      <a:pt x="31407" y="146913"/>
                      <a:pt x="10392" y="177316"/>
                      <a:pt x="9114" y="211572"/>
                    </a:cubicBezTo>
                    <a:lnTo>
                      <a:pt x="63" y="452420"/>
                    </a:lnTo>
                    <a:cubicBezTo>
                      <a:pt x="-788" y="474959"/>
                      <a:pt x="7031" y="496960"/>
                      <a:pt x="21885" y="513920"/>
                    </a:cubicBezTo>
                    <a:lnTo>
                      <a:pt x="133840" y="641625"/>
                    </a:lnTo>
                    <a:cubicBezTo>
                      <a:pt x="158552" y="669810"/>
                      <a:pt x="198387" y="679310"/>
                      <a:pt x="233159" y="665307"/>
                    </a:cubicBezTo>
                    <a:lnTo>
                      <a:pt x="572788" y="528550"/>
                    </a:lnTo>
                    <a:cubicBezTo>
                      <a:pt x="606193" y="515108"/>
                      <a:pt x="628082" y="482688"/>
                      <a:pt x="628082" y="446684"/>
                    </a:cubicBezTo>
                    <a:lnTo>
                      <a:pt x="628082" y="198735"/>
                    </a:lnTo>
                    <a:cubicBezTo>
                      <a:pt x="628082" y="171468"/>
                      <a:pt x="615491" y="145748"/>
                      <a:pt x="593938" y="12903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564563" y="4209000"/>
                <a:ext cx="151756" cy="151756"/>
              </a:xfrm>
              <a:custGeom>
                <a:avLst/>
                <a:gdLst/>
                <a:ahLst/>
                <a:cxnLst/>
                <a:rect l="l" t="t" r="r" b="b"/>
                <a:pathLst>
                  <a:path w="402002" h="402002" extrusionOk="0">
                    <a:moveTo>
                      <a:pt x="332549" y="172492"/>
                    </a:moveTo>
                    <a:cubicBezTo>
                      <a:pt x="275641" y="172492"/>
                      <a:pt x="229511" y="126361"/>
                      <a:pt x="229511" y="69454"/>
                    </a:cubicBezTo>
                    <a:lnTo>
                      <a:pt x="229511" y="0"/>
                    </a:lnTo>
                    <a:lnTo>
                      <a:pt x="172492" y="0"/>
                    </a:lnTo>
                    <a:lnTo>
                      <a:pt x="172492" y="69454"/>
                    </a:lnTo>
                    <a:cubicBezTo>
                      <a:pt x="172492" y="126361"/>
                      <a:pt x="126361" y="172492"/>
                      <a:pt x="69454" y="172492"/>
                    </a:cubicBezTo>
                    <a:lnTo>
                      <a:pt x="0" y="172492"/>
                    </a:lnTo>
                    <a:lnTo>
                      <a:pt x="0" y="229511"/>
                    </a:lnTo>
                    <a:lnTo>
                      <a:pt x="69454" y="229511"/>
                    </a:lnTo>
                    <a:cubicBezTo>
                      <a:pt x="126361" y="229511"/>
                      <a:pt x="172492" y="275642"/>
                      <a:pt x="172492" y="332549"/>
                    </a:cubicBezTo>
                    <a:lnTo>
                      <a:pt x="172492" y="402003"/>
                    </a:lnTo>
                    <a:lnTo>
                      <a:pt x="229511" y="402003"/>
                    </a:lnTo>
                    <a:lnTo>
                      <a:pt x="229511" y="332549"/>
                    </a:lnTo>
                    <a:cubicBezTo>
                      <a:pt x="229511" y="275642"/>
                      <a:pt x="275641" y="229511"/>
                      <a:pt x="332549" y="229511"/>
                    </a:cubicBezTo>
                    <a:lnTo>
                      <a:pt x="402003" y="229511"/>
                    </a:lnTo>
                    <a:lnTo>
                      <a:pt x="402003" y="172492"/>
                    </a:lnTo>
                    <a:lnTo>
                      <a:pt x="332549" y="17249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373088" y="3301000"/>
                <a:ext cx="151756" cy="151756"/>
              </a:xfrm>
              <a:custGeom>
                <a:avLst/>
                <a:gdLst/>
                <a:ahLst/>
                <a:cxnLst/>
                <a:rect l="l" t="t" r="r" b="b"/>
                <a:pathLst>
                  <a:path w="402002" h="402002" extrusionOk="0">
                    <a:moveTo>
                      <a:pt x="332549" y="172492"/>
                    </a:moveTo>
                    <a:cubicBezTo>
                      <a:pt x="275641" y="172492"/>
                      <a:pt x="229511" y="126361"/>
                      <a:pt x="229511" y="69454"/>
                    </a:cubicBezTo>
                    <a:lnTo>
                      <a:pt x="229511" y="0"/>
                    </a:lnTo>
                    <a:lnTo>
                      <a:pt x="172492" y="0"/>
                    </a:lnTo>
                    <a:lnTo>
                      <a:pt x="172492" y="69454"/>
                    </a:lnTo>
                    <a:cubicBezTo>
                      <a:pt x="172492" y="126361"/>
                      <a:pt x="126361" y="172492"/>
                      <a:pt x="69454" y="172492"/>
                    </a:cubicBezTo>
                    <a:lnTo>
                      <a:pt x="0" y="172492"/>
                    </a:lnTo>
                    <a:lnTo>
                      <a:pt x="0" y="229511"/>
                    </a:lnTo>
                    <a:lnTo>
                      <a:pt x="69454" y="229511"/>
                    </a:lnTo>
                    <a:cubicBezTo>
                      <a:pt x="126361" y="229511"/>
                      <a:pt x="172492" y="275642"/>
                      <a:pt x="172492" y="332549"/>
                    </a:cubicBezTo>
                    <a:lnTo>
                      <a:pt x="172492" y="402003"/>
                    </a:lnTo>
                    <a:lnTo>
                      <a:pt x="229511" y="402003"/>
                    </a:lnTo>
                    <a:lnTo>
                      <a:pt x="229511" y="332549"/>
                    </a:lnTo>
                    <a:cubicBezTo>
                      <a:pt x="229511" y="275642"/>
                      <a:pt x="275641" y="229511"/>
                      <a:pt x="332549" y="229511"/>
                    </a:cubicBezTo>
                    <a:lnTo>
                      <a:pt x="402003" y="229511"/>
                    </a:lnTo>
                    <a:lnTo>
                      <a:pt x="402003" y="172492"/>
                    </a:lnTo>
                    <a:lnTo>
                      <a:pt x="332549" y="1724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265563" y="1806375"/>
                <a:ext cx="151756" cy="151756"/>
              </a:xfrm>
              <a:custGeom>
                <a:avLst/>
                <a:gdLst/>
                <a:ahLst/>
                <a:cxnLst/>
                <a:rect l="l" t="t" r="r" b="b"/>
                <a:pathLst>
                  <a:path w="402002" h="402002" extrusionOk="0">
                    <a:moveTo>
                      <a:pt x="332549" y="172492"/>
                    </a:moveTo>
                    <a:cubicBezTo>
                      <a:pt x="275641" y="172492"/>
                      <a:pt x="229511" y="126361"/>
                      <a:pt x="229511" y="69454"/>
                    </a:cubicBezTo>
                    <a:lnTo>
                      <a:pt x="229511" y="0"/>
                    </a:lnTo>
                    <a:lnTo>
                      <a:pt x="172492" y="0"/>
                    </a:lnTo>
                    <a:lnTo>
                      <a:pt x="172492" y="69454"/>
                    </a:lnTo>
                    <a:cubicBezTo>
                      <a:pt x="172492" y="126361"/>
                      <a:pt x="126361" y="172492"/>
                      <a:pt x="69454" y="172492"/>
                    </a:cubicBezTo>
                    <a:lnTo>
                      <a:pt x="0" y="172492"/>
                    </a:lnTo>
                    <a:lnTo>
                      <a:pt x="0" y="229511"/>
                    </a:lnTo>
                    <a:lnTo>
                      <a:pt x="69454" y="229511"/>
                    </a:lnTo>
                    <a:cubicBezTo>
                      <a:pt x="126361" y="229511"/>
                      <a:pt x="172492" y="275642"/>
                      <a:pt x="172492" y="332549"/>
                    </a:cubicBezTo>
                    <a:lnTo>
                      <a:pt x="172492" y="402003"/>
                    </a:lnTo>
                    <a:lnTo>
                      <a:pt x="229511" y="402003"/>
                    </a:lnTo>
                    <a:lnTo>
                      <a:pt x="229511" y="332549"/>
                    </a:lnTo>
                    <a:cubicBezTo>
                      <a:pt x="229511" y="275642"/>
                      <a:pt x="275641" y="229511"/>
                      <a:pt x="332549" y="229511"/>
                    </a:cubicBezTo>
                    <a:lnTo>
                      <a:pt x="402003" y="229511"/>
                    </a:lnTo>
                    <a:lnTo>
                      <a:pt x="402003" y="172492"/>
                    </a:lnTo>
                    <a:lnTo>
                      <a:pt x="332549" y="17249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1996050" y="540000"/>
            <a:ext cx="5151900" cy="232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 b="1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"/>
          <p:cNvGrpSpPr/>
          <p:nvPr/>
        </p:nvGrpSpPr>
        <p:grpSpPr>
          <a:xfrm>
            <a:off x="-1291828" y="-1296800"/>
            <a:ext cx="11619523" cy="7464225"/>
            <a:chOff x="-1291828" y="-1296800"/>
            <a:chExt cx="11619523" cy="7464225"/>
          </a:xfrm>
        </p:grpSpPr>
        <p:sp>
          <p:nvSpPr>
            <p:cNvPr id="26" name="Google Shape;26;p3"/>
            <p:cNvSpPr/>
            <p:nvPr/>
          </p:nvSpPr>
          <p:spPr>
            <a:xfrm>
              <a:off x="8493699" y="3107002"/>
              <a:ext cx="1833997" cy="1961355"/>
            </a:xfrm>
            <a:custGeom>
              <a:avLst/>
              <a:gdLst/>
              <a:ahLst/>
              <a:cxnLst/>
              <a:rect l="l" t="t" r="r" b="b"/>
              <a:pathLst>
                <a:path w="628081" h="671697" extrusionOk="0">
                  <a:moveTo>
                    <a:pt x="593960" y="129034"/>
                  </a:moveTo>
                  <a:lnTo>
                    <a:pt x="451625" y="18535"/>
                  </a:lnTo>
                  <a:cubicBezTo>
                    <a:pt x="426420" y="-1024"/>
                    <a:pt x="392612" y="-5460"/>
                    <a:pt x="363217" y="6930"/>
                  </a:cubicBezTo>
                  <a:lnTo>
                    <a:pt x="62997" y="133582"/>
                  </a:lnTo>
                  <a:cubicBezTo>
                    <a:pt x="31407" y="146913"/>
                    <a:pt x="10392" y="177316"/>
                    <a:pt x="9114" y="211572"/>
                  </a:cubicBezTo>
                  <a:lnTo>
                    <a:pt x="63" y="452420"/>
                  </a:lnTo>
                  <a:cubicBezTo>
                    <a:pt x="-788" y="474959"/>
                    <a:pt x="7031" y="496960"/>
                    <a:pt x="21885" y="513920"/>
                  </a:cubicBezTo>
                  <a:lnTo>
                    <a:pt x="133840" y="641625"/>
                  </a:lnTo>
                  <a:cubicBezTo>
                    <a:pt x="158552" y="669810"/>
                    <a:pt x="198387" y="679310"/>
                    <a:pt x="233159" y="665307"/>
                  </a:cubicBezTo>
                  <a:lnTo>
                    <a:pt x="572788" y="528550"/>
                  </a:lnTo>
                  <a:cubicBezTo>
                    <a:pt x="606193" y="515108"/>
                    <a:pt x="628082" y="482688"/>
                    <a:pt x="628082" y="446684"/>
                  </a:cubicBezTo>
                  <a:lnTo>
                    <a:pt x="628082" y="198735"/>
                  </a:lnTo>
                  <a:cubicBezTo>
                    <a:pt x="628082" y="171468"/>
                    <a:pt x="615491" y="145748"/>
                    <a:pt x="593938" y="12903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"/>
            <p:cNvSpPr/>
            <p:nvPr/>
          </p:nvSpPr>
          <p:spPr>
            <a:xfrm rot="4237959">
              <a:off x="-1067142" y="-764702"/>
              <a:ext cx="1890804" cy="1815899"/>
            </a:xfrm>
            <a:custGeom>
              <a:avLst/>
              <a:gdLst/>
              <a:ahLst/>
              <a:cxnLst/>
              <a:rect l="l" t="t" r="r" b="b"/>
              <a:pathLst>
                <a:path w="360365" h="346089" extrusionOk="0">
                  <a:moveTo>
                    <a:pt x="172081" y="337120"/>
                  </a:moveTo>
                  <a:lnTo>
                    <a:pt x="10634" y="186673"/>
                  </a:lnTo>
                  <a:cubicBezTo>
                    <a:pt x="-4063" y="172985"/>
                    <a:pt x="-3436" y="149505"/>
                    <a:pt x="11956" y="136600"/>
                  </a:cubicBezTo>
                  <a:lnTo>
                    <a:pt x="165696" y="7797"/>
                  </a:lnTo>
                  <a:cubicBezTo>
                    <a:pt x="178466" y="-2890"/>
                    <a:pt x="197151" y="-2554"/>
                    <a:pt x="209519" y="8581"/>
                  </a:cubicBezTo>
                  <a:lnTo>
                    <a:pt x="349300" y="134426"/>
                  </a:lnTo>
                  <a:cubicBezTo>
                    <a:pt x="362810" y="146592"/>
                    <a:pt x="364132" y="167294"/>
                    <a:pt x="352257" y="181072"/>
                  </a:cubicBezTo>
                  <a:lnTo>
                    <a:pt x="220183" y="334475"/>
                  </a:lnTo>
                  <a:cubicBezTo>
                    <a:pt x="207816" y="348859"/>
                    <a:pt x="185949" y="350047"/>
                    <a:pt x="172081" y="33712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8" name="Google Shape;28;p3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-660100" y="4305525"/>
              <a:ext cx="1866024" cy="1861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" name="Google Shape;29;p3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5761600" y="-1296800"/>
              <a:ext cx="1866024" cy="1861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30;p3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7568984" y="-1296800"/>
              <a:ext cx="1866024" cy="18619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" name="Google Shape;31;p3"/>
          <p:cNvSpPr txBox="1">
            <a:spLocks noGrp="1"/>
          </p:cNvSpPr>
          <p:nvPr>
            <p:ph type="title" hasCustomPrompt="1"/>
          </p:nvPr>
        </p:nvSpPr>
        <p:spPr>
          <a:xfrm>
            <a:off x="5035375" y="1493703"/>
            <a:ext cx="1312500" cy="10983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000" b="1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2" name="Google Shape;32;p3"/>
          <p:cNvSpPr txBox="1">
            <a:spLocks noGrp="1"/>
          </p:cNvSpPr>
          <p:nvPr>
            <p:ph type="title" idx="2"/>
          </p:nvPr>
        </p:nvSpPr>
        <p:spPr>
          <a:xfrm>
            <a:off x="4907625" y="2668200"/>
            <a:ext cx="3463500" cy="11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4000" b="1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>
            <a:spLocks noGrp="1"/>
          </p:cNvSpPr>
          <p:nvPr>
            <p:ph type="body" idx="1"/>
          </p:nvPr>
        </p:nvSpPr>
        <p:spPr>
          <a:xfrm>
            <a:off x="720000" y="1170000"/>
            <a:ext cx="3485100" cy="21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title"/>
          </p:nvPr>
        </p:nvSpPr>
        <p:spPr>
          <a:xfrm>
            <a:off x="720000" y="47485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36" name="Google Shape;36;p4"/>
          <p:cNvGrpSpPr/>
          <p:nvPr/>
        </p:nvGrpSpPr>
        <p:grpSpPr>
          <a:xfrm>
            <a:off x="-688124" y="-698594"/>
            <a:ext cx="11058057" cy="6229875"/>
            <a:chOff x="-688124" y="-698594"/>
            <a:chExt cx="11058057" cy="6229875"/>
          </a:xfrm>
        </p:grpSpPr>
        <p:sp>
          <p:nvSpPr>
            <p:cNvPr id="37" name="Google Shape;37;p4"/>
            <p:cNvSpPr/>
            <p:nvPr/>
          </p:nvSpPr>
          <p:spPr>
            <a:xfrm>
              <a:off x="-688124" y="3675718"/>
              <a:ext cx="1735074" cy="1855563"/>
            </a:xfrm>
            <a:custGeom>
              <a:avLst/>
              <a:gdLst/>
              <a:ahLst/>
              <a:cxnLst/>
              <a:rect l="l" t="t" r="r" b="b"/>
              <a:pathLst>
                <a:path w="628081" h="671697" extrusionOk="0">
                  <a:moveTo>
                    <a:pt x="593960" y="129034"/>
                  </a:moveTo>
                  <a:lnTo>
                    <a:pt x="451625" y="18535"/>
                  </a:lnTo>
                  <a:cubicBezTo>
                    <a:pt x="426420" y="-1024"/>
                    <a:pt x="392612" y="-5460"/>
                    <a:pt x="363217" y="6930"/>
                  </a:cubicBezTo>
                  <a:lnTo>
                    <a:pt x="62997" y="133582"/>
                  </a:lnTo>
                  <a:cubicBezTo>
                    <a:pt x="31407" y="146913"/>
                    <a:pt x="10392" y="177316"/>
                    <a:pt x="9114" y="211572"/>
                  </a:cubicBezTo>
                  <a:lnTo>
                    <a:pt x="63" y="452420"/>
                  </a:lnTo>
                  <a:cubicBezTo>
                    <a:pt x="-788" y="474959"/>
                    <a:pt x="7031" y="496960"/>
                    <a:pt x="21885" y="513920"/>
                  </a:cubicBezTo>
                  <a:lnTo>
                    <a:pt x="133840" y="641625"/>
                  </a:lnTo>
                  <a:cubicBezTo>
                    <a:pt x="158552" y="669810"/>
                    <a:pt x="198387" y="679310"/>
                    <a:pt x="233159" y="665307"/>
                  </a:cubicBezTo>
                  <a:lnTo>
                    <a:pt x="572788" y="528550"/>
                  </a:lnTo>
                  <a:cubicBezTo>
                    <a:pt x="606193" y="515108"/>
                    <a:pt x="628082" y="482688"/>
                    <a:pt x="628082" y="446684"/>
                  </a:cubicBezTo>
                  <a:lnTo>
                    <a:pt x="628082" y="198735"/>
                  </a:lnTo>
                  <a:cubicBezTo>
                    <a:pt x="628082" y="171468"/>
                    <a:pt x="615491" y="145748"/>
                    <a:pt x="593938" y="12903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7263002" y="-698594"/>
              <a:ext cx="1240898" cy="1173435"/>
            </a:xfrm>
            <a:custGeom>
              <a:avLst/>
              <a:gdLst/>
              <a:ahLst/>
              <a:cxnLst/>
              <a:rect l="l" t="t" r="r" b="b"/>
              <a:pathLst>
                <a:path w="534870" h="505791" extrusionOk="0">
                  <a:moveTo>
                    <a:pt x="534513" y="294201"/>
                  </a:moveTo>
                  <a:lnTo>
                    <a:pt x="524184" y="175345"/>
                  </a:lnTo>
                  <a:cubicBezTo>
                    <a:pt x="521429" y="143553"/>
                    <a:pt x="501712" y="115727"/>
                    <a:pt x="472632" y="102575"/>
                  </a:cubicBezTo>
                  <a:lnTo>
                    <a:pt x="263195" y="7849"/>
                  </a:lnTo>
                  <a:cubicBezTo>
                    <a:pt x="231963" y="-6288"/>
                    <a:pt x="195377" y="-1045"/>
                    <a:pt x="169343" y="21292"/>
                  </a:cubicBezTo>
                  <a:lnTo>
                    <a:pt x="42265" y="130357"/>
                  </a:lnTo>
                  <a:cubicBezTo>
                    <a:pt x="25148" y="145054"/>
                    <a:pt x="14304" y="165733"/>
                    <a:pt x="11974" y="188160"/>
                  </a:cubicBezTo>
                  <a:lnTo>
                    <a:pt x="481" y="298189"/>
                  </a:lnTo>
                  <a:cubicBezTo>
                    <a:pt x="-3418" y="335469"/>
                    <a:pt x="16679" y="371160"/>
                    <a:pt x="50577" y="387157"/>
                  </a:cubicBezTo>
                  <a:lnTo>
                    <a:pt x="283942" y="497342"/>
                  </a:lnTo>
                  <a:cubicBezTo>
                    <a:pt x="316495" y="512711"/>
                    <a:pt x="355143" y="506774"/>
                    <a:pt x="381580" y="482308"/>
                  </a:cubicBezTo>
                  <a:lnTo>
                    <a:pt x="506575" y="366589"/>
                  </a:lnTo>
                  <a:cubicBezTo>
                    <a:pt x="526582" y="348061"/>
                    <a:pt x="536910" y="321332"/>
                    <a:pt x="534535" y="2941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9" name="Google Shape;39;p4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503909" y="854000"/>
              <a:ext cx="1866024" cy="18619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>
            <a:spLocks noGrp="1"/>
          </p:cNvSpPr>
          <p:nvPr>
            <p:ph type="title"/>
          </p:nvPr>
        </p:nvSpPr>
        <p:spPr>
          <a:xfrm>
            <a:off x="720000" y="47485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ubTitle" idx="1"/>
          </p:nvPr>
        </p:nvSpPr>
        <p:spPr>
          <a:xfrm>
            <a:off x="937907" y="1976700"/>
            <a:ext cx="3393900" cy="5325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sz="1800" b="1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2"/>
          </p:nvPr>
        </p:nvSpPr>
        <p:spPr>
          <a:xfrm>
            <a:off x="4812192" y="1976700"/>
            <a:ext cx="3393900" cy="5325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sz="1800" b="1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3"/>
          </p:nvPr>
        </p:nvSpPr>
        <p:spPr>
          <a:xfrm>
            <a:off x="937900" y="2509200"/>
            <a:ext cx="3393900" cy="136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4"/>
          </p:nvPr>
        </p:nvSpPr>
        <p:spPr>
          <a:xfrm>
            <a:off x="4812193" y="2509200"/>
            <a:ext cx="3393900" cy="136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6" name="Google Shape;46;p5"/>
          <p:cNvGrpSpPr/>
          <p:nvPr/>
        </p:nvGrpSpPr>
        <p:grpSpPr>
          <a:xfrm>
            <a:off x="-1716309" y="-8"/>
            <a:ext cx="11845234" cy="6589659"/>
            <a:chOff x="-1716309" y="-8"/>
            <a:chExt cx="11845234" cy="6589659"/>
          </a:xfrm>
        </p:grpSpPr>
        <p:sp>
          <p:nvSpPr>
            <p:cNvPr id="47" name="Google Shape;47;p5"/>
            <p:cNvSpPr/>
            <p:nvPr/>
          </p:nvSpPr>
          <p:spPr>
            <a:xfrm rot="6575188">
              <a:off x="-1377523" y="2697030"/>
              <a:ext cx="1976635" cy="2113899"/>
            </a:xfrm>
            <a:custGeom>
              <a:avLst/>
              <a:gdLst/>
              <a:ahLst/>
              <a:cxnLst/>
              <a:rect l="l" t="t" r="r" b="b"/>
              <a:pathLst>
                <a:path w="628081" h="671697" extrusionOk="0">
                  <a:moveTo>
                    <a:pt x="593960" y="129034"/>
                  </a:moveTo>
                  <a:lnTo>
                    <a:pt x="451625" y="18535"/>
                  </a:lnTo>
                  <a:cubicBezTo>
                    <a:pt x="426420" y="-1024"/>
                    <a:pt x="392612" y="-5460"/>
                    <a:pt x="363217" y="6930"/>
                  </a:cubicBezTo>
                  <a:lnTo>
                    <a:pt x="62997" y="133582"/>
                  </a:lnTo>
                  <a:cubicBezTo>
                    <a:pt x="31407" y="146913"/>
                    <a:pt x="10392" y="177316"/>
                    <a:pt x="9114" y="211572"/>
                  </a:cubicBezTo>
                  <a:lnTo>
                    <a:pt x="63" y="452420"/>
                  </a:lnTo>
                  <a:cubicBezTo>
                    <a:pt x="-788" y="474959"/>
                    <a:pt x="7031" y="496960"/>
                    <a:pt x="21885" y="513920"/>
                  </a:cubicBezTo>
                  <a:lnTo>
                    <a:pt x="133840" y="641625"/>
                  </a:lnTo>
                  <a:cubicBezTo>
                    <a:pt x="158552" y="669810"/>
                    <a:pt x="198387" y="679310"/>
                    <a:pt x="233159" y="665307"/>
                  </a:cubicBezTo>
                  <a:lnTo>
                    <a:pt x="572788" y="528550"/>
                  </a:lnTo>
                  <a:cubicBezTo>
                    <a:pt x="606193" y="515108"/>
                    <a:pt x="628082" y="482688"/>
                    <a:pt x="628082" y="446684"/>
                  </a:cubicBezTo>
                  <a:lnTo>
                    <a:pt x="628082" y="198735"/>
                  </a:lnTo>
                  <a:cubicBezTo>
                    <a:pt x="628082" y="171468"/>
                    <a:pt x="615491" y="145748"/>
                    <a:pt x="593938" y="12903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8" name="Google Shape;48;p5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91309" y="4727750"/>
              <a:ext cx="1866024" cy="1861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" name="Google Shape;49;p5"/>
            <p:cNvSpPr/>
            <p:nvPr/>
          </p:nvSpPr>
          <p:spPr>
            <a:xfrm>
              <a:off x="8272238" y="4727750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5"/>
            <p:cNvSpPr/>
            <p:nvPr/>
          </p:nvSpPr>
          <p:spPr>
            <a:xfrm>
              <a:off x="8591174" y="4251152"/>
              <a:ext cx="1537751" cy="1454149"/>
            </a:xfrm>
            <a:custGeom>
              <a:avLst/>
              <a:gdLst/>
              <a:ahLst/>
              <a:cxnLst/>
              <a:rect l="l" t="t" r="r" b="b"/>
              <a:pathLst>
                <a:path w="534870" h="505791" extrusionOk="0">
                  <a:moveTo>
                    <a:pt x="534513" y="294201"/>
                  </a:moveTo>
                  <a:lnTo>
                    <a:pt x="524184" y="175345"/>
                  </a:lnTo>
                  <a:cubicBezTo>
                    <a:pt x="521429" y="143553"/>
                    <a:pt x="501712" y="115727"/>
                    <a:pt x="472632" y="102575"/>
                  </a:cubicBezTo>
                  <a:lnTo>
                    <a:pt x="263195" y="7849"/>
                  </a:lnTo>
                  <a:cubicBezTo>
                    <a:pt x="231963" y="-6288"/>
                    <a:pt x="195377" y="-1045"/>
                    <a:pt x="169343" y="21292"/>
                  </a:cubicBezTo>
                  <a:lnTo>
                    <a:pt x="42265" y="130357"/>
                  </a:lnTo>
                  <a:cubicBezTo>
                    <a:pt x="25148" y="145054"/>
                    <a:pt x="14304" y="165733"/>
                    <a:pt x="11974" y="188160"/>
                  </a:cubicBezTo>
                  <a:lnTo>
                    <a:pt x="481" y="298189"/>
                  </a:lnTo>
                  <a:cubicBezTo>
                    <a:pt x="-3418" y="335469"/>
                    <a:pt x="16679" y="371160"/>
                    <a:pt x="50577" y="387157"/>
                  </a:cubicBezTo>
                  <a:lnTo>
                    <a:pt x="283942" y="497342"/>
                  </a:lnTo>
                  <a:cubicBezTo>
                    <a:pt x="316495" y="512711"/>
                    <a:pt x="355143" y="506774"/>
                    <a:pt x="381580" y="482308"/>
                  </a:cubicBezTo>
                  <a:lnTo>
                    <a:pt x="506575" y="366589"/>
                  </a:lnTo>
                  <a:cubicBezTo>
                    <a:pt x="526582" y="348061"/>
                    <a:pt x="536910" y="321332"/>
                    <a:pt x="534535" y="2941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5"/>
            <p:cNvSpPr/>
            <p:nvPr/>
          </p:nvSpPr>
          <p:spPr>
            <a:xfrm>
              <a:off x="870163" y="4408225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5"/>
            <p:cNvSpPr/>
            <p:nvPr/>
          </p:nvSpPr>
          <p:spPr>
            <a:xfrm>
              <a:off x="8741388" y="4099400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3" name="Google Shape;53;p5"/>
            <p:cNvGrpSpPr/>
            <p:nvPr/>
          </p:nvGrpSpPr>
          <p:grpSpPr>
            <a:xfrm flipH="1">
              <a:off x="143602" y="3928782"/>
              <a:ext cx="824036" cy="1110635"/>
              <a:chOff x="4808533" y="-2"/>
              <a:chExt cx="267770" cy="360924"/>
            </a:xfrm>
          </p:grpSpPr>
          <p:sp>
            <p:nvSpPr>
              <p:cNvPr id="54" name="Google Shape;54;p5"/>
              <p:cNvSpPr/>
              <p:nvPr/>
            </p:nvSpPr>
            <p:spPr>
              <a:xfrm>
                <a:off x="4808533" y="-2"/>
                <a:ext cx="267770" cy="360924"/>
              </a:xfrm>
              <a:custGeom>
                <a:avLst/>
                <a:gdLst/>
                <a:ahLst/>
                <a:cxnLst/>
                <a:rect l="l" t="t" r="r" b="b"/>
                <a:pathLst>
                  <a:path w="357027" h="481232" extrusionOk="0">
                    <a:moveTo>
                      <a:pt x="338429" y="198640"/>
                    </a:moveTo>
                    <a:cubicBezTo>
                      <a:pt x="375598" y="136535"/>
                      <a:pt x="355300" y="55767"/>
                      <a:pt x="293194" y="18598"/>
                    </a:cubicBezTo>
                    <a:cubicBezTo>
                      <a:pt x="231089" y="-18571"/>
                      <a:pt x="150321" y="1728"/>
                      <a:pt x="113152" y="63833"/>
                    </a:cubicBezTo>
                    <a:cubicBezTo>
                      <a:pt x="80912" y="117716"/>
                      <a:pt x="91913" y="185623"/>
                      <a:pt x="135937" y="226960"/>
                    </a:cubicBezTo>
                    <a:lnTo>
                      <a:pt x="58732" y="341155"/>
                    </a:lnTo>
                    <a:lnTo>
                      <a:pt x="26200" y="389257"/>
                    </a:lnTo>
                    <a:lnTo>
                      <a:pt x="7000" y="417644"/>
                    </a:lnTo>
                    <a:cubicBezTo>
                      <a:pt x="-6107" y="437024"/>
                      <a:pt x="-237" y="463439"/>
                      <a:pt x="19838" y="475447"/>
                    </a:cubicBezTo>
                    <a:cubicBezTo>
                      <a:pt x="39240" y="487053"/>
                      <a:pt x="64243" y="480600"/>
                      <a:pt x="75714" y="461422"/>
                    </a:cubicBezTo>
                    <a:cubicBezTo>
                      <a:pt x="76095" y="460772"/>
                      <a:pt x="76476" y="460100"/>
                      <a:pt x="76835" y="459428"/>
                    </a:cubicBezTo>
                    <a:lnTo>
                      <a:pt x="92786" y="429093"/>
                    </a:lnTo>
                    <a:lnTo>
                      <a:pt x="119806" y="377674"/>
                    </a:lnTo>
                    <a:lnTo>
                      <a:pt x="183928" y="255660"/>
                    </a:lnTo>
                    <a:cubicBezTo>
                      <a:pt x="241149" y="274928"/>
                      <a:pt x="306189" y="252523"/>
                      <a:pt x="338451" y="198640"/>
                    </a:cubicBezTo>
                    <a:close/>
                    <a:moveTo>
                      <a:pt x="172412" y="220418"/>
                    </a:moveTo>
                    <a:cubicBezTo>
                      <a:pt x="123234" y="191001"/>
                      <a:pt x="107170" y="127058"/>
                      <a:pt x="136610" y="77880"/>
                    </a:cubicBezTo>
                    <a:cubicBezTo>
                      <a:pt x="166027" y="28703"/>
                      <a:pt x="229969" y="12639"/>
                      <a:pt x="279147" y="42056"/>
                    </a:cubicBezTo>
                    <a:cubicBezTo>
                      <a:pt x="328325" y="71473"/>
                      <a:pt x="344388" y="135415"/>
                      <a:pt x="314972" y="184593"/>
                    </a:cubicBezTo>
                    <a:cubicBezTo>
                      <a:pt x="285532" y="233771"/>
                      <a:pt x="221590" y="249835"/>
                      <a:pt x="172434" y="22041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" name="Google Shape;55;p5"/>
              <p:cNvSpPr/>
              <p:nvPr/>
            </p:nvSpPr>
            <p:spPr>
              <a:xfrm>
                <a:off x="4881349" y="121337"/>
                <a:ext cx="119723" cy="76438"/>
              </a:xfrm>
              <a:custGeom>
                <a:avLst/>
                <a:gdLst/>
                <a:ahLst/>
                <a:cxnLst/>
                <a:rect l="l" t="t" r="r" b="b"/>
                <a:pathLst>
                  <a:path w="159631" h="101917" extrusionOk="0">
                    <a:moveTo>
                      <a:pt x="128489" y="101895"/>
                    </a:moveTo>
                    <a:cubicBezTo>
                      <a:pt x="104830" y="101895"/>
                      <a:pt x="81507" y="95510"/>
                      <a:pt x="60716" y="83076"/>
                    </a:cubicBezTo>
                    <a:cubicBezTo>
                      <a:pt x="29954" y="64682"/>
                      <a:pt x="8402" y="35354"/>
                      <a:pt x="0" y="515"/>
                    </a:cubicBezTo>
                    <a:lnTo>
                      <a:pt x="2173" y="0"/>
                    </a:lnTo>
                    <a:cubicBezTo>
                      <a:pt x="10440" y="34256"/>
                      <a:pt x="31635" y="63091"/>
                      <a:pt x="61858" y="81171"/>
                    </a:cubicBezTo>
                    <a:cubicBezTo>
                      <a:pt x="91253" y="98759"/>
                      <a:pt x="125801" y="104046"/>
                      <a:pt x="159116" y="96025"/>
                    </a:cubicBezTo>
                    <a:lnTo>
                      <a:pt x="159632" y="98199"/>
                    </a:lnTo>
                    <a:cubicBezTo>
                      <a:pt x="149303" y="100686"/>
                      <a:pt x="138863" y="101918"/>
                      <a:pt x="128467" y="10191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5"/>
              <p:cNvSpPr/>
              <p:nvPr/>
            </p:nvSpPr>
            <p:spPr>
              <a:xfrm>
                <a:off x="4828166" y="255848"/>
                <a:ext cx="70204" cy="65969"/>
              </a:xfrm>
              <a:custGeom>
                <a:avLst/>
                <a:gdLst/>
                <a:ahLst/>
                <a:cxnLst/>
                <a:rect l="l" t="t" r="r" b="b"/>
                <a:pathLst>
                  <a:path w="93605" h="87959" extrusionOk="0">
                    <a:moveTo>
                      <a:pt x="66586" y="87960"/>
                    </a:moveTo>
                    <a:lnTo>
                      <a:pt x="0" y="48102"/>
                    </a:lnTo>
                    <a:lnTo>
                      <a:pt x="32554" y="0"/>
                    </a:lnTo>
                    <a:lnTo>
                      <a:pt x="93606" y="36542"/>
                    </a:lnTo>
                    <a:lnTo>
                      <a:pt x="66586" y="8796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" name="Google Shape;57;p5"/>
              <p:cNvSpPr/>
              <p:nvPr/>
            </p:nvSpPr>
            <p:spPr>
              <a:xfrm>
                <a:off x="4890910" y="11421"/>
                <a:ext cx="173953" cy="173953"/>
              </a:xfrm>
              <a:custGeom>
                <a:avLst/>
                <a:gdLst/>
                <a:ahLst/>
                <a:cxnLst/>
                <a:rect l="l" t="t" r="r" b="b"/>
                <a:pathLst>
                  <a:path w="231937" h="231937" extrusionOk="0">
                    <a:moveTo>
                      <a:pt x="115742" y="231937"/>
                    </a:moveTo>
                    <a:cubicBezTo>
                      <a:pt x="95488" y="231937"/>
                      <a:pt x="74988" y="226650"/>
                      <a:pt x="56392" y="215515"/>
                    </a:cubicBezTo>
                    <a:cubicBezTo>
                      <a:pt x="1524" y="182692"/>
                      <a:pt x="-16400" y="111334"/>
                      <a:pt x="16423" y="56466"/>
                    </a:cubicBezTo>
                    <a:cubicBezTo>
                      <a:pt x="32330" y="29894"/>
                      <a:pt x="57625" y="11097"/>
                      <a:pt x="87669" y="3546"/>
                    </a:cubicBezTo>
                    <a:cubicBezTo>
                      <a:pt x="117713" y="-4004"/>
                      <a:pt x="148900" y="589"/>
                      <a:pt x="175472" y="16496"/>
                    </a:cubicBezTo>
                    <a:cubicBezTo>
                      <a:pt x="202044" y="32403"/>
                      <a:pt x="220841" y="57698"/>
                      <a:pt x="228391" y="87742"/>
                    </a:cubicBezTo>
                    <a:cubicBezTo>
                      <a:pt x="235942" y="117786"/>
                      <a:pt x="231349" y="148973"/>
                      <a:pt x="215441" y="175545"/>
                    </a:cubicBezTo>
                    <a:lnTo>
                      <a:pt x="215441" y="175545"/>
                    </a:lnTo>
                    <a:cubicBezTo>
                      <a:pt x="193732" y="211818"/>
                      <a:pt x="155218" y="231937"/>
                      <a:pt x="115742" y="231937"/>
                    </a:cubicBezTo>
                    <a:close/>
                    <a:moveTo>
                      <a:pt x="116145" y="2247"/>
                    </a:moveTo>
                    <a:cubicBezTo>
                      <a:pt x="106847" y="2247"/>
                      <a:pt x="97482" y="3389"/>
                      <a:pt x="88229" y="5719"/>
                    </a:cubicBezTo>
                    <a:cubicBezTo>
                      <a:pt x="58767" y="13113"/>
                      <a:pt x="33965" y="31552"/>
                      <a:pt x="18350" y="57631"/>
                    </a:cubicBezTo>
                    <a:cubicBezTo>
                      <a:pt x="-13845" y="111446"/>
                      <a:pt x="3742" y="181415"/>
                      <a:pt x="57535" y="213610"/>
                    </a:cubicBezTo>
                    <a:cubicBezTo>
                      <a:pt x="111350" y="245805"/>
                      <a:pt x="181319" y="228218"/>
                      <a:pt x="213515" y="174425"/>
                    </a:cubicBezTo>
                    <a:cubicBezTo>
                      <a:pt x="229108" y="148369"/>
                      <a:pt x="233612" y="117786"/>
                      <a:pt x="226218" y="88325"/>
                    </a:cubicBezTo>
                    <a:cubicBezTo>
                      <a:pt x="218824" y="58863"/>
                      <a:pt x="200386" y="34061"/>
                      <a:pt x="174307" y="18445"/>
                    </a:cubicBezTo>
                    <a:cubicBezTo>
                      <a:pt x="156428" y="7758"/>
                      <a:pt x="136421" y="2269"/>
                      <a:pt x="116123" y="226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" name="Google Shape;58;p5"/>
              <p:cNvSpPr/>
              <p:nvPr/>
            </p:nvSpPr>
            <p:spPr>
              <a:xfrm rot="-3544142">
                <a:off x="4800339" y="262838"/>
                <a:ext cx="177412" cy="1678"/>
              </a:xfrm>
              <a:custGeom>
                <a:avLst/>
                <a:gdLst/>
                <a:ahLst/>
                <a:cxnLst/>
                <a:rect l="l" t="t" r="r" b="b"/>
                <a:pathLst>
                  <a:path w="236859" h="2240" extrusionOk="0">
                    <a:moveTo>
                      <a:pt x="0" y="0"/>
                    </a:moveTo>
                    <a:lnTo>
                      <a:pt x="236860" y="0"/>
                    </a:lnTo>
                    <a:lnTo>
                      <a:pt x="236860" y="2241"/>
                    </a:lnTo>
                    <a:lnTo>
                      <a:pt x="0" y="224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9" name="Google Shape;59;p5"/>
            <p:cNvGrpSpPr/>
            <p:nvPr/>
          </p:nvGrpSpPr>
          <p:grpSpPr>
            <a:xfrm>
              <a:off x="170181" y="2509192"/>
              <a:ext cx="287317" cy="256903"/>
              <a:chOff x="2957323" y="3936947"/>
              <a:chExt cx="194554" cy="173959"/>
            </a:xfrm>
          </p:grpSpPr>
          <p:sp>
            <p:nvSpPr>
              <p:cNvPr id="60" name="Google Shape;60;p5"/>
              <p:cNvSpPr/>
              <p:nvPr/>
            </p:nvSpPr>
            <p:spPr>
              <a:xfrm rot="-45834">
                <a:off x="3060432" y="3936962"/>
                <a:ext cx="3360" cy="173930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231886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231886"/>
                    </a:lnTo>
                    <a:lnTo>
                      <a:pt x="0" y="23188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" name="Google Shape;61;p5"/>
              <p:cNvSpPr/>
              <p:nvPr/>
            </p:nvSpPr>
            <p:spPr>
              <a:xfrm rot="-206705">
                <a:off x="2957248" y="4012021"/>
                <a:ext cx="194704" cy="3355"/>
              </a:xfrm>
              <a:custGeom>
                <a:avLst/>
                <a:gdLst/>
                <a:ahLst/>
                <a:cxnLst/>
                <a:rect l="l" t="t" r="r" b="b"/>
                <a:pathLst>
                  <a:path w="260003" h="4480" extrusionOk="0">
                    <a:moveTo>
                      <a:pt x="0" y="0"/>
                    </a:moveTo>
                    <a:lnTo>
                      <a:pt x="260004" y="0"/>
                    </a:lnTo>
                    <a:lnTo>
                      <a:pt x="260004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" name="Google Shape;62;p5"/>
              <p:cNvSpPr/>
              <p:nvPr/>
            </p:nvSpPr>
            <p:spPr>
              <a:xfrm rot="-2667569">
                <a:off x="2985839" y="4013185"/>
                <a:ext cx="150521" cy="3358"/>
              </a:xfrm>
              <a:custGeom>
                <a:avLst/>
                <a:gdLst/>
                <a:ahLst/>
                <a:cxnLst/>
                <a:rect l="l" t="t" r="r" b="b"/>
                <a:pathLst>
                  <a:path w="200811" h="4480" extrusionOk="0">
                    <a:moveTo>
                      <a:pt x="0" y="0"/>
                    </a:moveTo>
                    <a:lnTo>
                      <a:pt x="200811" y="0"/>
                    </a:lnTo>
                    <a:lnTo>
                      <a:pt x="200811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" name="Google Shape;63;p5"/>
              <p:cNvSpPr/>
              <p:nvPr/>
            </p:nvSpPr>
            <p:spPr>
              <a:xfrm rot="-2716216">
                <a:off x="3069932" y="3955542"/>
                <a:ext cx="3358" cy="133807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78518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78518"/>
                    </a:lnTo>
                    <a:lnTo>
                      <a:pt x="0" y="1785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4" name="Google Shape;64;p5"/>
            <p:cNvGrpSpPr/>
            <p:nvPr/>
          </p:nvGrpSpPr>
          <p:grpSpPr>
            <a:xfrm rot="2066698" flipH="1">
              <a:off x="7898540" y="255758"/>
              <a:ext cx="1134762" cy="743194"/>
              <a:chOff x="3925143" y="3783342"/>
              <a:chExt cx="240326" cy="157397"/>
            </a:xfrm>
          </p:grpSpPr>
          <p:sp>
            <p:nvSpPr>
              <p:cNvPr id="65" name="Google Shape;65;p5"/>
              <p:cNvSpPr/>
              <p:nvPr/>
            </p:nvSpPr>
            <p:spPr>
              <a:xfrm>
                <a:off x="3955855" y="3817011"/>
                <a:ext cx="93460" cy="100786"/>
              </a:xfrm>
              <a:custGeom>
                <a:avLst/>
                <a:gdLst/>
                <a:ahLst/>
                <a:cxnLst/>
                <a:rect l="l" t="t" r="r" b="b"/>
                <a:pathLst>
                  <a:path w="124613" h="134381" extrusionOk="0">
                    <a:moveTo>
                      <a:pt x="70529" y="134382"/>
                    </a:moveTo>
                    <a:lnTo>
                      <a:pt x="8223" y="107900"/>
                    </a:lnTo>
                    <a:lnTo>
                      <a:pt x="0" y="40709"/>
                    </a:lnTo>
                    <a:lnTo>
                      <a:pt x="54084" y="0"/>
                    </a:lnTo>
                    <a:lnTo>
                      <a:pt x="116391" y="26482"/>
                    </a:lnTo>
                    <a:lnTo>
                      <a:pt x="124614" y="93673"/>
                    </a:lnTo>
                    <a:lnTo>
                      <a:pt x="70529" y="134382"/>
                    </a:lnTo>
                    <a:close/>
                    <a:moveTo>
                      <a:pt x="10306" y="106354"/>
                    </a:moveTo>
                    <a:lnTo>
                      <a:pt x="70216" y="131805"/>
                    </a:lnTo>
                    <a:lnTo>
                      <a:pt x="122216" y="92642"/>
                    </a:lnTo>
                    <a:lnTo>
                      <a:pt x="114308" y="28028"/>
                    </a:lnTo>
                    <a:lnTo>
                      <a:pt x="54398" y="2554"/>
                    </a:lnTo>
                    <a:lnTo>
                      <a:pt x="2397" y="41717"/>
                    </a:lnTo>
                    <a:lnTo>
                      <a:pt x="10306" y="1063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" name="Google Shape;66;p5"/>
              <p:cNvSpPr/>
              <p:nvPr/>
            </p:nvSpPr>
            <p:spPr>
              <a:xfrm>
                <a:off x="4041468" y="3806543"/>
                <a:ext cx="93460" cy="100786"/>
              </a:xfrm>
              <a:custGeom>
                <a:avLst/>
                <a:gdLst/>
                <a:ahLst/>
                <a:cxnLst/>
                <a:rect l="l" t="t" r="r" b="b"/>
                <a:pathLst>
                  <a:path w="124613" h="134381" extrusionOk="0">
                    <a:moveTo>
                      <a:pt x="70529" y="134382"/>
                    </a:moveTo>
                    <a:lnTo>
                      <a:pt x="8222" y="107900"/>
                    </a:lnTo>
                    <a:lnTo>
                      <a:pt x="0" y="40709"/>
                    </a:lnTo>
                    <a:lnTo>
                      <a:pt x="54084" y="0"/>
                    </a:lnTo>
                    <a:lnTo>
                      <a:pt x="116391" y="26482"/>
                    </a:lnTo>
                    <a:lnTo>
                      <a:pt x="124614" y="93673"/>
                    </a:lnTo>
                    <a:lnTo>
                      <a:pt x="70552" y="134382"/>
                    </a:lnTo>
                    <a:close/>
                    <a:moveTo>
                      <a:pt x="10306" y="106354"/>
                    </a:moveTo>
                    <a:lnTo>
                      <a:pt x="70215" y="131805"/>
                    </a:lnTo>
                    <a:lnTo>
                      <a:pt x="122216" y="92642"/>
                    </a:lnTo>
                    <a:lnTo>
                      <a:pt x="114308" y="28028"/>
                    </a:lnTo>
                    <a:lnTo>
                      <a:pt x="54398" y="2576"/>
                    </a:lnTo>
                    <a:lnTo>
                      <a:pt x="2397" y="41739"/>
                    </a:lnTo>
                    <a:lnTo>
                      <a:pt x="10306" y="10635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" name="Google Shape;67;p5"/>
              <p:cNvSpPr/>
              <p:nvPr/>
            </p:nvSpPr>
            <p:spPr>
              <a:xfrm rot="-413295">
                <a:off x="3993713" y="3783318"/>
                <a:ext cx="1681" cy="34667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46197" extrusionOk="0">
                    <a:moveTo>
                      <a:pt x="0" y="0"/>
                    </a:moveTo>
                    <a:lnTo>
                      <a:pt x="2241" y="0"/>
                    </a:lnTo>
                    <a:lnTo>
                      <a:pt x="2241" y="46198"/>
                    </a:lnTo>
                    <a:lnTo>
                      <a:pt x="0" y="4619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" name="Google Shape;68;p5"/>
              <p:cNvSpPr/>
              <p:nvPr/>
            </p:nvSpPr>
            <p:spPr>
              <a:xfrm rot="-413295">
                <a:off x="4095626" y="3906097"/>
                <a:ext cx="1681" cy="34667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46197" extrusionOk="0">
                    <a:moveTo>
                      <a:pt x="0" y="0"/>
                    </a:moveTo>
                    <a:lnTo>
                      <a:pt x="2241" y="0"/>
                    </a:lnTo>
                    <a:lnTo>
                      <a:pt x="2241" y="46198"/>
                    </a:lnTo>
                    <a:lnTo>
                      <a:pt x="0" y="4619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 rot="-4446430">
                <a:off x="4148738" y="3863950"/>
                <a:ext cx="1677" cy="32572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43509" extrusionOk="0">
                    <a:moveTo>
                      <a:pt x="0" y="0"/>
                    </a:moveTo>
                    <a:lnTo>
                      <a:pt x="2240" y="0"/>
                    </a:lnTo>
                    <a:lnTo>
                      <a:pt x="2240" y="43509"/>
                    </a:lnTo>
                    <a:lnTo>
                      <a:pt x="0" y="4350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5"/>
              <p:cNvSpPr/>
              <p:nvPr/>
            </p:nvSpPr>
            <p:spPr>
              <a:xfrm rot="-4446430">
                <a:off x="3940198" y="3827192"/>
                <a:ext cx="1677" cy="32572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43509" extrusionOk="0">
                    <a:moveTo>
                      <a:pt x="0" y="0"/>
                    </a:moveTo>
                    <a:lnTo>
                      <a:pt x="2240" y="0"/>
                    </a:lnTo>
                    <a:lnTo>
                      <a:pt x="2240" y="43509"/>
                    </a:lnTo>
                    <a:lnTo>
                      <a:pt x="0" y="4350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1" name="Google Shape;71;p5"/>
            <p:cNvSpPr/>
            <p:nvPr/>
          </p:nvSpPr>
          <p:spPr>
            <a:xfrm>
              <a:off x="7516300" y="173725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oogle Shape;73;p6"/>
          <p:cNvGrpSpPr/>
          <p:nvPr/>
        </p:nvGrpSpPr>
        <p:grpSpPr>
          <a:xfrm>
            <a:off x="-1351391" y="-119383"/>
            <a:ext cx="11480317" cy="5824685"/>
            <a:chOff x="-1351391" y="-119383"/>
            <a:chExt cx="11480317" cy="5824685"/>
          </a:xfrm>
        </p:grpSpPr>
        <p:sp>
          <p:nvSpPr>
            <p:cNvPr id="74" name="Google Shape;74;p6"/>
            <p:cNvSpPr/>
            <p:nvPr/>
          </p:nvSpPr>
          <p:spPr>
            <a:xfrm rot="6576553">
              <a:off x="-649181" y="2947226"/>
              <a:ext cx="1356837" cy="1451060"/>
            </a:xfrm>
            <a:custGeom>
              <a:avLst/>
              <a:gdLst/>
              <a:ahLst/>
              <a:cxnLst/>
              <a:rect l="l" t="t" r="r" b="b"/>
              <a:pathLst>
                <a:path w="628081" h="671697" extrusionOk="0">
                  <a:moveTo>
                    <a:pt x="593960" y="129034"/>
                  </a:moveTo>
                  <a:lnTo>
                    <a:pt x="451625" y="18535"/>
                  </a:lnTo>
                  <a:cubicBezTo>
                    <a:pt x="426420" y="-1024"/>
                    <a:pt x="392612" y="-5460"/>
                    <a:pt x="363217" y="6930"/>
                  </a:cubicBezTo>
                  <a:lnTo>
                    <a:pt x="62997" y="133582"/>
                  </a:lnTo>
                  <a:cubicBezTo>
                    <a:pt x="31407" y="146913"/>
                    <a:pt x="10392" y="177316"/>
                    <a:pt x="9114" y="211572"/>
                  </a:cubicBezTo>
                  <a:lnTo>
                    <a:pt x="63" y="452420"/>
                  </a:lnTo>
                  <a:cubicBezTo>
                    <a:pt x="-788" y="474959"/>
                    <a:pt x="7031" y="496960"/>
                    <a:pt x="21885" y="513920"/>
                  </a:cubicBezTo>
                  <a:lnTo>
                    <a:pt x="133840" y="641625"/>
                  </a:lnTo>
                  <a:cubicBezTo>
                    <a:pt x="158552" y="669810"/>
                    <a:pt x="198387" y="679310"/>
                    <a:pt x="233159" y="665307"/>
                  </a:cubicBezTo>
                  <a:lnTo>
                    <a:pt x="572788" y="528550"/>
                  </a:lnTo>
                  <a:cubicBezTo>
                    <a:pt x="606193" y="515108"/>
                    <a:pt x="628082" y="482688"/>
                    <a:pt x="628082" y="446684"/>
                  </a:cubicBezTo>
                  <a:lnTo>
                    <a:pt x="628082" y="198735"/>
                  </a:lnTo>
                  <a:cubicBezTo>
                    <a:pt x="628082" y="171468"/>
                    <a:pt x="615491" y="145748"/>
                    <a:pt x="593938" y="12903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5" name="Google Shape;75;p6"/>
            <p:cNvGrpSpPr/>
            <p:nvPr/>
          </p:nvGrpSpPr>
          <p:grpSpPr>
            <a:xfrm>
              <a:off x="-1351391" y="-119383"/>
              <a:ext cx="11480317" cy="5824685"/>
              <a:chOff x="-1351391" y="-119383"/>
              <a:chExt cx="11480317" cy="5824685"/>
            </a:xfrm>
          </p:grpSpPr>
          <p:pic>
            <p:nvPicPr>
              <p:cNvPr id="76" name="Google Shape;76;p6"/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-1351391" y="1469925"/>
                <a:ext cx="1866024" cy="1861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7" name="Google Shape;77;p6"/>
              <p:cNvSpPr/>
              <p:nvPr/>
            </p:nvSpPr>
            <p:spPr>
              <a:xfrm>
                <a:off x="8836013" y="3740325"/>
                <a:ext cx="151756" cy="151756"/>
              </a:xfrm>
              <a:custGeom>
                <a:avLst/>
                <a:gdLst/>
                <a:ahLst/>
                <a:cxnLst/>
                <a:rect l="l" t="t" r="r" b="b"/>
                <a:pathLst>
                  <a:path w="402002" h="402002" extrusionOk="0">
                    <a:moveTo>
                      <a:pt x="332549" y="172492"/>
                    </a:moveTo>
                    <a:cubicBezTo>
                      <a:pt x="275641" y="172492"/>
                      <a:pt x="229511" y="126361"/>
                      <a:pt x="229511" y="69454"/>
                    </a:cubicBezTo>
                    <a:lnTo>
                      <a:pt x="229511" y="0"/>
                    </a:lnTo>
                    <a:lnTo>
                      <a:pt x="172492" y="0"/>
                    </a:lnTo>
                    <a:lnTo>
                      <a:pt x="172492" y="69454"/>
                    </a:lnTo>
                    <a:cubicBezTo>
                      <a:pt x="172492" y="126361"/>
                      <a:pt x="126361" y="172492"/>
                      <a:pt x="69454" y="172492"/>
                    </a:cubicBezTo>
                    <a:lnTo>
                      <a:pt x="0" y="172492"/>
                    </a:lnTo>
                    <a:lnTo>
                      <a:pt x="0" y="229511"/>
                    </a:lnTo>
                    <a:lnTo>
                      <a:pt x="69454" y="229511"/>
                    </a:lnTo>
                    <a:cubicBezTo>
                      <a:pt x="126361" y="229511"/>
                      <a:pt x="172492" y="275642"/>
                      <a:pt x="172492" y="332549"/>
                    </a:cubicBezTo>
                    <a:lnTo>
                      <a:pt x="172492" y="402003"/>
                    </a:lnTo>
                    <a:lnTo>
                      <a:pt x="229511" y="402003"/>
                    </a:lnTo>
                    <a:lnTo>
                      <a:pt x="229511" y="332549"/>
                    </a:lnTo>
                    <a:cubicBezTo>
                      <a:pt x="229511" y="275642"/>
                      <a:pt x="275641" y="229511"/>
                      <a:pt x="332549" y="229511"/>
                    </a:cubicBezTo>
                    <a:lnTo>
                      <a:pt x="402003" y="229511"/>
                    </a:lnTo>
                    <a:lnTo>
                      <a:pt x="402003" y="172492"/>
                    </a:lnTo>
                    <a:lnTo>
                      <a:pt x="332549" y="1724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p6"/>
              <p:cNvSpPr/>
              <p:nvPr/>
            </p:nvSpPr>
            <p:spPr>
              <a:xfrm>
                <a:off x="8591174" y="4251152"/>
                <a:ext cx="1537751" cy="1454149"/>
              </a:xfrm>
              <a:custGeom>
                <a:avLst/>
                <a:gdLst/>
                <a:ahLst/>
                <a:cxnLst/>
                <a:rect l="l" t="t" r="r" b="b"/>
                <a:pathLst>
                  <a:path w="534870" h="505791" extrusionOk="0">
                    <a:moveTo>
                      <a:pt x="534513" y="294201"/>
                    </a:moveTo>
                    <a:lnTo>
                      <a:pt x="524184" y="175345"/>
                    </a:lnTo>
                    <a:cubicBezTo>
                      <a:pt x="521429" y="143553"/>
                      <a:pt x="501712" y="115727"/>
                      <a:pt x="472632" y="102575"/>
                    </a:cubicBezTo>
                    <a:lnTo>
                      <a:pt x="263195" y="7849"/>
                    </a:lnTo>
                    <a:cubicBezTo>
                      <a:pt x="231963" y="-6288"/>
                      <a:pt x="195377" y="-1045"/>
                      <a:pt x="169343" y="21292"/>
                    </a:cubicBezTo>
                    <a:lnTo>
                      <a:pt x="42265" y="130357"/>
                    </a:lnTo>
                    <a:cubicBezTo>
                      <a:pt x="25148" y="145054"/>
                      <a:pt x="14304" y="165733"/>
                      <a:pt x="11974" y="188160"/>
                    </a:cubicBezTo>
                    <a:lnTo>
                      <a:pt x="481" y="298189"/>
                    </a:lnTo>
                    <a:cubicBezTo>
                      <a:pt x="-3418" y="335469"/>
                      <a:pt x="16679" y="371160"/>
                      <a:pt x="50577" y="387157"/>
                    </a:cubicBezTo>
                    <a:lnTo>
                      <a:pt x="283942" y="497342"/>
                    </a:lnTo>
                    <a:cubicBezTo>
                      <a:pt x="316495" y="512711"/>
                      <a:pt x="355143" y="506774"/>
                      <a:pt x="381580" y="482308"/>
                    </a:cubicBezTo>
                    <a:lnTo>
                      <a:pt x="506575" y="366589"/>
                    </a:lnTo>
                    <a:cubicBezTo>
                      <a:pt x="526582" y="348061"/>
                      <a:pt x="536910" y="321332"/>
                      <a:pt x="534535" y="29417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6"/>
              <p:cNvSpPr/>
              <p:nvPr/>
            </p:nvSpPr>
            <p:spPr>
              <a:xfrm>
                <a:off x="362863" y="4409400"/>
                <a:ext cx="151756" cy="151756"/>
              </a:xfrm>
              <a:custGeom>
                <a:avLst/>
                <a:gdLst/>
                <a:ahLst/>
                <a:cxnLst/>
                <a:rect l="l" t="t" r="r" b="b"/>
                <a:pathLst>
                  <a:path w="402002" h="402002" extrusionOk="0">
                    <a:moveTo>
                      <a:pt x="332549" y="172492"/>
                    </a:moveTo>
                    <a:cubicBezTo>
                      <a:pt x="275641" y="172492"/>
                      <a:pt x="229511" y="126361"/>
                      <a:pt x="229511" y="69454"/>
                    </a:cubicBezTo>
                    <a:lnTo>
                      <a:pt x="229511" y="0"/>
                    </a:lnTo>
                    <a:lnTo>
                      <a:pt x="172492" y="0"/>
                    </a:lnTo>
                    <a:lnTo>
                      <a:pt x="172492" y="69454"/>
                    </a:lnTo>
                    <a:cubicBezTo>
                      <a:pt x="172492" y="126361"/>
                      <a:pt x="126361" y="172492"/>
                      <a:pt x="69454" y="172492"/>
                    </a:cubicBezTo>
                    <a:lnTo>
                      <a:pt x="0" y="172492"/>
                    </a:lnTo>
                    <a:lnTo>
                      <a:pt x="0" y="229511"/>
                    </a:lnTo>
                    <a:lnTo>
                      <a:pt x="69454" y="229511"/>
                    </a:lnTo>
                    <a:cubicBezTo>
                      <a:pt x="126361" y="229511"/>
                      <a:pt x="172492" y="275642"/>
                      <a:pt x="172492" y="332549"/>
                    </a:cubicBezTo>
                    <a:lnTo>
                      <a:pt x="172492" y="402003"/>
                    </a:lnTo>
                    <a:lnTo>
                      <a:pt x="229511" y="402003"/>
                    </a:lnTo>
                    <a:lnTo>
                      <a:pt x="229511" y="332549"/>
                    </a:lnTo>
                    <a:cubicBezTo>
                      <a:pt x="229511" y="275642"/>
                      <a:pt x="275641" y="229511"/>
                      <a:pt x="332549" y="229511"/>
                    </a:cubicBezTo>
                    <a:lnTo>
                      <a:pt x="402003" y="229511"/>
                    </a:lnTo>
                    <a:lnTo>
                      <a:pt x="402003" y="172492"/>
                    </a:lnTo>
                    <a:lnTo>
                      <a:pt x="332549" y="17249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6"/>
              <p:cNvSpPr/>
              <p:nvPr/>
            </p:nvSpPr>
            <p:spPr>
              <a:xfrm>
                <a:off x="8523963" y="3468650"/>
                <a:ext cx="151756" cy="151756"/>
              </a:xfrm>
              <a:custGeom>
                <a:avLst/>
                <a:gdLst/>
                <a:ahLst/>
                <a:cxnLst/>
                <a:rect l="l" t="t" r="r" b="b"/>
                <a:pathLst>
                  <a:path w="402002" h="402002" extrusionOk="0">
                    <a:moveTo>
                      <a:pt x="332549" y="172492"/>
                    </a:moveTo>
                    <a:cubicBezTo>
                      <a:pt x="275641" y="172492"/>
                      <a:pt x="229511" y="126361"/>
                      <a:pt x="229511" y="69454"/>
                    </a:cubicBezTo>
                    <a:lnTo>
                      <a:pt x="229511" y="0"/>
                    </a:lnTo>
                    <a:lnTo>
                      <a:pt x="172492" y="0"/>
                    </a:lnTo>
                    <a:lnTo>
                      <a:pt x="172492" y="69454"/>
                    </a:lnTo>
                    <a:cubicBezTo>
                      <a:pt x="172492" y="126361"/>
                      <a:pt x="126361" y="172492"/>
                      <a:pt x="69454" y="172492"/>
                    </a:cubicBezTo>
                    <a:lnTo>
                      <a:pt x="0" y="172492"/>
                    </a:lnTo>
                    <a:lnTo>
                      <a:pt x="0" y="229511"/>
                    </a:lnTo>
                    <a:lnTo>
                      <a:pt x="69454" y="229511"/>
                    </a:lnTo>
                    <a:cubicBezTo>
                      <a:pt x="126361" y="229511"/>
                      <a:pt x="172492" y="275642"/>
                      <a:pt x="172492" y="332549"/>
                    </a:cubicBezTo>
                    <a:lnTo>
                      <a:pt x="172492" y="402003"/>
                    </a:lnTo>
                    <a:lnTo>
                      <a:pt x="229511" y="402003"/>
                    </a:lnTo>
                    <a:lnTo>
                      <a:pt x="229511" y="332549"/>
                    </a:lnTo>
                    <a:cubicBezTo>
                      <a:pt x="229511" y="275642"/>
                      <a:pt x="275641" y="229511"/>
                      <a:pt x="332549" y="229511"/>
                    </a:cubicBezTo>
                    <a:lnTo>
                      <a:pt x="402003" y="229511"/>
                    </a:lnTo>
                    <a:lnTo>
                      <a:pt x="402003" y="172492"/>
                    </a:lnTo>
                    <a:lnTo>
                      <a:pt x="332549" y="17249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1" name="Google Shape;81;p6"/>
              <p:cNvGrpSpPr/>
              <p:nvPr/>
            </p:nvGrpSpPr>
            <p:grpSpPr>
              <a:xfrm>
                <a:off x="8011977" y="3892082"/>
                <a:ext cx="824036" cy="1110635"/>
                <a:chOff x="4808533" y="-2"/>
                <a:chExt cx="267770" cy="360924"/>
              </a:xfrm>
            </p:grpSpPr>
            <p:sp>
              <p:nvSpPr>
                <p:cNvPr id="82" name="Google Shape;82;p6"/>
                <p:cNvSpPr/>
                <p:nvPr/>
              </p:nvSpPr>
              <p:spPr>
                <a:xfrm>
                  <a:off x="4808533" y="-2"/>
                  <a:ext cx="267770" cy="360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027" h="481232" extrusionOk="0">
                      <a:moveTo>
                        <a:pt x="338429" y="198640"/>
                      </a:moveTo>
                      <a:cubicBezTo>
                        <a:pt x="375598" y="136535"/>
                        <a:pt x="355300" y="55767"/>
                        <a:pt x="293194" y="18598"/>
                      </a:cubicBezTo>
                      <a:cubicBezTo>
                        <a:pt x="231089" y="-18571"/>
                        <a:pt x="150321" y="1728"/>
                        <a:pt x="113152" y="63833"/>
                      </a:cubicBezTo>
                      <a:cubicBezTo>
                        <a:pt x="80912" y="117716"/>
                        <a:pt x="91913" y="185623"/>
                        <a:pt x="135937" y="226960"/>
                      </a:cubicBezTo>
                      <a:lnTo>
                        <a:pt x="58732" y="341155"/>
                      </a:lnTo>
                      <a:lnTo>
                        <a:pt x="26200" y="389257"/>
                      </a:lnTo>
                      <a:lnTo>
                        <a:pt x="7000" y="417644"/>
                      </a:lnTo>
                      <a:cubicBezTo>
                        <a:pt x="-6107" y="437024"/>
                        <a:pt x="-237" y="463439"/>
                        <a:pt x="19838" y="475447"/>
                      </a:cubicBezTo>
                      <a:cubicBezTo>
                        <a:pt x="39240" y="487053"/>
                        <a:pt x="64243" y="480600"/>
                        <a:pt x="75714" y="461422"/>
                      </a:cubicBezTo>
                      <a:cubicBezTo>
                        <a:pt x="76095" y="460772"/>
                        <a:pt x="76476" y="460100"/>
                        <a:pt x="76835" y="459428"/>
                      </a:cubicBezTo>
                      <a:lnTo>
                        <a:pt x="92786" y="429093"/>
                      </a:lnTo>
                      <a:lnTo>
                        <a:pt x="119806" y="377674"/>
                      </a:lnTo>
                      <a:lnTo>
                        <a:pt x="183928" y="255660"/>
                      </a:lnTo>
                      <a:cubicBezTo>
                        <a:pt x="241149" y="274928"/>
                        <a:pt x="306189" y="252523"/>
                        <a:pt x="338451" y="198640"/>
                      </a:cubicBezTo>
                      <a:close/>
                      <a:moveTo>
                        <a:pt x="172412" y="220418"/>
                      </a:moveTo>
                      <a:cubicBezTo>
                        <a:pt x="123234" y="191001"/>
                        <a:pt x="107170" y="127058"/>
                        <a:pt x="136610" y="77880"/>
                      </a:cubicBezTo>
                      <a:cubicBezTo>
                        <a:pt x="166027" y="28703"/>
                        <a:pt x="229969" y="12639"/>
                        <a:pt x="279147" y="42056"/>
                      </a:cubicBezTo>
                      <a:cubicBezTo>
                        <a:pt x="328325" y="71473"/>
                        <a:pt x="344388" y="135415"/>
                        <a:pt x="314972" y="184593"/>
                      </a:cubicBezTo>
                      <a:cubicBezTo>
                        <a:pt x="285532" y="233771"/>
                        <a:pt x="221590" y="249835"/>
                        <a:pt x="172434" y="220418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" name="Google Shape;83;p6"/>
                <p:cNvSpPr/>
                <p:nvPr/>
              </p:nvSpPr>
              <p:spPr>
                <a:xfrm>
                  <a:off x="4881349" y="121337"/>
                  <a:ext cx="119723" cy="76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631" h="101917" extrusionOk="0">
                      <a:moveTo>
                        <a:pt x="128489" y="101895"/>
                      </a:moveTo>
                      <a:cubicBezTo>
                        <a:pt x="104830" y="101895"/>
                        <a:pt x="81507" y="95510"/>
                        <a:pt x="60716" y="83076"/>
                      </a:cubicBezTo>
                      <a:cubicBezTo>
                        <a:pt x="29954" y="64682"/>
                        <a:pt x="8402" y="35354"/>
                        <a:pt x="0" y="515"/>
                      </a:cubicBezTo>
                      <a:lnTo>
                        <a:pt x="2173" y="0"/>
                      </a:lnTo>
                      <a:cubicBezTo>
                        <a:pt x="10440" y="34256"/>
                        <a:pt x="31635" y="63091"/>
                        <a:pt x="61858" y="81171"/>
                      </a:cubicBezTo>
                      <a:cubicBezTo>
                        <a:pt x="91253" y="98759"/>
                        <a:pt x="125801" y="104046"/>
                        <a:pt x="159116" y="96025"/>
                      </a:cubicBezTo>
                      <a:lnTo>
                        <a:pt x="159632" y="98199"/>
                      </a:lnTo>
                      <a:cubicBezTo>
                        <a:pt x="149303" y="100686"/>
                        <a:pt x="138863" y="101918"/>
                        <a:pt x="128467" y="101918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4" name="Google Shape;84;p6"/>
                <p:cNvSpPr/>
                <p:nvPr/>
              </p:nvSpPr>
              <p:spPr>
                <a:xfrm>
                  <a:off x="4828166" y="255848"/>
                  <a:ext cx="70204" cy="65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605" h="87959" extrusionOk="0">
                      <a:moveTo>
                        <a:pt x="66586" y="87960"/>
                      </a:moveTo>
                      <a:lnTo>
                        <a:pt x="0" y="48102"/>
                      </a:lnTo>
                      <a:lnTo>
                        <a:pt x="32554" y="0"/>
                      </a:lnTo>
                      <a:lnTo>
                        <a:pt x="93606" y="36542"/>
                      </a:lnTo>
                      <a:lnTo>
                        <a:pt x="66586" y="8796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" name="Google Shape;85;p6"/>
                <p:cNvSpPr/>
                <p:nvPr/>
              </p:nvSpPr>
              <p:spPr>
                <a:xfrm>
                  <a:off x="4890910" y="11421"/>
                  <a:ext cx="173953" cy="173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937" h="231937" extrusionOk="0">
                      <a:moveTo>
                        <a:pt x="115742" y="231937"/>
                      </a:moveTo>
                      <a:cubicBezTo>
                        <a:pt x="95488" y="231937"/>
                        <a:pt x="74988" y="226650"/>
                        <a:pt x="56392" y="215515"/>
                      </a:cubicBezTo>
                      <a:cubicBezTo>
                        <a:pt x="1524" y="182692"/>
                        <a:pt x="-16400" y="111334"/>
                        <a:pt x="16423" y="56466"/>
                      </a:cubicBezTo>
                      <a:cubicBezTo>
                        <a:pt x="32330" y="29894"/>
                        <a:pt x="57625" y="11097"/>
                        <a:pt x="87669" y="3546"/>
                      </a:cubicBezTo>
                      <a:cubicBezTo>
                        <a:pt x="117713" y="-4004"/>
                        <a:pt x="148900" y="589"/>
                        <a:pt x="175472" y="16496"/>
                      </a:cubicBezTo>
                      <a:cubicBezTo>
                        <a:pt x="202044" y="32403"/>
                        <a:pt x="220841" y="57698"/>
                        <a:pt x="228391" y="87742"/>
                      </a:cubicBezTo>
                      <a:cubicBezTo>
                        <a:pt x="235942" y="117786"/>
                        <a:pt x="231349" y="148973"/>
                        <a:pt x="215441" y="175545"/>
                      </a:cubicBezTo>
                      <a:lnTo>
                        <a:pt x="215441" y="175545"/>
                      </a:lnTo>
                      <a:cubicBezTo>
                        <a:pt x="193732" y="211818"/>
                        <a:pt x="155218" y="231937"/>
                        <a:pt x="115742" y="231937"/>
                      </a:cubicBezTo>
                      <a:close/>
                      <a:moveTo>
                        <a:pt x="116145" y="2247"/>
                      </a:moveTo>
                      <a:cubicBezTo>
                        <a:pt x="106847" y="2247"/>
                        <a:pt x="97482" y="3389"/>
                        <a:pt x="88229" y="5719"/>
                      </a:cubicBezTo>
                      <a:cubicBezTo>
                        <a:pt x="58767" y="13113"/>
                        <a:pt x="33965" y="31552"/>
                        <a:pt x="18350" y="57631"/>
                      </a:cubicBezTo>
                      <a:cubicBezTo>
                        <a:pt x="-13845" y="111446"/>
                        <a:pt x="3742" y="181415"/>
                        <a:pt x="57535" y="213610"/>
                      </a:cubicBezTo>
                      <a:cubicBezTo>
                        <a:pt x="111350" y="245805"/>
                        <a:pt x="181319" y="228218"/>
                        <a:pt x="213515" y="174425"/>
                      </a:cubicBezTo>
                      <a:cubicBezTo>
                        <a:pt x="229108" y="148369"/>
                        <a:pt x="233612" y="117786"/>
                        <a:pt x="226218" y="88325"/>
                      </a:cubicBezTo>
                      <a:cubicBezTo>
                        <a:pt x="218824" y="58863"/>
                        <a:pt x="200386" y="34061"/>
                        <a:pt x="174307" y="18445"/>
                      </a:cubicBezTo>
                      <a:cubicBezTo>
                        <a:pt x="156428" y="7758"/>
                        <a:pt x="136421" y="2269"/>
                        <a:pt x="116123" y="226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" name="Google Shape;86;p6"/>
                <p:cNvSpPr/>
                <p:nvPr/>
              </p:nvSpPr>
              <p:spPr>
                <a:xfrm rot="-3544142">
                  <a:off x="4800339" y="262838"/>
                  <a:ext cx="177412" cy="16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859" h="2240" extrusionOk="0">
                      <a:moveTo>
                        <a:pt x="0" y="0"/>
                      </a:moveTo>
                      <a:lnTo>
                        <a:pt x="236860" y="0"/>
                      </a:lnTo>
                      <a:lnTo>
                        <a:pt x="236860" y="2241"/>
                      </a:lnTo>
                      <a:lnTo>
                        <a:pt x="0" y="224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7" name="Google Shape;87;p6"/>
              <p:cNvGrpSpPr/>
              <p:nvPr/>
            </p:nvGrpSpPr>
            <p:grpSpPr>
              <a:xfrm>
                <a:off x="8675731" y="3060467"/>
                <a:ext cx="287317" cy="256903"/>
                <a:chOff x="2957323" y="3936947"/>
                <a:chExt cx="194554" cy="173959"/>
              </a:xfrm>
            </p:grpSpPr>
            <p:sp>
              <p:nvSpPr>
                <p:cNvPr id="88" name="Google Shape;88;p6"/>
                <p:cNvSpPr/>
                <p:nvPr/>
              </p:nvSpPr>
              <p:spPr>
                <a:xfrm rot="-45834">
                  <a:off x="3060432" y="3936962"/>
                  <a:ext cx="3360" cy="1739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0" h="231886" extrusionOk="0">
                      <a:moveTo>
                        <a:pt x="0" y="0"/>
                      </a:moveTo>
                      <a:lnTo>
                        <a:pt x="4481" y="0"/>
                      </a:lnTo>
                      <a:lnTo>
                        <a:pt x="4481" y="231886"/>
                      </a:lnTo>
                      <a:lnTo>
                        <a:pt x="0" y="23188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9" name="Google Shape;89;p6"/>
                <p:cNvSpPr/>
                <p:nvPr/>
              </p:nvSpPr>
              <p:spPr>
                <a:xfrm rot="-206705">
                  <a:off x="2957248" y="4012021"/>
                  <a:ext cx="194704" cy="3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003" h="4480" extrusionOk="0">
                      <a:moveTo>
                        <a:pt x="0" y="0"/>
                      </a:moveTo>
                      <a:lnTo>
                        <a:pt x="260004" y="0"/>
                      </a:lnTo>
                      <a:lnTo>
                        <a:pt x="260004" y="4481"/>
                      </a:lnTo>
                      <a:lnTo>
                        <a:pt x="0" y="448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0" name="Google Shape;90;p6"/>
                <p:cNvSpPr/>
                <p:nvPr/>
              </p:nvSpPr>
              <p:spPr>
                <a:xfrm rot="-2667569">
                  <a:off x="2985839" y="4013185"/>
                  <a:ext cx="150521" cy="33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811" h="4480" extrusionOk="0">
                      <a:moveTo>
                        <a:pt x="0" y="0"/>
                      </a:moveTo>
                      <a:lnTo>
                        <a:pt x="200811" y="0"/>
                      </a:lnTo>
                      <a:lnTo>
                        <a:pt x="200811" y="4481"/>
                      </a:lnTo>
                      <a:lnTo>
                        <a:pt x="0" y="448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" name="Google Shape;91;p6"/>
                <p:cNvSpPr/>
                <p:nvPr/>
              </p:nvSpPr>
              <p:spPr>
                <a:xfrm rot="-2716216">
                  <a:off x="3069932" y="3955542"/>
                  <a:ext cx="3358" cy="1338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0" h="178518" extrusionOk="0">
                      <a:moveTo>
                        <a:pt x="0" y="0"/>
                      </a:moveTo>
                      <a:lnTo>
                        <a:pt x="4481" y="0"/>
                      </a:lnTo>
                      <a:lnTo>
                        <a:pt x="4481" y="178518"/>
                      </a:lnTo>
                      <a:lnTo>
                        <a:pt x="0" y="17851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2" name="Google Shape;92;p6"/>
              <p:cNvGrpSpPr/>
              <p:nvPr/>
            </p:nvGrpSpPr>
            <p:grpSpPr>
              <a:xfrm rot="-2066698">
                <a:off x="44790" y="136383"/>
                <a:ext cx="1134762" cy="743194"/>
                <a:chOff x="3925143" y="3783342"/>
                <a:chExt cx="240326" cy="157397"/>
              </a:xfrm>
            </p:grpSpPr>
            <p:sp>
              <p:nvSpPr>
                <p:cNvPr id="93" name="Google Shape;93;p6"/>
                <p:cNvSpPr/>
                <p:nvPr/>
              </p:nvSpPr>
              <p:spPr>
                <a:xfrm>
                  <a:off x="3955855" y="3817011"/>
                  <a:ext cx="93460" cy="1007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613" h="134381" extrusionOk="0">
                      <a:moveTo>
                        <a:pt x="70529" y="134382"/>
                      </a:moveTo>
                      <a:lnTo>
                        <a:pt x="8223" y="107900"/>
                      </a:lnTo>
                      <a:lnTo>
                        <a:pt x="0" y="40709"/>
                      </a:lnTo>
                      <a:lnTo>
                        <a:pt x="54084" y="0"/>
                      </a:lnTo>
                      <a:lnTo>
                        <a:pt x="116391" y="26482"/>
                      </a:lnTo>
                      <a:lnTo>
                        <a:pt x="124614" y="93673"/>
                      </a:lnTo>
                      <a:lnTo>
                        <a:pt x="70529" y="134382"/>
                      </a:lnTo>
                      <a:close/>
                      <a:moveTo>
                        <a:pt x="10306" y="106354"/>
                      </a:moveTo>
                      <a:lnTo>
                        <a:pt x="70216" y="131805"/>
                      </a:lnTo>
                      <a:lnTo>
                        <a:pt x="122216" y="92642"/>
                      </a:lnTo>
                      <a:lnTo>
                        <a:pt x="114308" y="28028"/>
                      </a:lnTo>
                      <a:lnTo>
                        <a:pt x="54398" y="2554"/>
                      </a:lnTo>
                      <a:lnTo>
                        <a:pt x="2397" y="41717"/>
                      </a:lnTo>
                      <a:lnTo>
                        <a:pt x="10306" y="10633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4" name="Google Shape;94;p6"/>
                <p:cNvSpPr/>
                <p:nvPr/>
              </p:nvSpPr>
              <p:spPr>
                <a:xfrm>
                  <a:off x="4041468" y="3806543"/>
                  <a:ext cx="93460" cy="1007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613" h="134381" extrusionOk="0">
                      <a:moveTo>
                        <a:pt x="70529" y="134382"/>
                      </a:moveTo>
                      <a:lnTo>
                        <a:pt x="8222" y="107900"/>
                      </a:lnTo>
                      <a:lnTo>
                        <a:pt x="0" y="40709"/>
                      </a:lnTo>
                      <a:lnTo>
                        <a:pt x="54084" y="0"/>
                      </a:lnTo>
                      <a:lnTo>
                        <a:pt x="116391" y="26482"/>
                      </a:lnTo>
                      <a:lnTo>
                        <a:pt x="124614" y="93673"/>
                      </a:lnTo>
                      <a:lnTo>
                        <a:pt x="70552" y="134382"/>
                      </a:lnTo>
                      <a:close/>
                      <a:moveTo>
                        <a:pt x="10306" y="106354"/>
                      </a:moveTo>
                      <a:lnTo>
                        <a:pt x="70215" y="131805"/>
                      </a:lnTo>
                      <a:lnTo>
                        <a:pt x="122216" y="92642"/>
                      </a:lnTo>
                      <a:lnTo>
                        <a:pt x="114308" y="28028"/>
                      </a:lnTo>
                      <a:lnTo>
                        <a:pt x="54398" y="2576"/>
                      </a:lnTo>
                      <a:lnTo>
                        <a:pt x="2397" y="41739"/>
                      </a:lnTo>
                      <a:lnTo>
                        <a:pt x="10306" y="106354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5" name="Google Shape;95;p6"/>
                <p:cNvSpPr/>
                <p:nvPr/>
              </p:nvSpPr>
              <p:spPr>
                <a:xfrm rot="-413295">
                  <a:off x="3993713" y="3783318"/>
                  <a:ext cx="1681" cy="346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0" h="46197" extrusionOk="0">
                      <a:moveTo>
                        <a:pt x="0" y="0"/>
                      </a:moveTo>
                      <a:lnTo>
                        <a:pt x="2241" y="0"/>
                      </a:lnTo>
                      <a:lnTo>
                        <a:pt x="2241" y="46198"/>
                      </a:lnTo>
                      <a:lnTo>
                        <a:pt x="0" y="4619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6" name="Google Shape;96;p6"/>
                <p:cNvSpPr/>
                <p:nvPr/>
              </p:nvSpPr>
              <p:spPr>
                <a:xfrm rot="-413295">
                  <a:off x="4095626" y="3906097"/>
                  <a:ext cx="1681" cy="346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0" h="46197" extrusionOk="0">
                      <a:moveTo>
                        <a:pt x="0" y="0"/>
                      </a:moveTo>
                      <a:lnTo>
                        <a:pt x="2241" y="0"/>
                      </a:lnTo>
                      <a:lnTo>
                        <a:pt x="2241" y="46198"/>
                      </a:lnTo>
                      <a:lnTo>
                        <a:pt x="0" y="4619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7" name="Google Shape;97;p6"/>
                <p:cNvSpPr/>
                <p:nvPr/>
              </p:nvSpPr>
              <p:spPr>
                <a:xfrm rot="-4446430">
                  <a:off x="4148738" y="3863950"/>
                  <a:ext cx="1677" cy="32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0" h="43509" extrusionOk="0">
                      <a:moveTo>
                        <a:pt x="0" y="0"/>
                      </a:moveTo>
                      <a:lnTo>
                        <a:pt x="2240" y="0"/>
                      </a:lnTo>
                      <a:lnTo>
                        <a:pt x="2240" y="43509"/>
                      </a:lnTo>
                      <a:lnTo>
                        <a:pt x="0" y="4350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8" name="Google Shape;98;p6"/>
                <p:cNvSpPr/>
                <p:nvPr/>
              </p:nvSpPr>
              <p:spPr>
                <a:xfrm rot="-4446430">
                  <a:off x="3940198" y="3827192"/>
                  <a:ext cx="1677" cy="32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0" h="43509" extrusionOk="0">
                      <a:moveTo>
                        <a:pt x="0" y="0"/>
                      </a:moveTo>
                      <a:lnTo>
                        <a:pt x="2240" y="0"/>
                      </a:lnTo>
                      <a:lnTo>
                        <a:pt x="2240" y="43509"/>
                      </a:lnTo>
                      <a:lnTo>
                        <a:pt x="0" y="4350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99" name="Google Shape;99;p6"/>
          <p:cNvSpPr txBox="1">
            <a:spLocks noGrp="1"/>
          </p:cNvSpPr>
          <p:nvPr>
            <p:ph type="title"/>
          </p:nvPr>
        </p:nvSpPr>
        <p:spPr>
          <a:xfrm>
            <a:off x="720000" y="47485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"/>
          <p:cNvSpPr txBox="1">
            <a:spLocks noGrp="1"/>
          </p:cNvSpPr>
          <p:nvPr>
            <p:ph type="subTitle" idx="1"/>
          </p:nvPr>
        </p:nvSpPr>
        <p:spPr>
          <a:xfrm>
            <a:off x="1279750" y="1859250"/>
            <a:ext cx="4536900" cy="21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p7"/>
          <p:cNvSpPr txBox="1">
            <a:spLocks noGrp="1"/>
          </p:cNvSpPr>
          <p:nvPr>
            <p:ph type="title"/>
          </p:nvPr>
        </p:nvSpPr>
        <p:spPr>
          <a:xfrm>
            <a:off x="1279750" y="1359450"/>
            <a:ext cx="4536900" cy="57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103" name="Google Shape;103;p7"/>
          <p:cNvGrpSpPr/>
          <p:nvPr/>
        </p:nvGrpSpPr>
        <p:grpSpPr>
          <a:xfrm>
            <a:off x="-1506000" y="-1273150"/>
            <a:ext cx="11796024" cy="8178296"/>
            <a:chOff x="-1506000" y="-1273150"/>
            <a:chExt cx="11796024" cy="8178296"/>
          </a:xfrm>
        </p:grpSpPr>
        <p:sp>
          <p:nvSpPr>
            <p:cNvPr id="104" name="Google Shape;104;p7"/>
            <p:cNvSpPr/>
            <p:nvPr/>
          </p:nvSpPr>
          <p:spPr>
            <a:xfrm rot="-4355368">
              <a:off x="7209471" y="3860854"/>
              <a:ext cx="2724873" cy="2685624"/>
            </a:xfrm>
            <a:custGeom>
              <a:avLst/>
              <a:gdLst/>
              <a:ahLst/>
              <a:cxnLst/>
              <a:rect l="l" t="t" r="r" b="b"/>
              <a:pathLst>
                <a:path w="360365" h="346089" extrusionOk="0">
                  <a:moveTo>
                    <a:pt x="172081" y="337120"/>
                  </a:moveTo>
                  <a:lnTo>
                    <a:pt x="10634" y="186673"/>
                  </a:lnTo>
                  <a:cubicBezTo>
                    <a:pt x="-4063" y="172985"/>
                    <a:pt x="-3436" y="149505"/>
                    <a:pt x="11956" y="136600"/>
                  </a:cubicBezTo>
                  <a:lnTo>
                    <a:pt x="165696" y="7797"/>
                  </a:lnTo>
                  <a:cubicBezTo>
                    <a:pt x="178466" y="-2890"/>
                    <a:pt x="197151" y="-2554"/>
                    <a:pt x="209519" y="8581"/>
                  </a:cubicBezTo>
                  <a:lnTo>
                    <a:pt x="349300" y="134426"/>
                  </a:lnTo>
                  <a:cubicBezTo>
                    <a:pt x="362810" y="146592"/>
                    <a:pt x="364132" y="167294"/>
                    <a:pt x="352257" y="181072"/>
                  </a:cubicBezTo>
                  <a:lnTo>
                    <a:pt x="220183" y="334475"/>
                  </a:lnTo>
                  <a:cubicBezTo>
                    <a:pt x="207816" y="348859"/>
                    <a:pt x="185949" y="350047"/>
                    <a:pt x="172081" y="33712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7"/>
            <p:cNvSpPr/>
            <p:nvPr/>
          </p:nvSpPr>
          <p:spPr>
            <a:xfrm rot="2574778">
              <a:off x="-1173855" y="-319370"/>
              <a:ext cx="1765522" cy="1669537"/>
            </a:xfrm>
            <a:custGeom>
              <a:avLst/>
              <a:gdLst/>
              <a:ahLst/>
              <a:cxnLst/>
              <a:rect l="l" t="t" r="r" b="b"/>
              <a:pathLst>
                <a:path w="534870" h="505791" extrusionOk="0">
                  <a:moveTo>
                    <a:pt x="534513" y="294201"/>
                  </a:moveTo>
                  <a:lnTo>
                    <a:pt x="524184" y="175345"/>
                  </a:lnTo>
                  <a:cubicBezTo>
                    <a:pt x="521429" y="143553"/>
                    <a:pt x="501712" y="115727"/>
                    <a:pt x="472632" y="102575"/>
                  </a:cubicBezTo>
                  <a:lnTo>
                    <a:pt x="263195" y="7849"/>
                  </a:lnTo>
                  <a:cubicBezTo>
                    <a:pt x="231963" y="-6288"/>
                    <a:pt x="195377" y="-1045"/>
                    <a:pt x="169343" y="21292"/>
                  </a:cubicBezTo>
                  <a:lnTo>
                    <a:pt x="42265" y="130357"/>
                  </a:lnTo>
                  <a:cubicBezTo>
                    <a:pt x="25148" y="145054"/>
                    <a:pt x="14304" y="165733"/>
                    <a:pt x="11974" y="188160"/>
                  </a:cubicBezTo>
                  <a:lnTo>
                    <a:pt x="481" y="298189"/>
                  </a:lnTo>
                  <a:cubicBezTo>
                    <a:pt x="-3418" y="335469"/>
                    <a:pt x="16679" y="371160"/>
                    <a:pt x="50577" y="387157"/>
                  </a:cubicBezTo>
                  <a:lnTo>
                    <a:pt x="283942" y="497342"/>
                  </a:lnTo>
                  <a:cubicBezTo>
                    <a:pt x="316495" y="512711"/>
                    <a:pt x="355143" y="506774"/>
                    <a:pt x="381580" y="482308"/>
                  </a:cubicBezTo>
                  <a:lnTo>
                    <a:pt x="506575" y="366589"/>
                  </a:lnTo>
                  <a:cubicBezTo>
                    <a:pt x="526582" y="348061"/>
                    <a:pt x="536910" y="321332"/>
                    <a:pt x="534535" y="2941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6" name="Google Shape;106;p7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424000" y="2628288"/>
              <a:ext cx="1866024" cy="1861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" name="Google Shape;107;p7"/>
            <p:cNvSpPr/>
            <p:nvPr/>
          </p:nvSpPr>
          <p:spPr>
            <a:xfrm>
              <a:off x="3682775" y="4429128"/>
              <a:ext cx="1135110" cy="1135082"/>
            </a:xfrm>
            <a:custGeom>
              <a:avLst/>
              <a:gdLst/>
              <a:ahLst/>
              <a:cxnLst/>
              <a:rect l="l" t="t" r="r" b="b"/>
              <a:pathLst>
                <a:path w="895550" h="895528" extrusionOk="0">
                  <a:moveTo>
                    <a:pt x="695075" y="349621"/>
                  </a:moveTo>
                  <a:lnTo>
                    <a:pt x="809517" y="178743"/>
                  </a:lnTo>
                  <a:lnTo>
                    <a:pt x="612985" y="239145"/>
                  </a:lnTo>
                  <a:lnTo>
                    <a:pt x="626450" y="33988"/>
                  </a:lnTo>
                  <a:lnTo>
                    <a:pt x="486355" y="184456"/>
                  </a:lnTo>
                  <a:lnTo>
                    <a:pt x="395551" y="0"/>
                  </a:lnTo>
                  <a:lnTo>
                    <a:pt x="349644" y="200475"/>
                  </a:lnTo>
                  <a:lnTo>
                    <a:pt x="178743" y="86033"/>
                  </a:lnTo>
                  <a:lnTo>
                    <a:pt x="239145" y="282565"/>
                  </a:lnTo>
                  <a:lnTo>
                    <a:pt x="33987" y="269100"/>
                  </a:lnTo>
                  <a:lnTo>
                    <a:pt x="184455" y="409195"/>
                  </a:lnTo>
                  <a:lnTo>
                    <a:pt x="0" y="499978"/>
                  </a:lnTo>
                  <a:lnTo>
                    <a:pt x="200475" y="545907"/>
                  </a:lnTo>
                  <a:lnTo>
                    <a:pt x="86033" y="716785"/>
                  </a:lnTo>
                  <a:lnTo>
                    <a:pt x="282565" y="656405"/>
                  </a:lnTo>
                  <a:lnTo>
                    <a:pt x="269099" y="861563"/>
                  </a:lnTo>
                  <a:lnTo>
                    <a:pt x="409195" y="711072"/>
                  </a:lnTo>
                  <a:lnTo>
                    <a:pt x="499977" y="895528"/>
                  </a:lnTo>
                  <a:lnTo>
                    <a:pt x="545906" y="695075"/>
                  </a:lnTo>
                  <a:lnTo>
                    <a:pt x="716785" y="809495"/>
                  </a:lnTo>
                  <a:lnTo>
                    <a:pt x="656405" y="612963"/>
                  </a:lnTo>
                  <a:lnTo>
                    <a:pt x="861563" y="626451"/>
                  </a:lnTo>
                  <a:lnTo>
                    <a:pt x="711072" y="486356"/>
                  </a:lnTo>
                  <a:lnTo>
                    <a:pt x="895550" y="395550"/>
                  </a:lnTo>
                  <a:lnTo>
                    <a:pt x="695075" y="34962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8" name="Google Shape;108;p7"/>
            <p:cNvGrpSpPr/>
            <p:nvPr/>
          </p:nvGrpSpPr>
          <p:grpSpPr>
            <a:xfrm rot="2700000">
              <a:off x="7357447" y="3637182"/>
              <a:ext cx="1134764" cy="743195"/>
              <a:chOff x="3925143" y="3783342"/>
              <a:chExt cx="240326" cy="157397"/>
            </a:xfrm>
          </p:grpSpPr>
          <p:sp>
            <p:nvSpPr>
              <p:cNvPr id="109" name="Google Shape;109;p7"/>
              <p:cNvSpPr/>
              <p:nvPr/>
            </p:nvSpPr>
            <p:spPr>
              <a:xfrm>
                <a:off x="3955855" y="3817011"/>
                <a:ext cx="93460" cy="100786"/>
              </a:xfrm>
              <a:custGeom>
                <a:avLst/>
                <a:gdLst/>
                <a:ahLst/>
                <a:cxnLst/>
                <a:rect l="l" t="t" r="r" b="b"/>
                <a:pathLst>
                  <a:path w="124613" h="134381" extrusionOk="0">
                    <a:moveTo>
                      <a:pt x="70529" y="134382"/>
                    </a:moveTo>
                    <a:lnTo>
                      <a:pt x="8223" y="107900"/>
                    </a:lnTo>
                    <a:lnTo>
                      <a:pt x="0" y="40709"/>
                    </a:lnTo>
                    <a:lnTo>
                      <a:pt x="54084" y="0"/>
                    </a:lnTo>
                    <a:lnTo>
                      <a:pt x="116391" y="26482"/>
                    </a:lnTo>
                    <a:lnTo>
                      <a:pt x="124614" y="93673"/>
                    </a:lnTo>
                    <a:lnTo>
                      <a:pt x="70529" y="134382"/>
                    </a:lnTo>
                    <a:close/>
                    <a:moveTo>
                      <a:pt x="10306" y="106354"/>
                    </a:moveTo>
                    <a:lnTo>
                      <a:pt x="70216" y="131805"/>
                    </a:lnTo>
                    <a:lnTo>
                      <a:pt x="122216" y="92642"/>
                    </a:lnTo>
                    <a:lnTo>
                      <a:pt x="114308" y="28028"/>
                    </a:lnTo>
                    <a:lnTo>
                      <a:pt x="54398" y="2554"/>
                    </a:lnTo>
                    <a:lnTo>
                      <a:pt x="2397" y="41717"/>
                    </a:lnTo>
                    <a:lnTo>
                      <a:pt x="10306" y="1063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7"/>
              <p:cNvSpPr/>
              <p:nvPr/>
            </p:nvSpPr>
            <p:spPr>
              <a:xfrm>
                <a:off x="4041468" y="3806543"/>
                <a:ext cx="93460" cy="100786"/>
              </a:xfrm>
              <a:custGeom>
                <a:avLst/>
                <a:gdLst/>
                <a:ahLst/>
                <a:cxnLst/>
                <a:rect l="l" t="t" r="r" b="b"/>
                <a:pathLst>
                  <a:path w="124613" h="134381" extrusionOk="0">
                    <a:moveTo>
                      <a:pt x="70529" y="134382"/>
                    </a:moveTo>
                    <a:lnTo>
                      <a:pt x="8222" y="107900"/>
                    </a:lnTo>
                    <a:lnTo>
                      <a:pt x="0" y="40709"/>
                    </a:lnTo>
                    <a:lnTo>
                      <a:pt x="54084" y="0"/>
                    </a:lnTo>
                    <a:lnTo>
                      <a:pt x="116391" y="26482"/>
                    </a:lnTo>
                    <a:lnTo>
                      <a:pt x="124614" y="93673"/>
                    </a:lnTo>
                    <a:lnTo>
                      <a:pt x="70552" y="134382"/>
                    </a:lnTo>
                    <a:close/>
                    <a:moveTo>
                      <a:pt x="10306" y="106354"/>
                    </a:moveTo>
                    <a:lnTo>
                      <a:pt x="70215" y="131805"/>
                    </a:lnTo>
                    <a:lnTo>
                      <a:pt x="122216" y="92642"/>
                    </a:lnTo>
                    <a:lnTo>
                      <a:pt x="114308" y="28028"/>
                    </a:lnTo>
                    <a:lnTo>
                      <a:pt x="54398" y="2576"/>
                    </a:lnTo>
                    <a:lnTo>
                      <a:pt x="2397" y="41739"/>
                    </a:lnTo>
                    <a:lnTo>
                      <a:pt x="10306" y="10635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7"/>
              <p:cNvSpPr/>
              <p:nvPr/>
            </p:nvSpPr>
            <p:spPr>
              <a:xfrm rot="-413295">
                <a:off x="3993713" y="3783318"/>
                <a:ext cx="1681" cy="34667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46197" extrusionOk="0">
                    <a:moveTo>
                      <a:pt x="0" y="0"/>
                    </a:moveTo>
                    <a:lnTo>
                      <a:pt x="2241" y="0"/>
                    </a:lnTo>
                    <a:lnTo>
                      <a:pt x="2241" y="46198"/>
                    </a:lnTo>
                    <a:lnTo>
                      <a:pt x="0" y="4619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7"/>
              <p:cNvSpPr/>
              <p:nvPr/>
            </p:nvSpPr>
            <p:spPr>
              <a:xfrm rot="-413295">
                <a:off x="4095626" y="3906097"/>
                <a:ext cx="1681" cy="34667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46197" extrusionOk="0">
                    <a:moveTo>
                      <a:pt x="0" y="0"/>
                    </a:moveTo>
                    <a:lnTo>
                      <a:pt x="2241" y="0"/>
                    </a:lnTo>
                    <a:lnTo>
                      <a:pt x="2241" y="46198"/>
                    </a:lnTo>
                    <a:lnTo>
                      <a:pt x="0" y="4619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7"/>
              <p:cNvSpPr/>
              <p:nvPr/>
            </p:nvSpPr>
            <p:spPr>
              <a:xfrm rot="-4446430">
                <a:off x="4148738" y="3863950"/>
                <a:ext cx="1677" cy="32572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43509" extrusionOk="0">
                    <a:moveTo>
                      <a:pt x="0" y="0"/>
                    </a:moveTo>
                    <a:lnTo>
                      <a:pt x="2240" y="0"/>
                    </a:lnTo>
                    <a:lnTo>
                      <a:pt x="2240" y="43509"/>
                    </a:lnTo>
                    <a:lnTo>
                      <a:pt x="0" y="4350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7"/>
              <p:cNvSpPr/>
              <p:nvPr/>
            </p:nvSpPr>
            <p:spPr>
              <a:xfrm rot="-4446430">
                <a:off x="3940198" y="3827192"/>
                <a:ext cx="1677" cy="32572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43509" extrusionOk="0">
                    <a:moveTo>
                      <a:pt x="0" y="0"/>
                    </a:moveTo>
                    <a:lnTo>
                      <a:pt x="2240" y="0"/>
                    </a:lnTo>
                    <a:lnTo>
                      <a:pt x="2240" y="43509"/>
                    </a:lnTo>
                    <a:lnTo>
                      <a:pt x="0" y="4350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5" name="Google Shape;115;p7"/>
            <p:cNvGrpSpPr/>
            <p:nvPr/>
          </p:nvGrpSpPr>
          <p:grpSpPr>
            <a:xfrm>
              <a:off x="8521257" y="1005277"/>
              <a:ext cx="494365" cy="743207"/>
              <a:chOff x="2993166" y="926240"/>
              <a:chExt cx="181226" cy="272437"/>
            </a:xfrm>
          </p:grpSpPr>
          <p:sp>
            <p:nvSpPr>
              <p:cNvPr id="116" name="Google Shape;116;p7"/>
              <p:cNvSpPr/>
              <p:nvPr/>
            </p:nvSpPr>
            <p:spPr>
              <a:xfrm>
                <a:off x="2993166" y="926240"/>
                <a:ext cx="181226" cy="272437"/>
              </a:xfrm>
              <a:custGeom>
                <a:avLst/>
                <a:gdLst/>
                <a:ahLst/>
                <a:cxnLst/>
                <a:rect l="l" t="t" r="r" b="b"/>
                <a:pathLst>
                  <a:path w="241634" h="363249" extrusionOk="0">
                    <a:moveTo>
                      <a:pt x="227216" y="140690"/>
                    </a:moveTo>
                    <a:lnTo>
                      <a:pt x="143670" y="132423"/>
                    </a:lnTo>
                    <a:lnTo>
                      <a:pt x="171227" y="19840"/>
                    </a:lnTo>
                    <a:cubicBezTo>
                      <a:pt x="175170" y="3709"/>
                      <a:pt x="154939" y="-6978"/>
                      <a:pt x="143826" y="5367"/>
                    </a:cubicBezTo>
                    <a:lnTo>
                      <a:pt x="4112" y="160787"/>
                    </a:lnTo>
                    <a:cubicBezTo>
                      <a:pt x="-4581" y="170466"/>
                      <a:pt x="1312" y="185925"/>
                      <a:pt x="14262" y="187336"/>
                    </a:cubicBezTo>
                    <a:lnTo>
                      <a:pt x="101101" y="196791"/>
                    </a:lnTo>
                    <a:lnTo>
                      <a:pt x="64089" y="344078"/>
                    </a:lnTo>
                    <a:cubicBezTo>
                      <a:pt x="60034" y="360231"/>
                      <a:pt x="80982" y="370380"/>
                      <a:pt x="91131" y="357184"/>
                    </a:cubicBezTo>
                    <a:lnTo>
                      <a:pt x="238620" y="165873"/>
                    </a:lnTo>
                    <a:cubicBezTo>
                      <a:pt x="245789" y="155880"/>
                      <a:pt x="239449" y="141877"/>
                      <a:pt x="227216" y="14066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" name="Google Shape;117;p7"/>
              <p:cNvSpPr/>
              <p:nvPr/>
            </p:nvSpPr>
            <p:spPr>
              <a:xfrm>
                <a:off x="3043988" y="927157"/>
                <a:ext cx="120479" cy="135334"/>
              </a:xfrm>
              <a:custGeom>
                <a:avLst/>
                <a:gdLst/>
                <a:ahLst/>
                <a:cxnLst/>
                <a:rect l="l" t="t" r="r" b="b"/>
                <a:pathLst>
                  <a:path w="160639" h="180445" extrusionOk="0">
                    <a:moveTo>
                      <a:pt x="160214" y="180445"/>
                    </a:moveTo>
                    <a:lnTo>
                      <a:pt x="0" y="165255"/>
                    </a:lnTo>
                    <a:lnTo>
                      <a:pt x="94233" y="0"/>
                    </a:lnTo>
                    <a:lnTo>
                      <a:pt x="98131" y="2218"/>
                    </a:lnTo>
                    <a:lnTo>
                      <a:pt x="7326" y="161446"/>
                    </a:lnTo>
                    <a:lnTo>
                      <a:pt x="160640" y="175987"/>
                    </a:lnTo>
                    <a:lnTo>
                      <a:pt x="160214" y="18044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8" name="Google Shape;118;p7"/>
            <p:cNvGrpSpPr/>
            <p:nvPr/>
          </p:nvGrpSpPr>
          <p:grpSpPr>
            <a:xfrm rot="-765829">
              <a:off x="7727650" y="1951069"/>
              <a:ext cx="1194228" cy="982095"/>
              <a:chOff x="6450059" y="3493418"/>
              <a:chExt cx="375098" cy="308495"/>
            </a:xfrm>
          </p:grpSpPr>
          <p:sp>
            <p:nvSpPr>
              <p:cNvPr id="119" name="Google Shape;119;p7"/>
              <p:cNvSpPr/>
              <p:nvPr/>
            </p:nvSpPr>
            <p:spPr>
              <a:xfrm rot="-2700000">
                <a:off x="6526781" y="3538596"/>
                <a:ext cx="218139" cy="218139"/>
              </a:xfrm>
              <a:custGeom>
                <a:avLst/>
                <a:gdLst/>
                <a:ahLst/>
                <a:cxnLst/>
                <a:rect l="l" t="t" r="r" b="b"/>
                <a:pathLst>
                  <a:path w="291033" h="291033" extrusionOk="0">
                    <a:moveTo>
                      <a:pt x="291034" y="145517"/>
                    </a:moveTo>
                    <a:cubicBezTo>
                      <a:pt x="291034" y="225884"/>
                      <a:pt x="225884" y="291034"/>
                      <a:pt x="145517" y="291034"/>
                    </a:cubicBezTo>
                    <a:cubicBezTo>
                      <a:pt x="65150" y="291034"/>
                      <a:pt x="0" y="225884"/>
                      <a:pt x="0" y="145517"/>
                    </a:cubicBezTo>
                    <a:cubicBezTo>
                      <a:pt x="0" y="65150"/>
                      <a:pt x="65150" y="0"/>
                      <a:pt x="145517" y="0"/>
                    </a:cubicBezTo>
                    <a:cubicBezTo>
                      <a:pt x="225884" y="0"/>
                      <a:pt x="291034" y="65150"/>
                      <a:pt x="291034" y="14551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7"/>
              <p:cNvSpPr/>
              <p:nvPr/>
            </p:nvSpPr>
            <p:spPr>
              <a:xfrm>
                <a:off x="6552423" y="3558567"/>
                <a:ext cx="172641" cy="178224"/>
              </a:xfrm>
              <a:custGeom>
                <a:avLst/>
                <a:gdLst/>
                <a:ahLst/>
                <a:cxnLst/>
                <a:rect l="l" t="t" r="r" b="b"/>
                <a:pathLst>
                  <a:path w="230188" h="237632" extrusionOk="0">
                    <a:moveTo>
                      <a:pt x="111283" y="237633"/>
                    </a:moveTo>
                    <a:cubicBezTo>
                      <a:pt x="94412" y="237633"/>
                      <a:pt x="77609" y="234003"/>
                      <a:pt x="61836" y="226767"/>
                    </a:cubicBezTo>
                    <a:cubicBezTo>
                      <a:pt x="33002" y="213548"/>
                      <a:pt x="11023" y="189889"/>
                      <a:pt x="0" y="160136"/>
                    </a:cubicBezTo>
                    <a:lnTo>
                      <a:pt x="2106" y="159351"/>
                    </a:lnTo>
                    <a:cubicBezTo>
                      <a:pt x="12927" y="188544"/>
                      <a:pt x="34480" y="211756"/>
                      <a:pt x="62777" y="224728"/>
                    </a:cubicBezTo>
                    <a:cubicBezTo>
                      <a:pt x="91074" y="237700"/>
                      <a:pt x="122732" y="238887"/>
                      <a:pt x="151924" y="228044"/>
                    </a:cubicBezTo>
                    <a:cubicBezTo>
                      <a:pt x="181117" y="217200"/>
                      <a:pt x="204328" y="195669"/>
                      <a:pt x="217301" y="167372"/>
                    </a:cubicBezTo>
                    <a:cubicBezTo>
                      <a:pt x="230273" y="139076"/>
                      <a:pt x="231460" y="107418"/>
                      <a:pt x="220616" y="78225"/>
                    </a:cubicBezTo>
                    <a:cubicBezTo>
                      <a:pt x="198257" y="17980"/>
                      <a:pt x="131044" y="-12826"/>
                      <a:pt x="70798" y="9533"/>
                    </a:cubicBezTo>
                    <a:lnTo>
                      <a:pt x="70014" y="7427"/>
                    </a:lnTo>
                    <a:cubicBezTo>
                      <a:pt x="131424" y="-15358"/>
                      <a:pt x="199915" y="16053"/>
                      <a:pt x="222700" y="77441"/>
                    </a:cubicBezTo>
                    <a:cubicBezTo>
                      <a:pt x="233745" y="107194"/>
                      <a:pt x="232535" y="139457"/>
                      <a:pt x="219317" y="168291"/>
                    </a:cubicBezTo>
                    <a:cubicBezTo>
                      <a:pt x="206098" y="197126"/>
                      <a:pt x="182439" y="219104"/>
                      <a:pt x="152686" y="230127"/>
                    </a:cubicBezTo>
                    <a:cubicBezTo>
                      <a:pt x="139221" y="235123"/>
                      <a:pt x="125241" y="237610"/>
                      <a:pt x="111283" y="23761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7"/>
              <p:cNvSpPr/>
              <p:nvPr/>
            </p:nvSpPr>
            <p:spPr>
              <a:xfrm>
                <a:off x="6450059" y="3577630"/>
                <a:ext cx="375098" cy="148996"/>
              </a:xfrm>
              <a:custGeom>
                <a:avLst/>
                <a:gdLst/>
                <a:ahLst/>
                <a:cxnLst/>
                <a:rect l="l" t="t" r="r" b="b"/>
                <a:pathLst>
                  <a:path w="500131" h="198661" extrusionOk="0">
                    <a:moveTo>
                      <a:pt x="20588" y="198662"/>
                    </a:moveTo>
                    <a:cubicBezTo>
                      <a:pt x="9744" y="198662"/>
                      <a:pt x="2148" y="196780"/>
                      <a:pt x="379" y="192008"/>
                    </a:cubicBezTo>
                    <a:cubicBezTo>
                      <a:pt x="-6052" y="174689"/>
                      <a:pt x="71064" y="135997"/>
                      <a:pt x="104537" y="120179"/>
                    </a:cubicBezTo>
                    <a:lnTo>
                      <a:pt x="105500" y="122195"/>
                    </a:lnTo>
                    <a:cubicBezTo>
                      <a:pt x="24822" y="160372"/>
                      <a:pt x="-607" y="182889"/>
                      <a:pt x="2485" y="191223"/>
                    </a:cubicBezTo>
                    <a:cubicBezTo>
                      <a:pt x="6450" y="201865"/>
                      <a:pt x="55785" y="195749"/>
                      <a:pt x="128218" y="175607"/>
                    </a:cubicBezTo>
                    <a:cubicBezTo>
                      <a:pt x="168838" y="164338"/>
                      <a:pt x="215147" y="149148"/>
                      <a:pt x="262107" y="131717"/>
                    </a:cubicBezTo>
                    <a:cubicBezTo>
                      <a:pt x="309067" y="114286"/>
                      <a:pt x="354033" y="95579"/>
                      <a:pt x="392187" y="77610"/>
                    </a:cubicBezTo>
                    <a:cubicBezTo>
                      <a:pt x="460208" y="45617"/>
                      <a:pt x="501611" y="18059"/>
                      <a:pt x="497645" y="7395"/>
                    </a:cubicBezTo>
                    <a:cubicBezTo>
                      <a:pt x="494553" y="-940"/>
                      <a:pt x="460588" y="-1410"/>
                      <a:pt x="374555" y="22294"/>
                    </a:cubicBezTo>
                    <a:lnTo>
                      <a:pt x="373950" y="20143"/>
                    </a:lnTo>
                    <a:cubicBezTo>
                      <a:pt x="409641" y="10307"/>
                      <a:pt x="493321" y="-10685"/>
                      <a:pt x="499751" y="6611"/>
                    </a:cubicBezTo>
                    <a:cubicBezTo>
                      <a:pt x="506271" y="24198"/>
                      <a:pt x="427362" y="63518"/>
                      <a:pt x="393128" y="79627"/>
                    </a:cubicBezTo>
                    <a:cubicBezTo>
                      <a:pt x="354929" y="97617"/>
                      <a:pt x="309874" y="116348"/>
                      <a:pt x="262869" y="133801"/>
                    </a:cubicBezTo>
                    <a:cubicBezTo>
                      <a:pt x="215842" y="151254"/>
                      <a:pt x="169487" y="166444"/>
                      <a:pt x="128801" y="177736"/>
                    </a:cubicBezTo>
                    <a:cubicBezTo>
                      <a:pt x="102252" y="185129"/>
                      <a:pt x="49691" y="198639"/>
                      <a:pt x="20588" y="1986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7"/>
              <p:cNvSpPr/>
              <p:nvPr/>
            </p:nvSpPr>
            <p:spPr>
              <a:xfrm>
                <a:off x="6509341" y="3594800"/>
                <a:ext cx="248904" cy="94169"/>
              </a:xfrm>
              <a:custGeom>
                <a:avLst/>
                <a:gdLst/>
                <a:ahLst/>
                <a:cxnLst/>
                <a:rect l="l" t="t" r="r" b="b"/>
                <a:pathLst>
                  <a:path w="331872" h="125559" extrusionOk="0">
                    <a:moveTo>
                      <a:pt x="2798" y="125515"/>
                    </a:moveTo>
                    <a:cubicBezTo>
                      <a:pt x="602" y="125515"/>
                      <a:pt x="356" y="124865"/>
                      <a:pt x="154" y="124283"/>
                    </a:cubicBezTo>
                    <a:cubicBezTo>
                      <a:pt x="-384" y="122849"/>
                      <a:pt x="-1101" y="120900"/>
                      <a:pt x="27980" y="107815"/>
                    </a:cubicBezTo>
                    <a:lnTo>
                      <a:pt x="28899" y="109854"/>
                    </a:lnTo>
                    <a:cubicBezTo>
                      <a:pt x="9788" y="118457"/>
                      <a:pt x="4366" y="121975"/>
                      <a:pt x="2865" y="123297"/>
                    </a:cubicBezTo>
                    <a:cubicBezTo>
                      <a:pt x="4837" y="123409"/>
                      <a:pt x="11244" y="122423"/>
                      <a:pt x="30871" y="116643"/>
                    </a:cubicBezTo>
                    <a:cubicBezTo>
                      <a:pt x="34141" y="115679"/>
                      <a:pt x="37659" y="114604"/>
                      <a:pt x="41378" y="113461"/>
                    </a:cubicBezTo>
                    <a:cubicBezTo>
                      <a:pt x="73260" y="103626"/>
                      <a:pt x="119570" y="87584"/>
                      <a:pt x="168434" y="69437"/>
                    </a:cubicBezTo>
                    <a:cubicBezTo>
                      <a:pt x="217275" y="51311"/>
                      <a:pt x="262824" y="33253"/>
                      <a:pt x="293428" y="19900"/>
                    </a:cubicBezTo>
                    <a:cubicBezTo>
                      <a:pt x="296991" y="18332"/>
                      <a:pt x="300351" y="16854"/>
                      <a:pt x="303465" y="15464"/>
                    </a:cubicBezTo>
                    <a:cubicBezTo>
                      <a:pt x="322151" y="7018"/>
                      <a:pt x="327505" y="3545"/>
                      <a:pt x="329029" y="2223"/>
                    </a:cubicBezTo>
                    <a:lnTo>
                      <a:pt x="328962" y="2223"/>
                    </a:lnTo>
                    <a:cubicBezTo>
                      <a:pt x="326833" y="2223"/>
                      <a:pt x="320358" y="3164"/>
                      <a:pt x="300531" y="9056"/>
                    </a:cubicBezTo>
                    <a:lnTo>
                      <a:pt x="299881" y="6906"/>
                    </a:lnTo>
                    <a:cubicBezTo>
                      <a:pt x="330440" y="-2168"/>
                      <a:pt x="331180" y="-196"/>
                      <a:pt x="331717" y="1237"/>
                    </a:cubicBezTo>
                    <a:cubicBezTo>
                      <a:pt x="332255" y="2649"/>
                      <a:pt x="332972" y="4598"/>
                      <a:pt x="304384" y="17525"/>
                    </a:cubicBezTo>
                    <a:cubicBezTo>
                      <a:pt x="301270" y="18915"/>
                      <a:pt x="297887" y="20416"/>
                      <a:pt x="294325" y="21984"/>
                    </a:cubicBezTo>
                    <a:cubicBezTo>
                      <a:pt x="263697" y="35360"/>
                      <a:pt x="218082" y="53417"/>
                      <a:pt x="169218" y="71565"/>
                    </a:cubicBezTo>
                    <a:cubicBezTo>
                      <a:pt x="120309" y="89712"/>
                      <a:pt x="73954" y="105777"/>
                      <a:pt x="42050" y="115634"/>
                    </a:cubicBezTo>
                    <a:cubicBezTo>
                      <a:pt x="38309" y="116777"/>
                      <a:pt x="34791" y="117852"/>
                      <a:pt x="31520" y="118838"/>
                    </a:cubicBezTo>
                    <a:cubicBezTo>
                      <a:pt x="13574" y="124126"/>
                      <a:pt x="6069" y="125559"/>
                      <a:pt x="2820" y="12555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3" name="Google Shape;123;p7"/>
            <p:cNvSpPr/>
            <p:nvPr/>
          </p:nvSpPr>
          <p:spPr>
            <a:xfrm>
              <a:off x="7196988" y="3483375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7"/>
            <p:cNvSpPr/>
            <p:nvPr/>
          </p:nvSpPr>
          <p:spPr>
            <a:xfrm>
              <a:off x="5986113" y="4874425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5" name="Google Shape;125;p7"/>
            <p:cNvGrpSpPr/>
            <p:nvPr/>
          </p:nvGrpSpPr>
          <p:grpSpPr>
            <a:xfrm>
              <a:off x="5128445" y="4011773"/>
              <a:ext cx="417843" cy="373630"/>
              <a:chOff x="2957323" y="3936947"/>
              <a:chExt cx="194554" cy="173959"/>
            </a:xfrm>
          </p:grpSpPr>
          <p:sp>
            <p:nvSpPr>
              <p:cNvPr id="126" name="Google Shape;126;p7"/>
              <p:cNvSpPr/>
              <p:nvPr/>
            </p:nvSpPr>
            <p:spPr>
              <a:xfrm rot="-45834">
                <a:off x="3060432" y="3936962"/>
                <a:ext cx="3360" cy="173930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231886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231886"/>
                    </a:lnTo>
                    <a:lnTo>
                      <a:pt x="0" y="23188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7"/>
              <p:cNvSpPr/>
              <p:nvPr/>
            </p:nvSpPr>
            <p:spPr>
              <a:xfrm rot="-206705">
                <a:off x="2957248" y="4012021"/>
                <a:ext cx="194704" cy="3355"/>
              </a:xfrm>
              <a:custGeom>
                <a:avLst/>
                <a:gdLst/>
                <a:ahLst/>
                <a:cxnLst/>
                <a:rect l="l" t="t" r="r" b="b"/>
                <a:pathLst>
                  <a:path w="260003" h="4480" extrusionOk="0">
                    <a:moveTo>
                      <a:pt x="0" y="0"/>
                    </a:moveTo>
                    <a:lnTo>
                      <a:pt x="260004" y="0"/>
                    </a:lnTo>
                    <a:lnTo>
                      <a:pt x="260004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7"/>
              <p:cNvSpPr/>
              <p:nvPr/>
            </p:nvSpPr>
            <p:spPr>
              <a:xfrm rot="-2667569">
                <a:off x="2985839" y="4013185"/>
                <a:ext cx="150521" cy="3358"/>
              </a:xfrm>
              <a:custGeom>
                <a:avLst/>
                <a:gdLst/>
                <a:ahLst/>
                <a:cxnLst/>
                <a:rect l="l" t="t" r="r" b="b"/>
                <a:pathLst>
                  <a:path w="200811" h="4480" extrusionOk="0">
                    <a:moveTo>
                      <a:pt x="0" y="0"/>
                    </a:moveTo>
                    <a:lnTo>
                      <a:pt x="200811" y="0"/>
                    </a:lnTo>
                    <a:lnTo>
                      <a:pt x="200811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7"/>
              <p:cNvSpPr/>
              <p:nvPr/>
            </p:nvSpPr>
            <p:spPr>
              <a:xfrm rot="-2716216">
                <a:off x="3069932" y="3955542"/>
                <a:ext cx="3358" cy="133807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78518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78518"/>
                    </a:lnTo>
                    <a:lnTo>
                      <a:pt x="0" y="1785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0" name="Google Shape;130;p7"/>
            <p:cNvGrpSpPr/>
            <p:nvPr/>
          </p:nvGrpSpPr>
          <p:grpSpPr>
            <a:xfrm>
              <a:off x="7127301" y="2628295"/>
              <a:ext cx="599775" cy="483248"/>
              <a:chOff x="4528496" y="3602214"/>
              <a:chExt cx="116631" cy="93997"/>
            </a:xfrm>
          </p:grpSpPr>
          <p:sp>
            <p:nvSpPr>
              <p:cNvPr id="131" name="Google Shape;131;p7"/>
              <p:cNvSpPr/>
              <p:nvPr/>
            </p:nvSpPr>
            <p:spPr>
              <a:xfrm>
                <a:off x="4579124" y="3602214"/>
                <a:ext cx="66003" cy="54913"/>
              </a:xfrm>
              <a:custGeom>
                <a:avLst/>
                <a:gdLst/>
                <a:ahLst/>
                <a:cxnLst/>
                <a:rect l="l" t="t" r="r" b="b"/>
                <a:pathLst>
                  <a:path w="88004" h="73217" extrusionOk="0">
                    <a:moveTo>
                      <a:pt x="16378" y="73218"/>
                    </a:moveTo>
                    <a:lnTo>
                      <a:pt x="0" y="56840"/>
                    </a:lnTo>
                    <a:lnTo>
                      <a:pt x="1591" y="55249"/>
                    </a:lnTo>
                    <a:lnTo>
                      <a:pt x="16378" y="70036"/>
                    </a:lnTo>
                    <a:lnTo>
                      <a:pt x="86437" y="0"/>
                    </a:lnTo>
                    <a:lnTo>
                      <a:pt x="88005" y="1591"/>
                    </a:lnTo>
                    <a:lnTo>
                      <a:pt x="16378" y="732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7"/>
              <p:cNvSpPr/>
              <p:nvPr/>
            </p:nvSpPr>
            <p:spPr>
              <a:xfrm>
                <a:off x="4528496" y="3692851"/>
                <a:ext cx="3360" cy="3360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4480" extrusionOk="0">
                    <a:moveTo>
                      <a:pt x="2240" y="4481"/>
                    </a:moveTo>
                    <a:cubicBezTo>
                      <a:pt x="1635" y="4481"/>
                      <a:pt x="1075" y="4257"/>
                      <a:pt x="672" y="3831"/>
                    </a:cubicBezTo>
                    <a:cubicBezTo>
                      <a:pt x="246" y="3406"/>
                      <a:pt x="0" y="2845"/>
                      <a:pt x="0" y="2240"/>
                    </a:cubicBezTo>
                    <a:cubicBezTo>
                      <a:pt x="0" y="1949"/>
                      <a:pt x="67" y="1658"/>
                      <a:pt x="179" y="1389"/>
                    </a:cubicBezTo>
                    <a:cubicBezTo>
                      <a:pt x="291" y="1120"/>
                      <a:pt x="448" y="874"/>
                      <a:pt x="672" y="672"/>
                    </a:cubicBezTo>
                    <a:cubicBezTo>
                      <a:pt x="874" y="448"/>
                      <a:pt x="1120" y="292"/>
                      <a:pt x="1389" y="179"/>
                    </a:cubicBezTo>
                    <a:cubicBezTo>
                      <a:pt x="1792" y="0"/>
                      <a:pt x="2240" y="-45"/>
                      <a:pt x="2689" y="45"/>
                    </a:cubicBezTo>
                    <a:cubicBezTo>
                      <a:pt x="2823" y="67"/>
                      <a:pt x="2980" y="112"/>
                      <a:pt x="3114" y="179"/>
                    </a:cubicBezTo>
                    <a:cubicBezTo>
                      <a:pt x="3249" y="224"/>
                      <a:pt x="3361" y="292"/>
                      <a:pt x="3495" y="381"/>
                    </a:cubicBezTo>
                    <a:cubicBezTo>
                      <a:pt x="3607" y="470"/>
                      <a:pt x="3719" y="560"/>
                      <a:pt x="3831" y="672"/>
                    </a:cubicBezTo>
                    <a:cubicBezTo>
                      <a:pt x="4033" y="874"/>
                      <a:pt x="4212" y="1120"/>
                      <a:pt x="4324" y="1389"/>
                    </a:cubicBezTo>
                    <a:cubicBezTo>
                      <a:pt x="4436" y="1658"/>
                      <a:pt x="4481" y="1949"/>
                      <a:pt x="4481" y="2240"/>
                    </a:cubicBezTo>
                    <a:cubicBezTo>
                      <a:pt x="4481" y="2845"/>
                      <a:pt x="4257" y="3406"/>
                      <a:pt x="3831" y="3831"/>
                    </a:cubicBezTo>
                    <a:cubicBezTo>
                      <a:pt x="3406" y="4257"/>
                      <a:pt x="2845" y="4481"/>
                      <a:pt x="2240" y="448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" name="Google Shape;133;p7"/>
              <p:cNvSpPr/>
              <p:nvPr/>
            </p:nvSpPr>
            <p:spPr>
              <a:xfrm>
                <a:off x="4535196" y="3652687"/>
                <a:ext cx="36841" cy="36837"/>
              </a:xfrm>
              <a:custGeom>
                <a:avLst/>
                <a:gdLst/>
                <a:ahLst/>
                <a:cxnLst/>
                <a:rect l="l" t="t" r="r" b="b"/>
                <a:pathLst>
                  <a:path w="49121" h="49116" extrusionOk="0">
                    <a:moveTo>
                      <a:pt x="655" y="48444"/>
                    </a:moveTo>
                    <a:cubicBezTo>
                      <a:pt x="-218" y="47570"/>
                      <a:pt x="-218" y="46159"/>
                      <a:pt x="655" y="45285"/>
                    </a:cubicBezTo>
                    <a:lnTo>
                      <a:pt x="655" y="45285"/>
                    </a:lnTo>
                    <a:cubicBezTo>
                      <a:pt x="1529" y="44412"/>
                      <a:pt x="2941" y="44412"/>
                      <a:pt x="3837" y="45285"/>
                    </a:cubicBezTo>
                    <a:lnTo>
                      <a:pt x="3837" y="45285"/>
                    </a:lnTo>
                    <a:cubicBezTo>
                      <a:pt x="4688" y="46159"/>
                      <a:pt x="4688" y="47570"/>
                      <a:pt x="3837" y="48444"/>
                    </a:cubicBezTo>
                    <a:lnTo>
                      <a:pt x="3837" y="48444"/>
                    </a:lnTo>
                    <a:cubicBezTo>
                      <a:pt x="3389" y="48892"/>
                      <a:pt x="2806" y="49116"/>
                      <a:pt x="2246" y="49116"/>
                    </a:cubicBezTo>
                    <a:lnTo>
                      <a:pt x="2246" y="49116"/>
                    </a:lnTo>
                    <a:cubicBezTo>
                      <a:pt x="1663" y="49116"/>
                      <a:pt x="1103" y="48892"/>
                      <a:pt x="655" y="48444"/>
                    </a:cubicBezTo>
                    <a:close/>
                    <a:moveTo>
                      <a:pt x="9572" y="39527"/>
                    </a:moveTo>
                    <a:cubicBezTo>
                      <a:pt x="8698" y="38653"/>
                      <a:pt x="8698" y="37242"/>
                      <a:pt x="9572" y="36346"/>
                    </a:cubicBezTo>
                    <a:lnTo>
                      <a:pt x="9572" y="36346"/>
                    </a:lnTo>
                    <a:cubicBezTo>
                      <a:pt x="10446" y="35472"/>
                      <a:pt x="11880" y="35472"/>
                      <a:pt x="12754" y="36346"/>
                    </a:cubicBezTo>
                    <a:lnTo>
                      <a:pt x="12754" y="36346"/>
                    </a:lnTo>
                    <a:cubicBezTo>
                      <a:pt x="13628" y="37242"/>
                      <a:pt x="13628" y="38653"/>
                      <a:pt x="12754" y="39527"/>
                    </a:cubicBezTo>
                    <a:lnTo>
                      <a:pt x="12754" y="39527"/>
                    </a:lnTo>
                    <a:cubicBezTo>
                      <a:pt x="12306" y="39953"/>
                      <a:pt x="11745" y="40177"/>
                      <a:pt x="11163" y="40177"/>
                    </a:cubicBezTo>
                    <a:lnTo>
                      <a:pt x="11163" y="40177"/>
                    </a:lnTo>
                    <a:cubicBezTo>
                      <a:pt x="10603" y="40177"/>
                      <a:pt x="10020" y="39953"/>
                      <a:pt x="9572" y="39527"/>
                    </a:cubicBezTo>
                    <a:close/>
                    <a:moveTo>
                      <a:pt x="18512" y="30610"/>
                    </a:moveTo>
                    <a:cubicBezTo>
                      <a:pt x="17638" y="29714"/>
                      <a:pt x="17638" y="28302"/>
                      <a:pt x="18512" y="27429"/>
                    </a:cubicBezTo>
                    <a:lnTo>
                      <a:pt x="18512" y="27429"/>
                    </a:lnTo>
                    <a:cubicBezTo>
                      <a:pt x="19385" y="26555"/>
                      <a:pt x="20797" y="26555"/>
                      <a:pt x="21671" y="27429"/>
                    </a:cubicBezTo>
                    <a:lnTo>
                      <a:pt x="21671" y="27429"/>
                    </a:lnTo>
                    <a:cubicBezTo>
                      <a:pt x="22545" y="28302"/>
                      <a:pt x="22545" y="29714"/>
                      <a:pt x="21671" y="30610"/>
                    </a:cubicBezTo>
                    <a:lnTo>
                      <a:pt x="21671" y="30610"/>
                    </a:lnTo>
                    <a:cubicBezTo>
                      <a:pt x="21245" y="31036"/>
                      <a:pt x="20662" y="31260"/>
                      <a:pt x="20102" y="31260"/>
                    </a:cubicBezTo>
                    <a:lnTo>
                      <a:pt x="20102" y="31260"/>
                    </a:lnTo>
                    <a:cubicBezTo>
                      <a:pt x="19520" y="31260"/>
                      <a:pt x="18937" y="31036"/>
                      <a:pt x="18512" y="30610"/>
                    </a:cubicBezTo>
                    <a:close/>
                    <a:moveTo>
                      <a:pt x="27429" y="21671"/>
                    </a:moveTo>
                    <a:cubicBezTo>
                      <a:pt x="26555" y="20797"/>
                      <a:pt x="26555" y="19385"/>
                      <a:pt x="27429" y="18512"/>
                    </a:cubicBezTo>
                    <a:lnTo>
                      <a:pt x="27429" y="18512"/>
                    </a:lnTo>
                    <a:cubicBezTo>
                      <a:pt x="28302" y="17638"/>
                      <a:pt x="29736" y="17638"/>
                      <a:pt x="30610" y="18512"/>
                    </a:cubicBezTo>
                    <a:lnTo>
                      <a:pt x="30610" y="18512"/>
                    </a:lnTo>
                    <a:cubicBezTo>
                      <a:pt x="31484" y="19385"/>
                      <a:pt x="31484" y="20797"/>
                      <a:pt x="30610" y="21671"/>
                    </a:cubicBezTo>
                    <a:lnTo>
                      <a:pt x="30610" y="21671"/>
                    </a:lnTo>
                    <a:cubicBezTo>
                      <a:pt x="30162" y="22119"/>
                      <a:pt x="29602" y="22320"/>
                      <a:pt x="29019" y="22320"/>
                    </a:cubicBezTo>
                    <a:lnTo>
                      <a:pt x="29019" y="22320"/>
                    </a:lnTo>
                    <a:cubicBezTo>
                      <a:pt x="28437" y="22320"/>
                      <a:pt x="27877" y="22119"/>
                      <a:pt x="27429" y="21671"/>
                    </a:cubicBezTo>
                    <a:close/>
                    <a:moveTo>
                      <a:pt x="36368" y="12754"/>
                    </a:moveTo>
                    <a:cubicBezTo>
                      <a:pt x="35494" y="11880"/>
                      <a:pt x="35494" y="10446"/>
                      <a:pt x="36368" y="9572"/>
                    </a:cubicBezTo>
                    <a:lnTo>
                      <a:pt x="36368" y="9572"/>
                    </a:lnTo>
                    <a:cubicBezTo>
                      <a:pt x="37242" y="8698"/>
                      <a:pt x="38653" y="8698"/>
                      <a:pt x="39527" y="9572"/>
                    </a:cubicBezTo>
                    <a:lnTo>
                      <a:pt x="39527" y="9572"/>
                    </a:lnTo>
                    <a:cubicBezTo>
                      <a:pt x="40401" y="10446"/>
                      <a:pt x="40401" y="11880"/>
                      <a:pt x="39527" y="12754"/>
                    </a:cubicBezTo>
                    <a:lnTo>
                      <a:pt x="39527" y="12754"/>
                    </a:lnTo>
                    <a:cubicBezTo>
                      <a:pt x="39101" y="13179"/>
                      <a:pt x="38519" y="13404"/>
                      <a:pt x="37959" y="13404"/>
                    </a:cubicBezTo>
                    <a:lnTo>
                      <a:pt x="37959" y="13404"/>
                    </a:lnTo>
                    <a:cubicBezTo>
                      <a:pt x="37376" y="13404"/>
                      <a:pt x="36794" y="13179"/>
                      <a:pt x="36368" y="12754"/>
                    </a:cubicBezTo>
                    <a:close/>
                    <a:moveTo>
                      <a:pt x="45285" y="3814"/>
                    </a:moveTo>
                    <a:cubicBezTo>
                      <a:pt x="44411" y="2941"/>
                      <a:pt x="44411" y="1529"/>
                      <a:pt x="45285" y="656"/>
                    </a:cubicBezTo>
                    <a:lnTo>
                      <a:pt x="45285" y="656"/>
                    </a:lnTo>
                    <a:cubicBezTo>
                      <a:pt x="46159" y="-219"/>
                      <a:pt x="47593" y="-219"/>
                      <a:pt x="48466" y="656"/>
                    </a:cubicBezTo>
                    <a:lnTo>
                      <a:pt x="48466" y="656"/>
                    </a:lnTo>
                    <a:cubicBezTo>
                      <a:pt x="49340" y="1529"/>
                      <a:pt x="49340" y="2941"/>
                      <a:pt x="48466" y="3814"/>
                    </a:cubicBezTo>
                    <a:lnTo>
                      <a:pt x="48466" y="3814"/>
                    </a:lnTo>
                    <a:cubicBezTo>
                      <a:pt x="48018" y="4262"/>
                      <a:pt x="47458" y="4464"/>
                      <a:pt x="46876" y="4464"/>
                    </a:cubicBezTo>
                    <a:lnTo>
                      <a:pt x="46876" y="4464"/>
                    </a:lnTo>
                    <a:cubicBezTo>
                      <a:pt x="46293" y="4464"/>
                      <a:pt x="45733" y="4262"/>
                      <a:pt x="45285" y="381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" name="Google Shape;134;p7"/>
              <p:cNvSpPr/>
              <p:nvPr/>
            </p:nvSpPr>
            <p:spPr>
              <a:xfrm>
                <a:off x="4575377" y="3646008"/>
                <a:ext cx="3343" cy="3339"/>
              </a:xfrm>
              <a:custGeom>
                <a:avLst/>
                <a:gdLst/>
                <a:ahLst/>
                <a:cxnLst/>
                <a:rect l="l" t="t" r="r" b="b"/>
                <a:pathLst>
                  <a:path w="4458" h="4452" extrusionOk="0">
                    <a:moveTo>
                      <a:pt x="2218" y="4453"/>
                    </a:moveTo>
                    <a:cubicBezTo>
                      <a:pt x="1927" y="4453"/>
                      <a:pt x="1635" y="4386"/>
                      <a:pt x="1367" y="4274"/>
                    </a:cubicBezTo>
                    <a:cubicBezTo>
                      <a:pt x="1098" y="4161"/>
                      <a:pt x="851" y="4005"/>
                      <a:pt x="650" y="3803"/>
                    </a:cubicBezTo>
                    <a:cubicBezTo>
                      <a:pt x="426" y="3579"/>
                      <a:pt x="269" y="3333"/>
                      <a:pt x="157" y="3064"/>
                    </a:cubicBezTo>
                    <a:cubicBezTo>
                      <a:pt x="45" y="2795"/>
                      <a:pt x="0" y="2504"/>
                      <a:pt x="0" y="2213"/>
                    </a:cubicBezTo>
                    <a:cubicBezTo>
                      <a:pt x="0" y="1921"/>
                      <a:pt x="45" y="1630"/>
                      <a:pt x="157" y="1361"/>
                    </a:cubicBezTo>
                    <a:cubicBezTo>
                      <a:pt x="269" y="1070"/>
                      <a:pt x="426" y="846"/>
                      <a:pt x="650" y="622"/>
                    </a:cubicBezTo>
                    <a:cubicBezTo>
                      <a:pt x="1479" y="-207"/>
                      <a:pt x="2980" y="-207"/>
                      <a:pt x="3809" y="622"/>
                    </a:cubicBezTo>
                    <a:cubicBezTo>
                      <a:pt x="4010" y="846"/>
                      <a:pt x="4190" y="1070"/>
                      <a:pt x="4302" y="1361"/>
                    </a:cubicBezTo>
                    <a:cubicBezTo>
                      <a:pt x="4414" y="1630"/>
                      <a:pt x="4458" y="1921"/>
                      <a:pt x="4458" y="2213"/>
                    </a:cubicBezTo>
                    <a:cubicBezTo>
                      <a:pt x="4458" y="2504"/>
                      <a:pt x="4414" y="2795"/>
                      <a:pt x="4302" y="3064"/>
                    </a:cubicBezTo>
                    <a:cubicBezTo>
                      <a:pt x="4190" y="3333"/>
                      <a:pt x="4033" y="3579"/>
                      <a:pt x="3809" y="3803"/>
                    </a:cubicBezTo>
                    <a:cubicBezTo>
                      <a:pt x="3607" y="4005"/>
                      <a:pt x="3361" y="4161"/>
                      <a:pt x="3092" y="4274"/>
                    </a:cubicBezTo>
                    <a:cubicBezTo>
                      <a:pt x="2823" y="4386"/>
                      <a:pt x="2532" y="4453"/>
                      <a:pt x="2218" y="44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5" name="Google Shape;135;p7"/>
            <p:cNvSpPr/>
            <p:nvPr/>
          </p:nvSpPr>
          <p:spPr>
            <a:xfrm>
              <a:off x="-344132" y="1506331"/>
              <a:ext cx="830637" cy="888319"/>
            </a:xfrm>
            <a:custGeom>
              <a:avLst/>
              <a:gdLst/>
              <a:ahLst/>
              <a:cxnLst/>
              <a:rect l="l" t="t" r="r" b="b"/>
              <a:pathLst>
                <a:path w="628081" h="671697" extrusionOk="0">
                  <a:moveTo>
                    <a:pt x="593960" y="129034"/>
                  </a:moveTo>
                  <a:lnTo>
                    <a:pt x="451625" y="18535"/>
                  </a:lnTo>
                  <a:cubicBezTo>
                    <a:pt x="426420" y="-1024"/>
                    <a:pt x="392612" y="-5460"/>
                    <a:pt x="363217" y="6930"/>
                  </a:cubicBezTo>
                  <a:lnTo>
                    <a:pt x="62997" y="133582"/>
                  </a:lnTo>
                  <a:cubicBezTo>
                    <a:pt x="31407" y="146913"/>
                    <a:pt x="10392" y="177316"/>
                    <a:pt x="9114" y="211572"/>
                  </a:cubicBezTo>
                  <a:lnTo>
                    <a:pt x="63" y="452420"/>
                  </a:lnTo>
                  <a:cubicBezTo>
                    <a:pt x="-788" y="474959"/>
                    <a:pt x="7031" y="496960"/>
                    <a:pt x="21885" y="513920"/>
                  </a:cubicBezTo>
                  <a:lnTo>
                    <a:pt x="133840" y="641625"/>
                  </a:lnTo>
                  <a:cubicBezTo>
                    <a:pt x="158552" y="669810"/>
                    <a:pt x="198387" y="679310"/>
                    <a:pt x="233159" y="665307"/>
                  </a:cubicBezTo>
                  <a:lnTo>
                    <a:pt x="572788" y="528550"/>
                  </a:lnTo>
                  <a:cubicBezTo>
                    <a:pt x="606193" y="515108"/>
                    <a:pt x="628082" y="482688"/>
                    <a:pt x="628082" y="446684"/>
                  </a:cubicBezTo>
                  <a:lnTo>
                    <a:pt x="628082" y="198735"/>
                  </a:lnTo>
                  <a:cubicBezTo>
                    <a:pt x="628082" y="171468"/>
                    <a:pt x="615491" y="145748"/>
                    <a:pt x="593938" y="12903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6" name="Google Shape;136;p7"/>
            <p:cNvGrpSpPr/>
            <p:nvPr/>
          </p:nvGrpSpPr>
          <p:grpSpPr>
            <a:xfrm rot="-1196313">
              <a:off x="5897923" y="3455706"/>
              <a:ext cx="1446030" cy="1485771"/>
              <a:chOff x="7297991" y="3693711"/>
              <a:chExt cx="592827" cy="609120"/>
            </a:xfrm>
          </p:grpSpPr>
          <p:sp>
            <p:nvSpPr>
              <p:cNvPr id="137" name="Google Shape;137;p7"/>
              <p:cNvSpPr/>
              <p:nvPr/>
            </p:nvSpPr>
            <p:spPr>
              <a:xfrm>
                <a:off x="7354299" y="3786237"/>
                <a:ext cx="480221" cy="424068"/>
              </a:xfrm>
              <a:custGeom>
                <a:avLst/>
                <a:gdLst/>
                <a:ahLst/>
                <a:cxnLst/>
                <a:rect l="l" t="t" r="r" b="b"/>
                <a:pathLst>
                  <a:path w="280012" h="247270" extrusionOk="0">
                    <a:moveTo>
                      <a:pt x="261427" y="247271"/>
                    </a:moveTo>
                    <a:cubicBezTo>
                      <a:pt x="259052" y="247271"/>
                      <a:pt x="256611" y="246800"/>
                      <a:pt x="254280" y="245837"/>
                    </a:cubicBezTo>
                    <a:cubicBezTo>
                      <a:pt x="206469" y="226233"/>
                      <a:pt x="157269" y="195180"/>
                      <a:pt x="111990" y="156017"/>
                    </a:cubicBezTo>
                    <a:cubicBezTo>
                      <a:pt x="66710" y="116855"/>
                      <a:pt x="28891" y="72628"/>
                      <a:pt x="2634" y="28133"/>
                    </a:cubicBezTo>
                    <a:cubicBezTo>
                      <a:pt x="-1489" y="21142"/>
                      <a:pt x="-727" y="12651"/>
                      <a:pt x="4605" y="6490"/>
                    </a:cubicBezTo>
                    <a:cubicBezTo>
                      <a:pt x="9937" y="329"/>
                      <a:pt x="18227" y="-1643"/>
                      <a:pt x="25733" y="1427"/>
                    </a:cubicBezTo>
                    <a:lnTo>
                      <a:pt x="25733" y="1427"/>
                    </a:lnTo>
                    <a:cubicBezTo>
                      <a:pt x="73544" y="21031"/>
                      <a:pt x="122744" y="52083"/>
                      <a:pt x="168023" y="91246"/>
                    </a:cubicBezTo>
                    <a:cubicBezTo>
                      <a:pt x="213303" y="130409"/>
                      <a:pt x="251122" y="174635"/>
                      <a:pt x="277379" y="219131"/>
                    </a:cubicBezTo>
                    <a:cubicBezTo>
                      <a:pt x="281502" y="226121"/>
                      <a:pt x="280740" y="234612"/>
                      <a:pt x="275408" y="240773"/>
                    </a:cubicBezTo>
                    <a:cubicBezTo>
                      <a:pt x="271734" y="245008"/>
                      <a:pt x="266670" y="247271"/>
                      <a:pt x="261427" y="247271"/>
                    </a:cubicBezTo>
                    <a:close/>
                    <a:moveTo>
                      <a:pt x="18586" y="2233"/>
                    </a:moveTo>
                    <a:cubicBezTo>
                      <a:pt x="13970" y="2233"/>
                      <a:pt x="9512" y="4227"/>
                      <a:pt x="6286" y="7946"/>
                    </a:cubicBezTo>
                    <a:cubicBezTo>
                      <a:pt x="1603" y="13368"/>
                      <a:pt x="908" y="20829"/>
                      <a:pt x="4538" y="26990"/>
                    </a:cubicBezTo>
                    <a:cubicBezTo>
                      <a:pt x="30684" y="71284"/>
                      <a:pt x="68346" y="115308"/>
                      <a:pt x="113446" y="154315"/>
                    </a:cubicBezTo>
                    <a:cubicBezTo>
                      <a:pt x="158546" y="193321"/>
                      <a:pt x="207522" y="224261"/>
                      <a:pt x="255131" y="243753"/>
                    </a:cubicBezTo>
                    <a:cubicBezTo>
                      <a:pt x="261741" y="246464"/>
                      <a:pt x="269045" y="244716"/>
                      <a:pt x="273727" y="239295"/>
                    </a:cubicBezTo>
                    <a:cubicBezTo>
                      <a:pt x="278410" y="233873"/>
                      <a:pt x="279105" y="226412"/>
                      <a:pt x="275475" y="220251"/>
                    </a:cubicBezTo>
                    <a:cubicBezTo>
                      <a:pt x="249329" y="175957"/>
                      <a:pt x="211667" y="131933"/>
                      <a:pt x="166567" y="92926"/>
                    </a:cubicBezTo>
                    <a:cubicBezTo>
                      <a:pt x="121489" y="53920"/>
                      <a:pt x="72490" y="22980"/>
                      <a:pt x="24881" y="3488"/>
                    </a:cubicBezTo>
                    <a:lnTo>
                      <a:pt x="24881" y="3488"/>
                    </a:lnTo>
                    <a:cubicBezTo>
                      <a:pt x="22820" y="2637"/>
                      <a:pt x="20692" y="2233"/>
                      <a:pt x="18586" y="22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" name="Google Shape;138;p7"/>
              <p:cNvSpPr/>
              <p:nvPr/>
            </p:nvSpPr>
            <p:spPr>
              <a:xfrm>
                <a:off x="7512173" y="3693711"/>
                <a:ext cx="164544" cy="609120"/>
              </a:xfrm>
              <a:custGeom>
                <a:avLst/>
                <a:gdLst/>
                <a:ahLst/>
                <a:cxnLst/>
                <a:rect l="l" t="t" r="r" b="b"/>
                <a:pathLst>
                  <a:path w="95944" h="355172" extrusionOk="0">
                    <a:moveTo>
                      <a:pt x="26341" y="355173"/>
                    </a:moveTo>
                    <a:cubicBezTo>
                      <a:pt x="25467" y="355173"/>
                      <a:pt x="24571" y="355106"/>
                      <a:pt x="23697" y="354994"/>
                    </a:cubicBezTo>
                    <a:cubicBezTo>
                      <a:pt x="15632" y="353896"/>
                      <a:pt x="9426" y="348026"/>
                      <a:pt x="7924" y="340050"/>
                    </a:cubicBezTo>
                    <a:cubicBezTo>
                      <a:pt x="-1754" y="289281"/>
                      <a:pt x="-2583" y="231097"/>
                      <a:pt x="5527" y="171792"/>
                    </a:cubicBezTo>
                    <a:cubicBezTo>
                      <a:pt x="13637" y="112488"/>
                      <a:pt x="30060" y="56656"/>
                      <a:pt x="53002" y="10346"/>
                    </a:cubicBezTo>
                    <a:cubicBezTo>
                      <a:pt x="56609" y="3064"/>
                      <a:pt x="64160" y="-901"/>
                      <a:pt x="72225" y="174"/>
                    </a:cubicBezTo>
                    <a:cubicBezTo>
                      <a:pt x="80291" y="1272"/>
                      <a:pt x="86497" y="7142"/>
                      <a:pt x="88020" y="15118"/>
                    </a:cubicBezTo>
                    <a:lnTo>
                      <a:pt x="88020" y="15118"/>
                    </a:lnTo>
                    <a:cubicBezTo>
                      <a:pt x="97699" y="65887"/>
                      <a:pt x="98528" y="124071"/>
                      <a:pt x="90417" y="183375"/>
                    </a:cubicBezTo>
                    <a:cubicBezTo>
                      <a:pt x="82307" y="242680"/>
                      <a:pt x="65907" y="298512"/>
                      <a:pt x="42943" y="344822"/>
                    </a:cubicBezTo>
                    <a:cubicBezTo>
                      <a:pt x="39739" y="351297"/>
                      <a:pt x="33421" y="355173"/>
                      <a:pt x="26385" y="355173"/>
                    </a:cubicBezTo>
                    <a:close/>
                    <a:moveTo>
                      <a:pt x="69559" y="2236"/>
                    </a:moveTo>
                    <a:cubicBezTo>
                      <a:pt x="63375" y="2236"/>
                      <a:pt x="57796" y="5641"/>
                      <a:pt x="54996" y="11332"/>
                    </a:cubicBezTo>
                    <a:cubicBezTo>
                      <a:pt x="32166" y="57418"/>
                      <a:pt x="15811" y="113003"/>
                      <a:pt x="7745" y="172083"/>
                    </a:cubicBezTo>
                    <a:cubicBezTo>
                      <a:pt x="-321" y="231164"/>
                      <a:pt x="486" y="289079"/>
                      <a:pt x="10120" y="339624"/>
                    </a:cubicBezTo>
                    <a:cubicBezTo>
                      <a:pt x="11464" y="346637"/>
                      <a:pt x="16908" y="351789"/>
                      <a:pt x="24011" y="352776"/>
                    </a:cubicBezTo>
                    <a:cubicBezTo>
                      <a:pt x="31113" y="353739"/>
                      <a:pt x="37745" y="350244"/>
                      <a:pt x="40926" y="343836"/>
                    </a:cubicBezTo>
                    <a:cubicBezTo>
                      <a:pt x="63779" y="297750"/>
                      <a:pt x="80111" y="242165"/>
                      <a:pt x="88177" y="183084"/>
                    </a:cubicBezTo>
                    <a:cubicBezTo>
                      <a:pt x="96243" y="124004"/>
                      <a:pt x="95436" y="66088"/>
                      <a:pt x="85802" y="15544"/>
                    </a:cubicBezTo>
                    <a:lnTo>
                      <a:pt x="85802" y="15544"/>
                    </a:lnTo>
                    <a:cubicBezTo>
                      <a:pt x="84458" y="8531"/>
                      <a:pt x="79013" y="3378"/>
                      <a:pt x="71911" y="2392"/>
                    </a:cubicBezTo>
                    <a:cubicBezTo>
                      <a:pt x="71128" y="2280"/>
                      <a:pt x="70343" y="2236"/>
                      <a:pt x="69581" y="223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" name="Google Shape;139;p7"/>
              <p:cNvSpPr/>
              <p:nvPr/>
            </p:nvSpPr>
            <p:spPr>
              <a:xfrm>
                <a:off x="7420485" y="3892425"/>
                <a:ext cx="342239" cy="96750"/>
              </a:xfrm>
              <a:custGeom>
                <a:avLst/>
                <a:gdLst/>
                <a:ahLst/>
                <a:cxnLst/>
                <a:rect l="l" t="t" r="r" b="b"/>
                <a:pathLst>
                  <a:path w="199556" h="56414" extrusionOk="0">
                    <a:moveTo>
                      <a:pt x="963" y="56392"/>
                    </a:moveTo>
                    <a:lnTo>
                      <a:pt x="0" y="54376"/>
                    </a:lnTo>
                    <a:cubicBezTo>
                      <a:pt x="28006" y="40978"/>
                      <a:pt x="58162" y="29619"/>
                      <a:pt x="89573" y="20567"/>
                    </a:cubicBezTo>
                    <a:cubicBezTo>
                      <a:pt x="126563" y="9925"/>
                      <a:pt x="163508" y="3002"/>
                      <a:pt x="199377" y="0"/>
                    </a:cubicBezTo>
                    <a:lnTo>
                      <a:pt x="199557" y="2240"/>
                    </a:lnTo>
                    <a:cubicBezTo>
                      <a:pt x="163821" y="5220"/>
                      <a:pt x="127033" y="12121"/>
                      <a:pt x="90178" y="22740"/>
                    </a:cubicBezTo>
                    <a:cubicBezTo>
                      <a:pt x="58879" y="31747"/>
                      <a:pt x="28857" y="43084"/>
                      <a:pt x="963" y="5641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7"/>
              <p:cNvSpPr/>
              <p:nvPr/>
            </p:nvSpPr>
            <p:spPr>
              <a:xfrm>
                <a:off x="7297991" y="3889514"/>
                <a:ext cx="592827" cy="217467"/>
              </a:xfrm>
              <a:custGeom>
                <a:avLst/>
                <a:gdLst/>
                <a:ahLst/>
                <a:cxnLst/>
                <a:rect l="l" t="t" r="r" b="b"/>
                <a:pathLst>
                  <a:path w="345672" h="126803" extrusionOk="0">
                    <a:moveTo>
                      <a:pt x="36028" y="126804"/>
                    </a:moveTo>
                    <a:cubicBezTo>
                      <a:pt x="29889" y="126804"/>
                      <a:pt x="23795" y="126670"/>
                      <a:pt x="17813" y="126401"/>
                    </a:cubicBezTo>
                    <a:cubicBezTo>
                      <a:pt x="9703" y="126043"/>
                      <a:pt x="3004" y="120755"/>
                      <a:pt x="763" y="112936"/>
                    </a:cubicBezTo>
                    <a:cubicBezTo>
                      <a:pt x="-1500" y="105117"/>
                      <a:pt x="1368" y="97073"/>
                      <a:pt x="8045" y="92458"/>
                    </a:cubicBezTo>
                    <a:cubicBezTo>
                      <a:pt x="15976" y="86991"/>
                      <a:pt x="24400" y="81592"/>
                      <a:pt x="33093" y="76461"/>
                    </a:cubicBezTo>
                    <a:lnTo>
                      <a:pt x="34235" y="78388"/>
                    </a:lnTo>
                    <a:cubicBezTo>
                      <a:pt x="25588" y="83497"/>
                      <a:pt x="17208" y="88851"/>
                      <a:pt x="9322" y="94295"/>
                    </a:cubicBezTo>
                    <a:cubicBezTo>
                      <a:pt x="3452" y="98350"/>
                      <a:pt x="920" y="105430"/>
                      <a:pt x="2914" y="112308"/>
                    </a:cubicBezTo>
                    <a:cubicBezTo>
                      <a:pt x="4886" y="119187"/>
                      <a:pt x="10778" y="123847"/>
                      <a:pt x="17925" y="124160"/>
                    </a:cubicBezTo>
                    <a:cubicBezTo>
                      <a:pt x="69321" y="126401"/>
                      <a:pt x="126766" y="118895"/>
                      <a:pt x="184054" y="102406"/>
                    </a:cubicBezTo>
                    <a:cubicBezTo>
                      <a:pt x="241365" y="85916"/>
                      <a:pt x="294015" y="61741"/>
                      <a:pt x="336337" y="32504"/>
                    </a:cubicBezTo>
                    <a:cubicBezTo>
                      <a:pt x="342207" y="28449"/>
                      <a:pt x="344739" y="21369"/>
                      <a:pt x="342745" y="14491"/>
                    </a:cubicBezTo>
                    <a:cubicBezTo>
                      <a:pt x="340773" y="7612"/>
                      <a:pt x="334881" y="2952"/>
                      <a:pt x="327734" y="2639"/>
                    </a:cubicBezTo>
                    <a:cubicBezTo>
                      <a:pt x="323007" y="2437"/>
                      <a:pt x="318167" y="2303"/>
                      <a:pt x="313373" y="2258"/>
                    </a:cubicBezTo>
                    <a:cubicBezTo>
                      <a:pt x="309004" y="2213"/>
                      <a:pt x="304523" y="2258"/>
                      <a:pt x="300042" y="2348"/>
                    </a:cubicBezTo>
                    <a:lnTo>
                      <a:pt x="299997" y="107"/>
                    </a:lnTo>
                    <a:cubicBezTo>
                      <a:pt x="304478" y="18"/>
                      <a:pt x="309004" y="-27"/>
                      <a:pt x="313395" y="18"/>
                    </a:cubicBezTo>
                    <a:cubicBezTo>
                      <a:pt x="318212" y="62"/>
                      <a:pt x="323074" y="196"/>
                      <a:pt x="327846" y="398"/>
                    </a:cubicBezTo>
                    <a:cubicBezTo>
                      <a:pt x="335956" y="757"/>
                      <a:pt x="342655" y="6044"/>
                      <a:pt x="344918" y="13863"/>
                    </a:cubicBezTo>
                    <a:cubicBezTo>
                      <a:pt x="347159" y="21683"/>
                      <a:pt x="344313" y="29726"/>
                      <a:pt x="337637" y="34341"/>
                    </a:cubicBezTo>
                    <a:cubicBezTo>
                      <a:pt x="295113" y="63713"/>
                      <a:pt x="242239" y="87977"/>
                      <a:pt x="184704" y="104534"/>
                    </a:cubicBezTo>
                    <a:cubicBezTo>
                      <a:pt x="133868" y="119164"/>
                      <a:pt x="82876" y="126759"/>
                      <a:pt x="36073" y="12675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7"/>
              <p:cNvSpPr/>
              <p:nvPr/>
            </p:nvSpPr>
            <p:spPr>
              <a:xfrm>
                <a:off x="7560551" y="3964449"/>
                <a:ext cx="67629" cy="67629"/>
              </a:xfrm>
              <a:custGeom>
                <a:avLst/>
                <a:gdLst/>
                <a:ahLst/>
                <a:cxnLst/>
                <a:rect l="l" t="t" r="r" b="b"/>
                <a:pathLst>
                  <a:path w="39434" h="39434" extrusionOk="0">
                    <a:moveTo>
                      <a:pt x="32611" y="4807"/>
                    </a:moveTo>
                    <a:cubicBezTo>
                      <a:pt x="24389" y="-2318"/>
                      <a:pt x="11932" y="-1422"/>
                      <a:pt x="4807" y="6824"/>
                    </a:cubicBezTo>
                    <a:cubicBezTo>
                      <a:pt x="-2318" y="15046"/>
                      <a:pt x="-1421" y="27503"/>
                      <a:pt x="6823" y="34627"/>
                    </a:cubicBezTo>
                    <a:cubicBezTo>
                      <a:pt x="15046" y="41752"/>
                      <a:pt x="27503" y="40856"/>
                      <a:pt x="34627" y="32611"/>
                    </a:cubicBezTo>
                    <a:cubicBezTo>
                      <a:pt x="41752" y="24388"/>
                      <a:pt x="40856" y="11931"/>
                      <a:pt x="32611" y="480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7"/>
              <p:cNvSpPr/>
              <p:nvPr/>
            </p:nvSpPr>
            <p:spPr>
              <a:xfrm>
                <a:off x="7370132" y="3960683"/>
                <a:ext cx="67629" cy="67629"/>
              </a:xfrm>
              <a:custGeom>
                <a:avLst/>
                <a:gdLst/>
                <a:ahLst/>
                <a:cxnLst/>
                <a:rect l="l" t="t" r="r" b="b"/>
                <a:pathLst>
                  <a:path w="39434" h="39434" extrusionOk="0">
                    <a:moveTo>
                      <a:pt x="32611" y="4807"/>
                    </a:moveTo>
                    <a:cubicBezTo>
                      <a:pt x="24388" y="-2317"/>
                      <a:pt x="11931" y="-1422"/>
                      <a:pt x="4807" y="6823"/>
                    </a:cubicBezTo>
                    <a:cubicBezTo>
                      <a:pt x="-2317" y="15046"/>
                      <a:pt x="-1422" y="27503"/>
                      <a:pt x="6823" y="34627"/>
                    </a:cubicBezTo>
                    <a:cubicBezTo>
                      <a:pt x="15046" y="41752"/>
                      <a:pt x="27502" y="40856"/>
                      <a:pt x="34627" y="32611"/>
                    </a:cubicBezTo>
                    <a:cubicBezTo>
                      <a:pt x="41752" y="24388"/>
                      <a:pt x="40855" y="11931"/>
                      <a:pt x="32611" y="480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7"/>
              <p:cNvSpPr/>
              <p:nvPr/>
            </p:nvSpPr>
            <p:spPr>
              <a:xfrm>
                <a:off x="7577957" y="4168242"/>
                <a:ext cx="67629" cy="67629"/>
              </a:xfrm>
              <a:custGeom>
                <a:avLst/>
                <a:gdLst/>
                <a:ahLst/>
                <a:cxnLst/>
                <a:rect l="l" t="t" r="r" b="b"/>
                <a:pathLst>
                  <a:path w="39434" h="39434" extrusionOk="0">
                    <a:moveTo>
                      <a:pt x="32611" y="4807"/>
                    </a:moveTo>
                    <a:cubicBezTo>
                      <a:pt x="24388" y="-2317"/>
                      <a:pt x="11932" y="-1422"/>
                      <a:pt x="4807" y="6823"/>
                    </a:cubicBezTo>
                    <a:cubicBezTo>
                      <a:pt x="-2318" y="15046"/>
                      <a:pt x="-1421" y="27502"/>
                      <a:pt x="6823" y="34627"/>
                    </a:cubicBezTo>
                    <a:cubicBezTo>
                      <a:pt x="15046" y="41752"/>
                      <a:pt x="27503" y="40856"/>
                      <a:pt x="34627" y="32611"/>
                    </a:cubicBezTo>
                    <a:cubicBezTo>
                      <a:pt x="41752" y="24388"/>
                      <a:pt x="40856" y="11931"/>
                      <a:pt x="32611" y="480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Google Shape;144;p7"/>
              <p:cNvSpPr/>
              <p:nvPr/>
            </p:nvSpPr>
            <p:spPr>
              <a:xfrm>
                <a:off x="7728075" y="3858745"/>
                <a:ext cx="67629" cy="67629"/>
              </a:xfrm>
              <a:custGeom>
                <a:avLst/>
                <a:gdLst/>
                <a:ahLst/>
                <a:cxnLst/>
                <a:rect l="l" t="t" r="r" b="b"/>
                <a:pathLst>
                  <a:path w="39434" h="39434" extrusionOk="0">
                    <a:moveTo>
                      <a:pt x="32611" y="4807"/>
                    </a:moveTo>
                    <a:cubicBezTo>
                      <a:pt x="24388" y="-2318"/>
                      <a:pt x="11931" y="-1422"/>
                      <a:pt x="4807" y="6824"/>
                    </a:cubicBezTo>
                    <a:cubicBezTo>
                      <a:pt x="-2318" y="15046"/>
                      <a:pt x="-1422" y="27503"/>
                      <a:pt x="6824" y="34627"/>
                    </a:cubicBezTo>
                    <a:cubicBezTo>
                      <a:pt x="15046" y="41752"/>
                      <a:pt x="27503" y="40856"/>
                      <a:pt x="34627" y="32611"/>
                    </a:cubicBezTo>
                    <a:cubicBezTo>
                      <a:pt x="41752" y="24388"/>
                      <a:pt x="40856" y="11931"/>
                      <a:pt x="32611" y="480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5" name="Google Shape;145;p7"/>
            <p:cNvSpPr/>
            <p:nvPr/>
          </p:nvSpPr>
          <p:spPr>
            <a:xfrm>
              <a:off x="8787838" y="2315375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6" name="Google Shape;146;p7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0" y="-1273150"/>
              <a:ext cx="1866024" cy="18619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 txBox="1">
            <a:spLocks noGrp="1"/>
          </p:cNvSpPr>
          <p:nvPr>
            <p:ph type="title"/>
          </p:nvPr>
        </p:nvSpPr>
        <p:spPr>
          <a:xfrm>
            <a:off x="2025450" y="1568100"/>
            <a:ext cx="5093100" cy="200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3600" b="1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49" name="Google Shape;149;p8"/>
          <p:cNvGrpSpPr/>
          <p:nvPr/>
        </p:nvGrpSpPr>
        <p:grpSpPr>
          <a:xfrm>
            <a:off x="-1587679" y="-933911"/>
            <a:ext cx="11864692" cy="7538782"/>
            <a:chOff x="-1587679" y="-933911"/>
            <a:chExt cx="11864692" cy="7538782"/>
          </a:xfrm>
        </p:grpSpPr>
        <p:pic>
          <p:nvPicPr>
            <p:cNvPr id="150" name="Google Shape;150;p8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-782800" y="180675"/>
              <a:ext cx="1866024" cy="1861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" name="Google Shape;151;p8"/>
            <p:cNvSpPr/>
            <p:nvPr/>
          </p:nvSpPr>
          <p:spPr>
            <a:xfrm>
              <a:off x="-1587679" y="3821400"/>
              <a:ext cx="2919372" cy="2783471"/>
            </a:xfrm>
            <a:custGeom>
              <a:avLst/>
              <a:gdLst/>
              <a:ahLst/>
              <a:cxnLst/>
              <a:rect l="l" t="t" r="r" b="b"/>
              <a:pathLst>
                <a:path w="864999" h="824732" extrusionOk="0">
                  <a:moveTo>
                    <a:pt x="41272" y="594188"/>
                  </a:moveTo>
                  <a:cubicBezTo>
                    <a:pt x="-57554" y="390823"/>
                    <a:pt x="27179" y="145876"/>
                    <a:pt x="230544" y="47050"/>
                  </a:cubicBezTo>
                  <a:cubicBezTo>
                    <a:pt x="433910" y="-51777"/>
                    <a:pt x="733681" y="6318"/>
                    <a:pt x="832507" y="209683"/>
                  </a:cubicBezTo>
                  <a:cubicBezTo>
                    <a:pt x="931333" y="413026"/>
                    <a:pt x="791776" y="684635"/>
                    <a:pt x="588433" y="783461"/>
                  </a:cubicBezTo>
                  <a:cubicBezTo>
                    <a:pt x="385068" y="882287"/>
                    <a:pt x="140120" y="797554"/>
                    <a:pt x="41294" y="59418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8"/>
            <p:cNvSpPr/>
            <p:nvPr/>
          </p:nvSpPr>
          <p:spPr>
            <a:xfrm>
              <a:off x="7984738" y="820900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8"/>
            <p:cNvSpPr/>
            <p:nvPr/>
          </p:nvSpPr>
          <p:spPr>
            <a:xfrm>
              <a:off x="324063" y="3464450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8"/>
            <p:cNvSpPr/>
            <p:nvPr/>
          </p:nvSpPr>
          <p:spPr>
            <a:xfrm>
              <a:off x="1220763" y="4003675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8"/>
            <p:cNvSpPr/>
            <p:nvPr/>
          </p:nvSpPr>
          <p:spPr>
            <a:xfrm>
              <a:off x="1372528" y="4224154"/>
              <a:ext cx="722293" cy="772452"/>
            </a:xfrm>
            <a:custGeom>
              <a:avLst/>
              <a:gdLst/>
              <a:ahLst/>
              <a:cxnLst/>
              <a:rect l="l" t="t" r="r" b="b"/>
              <a:pathLst>
                <a:path w="628081" h="671697" extrusionOk="0">
                  <a:moveTo>
                    <a:pt x="593960" y="129034"/>
                  </a:moveTo>
                  <a:lnTo>
                    <a:pt x="451625" y="18535"/>
                  </a:lnTo>
                  <a:cubicBezTo>
                    <a:pt x="426420" y="-1024"/>
                    <a:pt x="392612" y="-5460"/>
                    <a:pt x="363217" y="6930"/>
                  </a:cubicBezTo>
                  <a:lnTo>
                    <a:pt x="62997" y="133582"/>
                  </a:lnTo>
                  <a:cubicBezTo>
                    <a:pt x="31407" y="146913"/>
                    <a:pt x="10392" y="177316"/>
                    <a:pt x="9114" y="211572"/>
                  </a:cubicBezTo>
                  <a:lnTo>
                    <a:pt x="63" y="452420"/>
                  </a:lnTo>
                  <a:cubicBezTo>
                    <a:pt x="-788" y="474959"/>
                    <a:pt x="7031" y="496960"/>
                    <a:pt x="21885" y="513920"/>
                  </a:cubicBezTo>
                  <a:lnTo>
                    <a:pt x="133840" y="641625"/>
                  </a:lnTo>
                  <a:cubicBezTo>
                    <a:pt x="158552" y="669810"/>
                    <a:pt x="198387" y="679310"/>
                    <a:pt x="233159" y="665307"/>
                  </a:cubicBezTo>
                  <a:lnTo>
                    <a:pt x="572788" y="528550"/>
                  </a:lnTo>
                  <a:cubicBezTo>
                    <a:pt x="606193" y="515108"/>
                    <a:pt x="628082" y="482688"/>
                    <a:pt x="628082" y="446684"/>
                  </a:cubicBezTo>
                  <a:lnTo>
                    <a:pt x="628082" y="198735"/>
                  </a:lnTo>
                  <a:cubicBezTo>
                    <a:pt x="628082" y="171468"/>
                    <a:pt x="615491" y="145748"/>
                    <a:pt x="593938" y="12903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8"/>
            <p:cNvSpPr/>
            <p:nvPr/>
          </p:nvSpPr>
          <p:spPr>
            <a:xfrm rot="2574778">
              <a:off x="8179345" y="-556245"/>
              <a:ext cx="1765522" cy="1669537"/>
            </a:xfrm>
            <a:custGeom>
              <a:avLst/>
              <a:gdLst/>
              <a:ahLst/>
              <a:cxnLst/>
              <a:rect l="l" t="t" r="r" b="b"/>
              <a:pathLst>
                <a:path w="534870" h="505791" extrusionOk="0">
                  <a:moveTo>
                    <a:pt x="534513" y="294201"/>
                  </a:moveTo>
                  <a:lnTo>
                    <a:pt x="524184" y="175345"/>
                  </a:lnTo>
                  <a:cubicBezTo>
                    <a:pt x="521429" y="143553"/>
                    <a:pt x="501712" y="115727"/>
                    <a:pt x="472632" y="102575"/>
                  </a:cubicBezTo>
                  <a:lnTo>
                    <a:pt x="263195" y="7849"/>
                  </a:lnTo>
                  <a:cubicBezTo>
                    <a:pt x="231963" y="-6288"/>
                    <a:pt x="195377" y="-1045"/>
                    <a:pt x="169343" y="21292"/>
                  </a:cubicBezTo>
                  <a:lnTo>
                    <a:pt x="42265" y="130357"/>
                  </a:lnTo>
                  <a:cubicBezTo>
                    <a:pt x="25148" y="145054"/>
                    <a:pt x="14304" y="165733"/>
                    <a:pt x="11974" y="188160"/>
                  </a:cubicBezTo>
                  <a:lnTo>
                    <a:pt x="481" y="298189"/>
                  </a:lnTo>
                  <a:cubicBezTo>
                    <a:pt x="-3418" y="335469"/>
                    <a:pt x="16679" y="371160"/>
                    <a:pt x="50577" y="387157"/>
                  </a:cubicBezTo>
                  <a:lnTo>
                    <a:pt x="283942" y="497342"/>
                  </a:lnTo>
                  <a:cubicBezTo>
                    <a:pt x="316495" y="512711"/>
                    <a:pt x="355143" y="506774"/>
                    <a:pt x="381580" y="482308"/>
                  </a:cubicBezTo>
                  <a:lnTo>
                    <a:pt x="506575" y="366589"/>
                  </a:lnTo>
                  <a:cubicBezTo>
                    <a:pt x="526582" y="348061"/>
                    <a:pt x="536910" y="321332"/>
                    <a:pt x="534535" y="2941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8"/>
            <p:cNvSpPr/>
            <p:nvPr/>
          </p:nvSpPr>
          <p:spPr>
            <a:xfrm rot="-1990368">
              <a:off x="7758524" y="202715"/>
              <a:ext cx="471164" cy="431933"/>
            </a:xfrm>
            <a:custGeom>
              <a:avLst/>
              <a:gdLst/>
              <a:ahLst/>
              <a:cxnLst/>
              <a:rect l="l" t="t" r="r" b="b"/>
              <a:pathLst>
                <a:path w="146065" h="133903" extrusionOk="0">
                  <a:moveTo>
                    <a:pt x="143251" y="51634"/>
                  </a:moveTo>
                  <a:cubicBezTo>
                    <a:pt x="135700" y="34025"/>
                    <a:pt x="115290" y="25869"/>
                    <a:pt x="97680" y="33442"/>
                  </a:cubicBezTo>
                  <a:lnTo>
                    <a:pt x="75925" y="42784"/>
                  </a:lnTo>
                  <a:lnTo>
                    <a:pt x="66583" y="21030"/>
                  </a:lnTo>
                  <a:cubicBezTo>
                    <a:pt x="62819" y="12225"/>
                    <a:pt x="55828" y="5773"/>
                    <a:pt x="47561" y="2479"/>
                  </a:cubicBezTo>
                  <a:cubicBezTo>
                    <a:pt x="39317" y="-814"/>
                    <a:pt x="29817" y="-949"/>
                    <a:pt x="21012" y="2815"/>
                  </a:cubicBezTo>
                  <a:cubicBezTo>
                    <a:pt x="3402" y="10365"/>
                    <a:pt x="-4731" y="30776"/>
                    <a:pt x="2820" y="48386"/>
                  </a:cubicBezTo>
                  <a:lnTo>
                    <a:pt x="12162" y="70141"/>
                  </a:lnTo>
                  <a:lnTo>
                    <a:pt x="39540" y="133903"/>
                  </a:lnTo>
                  <a:lnTo>
                    <a:pt x="103303" y="106525"/>
                  </a:lnTo>
                  <a:lnTo>
                    <a:pt x="125058" y="97183"/>
                  </a:lnTo>
                  <a:cubicBezTo>
                    <a:pt x="133863" y="93396"/>
                    <a:pt x="140293" y="86406"/>
                    <a:pt x="143586" y="78184"/>
                  </a:cubicBezTo>
                  <a:cubicBezTo>
                    <a:pt x="146880" y="69939"/>
                    <a:pt x="147014" y="60439"/>
                    <a:pt x="143251" y="516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8" name="Google Shape;158;p8"/>
            <p:cNvGrpSpPr/>
            <p:nvPr/>
          </p:nvGrpSpPr>
          <p:grpSpPr>
            <a:xfrm>
              <a:off x="577545" y="3242560"/>
              <a:ext cx="417843" cy="373630"/>
              <a:chOff x="2957323" y="3936947"/>
              <a:chExt cx="194554" cy="173959"/>
            </a:xfrm>
          </p:grpSpPr>
          <p:sp>
            <p:nvSpPr>
              <p:cNvPr id="159" name="Google Shape;159;p8"/>
              <p:cNvSpPr/>
              <p:nvPr/>
            </p:nvSpPr>
            <p:spPr>
              <a:xfrm rot="-45834">
                <a:off x="3060432" y="3936962"/>
                <a:ext cx="3360" cy="173930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231886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231886"/>
                    </a:lnTo>
                    <a:lnTo>
                      <a:pt x="0" y="23188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8"/>
              <p:cNvSpPr/>
              <p:nvPr/>
            </p:nvSpPr>
            <p:spPr>
              <a:xfrm rot="-206705">
                <a:off x="2957248" y="4012021"/>
                <a:ext cx="194704" cy="3355"/>
              </a:xfrm>
              <a:custGeom>
                <a:avLst/>
                <a:gdLst/>
                <a:ahLst/>
                <a:cxnLst/>
                <a:rect l="l" t="t" r="r" b="b"/>
                <a:pathLst>
                  <a:path w="260003" h="4480" extrusionOk="0">
                    <a:moveTo>
                      <a:pt x="0" y="0"/>
                    </a:moveTo>
                    <a:lnTo>
                      <a:pt x="260004" y="0"/>
                    </a:lnTo>
                    <a:lnTo>
                      <a:pt x="260004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8"/>
              <p:cNvSpPr/>
              <p:nvPr/>
            </p:nvSpPr>
            <p:spPr>
              <a:xfrm rot="-2667569">
                <a:off x="2985839" y="4013185"/>
                <a:ext cx="150521" cy="3358"/>
              </a:xfrm>
              <a:custGeom>
                <a:avLst/>
                <a:gdLst/>
                <a:ahLst/>
                <a:cxnLst/>
                <a:rect l="l" t="t" r="r" b="b"/>
                <a:pathLst>
                  <a:path w="200811" h="4480" extrusionOk="0">
                    <a:moveTo>
                      <a:pt x="0" y="0"/>
                    </a:moveTo>
                    <a:lnTo>
                      <a:pt x="200811" y="0"/>
                    </a:lnTo>
                    <a:lnTo>
                      <a:pt x="200811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8"/>
              <p:cNvSpPr/>
              <p:nvPr/>
            </p:nvSpPr>
            <p:spPr>
              <a:xfrm rot="-2716216">
                <a:off x="3069932" y="3955542"/>
                <a:ext cx="3358" cy="133807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78518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78518"/>
                    </a:lnTo>
                    <a:lnTo>
                      <a:pt x="0" y="1785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3" name="Google Shape;163;p8"/>
            <p:cNvGrpSpPr/>
            <p:nvPr/>
          </p:nvGrpSpPr>
          <p:grpSpPr>
            <a:xfrm rot="4036775">
              <a:off x="8459083" y="1344106"/>
              <a:ext cx="417835" cy="373628"/>
              <a:chOff x="2957323" y="3936947"/>
              <a:chExt cx="194554" cy="173959"/>
            </a:xfrm>
          </p:grpSpPr>
          <p:sp>
            <p:nvSpPr>
              <p:cNvPr id="164" name="Google Shape;164;p8"/>
              <p:cNvSpPr/>
              <p:nvPr/>
            </p:nvSpPr>
            <p:spPr>
              <a:xfrm rot="-45834">
                <a:off x="3060432" y="3936962"/>
                <a:ext cx="3360" cy="173930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231886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231886"/>
                    </a:lnTo>
                    <a:lnTo>
                      <a:pt x="0" y="23188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p8"/>
              <p:cNvSpPr/>
              <p:nvPr/>
            </p:nvSpPr>
            <p:spPr>
              <a:xfrm rot="-206705">
                <a:off x="2957248" y="4012021"/>
                <a:ext cx="194704" cy="3355"/>
              </a:xfrm>
              <a:custGeom>
                <a:avLst/>
                <a:gdLst/>
                <a:ahLst/>
                <a:cxnLst/>
                <a:rect l="l" t="t" r="r" b="b"/>
                <a:pathLst>
                  <a:path w="260003" h="4480" extrusionOk="0">
                    <a:moveTo>
                      <a:pt x="0" y="0"/>
                    </a:moveTo>
                    <a:lnTo>
                      <a:pt x="260004" y="0"/>
                    </a:lnTo>
                    <a:lnTo>
                      <a:pt x="260004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8"/>
              <p:cNvSpPr/>
              <p:nvPr/>
            </p:nvSpPr>
            <p:spPr>
              <a:xfrm rot="-2667569">
                <a:off x="2985839" y="4013185"/>
                <a:ext cx="150521" cy="3358"/>
              </a:xfrm>
              <a:custGeom>
                <a:avLst/>
                <a:gdLst/>
                <a:ahLst/>
                <a:cxnLst/>
                <a:rect l="l" t="t" r="r" b="b"/>
                <a:pathLst>
                  <a:path w="200811" h="4480" extrusionOk="0">
                    <a:moveTo>
                      <a:pt x="0" y="0"/>
                    </a:moveTo>
                    <a:lnTo>
                      <a:pt x="200811" y="0"/>
                    </a:lnTo>
                    <a:lnTo>
                      <a:pt x="200811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8"/>
              <p:cNvSpPr/>
              <p:nvPr/>
            </p:nvSpPr>
            <p:spPr>
              <a:xfrm rot="-2716216">
                <a:off x="3069932" y="3955542"/>
                <a:ext cx="3358" cy="133807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78518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78518"/>
                    </a:lnTo>
                    <a:lnTo>
                      <a:pt x="0" y="1785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8" name="Google Shape;168;p8"/>
            <p:cNvSpPr/>
            <p:nvPr/>
          </p:nvSpPr>
          <p:spPr>
            <a:xfrm rot="-229376">
              <a:off x="8258982" y="621004"/>
              <a:ext cx="471012" cy="431794"/>
            </a:xfrm>
            <a:custGeom>
              <a:avLst/>
              <a:gdLst/>
              <a:ahLst/>
              <a:cxnLst/>
              <a:rect l="l" t="t" r="r" b="b"/>
              <a:pathLst>
                <a:path w="146065" h="133903" extrusionOk="0">
                  <a:moveTo>
                    <a:pt x="143251" y="51634"/>
                  </a:moveTo>
                  <a:cubicBezTo>
                    <a:pt x="135700" y="34025"/>
                    <a:pt x="115290" y="25869"/>
                    <a:pt x="97680" y="33442"/>
                  </a:cubicBezTo>
                  <a:lnTo>
                    <a:pt x="75925" y="42784"/>
                  </a:lnTo>
                  <a:lnTo>
                    <a:pt x="66583" y="21030"/>
                  </a:lnTo>
                  <a:cubicBezTo>
                    <a:pt x="62819" y="12225"/>
                    <a:pt x="55828" y="5773"/>
                    <a:pt x="47561" y="2479"/>
                  </a:cubicBezTo>
                  <a:cubicBezTo>
                    <a:pt x="39317" y="-814"/>
                    <a:pt x="29817" y="-949"/>
                    <a:pt x="21012" y="2815"/>
                  </a:cubicBezTo>
                  <a:cubicBezTo>
                    <a:pt x="3402" y="10365"/>
                    <a:pt x="-4731" y="30776"/>
                    <a:pt x="2820" y="48386"/>
                  </a:cubicBezTo>
                  <a:lnTo>
                    <a:pt x="12162" y="70141"/>
                  </a:lnTo>
                  <a:lnTo>
                    <a:pt x="39540" y="133903"/>
                  </a:lnTo>
                  <a:lnTo>
                    <a:pt x="103303" y="106525"/>
                  </a:lnTo>
                  <a:lnTo>
                    <a:pt x="125058" y="97183"/>
                  </a:lnTo>
                  <a:cubicBezTo>
                    <a:pt x="133863" y="93396"/>
                    <a:pt x="140293" y="86406"/>
                    <a:pt x="143586" y="78184"/>
                  </a:cubicBezTo>
                  <a:cubicBezTo>
                    <a:pt x="146880" y="69939"/>
                    <a:pt x="147014" y="60439"/>
                    <a:pt x="143251" y="5163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9" name="Google Shape;169;p8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148600" y="3079575"/>
              <a:ext cx="1866024" cy="18619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"/>
          <p:cNvSpPr txBox="1">
            <a:spLocks noGrp="1"/>
          </p:cNvSpPr>
          <p:nvPr>
            <p:ph type="title"/>
          </p:nvPr>
        </p:nvSpPr>
        <p:spPr>
          <a:xfrm>
            <a:off x="2135550" y="12653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9pPr>
          </a:lstStyle>
          <a:p>
            <a:endParaRPr/>
          </a:p>
        </p:txBody>
      </p:sp>
      <p:sp>
        <p:nvSpPr>
          <p:cNvPr id="172" name="Google Shape;172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73" name="Google Shape;173;p9"/>
          <p:cNvGrpSpPr/>
          <p:nvPr/>
        </p:nvGrpSpPr>
        <p:grpSpPr>
          <a:xfrm>
            <a:off x="-1060800" y="-1378675"/>
            <a:ext cx="12196856" cy="7669688"/>
            <a:chOff x="-1060800" y="-1378675"/>
            <a:chExt cx="12196856" cy="7669688"/>
          </a:xfrm>
        </p:grpSpPr>
        <p:pic>
          <p:nvPicPr>
            <p:cNvPr id="174" name="Google Shape;174;p9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816750" y="4429113"/>
              <a:ext cx="1866024" cy="1861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" name="Google Shape;175;p9"/>
            <p:cNvSpPr/>
            <p:nvPr/>
          </p:nvSpPr>
          <p:spPr>
            <a:xfrm rot="-5655989">
              <a:off x="8333420" y="3345947"/>
              <a:ext cx="2724703" cy="2685376"/>
            </a:xfrm>
            <a:custGeom>
              <a:avLst/>
              <a:gdLst/>
              <a:ahLst/>
              <a:cxnLst/>
              <a:rect l="l" t="t" r="r" b="b"/>
              <a:pathLst>
                <a:path w="360365" h="346089" extrusionOk="0">
                  <a:moveTo>
                    <a:pt x="172081" y="337120"/>
                  </a:moveTo>
                  <a:lnTo>
                    <a:pt x="10634" y="186673"/>
                  </a:lnTo>
                  <a:cubicBezTo>
                    <a:pt x="-4063" y="172985"/>
                    <a:pt x="-3436" y="149505"/>
                    <a:pt x="11956" y="136600"/>
                  </a:cubicBezTo>
                  <a:lnTo>
                    <a:pt x="165696" y="7797"/>
                  </a:lnTo>
                  <a:cubicBezTo>
                    <a:pt x="178466" y="-2890"/>
                    <a:pt x="197151" y="-2554"/>
                    <a:pt x="209519" y="8581"/>
                  </a:cubicBezTo>
                  <a:lnTo>
                    <a:pt x="349300" y="134426"/>
                  </a:lnTo>
                  <a:cubicBezTo>
                    <a:pt x="362810" y="146592"/>
                    <a:pt x="364132" y="167294"/>
                    <a:pt x="352257" y="181072"/>
                  </a:cubicBezTo>
                  <a:lnTo>
                    <a:pt x="220183" y="334475"/>
                  </a:lnTo>
                  <a:cubicBezTo>
                    <a:pt x="207816" y="348859"/>
                    <a:pt x="185949" y="350047"/>
                    <a:pt x="172081" y="33712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9"/>
            <p:cNvSpPr/>
            <p:nvPr/>
          </p:nvSpPr>
          <p:spPr>
            <a:xfrm rot="2574778">
              <a:off x="-728655" y="4012780"/>
              <a:ext cx="1765522" cy="1669537"/>
            </a:xfrm>
            <a:custGeom>
              <a:avLst/>
              <a:gdLst/>
              <a:ahLst/>
              <a:cxnLst/>
              <a:rect l="l" t="t" r="r" b="b"/>
              <a:pathLst>
                <a:path w="534870" h="505791" extrusionOk="0">
                  <a:moveTo>
                    <a:pt x="534513" y="294201"/>
                  </a:moveTo>
                  <a:lnTo>
                    <a:pt x="524184" y="175345"/>
                  </a:lnTo>
                  <a:cubicBezTo>
                    <a:pt x="521429" y="143553"/>
                    <a:pt x="501712" y="115727"/>
                    <a:pt x="472632" y="102575"/>
                  </a:cubicBezTo>
                  <a:lnTo>
                    <a:pt x="263195" y="7849"/>
                  </a:lnTo>
                  <a:cubicBezTo>
                    <a:pt x="231963" y="-6288"/>
                    <a:pt x="195377" y="-1045"/>
                    <a:pt x="169343" y="21292"/>
                  </a:cubicBezTo>
                  <a:lnTo>
                    <a:pt x="42265" y="130357"/>
                  </a:lnTo>
                  <a:cubicBezTo>
                    <a:pt x="25148" y="145054"/>
                    <a:pt x="14304" y="165733"/>
                    <a:pt x="11974" y="188160"/>
                  </a:cubicBezTo>
                  <a:lnTo>
                    <a:pt x="481" y="298189"/>
                  </a:lnTo>
                  <a:cubicBezTo>
                    <a:pt x="-3418" y="335469"/>
                    <a:pt x="16679" y="371160"/>
                    <a:pt x="50577" y="387157"/>
                  </a:cubicBezTo>
                  <a:lnTo>
                    <a:pt x="283942" y="497342"/>
                  </a:lnTo>
                  <a:cubicBezTo>
                    <a:pt x="316495" y="512711"/>
                    <a:pt x="355143" y="506774"/>
                    <a:pt x="381580" y="482308"/>
                  </a:cubicBezTo>
                  <a:lnTo>
                    <a:pt x="506575" y="366589"/>
                  </a:lnTo>
                  <a:cubicBezTo>
                    <a:pt x="526582" y="348061"/>
                    <a:pt x="536910" y="321332"/>
                    <a:pt x="534535" y="2941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9"/>
            <p:cNvSpPr/>
            <p:nvPr/>
          </p:nvSpPr>
          <p:spPr>
            <a:xfrm>
              <a:off x="7016475" y="4656878"/>
              <a:ext cx="1135110" cy="1135082"/>
            </a:xfrm>
            <a:custGeom>
              <a:avLst/>
              <a:gdLst/>
              <a:ahLst/>
              <a:cxnLst/>
              <a:rect l="l" t="t" r="r" b="b"/>
              <a:pathLst>
                <a:path w="895550" h="895528" extrusionOk="0">
                  <a:moveTo>
                    <a:pt x="695075" y="349621"/>
                  </a:moveTo>
                  <a:lnTo>
                    <a:pt x="809517" y="178743"/>
                  </a:lnTo>
                  <a:lnTo>
                    <a:pt x="612985" y="239145"/>
                  </a:lnTo>
                  <a:lnTo>
                    <a:pt x="626450" y="33988"/>
                  </a:lnTo>
                  <a:lnTo>
                    <a:pt x="486355" y="184456"/>
                  </a:lnTo>
                  <a:lnTo>
                    <a:pt x="395551" y="0"/>
                  </a:lnTo>
                  <a:lnTo>
                    <a:pt x="349644" y="200475"/>
                  </a:lnTo>
                  <a:lnTo>
                    <a:pt x="178743" y="86033"/>
                  </a:lnTo>
                  <a:lnTo>
                    <a:pt x="239145" y="282565"/>
                  </a:lnTo>
                  <a:lnTo>
                    <a:pt x="33987" y="269100"/>
                  </a:lnTo>
                  <a:lnTo>
                    <a:pt x="184455" y="409195"/>
                  </a:lnTo>
                  <a:lnTo>
                    <a:pt x="0" y="499978"/>
                  </a:lnTo>
                  <a:lnTo>
                    <a:pt x="200475" y="545907"/>
                  </a:lnTo>
                  <a:lnTo>
                    <a:pt x="86033" y="716785"/>
                  </a:lnTo>
                  <a:lnTo>
                    <a:pt x="282565" y="656405"/>
                  </a:lnTo>
                  <a:lnTo>
                    <a:pt x="269099" y="861563"/>
                  </a:lnTo>
                  <a:lnTo>
                    <a:pt x="409195" y="711072"/>
                  </a:lnTo>
                  <a:lnTo>
                    <a:pt x="499977" y="895528"/>
                  </a:lnTo>
                  <a:lnTo>
                    <a:pt x="545906" y="695075"/>
                  </a:lnTo>
                  <a:lnTo>
                    <a:pt x="716785" y="809495"/>
                  </a:lnTo>
                  <a:lnTo>
                    <a:pt x="656405" y="612963"/>
                  </a:lnTo>
                  <a:lnTo>
                    <a:pt x="861563" y="626451"/>
                  </a:lnTo>
                  <a:lnTo>
                    <a:pt x="711072" y="486356"/>
                  </a:lnTo>
                  <a:lnTo>
                    <a:pt x="895550" y="395550"/>
                  </a:lnTo>
                  <a:lnTo>
                    <a:pt x="695075" y="34962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8" name="Google Shape;178;p9"/>
            <p:cNvGrpSpPr/>
            <p:nvPr/>
          </p:nvGrpSpPr>
          <p:grpSpPr>
            <a:xfrm>
              <a:off x="292307" y="3187652"/>
              <a:ext cx="494365" cy="743207"/>
              <a:chOff x="2993166" y="926240"/>
              <a:chExt cx="181226" cy="272437"/>
            </a:xfrm>
          </p:grpSpPr>
          <p:sp>
            <p:nvSpPr>
              <p:cNvPr id="179" name="Google Shape;179;p9"/>
              <p:cNvSpPr/>
              <p:nvPr/>
            </p:nvSpPr>
            <p:spPr>
              <a:xfrm>
                <a:off x="2993166" y="926240"/>
                <a:ext cx="181226" cy="272437"/>
              </a:xfrm>
              <a:custGeom>
                <a:avLst/>
                <a:gdLst/>
                <a:ahLst/>
                <a:cxnLst/>
                <a:rect l="l" t="t" r="r" b="b"/>
                <a:pathLst>
                  <a:path w="241634" h="363249" extrusionOk="0">
                    <a:moveTo>
                      <a:pt x="227216" y="140690"/>
                    </a:moveTo>
                    <a:lnTo>
                      <a:pt x="143670" y="132423"/>
                    </a:lnTo>
                    <a:lnTo>
                      <a:pt x="171227" y="19840"/>
                    </a:lnTo>
                    <a:cubicBezTo>
                      <a:pt x="175170" y="3709"/>
                      <a:pt x="154939" y="-6978"/>
                      <a:pt x="143826" y="5367"/>
                    </a:cubicBezTo>
                    <a:lnTo>
                      <a:pt x="4112" y="160787"/>
                    </a:lnTo>
                    <a:cubicBezTo>
                      <a:pt x="-4581" y="170466"/>
                      <a:pt x="1312" y="185925"/>
                      <a:pt x="14262" y="187336"/>
                    </a:cubicBezTo>
                    <a:lnTo>
                      <a:pt x="101101" y="196791"/>
                    </a:lnTo>
                    <a:lnTo>
                      <a:pt x="64089" y="344078"/>
                    </a:lnTo>
                    <a:cubicBezTo>
                      <a:pt x="60034" y="360231"/>
                      <a:pt x="80982" y="370380"/>
                      <a:pt x="91131" y="357184"/>
                    </a:cubicBezTo>
                    <a:lnTo>
                      <a:pt x="238620" y="165873"/>
                    </a:lnTo>
                    <a:cubicBezTo>
                      <a:pt x="245789" y="155880"/>
                      <a:pt x="239449" y="141877"/>
                      <a:pt x="227216" y="14066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9"/>
              <p:cNvSpPr/>
              <p:nvPr/>
            </p:nvSpPr>
            <p:spPr>
              <a:xfrm>
                <a:off x="3043988" y="927157"/>
                <a:ext cx="120479" cy="135334"/>
              </a:xfrm>
              <a:custGeom>
                <a:avLst/>
                <a:gdLst/>
                <a:ahLst/>
                <a:cxnLst/>
                <a:rect l="l" t="t" r="r" b="b"/>
                <a:pathLst>
                  <a:path w="160639" h="180445" extrusionOk="0">
                    <a:moveTo>
                      <a:pt x="160214" y="180445"/>
                    </a:moveTo>
                    <a:lnTo>
                      <a:pt x="0" y="165255"/>
                    </a:lnTo>
                    <a:lnTo>
                      <a:pt x="94233" y="0"/>
                    </a:lnTo>
                    <a:lnTo>
                      <a:pt x="98131" y="2218"/>
                    </a:lnTo>
                    <a:lnTo>
                      <a:pt x="7326" y="161446"/>
                    </a:lnTo>
                    <a:lnTo>
                      <a:pt x="160640" y="175987"/>
                    </a:lnTo>
                    <a:lnTo>
                      <a:pt x="160214" y="18044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1" name="Google Shape;181;p9"/>
            <p:cNvSpPr/>
            <p:nvPr/>
          </p:nvSpPr>
          <p:spPr>
            <a:xfrm>
              <a:off x="7828538" y="4385400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9"/>
            <p:cNvSpPr/>
            <p:nvPr/>
          </p:nvSpPr>
          <p:spPr>
            <a:xfrm>
              <a:off x="6814688" y="4830163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3" name="Google Shape;183;p9"/>
            <p:cNvGrpSpPr/>
            <p:nvPr/>
          </p:nvGrpSpPr>
          <p:grpSpPr>
            <a:xfrm>
              <a:off x="1101020" y="4055498"/>
              <a:ext cx="417843" cy="373630"/>
              <a:chOff x="2957323" y="3936947"/>
              <a:chExt cx="194554" cy="173959"/>
            </a:xfrm>
          </p:grpSpPr>
          <p:sp>
            <p:nvSpPr>
              <p:cNvPr id="184" name="Google Shape;184;p9"/>
              <p:cNvSpPr/>
              <p:nvPr/>
            </p:nvSpPr>
            <p:spPr>
              <a:xfrm rot="-45834">
                <a:off x="3060432" y="3936962"/>
                <a:ext cx="3360" cy="173930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231886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231886"/>
                    </a:lnTo>
                    <a:lnTo>
                      <a:pt x="0" y="23188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9"/>
              <p:cNvSpPr/>
              <p:nvPr/>
            </p:nvSpPr>
            <p:spPr>
              <a:xfrm rot="-206705">
                <a:off x="2957248" y="4012021"/>
                <a:ext cx="194704" cy="3355"/>
              </a:xfrm>
              <a:custGeom>
                <a:avLst/>
                <a:gdLst/>
                <a:ahLst/>
                <a:cxnLst/>
                <a:rect l="l" t="t" r="r" b="b"/>
                <a:pathLst>
                  <a:path w="260003" h="4480" extrusionOk="0">
                    <a:moveTo>
                      <a:pt x="0" y="0"/>
                    </a:moveTo>
                    <a:lnTo>
                      <a:pt x="260004" y="0"/>
                    </a:lnTo>
                    <a:lnTo>
                      <a:pt x="260004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9"/>
              <p:cNvSpPr/>
              <p:nvPr/>
            </p:nvSpPr>
            <p:spPr>
              <a:xfrm rot="-2667569">
                <a:off x="2985839" y="4013185"/>
                <a:ext cx="150521" cy="3358"/>
              </a:xfrm>
              <a:custGeom>
                <a:avLst/>
                <a:gdLst/>
                <a:ahLst/>
                <a:cxnLst/>
                <a:rect l="l" t="t" r="r" b="b"/>
                <a:pathLst>
                  <a:path w="200811" h="4480" extrusionOk="0">
                    <a:moveTo>
                      <a:pt x="0" y="0"/>
                    </a:moveTo>
                    <a:lnTo>
                      <a:pt x="200811" y="0"/>
                    </a:lnTo>
                    <a:lnTo>
                      <a:pt x="200811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9"/>
              <p:cNvSpPr/>
              <p:nvPr/>
            </p:nvSpPr>
            <p:spPr>
              <a:xfrm rot="-2716216">
                <a:off x="3069932" y="3955542"/>
                <a:ext cx="3358" cy="133807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78518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78518"/>
                    </a:lnTo>
                    <a:lnTo>
                      <a:pt x="0" y="1785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8" name="Google Shape;188;p9"/>
            <p:cNvGrpSpPr/>
            <p:nvPr/>
          </p:nvGrpSpPr>
          <p:grpSpPr>
            <a:xfrm>
              <a:off x="8193701" y="3483370"/>
              <a:ext cx="599775" cy="483248"/>
              <a:chOff x="4528496" y="3602214"/>
              <a:chExt cx="116631" cy="93997"/>
            </a:xfrm>
          </p:grpSpPr>
          <p:sp>
            <p:nvSpPr>
              <p:cNvPr id="189" name="Google Shape;189;p9"/>
              <p:cNvSpPr/>
              <p:nvPr/>
            </p:nvSpPr>
            <p:spPr>
              <a:xfrm>
                <a:off x="4579124" y="3602214"/>
                <a:ext cx="66003" cy="54913"/>
              </a:xfrm>
              <a:custGeom>
                <a:avLst/>
                <a:gdLst/>
                <a:ahLst/>
                <a:cxnLst/>
                <a:rect l="l" t="t" r="r" b="b"/>
                <a:pathLst>
                  <a:path w="88004" h="73217" extrusionOk="0">
                    <a:moveTo>
                      <a:pt x="16378" y="73218"/>
                    </a:moveTo>
                    <a:lnTo>
                      <a:pt x="0" y="56840"/>
                    </a:lnTo>
                    <a:lnTo>
                      <a:pt x="1591" y="55249"/>
                    </a:lnTo>
                    <a:lnTo>
                      <a:pt x="16378" y="70036"/>
                    </a:lnTo>
                    <a:lnTo>
                      <a:pt x="86437" y="0"/>
                    </a:lnTo>
                    <a:lnTo>
                      <a:pt x="88005" y="1591"/>
                    </a:lnTo>
                    <a:lnTo>
                      <a:pt x="16378" y="732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9"/>
              <p:cNvSpPr/>
              <p:nvPr/>
            </p:nvSpPr>
            <p:spPr>
              <a:xfrm>
                <a:off x="4528496" y="3692851"/>
                <a:ext cx="3360" cy="3360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4480" extrusionOk="0">
                    <a:moveTo>
                      <a:pt x="2240" y="4481"/>
                    </a:moveTo>
                    <a:cubicBezTo>
                      <a:pt x="1635" y="4481"/>
                      <a:pt x="1075" y="4257"/>
                      <a:pt x="672" y="3831"/>
                    </a:cubicBezTo>
                    <a:cubicBezTo>
                      <a:pt x="246" y="3406"/>
                      <a:pt x="0" y="2845"/>
                      <a:pt x="0" y="2240"/>
                    </a:cubicBezTo>
                    <a:cubicBezTo>
                      <a:pt x="0" y="1949"/>
                      <a:pt x="67" y="1658"/>
                      <a:pt x="179" y="1389"/>
                    </a:cubicBezTo>
                    <a:cubicBezTo>
                      <a:pt x="291" y="1120"/>
                      <a:pt x="448" y="874"/>
                      <a:pt x="672" y="672"/>
                    </a:cubicBezTo>
                    <a:cubicBezTo>
                      <a:pt x="874" y="448"/>
                      <a:pt x="1120" y="292"/>
                      <a:pt x="1389" y="179"/>
                    </a:cubicBezTo>
                    <a:cubicBezTo>
                      <a:pt x="1792" y="0"/>
                      <a:pt x="2240" y="-45"/>
                      <a:pt x="2689" y="45"/>
                    </a:cubicBezTo>
                    <a:cubicBezTo>
                      <a:pt x="2823" y="67"/>
                      <a:pt x="2980" y="112"/>
                      <a:pt x="3114" y="179"/>
                    </a:cubicBezTo>
                    <a:cubicBezTo>
                      <a:pt x="3249" y="224"/>
                      <a:pt x="3361" y="292"/>
                      <a:pt x="3495" y="381"/>
                    </a:cubicBezTo>
                    <a:cubicBezTo>
                      <a:pt x="3607" y="470"/>
                      <a:pt x="3719" y="560"/>
                      <a:pt x="3831" y="672"/>
                    </a:cubicBezTo>
                    <a:cubicBezTo>
                      <a:pt x="4033" y="874"/>
                      <a:pt x="4212" y="1120"/>
                      <a:pt x="4324" y="1389"/>
                    </a:cubicBezTo>
                    <a:cubicBezTo>
                      <a:pt x="4436" y="1658"/>
                      <a:pt x="4481" y="1949"/>
                      <a:pt x="4481" y="2240"/>
                    </a:cubicBezTo>
                    <a:cubicBezTo>
                      <a:pt x="4481" y="2845"/>
                      <a:pt x="4257" y="3406"/>
                      <a:pt x="3831" y="3831"/>
                    </a:cubicBezTo>
                    <a:cubicBezTo>
                      <a:pt x="3406" y="4257"/>
                      <a:pt x="2845" y="4481"/>
                      <a:pt x="2240" y="448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9"/>
              <p:cNvSpPr/>
              <p:nvPr/>
            </p:nvSpPr>
            <p:spPr>
              <a:xfrm>
                <a:off x="4535196" y="3652687"/>
                <a:ext cx="36841" cy="36837"/>
              </a:xfrm>
              <a:custGeom>
                <a:avLst/>
                <a:gdLst/>
                <a:ahLst/>
                <a:cxnLst/>
                <a:rect l="l" t="t" r="r" b="b"/>
                <a:pathLst>
                  <a:path w="49121" h="49116" extrusionOk="0">
                    <a:moveTo>
                      <a:pt x="655" y="48444"/>
                    </a:moveTo>
                    <a:cubicBezTo>
                      <a:pt x="-218" y="47570"/>
                      <a:pt x="-218" y="46159"/>
                      <a:pt x="655" y="45285"/>
                    </a:cubicBezTo>
                    <a:lnTo>
                      <a:pt x="655" y="45285"/>
                    </a:lnTo>
                    <a:cubicBezTo>
                      <a:pt x="1529" y="44412"/>
                      <a:pt x="2941" y="44412"/>
                      <a:pt x="3837" y="45285"/>
                    </a:cubicBezTo>
                    <a:lnTo>
                      <a:pt x="3837" y="45285"/>
                    </a:lnTo>
                    <a:cubicBezTo>
                      <a:pt x="4688" y="46159"/>
                      <a:pt x="4688" y="47570"/>
                      <a:pt x="3837" y="48444"/>
                    </a:cubicBezTo>
                    <a:lnTo>
                      <a:pt x="3837" y="48444"/>
                    </a:lnTo>
                    <a:cubicBezTo>
                      <a:pt x="3389" y="48892"/>
                      <a:pt x="2806" y="49116"/>
                      <a:pt x="2246" y="49116"/>
                    </a:cubicBezTo>
                    <a:lnTo>
                      <a:pt x="2246" y="49116"/>
                    </a:lnTo>
                    <a:cubicBezTo>
                      <a:pt x="1663" y="49116"/>
                      <a:pt x="1103" y="48892"/>
                      <a:pt x="655" y="48444"/>
                    </a:cubicBezTo>
                    <a:close/>
                    <a:moveTo>
                      <a:pt x="9572" y="39527"/>
                    </a:moveTo>
                    <a:cubicBezTo>
                      <a:pt x="8698" y="38653"/>
                      <a:pt x="8698" y="37242"/>
                      <a:pt x="9572" y="36346"/>
                    </a:cubicBezTo>
                    <a:lnTo>
                      <a:pt x="9572" y="36346"/>
                    </a:lnTo>
                    <a:cubicBezTo>
                      <a:pt x="10446" y="35472"/>
                      <a:pt x="11880" y="35472"/>
                      <a:pt x="12754" y="36346"/>
                    </a:cubicBezTo>
                    <a:lnTo>
                      <a:pt x="12754" y="36346"/>
                    </a:lnTo>
                    <a:cubicBezTo>
                      <a:pt x="13628" y="37242"/>
                      <a:pt x="13628" y="38653"/>
                      <a:pt x="12754" y="39527"/>
                    </a:cubicBezTo>
                    <a:lnTo>
                      <a:pt x="12754" y="39527"/>
                    </a:lnTo>
                    <a:cubicBezTo>
                      <a:pt x="12306" y="39953"/>
                      <a:pt x="11745" y="40177"/>
                      <a:pt x="11163" y="40177"/>
                    </a:cubicBezTo>
                    <a:lnTo>
                      <a:pt x="11163" y="40177"/>
                    </a:lnTo>
                    <a:cubicBezTo>
                      <a:pt x="10603" y="40177"/>
                      <a:pt x="10020" y="39953"/>
                      <a:pt x="9572" y="39527"/>
                    </a:cubicBezTo>
                    <a:close/>
                    <a:moveTo>
                      <a:pt x="18512" y="30610"/>
                    </a:moveTo>
                    <a:cubicBezTo>
                      <a:pt x="17638" y="29714"/>
                      <a:pt x="17638" y="28302"/>
                      <a:pt x="18512" y="27429"/>
                    </a:cubicBezTo>
                    <a:lnTo>
                      <a:pt x="18512" y="27429"/>
                    </a:lnTo>
                    <a:cubicBezTo>
                      <a:pt x="19385" y="26555"/>
                      <a:pt x="20797" y="26555"/>
                      <a:pt x="21671" y="27429"/>
                    </a:cubicBezTo>
                    <a:lnTo>
                      <a:pt x="21671" y="27429"/>
                    </a:lnTo>
                    <a:cubicBezTo>
                      <a:pt x="22545" y="28302"/>
                      <a:pt x="22545" y="29714"/>
                      <a:pt x="21671" y="30610"/>
                    </a:cubicBezTo>
                    <a:lnTo>
                      <a:pt x="21671" y="30610"/>
                    </a:lnTo>
                    <a:cubicBezTo>
                      <a:pt x="21245" y="31036"/>
                      <a:pt x="20662" y="31260"/>
                      <a:pt x="20102" y="31260"/>
                    </a:cubicBezTo>
                    <a:lnTo>
                      <a:pt x="20102" y="31260"/>
                    </a:lnTo>
                    <a:cubicBezTo>
                      <a:pt x="19520" y="31260"/>
                      <a:pt x="18937" y="31036"/>
                      <a:pt x="18512" y="30610"/>
                    </a:cubicBezTo>
                    <a:close/>
                    <a:moveTo>
                      <a:pt x="27429" y="21671"/>
                    </a:moveTo>
                    <a:cubicBezTo>
                      <a:pt x="26555" y="20797"/>
                      <a:pt x="26555" y="19385"/>
                      <a:pt x="27429" y="18512"/>
                    </a:cubicBezTo>
                    <a:lnTo>
                      <a:pt x="27429" y="18512"/>
                    </a:lnTo>
                    <a:cubicBezTo>
                      <a:pt x="28302" y="17638"/>
                      <a:pt x="29736" y="17638"/>
                      <a:pt x="30610" y="18512"/>
                    </a:cubicBezTo>
                    <a:lnTo>
                      <a:pt x="30610" y="18512"/>
                    </a:lnTo>
                    <a:cubicBezTo>
                      <a:pt x="31484" y="19385"/>
                      <a:pt x="31484" y="20797"/>
                      <a:pt x="30610" y="21671"/>
                    </a:cubicBezTo>
                    <a:lnTo>
                      <a:pt x="30610" y="21671"/>
                    </a:lnTo>
                    <a:cubicBezTo>
                      <a:pt x="30162" y="22119"/>
                      <a:pt x="29602" y="22320"/>
                      <a:pt x="29019" y="22320"/>
                    </a:cubicBezTo>
                    <a:lnTo>
                      <a:pt x="29019" y="22320"/>
                    </a:lnTo>
                    <a:cubicBezTo>
                      <a:pt x="28437" y="22320"/>
                      <a:pt x="27877" y="22119"/>
                      <a:pt x="27429" y="21671"/>
                    </a:cubicBezTo>
                    <a:close/>
                    <a:moveTo>
                      <a:pt x="36368" y="12754"/>
                    </a:moveTo>
                    <a:cubicBezTo>
                      <a:pt x="35494" y="11880"/>
                      <a:pt x="35494" y="10446"/>
                      <a:pt x="36368" y="9572"/>
                    </a:cubicBezTo>
                    <a:lnTo>
                      <a:pt x="36368" y="9572"/>
                    </a:lnTo>
                    <a:cubicBezTo>
                      <a:pt x="37242" y="8698"/>
                      <a:pt x="38653" y="8698"/>
                      <a:pt x="39527" y="9572"/>
                    </a:cubicBezTo>
                    <a:lnTo>
                      <a:pt x="39527" y="9572"/>
                    </a:lnTo>
                    <a:cubicBezTo>
                      <a:pt x="40401" y="10446"/>
                      <a:pt x="40401" y="11880"/>
                      <a:pt x="39527" y="12754"/>
                    </a:cubicBezTo>
                    <a:lnTo>
                      <a:pt x="39527" y="12754"/>
                    </a:lnTo>
                    <a:cubicBezTo>
                      <a:pt x="39101" y="13179"/>
                      <a:pt x="38519" y="13404"/>
                      <a:pt x="37959" y="13404"/>
                    </a:cubicBezTo>
                    <a:lnTo>
                      <a:pt x="37959" y="13404"/>
                    </a:lnTo>
                    <a:cubicBezTo>
                      <a:pt x="37376" y="13404"/>
                      <a:pt x="36794" y="13179"/>
                      <a:pt x="36368" y="12754"/>
                    </a:cubicBezTo>
                    <a:close/>
                    <a:moveTo>
                      <a:pt x="45285" y="3814"/>
                    </a:moveTo>
                    <a:cubicBezTo>
                      <a:pt x="44411" y="2941"/>
                      <a:pt x="44411" y="1529"/>
                      <a:pt x="45285" y="656"/>
                    </a:cubicBezTo>
                    <a:lnTo>
                      <a:pt x="45285" y="656"/>
                    </a:lnTo>
                    <a:cubicBezTo>
                      <a:pt x="46159" y="-219"/>
                      <a:pt x="47593" y="-219"/>
                      <a:pt x="48466" y="656"/>
                    </a:cubicBezTo>
                    <a:lnTo>
                      <a:pt x="48466" y="656"/>
                    </a:lnTo>
                    <a:cubicBezTo>
                      <a:pt x="49340" y="1529"/>
                      <a:pt x="49340" y="2941"/>
                      <a:pt x="48466" y="3814"/>
                    </a:cubicBezTo>
                    <a:lnTo>
                      <a:pt x="48466" y="3814"/>
                    </a:lnTo>
                    <a:cubicBezTo>
                      <a:pt x="48018" y="4262"/>
                      <a:pt x="47458" y="4464"/>
                      <a:pt x="46876" y="4464"/>
                    </a:cubicBezTo>
                    <a:lnTo>
                      <a:pt x="46876" y="4464"/>
                    </a:lnTo>
                    <a:cubicBezTo>
                      <a:pt x="46293" y="4464"/>
                      <a:pt x="45733" y="4262"/>
                      <a:pt x="45285" y="381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9"/>
              <p:cNvSpPr/>
              <p:nvPr/>
            </p:nvSpPr>
            <p:spPr>
              <a:xfrm>
                <a:off x="4575377" y="3646008"/>
                <a:ext cx="3343" cy="3339"/>
              </a:xfrm>
              <a:custGeom>
                <a:avLst/>
                <a:gdLst/>
                <a:ahLst/>
                <a:cxnLst/>
                <a:rect l="l" t="t" r="r" b="b"/>
                <a:pathLst>
                  <a:path w="4458" h="4452" extrusionOk="0">
                    <a:moveTo>
                      <a:pt x="2218" y="4453"/>
                    </a:moveTo>
                    <a:cubicBezTo>
                      <a:pt x="1927" y="4453"/>
                      <a:pt x="1635" y="4386"/>
                      <a:pt x="1367" y="4274"/>
                    </a:cubicBezTo>
                    <a:cubicBezTo>
                      <a:pt x="1098" y="4161"/>
                      <a:pt x="851" y="4005"/>
                      <a:pt x="650" y="3803"/>
                    </a:cubicBezTo>
                    <a:cubicBezTo>
                      <a:pt x="426" y="3579"/>
                      <a:pt x="269" y="3333"/>
                      <a:pt x="157" y="3064"/>
                    </a:cubicBezTo>
                    <a:cubicBezTo>
                      <a:pt x="45" y="2795"/>
                      <a:pt x="0" y="2504"/>
                      <a:pt x="0" y="2213"/>
                    </a:cubicBezTo>
                    <a:cubicBezTo>
                      <a:pt x="0" y="1921"/>
                      <a:pt x="45" y="1630"/>
                      <a:pt x="157" y="1361"/>
                    </a:cubicBezTo>
                    <a:cubicBezTo>
                      <a:pt x="269" y="1070"/>
                      <a:pt x="426" y="846"/>
                      <a:pt x="650" y="622"/>
                    </a:cubicBezTo>
                    <a:cubicBezTo>
                      <a:pt x="1479" y="-207"/>
                      <a:pt x="2980" y="-207"/>
                      <a:pt x="3809" y="622"/>
                    </a:cubicBezTo>
                    <a:cubicBezTo>
                      <a:pt x="4010" y="846"/>
                      <a:pt x="4190" y="1070"/>
                      <a:pt x="4302" y="1361"/>
                    </a:cubicBezTo>
                    <a:cubicBezTo>
                      <a:pt x="4414" y="1630"/>
                      <a:pt x="4458" y="1921"/>
                      <a:pt x="4458" y="2213"/>
                    </a:cubicBezTo>
                    <a:cubicBezTo>
                      <a:pt x="4458" y="2504"/>
                      <a:pt x="4414" y="2795"/>
                      <a:pt x="4302" y="3064"/>
                    </a:cubicBezTo>
                    <a:cubicBezTo>
                      <a:pt x="4190" y="3333"/>
                      <a:pt x="4033" y="3579"/>
                      <a:pt x="3809" y="3803"/>
                    </a:cubicBezTo>
                    <a:cubicBezTo>
                      <a:pt x="3607" y="4005"/>
                      <a:pt x="3361" y="4161"/>
                      <a:pt x="3092" y="4274"/>
                    </a:cubicBezTo>
                    <a:cubicBezTo>
                      <a:pt x="2823" y="4386"/>
                      <a:pt x="2532" y="4453"/>
                      <a:pt x="2218" y="44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3" name="Google Shape;193;p9"/>
            <p:cNvSpPr/>
            <p:nvPr/>
          </p:nvSpPr>
          <p:spPr>
            <a:xfrm>
              <a:off x="8588793" y="-222669"/>
              <a:ext cx="830637" cy="888319"/>
            </a:xfrm>
            <a:custGeom>
              <a:avLst/>
              <a:gdLst/>
              <a:ahLst/>
              <a:cxnLst/>
              <a:rect l="l" t="t" r="r" b="b"/>
              <a:pathLst>
                <a:path w="628081" h="671697" extrusionOk="0">
                  <a:moveTo>
                    <a:pt x="593960" y="129034"/>
                  </a:moveTo>
                  <a:lnTo>
                    <a:pt x="451625" y="18535"/>
                  </a:lnTo>
                  <a:cubicBezTo>
                    <a:pt x="426420" y="-1024"/>
                    <a:pt x="392612" y="-5460"/>
                    <a:pt x="363217" y="6930"/>
                  </a:cubicBezTo>
                  <a:lnTo>
                    <a:pt x="62997" y="133582"/>
                  </a:lnTo>
                  <a:cubicBezTo>
                    <a:pt x="31407" y="146913"/>
                    <a:pt x="10392" y="177316"/>
                    <a:pt x="9114" y="211572"/>
                  </a:cubicBezTo>
                  <a:lnTo>
                    <a:pt x="63" y="452420"/>
                  </a:lnTo>
                  <a:cubicBezTo>
                    <a:pt x="-788" y="474959"/>
                    <a:pt x="7031" y="496960"/>
                    <a:pt x="21885" y="513920"/>
                  </a:cubicBezTo>
                  <a:lnTo>
                    <a:pt x="133840" y="641625"/>
                  </a:lnTo>
                  <a:cubicBezTo>
                    <a:pt x="158552" y="669810"/>
                    <a:pt x="198387" y="679310"/>
                    <a:pt x="233159" y="665307"/>
                  </a:cubicBezTo>
                  <a:lnTo>
                    <a:pt x="572788" y="528550"/>
                  </a:lnTo>
                  <a:cubicBezTo>
                    <a:pt x="606193" y="515108"/>
                    <a:pt x="628082" y="482688"/>
                    <a:pt x="628082" y="446684"/>
                  </a:cubicBezTo>
                  <a:lnTo>
                    <a:pt x="628082" y="198735"/>
                  </a:lnTo>
                  <a:cubicBezTo>
                    <a:pt x="628082" y="171468"/>
                    <a:pt x="615491" y="145748"/>
                    <a:pt x="593938" y="12903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4" name="Google Shape;194;p9"/>
            <p:cNvGrpSpPr/>
            <p:nvPr/>
          </p:nvGrpSpPr>
          <p:grpSpPr>
            <a:xfrm rot="-1196313">
              <a:off x="67598" y="-4869"/>
              <a:ext cx="1446030" cy="1485771"/>
              <a:chOff x="7297991" y="3693711"/>
              <a:chExt cx="592827" cy="609120"/>
            </a:xfrm>
          </p:grpSpPr>
          <p:sp>
            <p:nvSpPr>
              <p:cNvPr id="195" name="Google Shape;195;p9"/>
              <p:cNvSpPr/>
              <p:nvPr/>
            </p:nvSpPr>
            <p:spPr>
              <a:xfrm>
                <a:off x="7354299" y="3786237"/>
                <a:ext cx="480221" cy="424068"/>
              </a:xfrm>
              <a:custGeom>
                <a:avLst/>
                <a:gdLst/>
                <a:ahLst/>
                <a:cxnLst/>
                <a:rect l="l" t="t" r="r" b="b"/>
                <a:pathLst>
                  <a:path w="280012" h="247270" extrusionOk="0">
                    <a:moveTo>
                      <a:pt x="261427" y="247271"/>
                    </a:moveTo>
                    <a:cubicBezTo>
                      <a:pt x="259052" y="247271"/>
                      <a:pt x="256611" y="246800"/>
                      <a:pt x="254280" y="245837"/>
                    </a:cubicBezTo>
                    <a:cubicBezTo>
                      <a:pt x="206469" y="226233"/>
                      <a:pt x="157269" y="195180"/>
                      <a:pt x="111990" y="156017"/>
                    </a:cubicBezTo>
                    <a:cubicBezTo>
                      <a:pt x="66710" y="116855"/>
                      <a:pt x="28891" y="72628"/>
                      <a:pt x="2634" y="28133"/>
                    </a:cubicBezTo>
                    <a:cubicBezTo>
                      <a:pt x="-1489" y="21142"/>
                      <a:pt x="-727" y="12651"/>
                      <a:pt x="4605" y="6490"/>
                    </a:cubicBezTo>
                    <a:cubicBezTo>
                      <a:pt x="9937" y="329"/>
                      <a:pt x="18227" y="-1643"/>
                      <a:pt x="25733" y="1427"/>
                    </a:cubicBezTo>
                    <a:lnTo>
                      <a:pt x="25733" y="1427"/>
                    </a:lnTo>
                    <a:cubicBezTo>
                      <a:pt x="73544" y="21031"/>
                      <a:pt x="122744" y="52083"/>
                      <a:pt x="168023" y="91246"/>
                    </a:cubicBezTo>
                    <a:cubicBezTo>
                      <a:pt x="213303" y="130409"/>
                      <a:pt x="251122" y="174635"/>
                      <a:pt x="277379" y="219131"/>
                    </a:cubicBezTo>
                    <a:cubicBezTo>
                      <a:pt x="281502" y="226121"/>
                      <a:pt x="280740" y="234612"/>
                      <a:pt x="275408" y="240773"/>
                    </a:cubicBezTo>
                    <a:cubicBezTo>
                      <a:pt x="271734" y="245008"/>
                      <a:pt x="266670" y="247271"/>
                      <a:pt x="261427" y="247271"/>
                    </a:cubicBezTo>
                    <a:close/>
                    <a:moveTo>
                      <a:pt x="18586" y="2233"/>
                    </a:moveTo>
                    <a:cubicBezTo>
                      <a:pt x="13970" y="2233"/>
                      <a:pt x="9512" y="4227"/>
                      <a:pt x="6286" y="7946"/>
                    </a:cubicBezTo>
                    <a:cubicBezTo>
                      <a:pt x="1603" y="13368"/>
                      <a:pt x="908" y="20829"/>
                      <a:pt x="4538" y="26990"/>
                    </a:cubicBezTo>
                    <a:cubicBezTo>
                      <a:pt x="30684" y="71284"/>
                      <a:pt x="68346" y="115308"/>
                      <a:pt x="113446" y="154315"/>
                    </a:cubicBezTo>
                    <a:cubicBezTo>
                      <a:pt x="158546" y="193321"/>
                      <a:pt x="207522" y="224261"/>
                      <a:pt x="255131" y="243753"/>
                    </a:cubicBezTo>
                    <a:cubicBezTo>
                      <a:pt x="261741" y="246464"/>
                      <a:pt x="269045" y="244716"/>
                      <a:pt x="273727" y="239295"/>
                    </a:cubicBezTo>
                    <a:cubicBezTo>
                      <a:pt x="278410" y="233873"/>
                      <a:pt x="279105" y="226412"/>
                      <a:pt x="275475" y="220251"/>
                    </a:cubicBezTo>
                    <a:cubicBezTo>
                      <a:pt x="249329" y="175957"/>
                      <a:pt x="211667" y="131933"/>
                      <a:pt x="166567" y="92926"/>
                    </a:cubicBezTo>
                    <a:cubicBezTo>
                      <a:pt x="121489" y="53920"/>
                      <a:pt x="72490" y="22980"/>
                      <a:pt x="24881" y="3488"/>
                    </a:cubicBezTo>
                    <a:lnTo>
                      <a:pt x="24881" y="3488"/>
                    </a:lnTo>
                    <a:cubicBezTo>
                      <a:pt x="22820" y="2637"/>
                      <a:pt x="20692" y="2233"/>
                      <a:pt x="18586" y="22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9"/>
              <p:cNvSpPr/>
              <p:nvPr/>
            </p:nvSpPr>
            <p:spPr>
              <a:xfrm>
                <a:off x="7512173" y="3693711"/>
                <a:ext cx="164544" cy="609120"/>
              </a:xfrm>
              <a:custGeom>
                <a:avLst/>
                <a:gdLst/>
                <a:ahLst/>
                <a:cxnLst/>
                <a:rect l="l" t="t" r="r" b="b"/>
                <a:pathLst>
                  <a:path w="95944" h="355172" extrusionOk="0">
                    <a:moveTo>
                      <a:pt x="26341" y="355173"/>
                    </a:moveTo>
                    <a:cubicBezTo>
                      <a:pt x="25467" y="355173"/>
                      <a:pt x="24571" y="355106"/>
                      <a:pt x="23697" y="354994"/>
                    </a:cubicBezTo>
                    <a:cubicBezTo>
                      <a:pt x="15632" y="353896"/>
                      <a:pt x="9426" y="348026"/>
                      <a:pt x="7924" y="340050"/>
                    </a:cubicBezTo>
                    <a:cubicBezTo>
                      <a:pt x="-1754" y="289281"/>
                      <a:pt x="-2583" y="231097"/>
                      <a:pt x="5527" y="171792"/>
                    </a:cubicBezTo>
                    <a:cubicBezTo>
                      <a:pt x="13637" y="112488"/>
                      <a:pt x="30060" y="56656"/>
                      <a:pt x="53002" y="10346"/>
                    </a:cubicBezTo>
                    <a:cubicBezTo>
                      <a:pt x="56609" y="3064"/>
                      <a:pt x="64160" y="-901"/>
                      <a:pt x="72225" y="174"/>
                    </a:cubicBezTo>
                    <a:cubicBezTo>
                      <a:pt x="80291" y="1272"/>
                      <a:pt x="86497" y="7142"/>
                      <a:pt x="88020" y="15118"/>
                    </a:cubicBezTo>
                    <a:lnTo>
                      <a:pt x="88020" y="15118"/>
                    </a:lnTo>
                    <a:cubicBezTo>
                      <a:pt x="97699" y="65887"/>
                      <a:pt x="98528" y="124071"/>
                      <a:pt x="90417" y="183375"/>
                    </a:cubicBezTo>
                    <a:cubicBezTo>
                      <a:pt x="82307" y="242680"/>
                      <a:pt x="65907" y="298512"/>
                      <a:pt x="42943" y="344822"/>
                    </a:cubicBezTo>
                    <a:cubicBezTo>
                      <a:pt x="39739" y="351297"/>
                      <a:pt x="33421" y="355173"/>
                      <a:pt x="26385" y="355173"/>
                    </a:cubicBezTo>
                    <a:close/>
                    <a:moveTo>
                      <a:pt x="69559" y="2236"/>
                    </a:moveTo>
                    <a:cubicBezTo>
                      <a:pt x="63375" y="2236"/>
                      <a:pt x="57796" y="5641"/>
                      <a:pt x="54996" y="11332"/>
                    </a:cubicBezTo>
                    <a:cubicBezTo>
                      <a:pt x="32166" y="57418"/>
                      <a:pt x="15811" y="113003"/>
                      <a:pt x="7745" y="172083"/>
                    </a:cubicBezTo>
                    <a:cubicBezTo>
                      <a:pt x="-321" y="231164"/>
                      <a:pt x="486" y="289079"/>
                      <a:pt x="10120" y="339624"/>
                    </a:cubicBezTo>
                    <a:cubicBezTo>
                      <a:pt x="11464" y="346637"/>
                      <a:pt x="16908" y="351789"/>
                      <a:pt x="24011" y="352776"/>
                    </a:cubicBezTo>
                    <a:cubicBezTo>
                      <a:pt x="31113" y="353739"/>
                      <a:pt x="37745" y="350244"/>
                      <a:pt x="40926" y="343836"/>
                    </a:cubicBezTo>
                    <a:cubicBezTo>
                      <a:pt x="63779" y="297750"/>
                      <a:pt x="80111" y="242165"/>
                      <a:pt x="88177" y="183084"/>
                    </a:cubicBezTo>
                    <a:cubicBezTo>
                      <a:pt x="96243" y="124004"/>
                      <a:pt x="95436" y="66088"/>
                      <a:pt x="85802" y="15544"/>
                    </a:cubicBezTo>
                    <a:lnTo>
                      <a:pt x="85802" y="15544"/>
                    </a:lnTo>
                    <a:cubicBezTo>
                      <a:pt x="84458" y="8531"/>
                      <a:pt x="79013" y="3378"/>
                      <a:pt x="71911" y="2392"/>
                    </a:cubicBezTo>
                    <a:cubicBezTo>
                      <a:pt x="71128" y="2280"/>
                      <a:pt x="70343" y="2236"/>
                      <a:pt x="69581" y="223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9"/>
              <p:cNvSpPr/>
              <p:nvPr/>
            </p:nvSpPr>
            <p:spPr>
              <a:xfrm>
                <a:off x="7420485" y="3892425"/>
                <a:ext cx="342239" cy="96750"/>
              </a:xfrm>
              <a:custGeom>
                <a:avLst/>
                <a:gdLst/>
                <a:ahLst/>
                <a:cxnLst/>
                <a:rect l="l" t="t" r="r" b="b"/>
                <a:pathLst>
                  <a:path w="199556" h="56414" extrusionOk="0">
                    <a:moveTo>
                      <a:pt x="963" y="56392"/>
                    </a:moveTo>
                    <a:lnTo>
                      <a:pt x="0" y="54376"/>
                    </a:lnTo>
                    <a:cubicBezTo>
                      <a:pt x="28006" y="40978"/>
                      <a:pt x="58162" y="29619"/>
                      <a:pt x="89573" y="20567"/>
                    </a:cubicBezTo>
                    <a:cubicBezTo>
                      <a:pt x="126563" y="9925"/>
                      <a:pt x="163508" y="3002"/>
                      <a:pt x="199377" y="0"/>
                    </a:cubicBezTo>
                    <a:lnTo>
                      <a:pt x="199557" y="2240"/>
                    </a:lnTo>
                    <a:cubicBezTo>
                      <a:pt x="163821" y="5220"/>
                      <a:pt x="127033" y="12121"/>
                      <a:pt x="90178" y="22740"/>
                    </a:cubicBezTo>
                    <a:cubicBezTo>
                      <a:pt x="58879" y="31747"/>
                      <a:pt x="28857" y="43084"/>
                      <a:pt x="963" y="5641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9"/>
              <p:cNvSpPr/>
              <p:nvPr/>
            </p:nvSpPr>
            <p:spPr>
              <a:xfrm>
                <a:off x="7297991" y="3889514"/>
                <a:ext cx="592827" cy="217467"/>
              </a:xfrm>
              <a:custGeom>
                <a:avLst/>
                <a:gdLst/>
                <a:ahLst/>
                <a:cxnLst/>
                <a:rect l="l" t="t" r="r" b="b"/>
                <a:pathLst>
                  <a:path w="345672" h="126803" extrusionOk="0">
                    <a:moveTo>
                      <a:pt x="36028" y="126804"/>
                    </a:moveTo>
                    <a:cubicBezTo>
                      <a:pt x="29889" y="126804"/>
                      <a:pt x="23795" y="126670"/>
                      <a:pt x="17813" y="126401"/>
                    </a:cubicBezTo>
                    <a:cubicBezTo>
                      <a:pt x="9703" y="126043"/>
                      <a:pt x="3004" y="120755"/>
                      <a:pt x="763" y="112936"/>
                    </a:cubicBezTo>
                    <a:cubicBezTo>
                      <a:pt x="-1500" y="105117"/>
                      <a:pt x="1368" y="97073"/>
                      <a:pt x="8045" y="92458"/>
                    </a:cubicBezTo>
                    <a:cubicBezTo>
                      <a:pt x="15976" y="86991"/>
                      <a:pt x="24400" y="81592"/>
                      <a:pt x="33093" y="76461"/>
                    </a:cubicBezTo>
                    <a:lnTo>
                      <a:pt x="34235" y="78388"/>
                    </a:lnTo>
                    <a:cubicBezTo>
                      <a:pt x="25588" y="83497"/>
                      <a:pt x="17208" y="88851"/>
                      <a:pt x="9322" y="94295"/>
                    </a:cubicBezTo>
                    <a:cubicBezTo>
                      <a:pt x="3452" y="98350"/>
                      <a:pt x="920" y="105430"/>
                      <a:pt x="2914" y="112308"/>
                    </a:cubicBezTo>
                    <a:cubicBezTo>
                      <a:pt x="4886" y="119187"/>
                      <a:pt x="10778" y="123847"/>
                      <a:pt x="17925" y="124160"/>
                    </a:cubicBezTo>
                    <a:cubicBezTo>
                      <a:pt x="69321" y="126401"/>
                      <a:pt x="126766" y="118895"/>
                      <a:pt x="184054" y="102406"/>
                    </a:cubicBezTo>
                    <a:cubicBezTo>
                      <a:pt x="241365" y="85916"/>
                      <a:pt x="294015" y="61741"/>
                      <a:pt x="336337" y="32504"/>
                    </a:cubicBezTo>
                    <a:cubicBezTo>
                      <a:pt x="342207" y="28449"/>
                      <a:pt x="344739" y="21369"/>
                      <a:pt x="342745" y="14491"/>
                    </a:cubicBezTo>
                    <a:cubicBezTo>
                      <a:pt x="340773" y="7612"/>
                      <a:pt x="334881" y="2952"/>
                      <a:pt x="327734" y="2639"/>
                    </a:cubicBezTo>
                    <a:cubicBezTo>
                      <a:pt x="323007" y="2437"/>
                      <a:pt x="318167" y="2303"/>
                      <a:pt x="313373" y="2258"/>
                    </a:cubicBezTo>
                    <a:cubicBezTo>
                      <a:pt x="309004" y="2213"/>
                      <a:pt x="304523" y="2258"/>
                      <a:pt x="300042" y="2348"/>
                    </a:cubicBezTo>
                    <a:lnTo>
                      <a:pt x="299997" y="107"/>
                    </a:lnTo>
                    <a:cubicBezTo>
                      <a:pt x="304478" y="18"/>
                      <a:pt x="309004" y="-27"/>
                      <a:pt x="313395" y="18"/>
                    </a:cubicBezTo>
                    <a:cubicBezTo>
                      <a:pt x="318212" y="62"/>
                      <a:pt x="323074" y="196"/>
                      <a:pt x="327846" y="398"/>
                    </a:cubicBezTo>
                    <a:cubicBezTo>
                      <a:pt x="335956" y="757"/>
                      <a:pt x="342655" y="6044"/>
                      <a:pt x="344918" y="13863"/>
                    </a:cubicBezTo>
                    <a:cubicBezTo>
                      <a:pt x="347159" y="21683"/>
                      <a:pt x="344313" y="29726"/>
                      <a:pt x="337637" y="34341"/>
                    </a:cubicBezTo>
                    <a:cubicBezTo>
                      <a:pt x="295113" y="63713"/>
                      <a:pt x="242239" y="87977"/>
                      <a:pt x="184704" y="104534"/>
                    </a:cubicBezTo>
                    <a:cubicBezTo>
                      <a:pt x="133868" y="119164"/>
                      <a:pt x="82876" y="126759"/>
                      <a:pt x="36073" y="12675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9"/>
              <p:cNvSpPr/>
              <p:nvPr/>
            </p:nvSpPr>
            <p:spPr>
              <a:xfrm>
                <a:off x="7560551" y="3964449"/>
                <a:ext cx="67629" cy="67629"/>
              </a:xfrm>
              <a:custGeom>
                <a:avLst/>
                <a:gdLst/>
                <a:ahLst/>
                <a:cxnLst/>
                <a:rect l="l" t="t" r="r" b="b"/>
                <a:pathLst>
                  <a:path w="39434" h="39434" extrusionOk="0">
                    <a:moveTo>
                      <a:pt x="32611" y="4807"/>
                    </a:moveTo>
                    <a:cubicBezTo>
                      <a:pt x="24389" y="-2318"/>
                      <a:pt x="11932" y="-1422"/>
                      <a:pt x="4807" y="6824"/>
                    </a:cubicBezTo>
                    <a:cubicBezTo>
                      <a:pt x="-2318" y="15046"/>
                      <a:pt x="-1421" y="27503"/>
                      <a:pt x="6823" y="34627"/>
                    </a:cubicBezTo>
                    <a:cubicBezTo>
                      <a:pt x="15046" y="41752"/>
                      <a:pt x="27503" y="40856"/>
                      <a:pt x="34627" y="32611"/>
                    </a:cubicBezTo>
                    <a:cubicBezTo>
                      <a:pt x="41752" y="24388"/>
                      <a:pt x="40856" y="11931"/>
                      <a:pt x="32611" y="480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9"/>
              <p:cNvSpPr/>
              <p:nvPr/>
            </p:nvSpPr>
            <p:spPr>
              <a:xfrm>
                <a:off x="7370132" y="3960683"/>
                <a:ext cx="67629" cy="67629"/>
              </a:xfrm>
              <a:custGeom>
                <a:avLst/>
                <a:gdLst/>
                <a:ahLst/>
                <a:cxnLst/>
                <a:rect l="l" t="t" r="r" b="b"/>
                <a:pathLst>
                  <a:path w="39434" h="39434" extrusionOk="0">
                    <a:moveTo>
                      <a:pt x="32611" y="4807"/>
                    </a:moveTo>
                    <a:cubicBezTo>
                      <a:pt x="24388" y="-2317"/>
                      <a:pt x="11931" y="-1422"/>
                      <a:pt x="4807" y="6823"/>
                    </a:cubicBezTo>
                    <a:cubicBezTo>
                      <a:pt x="-2317" y="15046"/>
                      <a:pt x="-1422" y="27503"/>
                      <a:pt x="6823" y="34627"/>
                    </a:cubicBezTo>
                    <a:cubicBezTo>
                      <a:pt x="15046" y="41752"/>
                      <a:pt x="27502" y="40856"/>
                      <a:pt x="34627" y="32611"/>
                    </a:cubicBezTo>
                    <a:cubicBezTo>
                      <a:pt x="41752" y="24388"/>
                      <a:pt x="40855" y="11931"/>
                      <a:pt x="32611" y="480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9"/>
              <p:cNvSpPr/>
              <p:nvPr/>
            </p:nvSpPr>
            <p:spPr>
              <a:xfrm>
                <a:off x="7577957" y="4168242"/>
                <a:ext cx="67629" cy="67629"/>
              </a:xfrm>
              <a:custGeom>
                <a:avLst/>
                <a:gdLst/>
                <a:ahLst/>
                <a:cxnLst/>
                <a:rect l="l" t="t" r="r" b="b"/>
                <a:pathLst>
                  <a:path w="39434" h="39434" extrusionOk="0">
                    <a:moveTo>
                      <a:pt x="32611" y="4807"/>
                    </a:moveTo>
                    <a:cubicBezTo>
                      <a:pt x="24388" y="-2317"/>
                      <a:pt x="11932" y="-1422"/>
                      <a:pt x="4807" y="6823"/>
                    </a:cubicBezTo>
                    <a:cubicBezTo>
                      <a:pt x="-2318" y="15046"/>
                      <a:pt x="-1421" y="27502"/>
                      <a:pt x="6823" y="34627"/>
                    </a:cubicBezTo>
                    <a:cubicBezTo>
                      <a:pt x="15046" y="41752"/>
                      <a:pt x="27503" y="40856"/>
                      <a:pt x="34627" y="32611"/>
                    </a:cubicBezTo>
                    <a:cubicBezTo>
                      <a:pt x="41752" y="24388"/>
                      <a:pt x="40856" y="11931"/>
                      <a:pt x="32611" y="480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9"/>
              <p:cNvSpPr/>
              <p:nvPr/>
            </p:nvSpPr>
            <p:spPr>
              <a:xfrm>
                <a:off x="7728075" y="3858745"/>
                <a:ext cx="67629" cy="67629"/>
              </a:xfrm>
              <a:custGeom>
                <a:avLst/>
                <a:gdLst/>
                <a:ahLst/>
                <a:cxnLst/>
                <a:rect l="l" t="t" r="r" b="b"/>
                <a:pathLst>
                  <a:path w="39434" h="39434" extrusionOk="0">
                    <a:moveTo>
                      <a:pt x="32611" y="4807"/>
                    </a:moveTo>
                    <a:cubicBezTo>
                      <a:pt x="24388" y="-2318"/>
                      <a:pt x="11931" y="-1422"/>
                      <a:pt x="4807" y="6824"/>
                    </a:cubicBezTo>
                    <a:cubicBezTo>
                      <a:pt x="-2318" y="15046"/>
                      <a:pt x="-1422" y="27503"/>
                      <a:pt x="6824" y="34627"/>
                    </a:cubicBezTo>
                    <a:cubicBezTo>
                      <a:pt x="15046" y="41752"/>
                      <a:pt x="27503" y="40856"/>
                      <a:pt x="34627" y="32611"/>
                    </a:cubicBezTo>
                    <a:cubicBezTo>
                      <a:pt x="41752" y="24388"/>
                      <a:pt x="40856" y="11931"/>
                      <a:pt x="32611" y="480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3" name="Google Shape;203;p9"/>
            <p:cNvSpPr/>
            <p:nvPr/>
          </p:nvSpPr>
          <p:spPr>
            <a:xfrm>
              <a:off x="1147000" y="4771675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4" name="Google Shape;204;p9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5398050" y="-1378675"/>
              <a:ext cx="1866024" cy="1861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5" name="Google Shape;205;p9"/>
            <p:cNvGrpSpPr/>
            <p:nvPr/>
          </p:nvGrpSpPr>
          <p:grpSpPr>
            <a:xfrm rot="1994211">
              <a:off x="7520184" y="246968"/>
              <a:ext cx="1194207" cy="982085"/>
              <a:chOff x="6450059" y="3493418"/>
              <a:chExt cx="375098" cy="308495"/>
            </a:xfrm>
          </p:grpSpPr>
          <p:sp>
            <p:nvSpPr>
              <p:cNvPr id="206" name="Google Shape;206;p9"/>
              <p:cNvSpPr/>
              <p:nvPr/>
            </p:nvSpPr>
            <p:spPr>
              <a:xfrm rot="-2700000">
                <a:off x="6526781" y="3538596"/>
                <a:ext cx="218139" cy="218139"/>
              </a:xfrm>
              <a:custGeom>
                <a:avLst/>
                <a:gdLst/>
                <a:ahLst/>
                <a:cxnLst/>
                <a:rect l="l" t="t" r="r" b="b"/>
                <a:pathLst>
                  <a:path w="291033" h="291033" extrusionOk="0">
                    <a:moveTo>
                      <a:pt x="291034" y="145517"/>
                    </a:moveTo>
                    <a:cubicBezTo>
                      <a:pt x="291034" y="225884"/>
                      <a:pt x="225884" y="291034"/>
                      <a:pt x="145517" y="291034"/>
                    </a:cubicBezTo>
                    <a:cubicBezTo>
                      <a:pt x="65150" y="291034"/>
                      <a:pt x="0" y="225884"/>
                      <a:pt x="0" y="145517"/>
                    </a:cubicBezTo>
                    <a:cubicBezTo>
                      <a:pt x="0" y="65150"/>
                      <a:pt x="65150" y="0"/>
                      <a:pt x="145517" y="0"/>
                    </a:cubicBezTo>
                    <a:cubicBezTo>
                      <a:pt x="225884" y="0"/>
                      <a:pt x="291034" y="65150"/>
                      <a:pt x="291034" y="1455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9"/>
              <p:cNvSpPr/>
              <p:nvPr/>
            </p:nvSpPr>
            <p:spPr>
              <a:xfrm>
                <a:off x="6552423" y="3558567"/>
                <a:ext cx="172641" cy="178224"/>
              </a:xfrm>
              <a:custGeom>
                <a:avLst/>
                <a:gdLst/>
                <a:ahLst/>
                <a:cxnLst/>
                <a:rect l="l" t="t" r="r" b="b"/>
                <a:pathLst>
                  <a:path w="230188" h="237632" extrusionOk="0">
                    <a:moveTo>
                      <a:pt x="111283" y="237633"/>
                    </a:moveTo>
                    <a:cubicBezTo>
                      <a:pt x="94412" y="237633"/>
                      <a:pt x="77609" y="234003"/>
                      <a:pt x="61836" y="226767"/>
                    </a:cubicBezTo>
                    <a:cubicBezTo>
                      <a:pt x="33002" y="213548"/>
                      <a:pt x="11023" y="189889"/>
                      <a:pt x="0" y="160136"/>
                    </a:cubicBezTo>
                    <a:lnTo>
                      <a:pt x="2106" y="159351"/>
                    </a:lnTo>
                    <a:cubicBezTo>
                      <a:pt x="12927" y="188544"/>
                      <a:pt x="34480" y="211756"/>
                      <a:pt x="62777" y="224728"/>
                    </a:cubicBezTo>
                    <a:cubicBezTo>
                      <a:pt x="91074" y="237700"/>
                      <a:pt x="122732" y="238887"/>
                      <a:pt x="151924" y="228044"/>
                    </a:cubicBezTo>
                    <a:cubicBezTo>
                      <a:pt x="181117" y="217200"/>
                      <a:pt x="204328" y="195669"/>
                      <a:pt x="217301" y="167372"/>
                    </a:cubicBezTo>
                    <a:cubicBezTo>
                      <a:pt x="230273" y="139076"/>
                      <a:pt x="231460" y="107418"/>
                      <a:pt x="220616" y="78225"/>
                    </a:cubicBezTo>
                    <a:cubicBezTo>
                      <a:pt x="198257" y="17980"/>
                      <a:pt x="131044" y="-12826"/>
                      <a:pt x="70798" y="9533"/>
                    </a:cubicBezTo>
                    <a:lnTo>
                      <a:pt x="70014" y="7427"/>
                    </a:lnTo>
                    <a:cubicBezTo>
                      <a:pt x="131424" y="-15358"/>
                      <a:pt x="199915" y="16053"/>
                      <a:pt x="222700" y="77441"/>
                    </a:cubicBezTo>
                    <a:cubicBezTo>
                      <a:pt x="233745" y="107194"/>
                      <a:pt x="232535" y="139457"/>
                      <a:pt x="219317" y="168291"/>
                    </a:cubicBezTo>
                    <a:cubicBezTo>
                      <a:pt x="206098" y="197126"/>
                      <a:pt x="182439" y="219104"/>
                      <a:pt x="152686" y="230127"/>
                    </a:cubicBezTo>
                    <a:cubicBezTo>
                      <a:pt x="139221" y="235123"/>
                      <a:pt x="125241" y="237610"/>
                      <a:pt x="111283" y="23761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9"/>
              <p:cNvSpPr/>
              <p:nvPr/>
            </p:nvSpPr>
            <p:spPr>
              <a:xfrm>
                <a:off x="6450059" y="3577630"/>
                <a:ext cx="375098" cy="148996"/>
              </a:xfrm>
              <a:custGeom>
                <a:avLst/>
                <a:gdLst/>
                <a:ahLst/>
                <a:cxnLst/>
                <a:rect l="l" t="t" r="r" b="b"/>
                <a:pathLst>
                  <a:path w="500131" h="198661" extrusionOk="0">
                    <a:moveTo>
                      <a:pt x="20588" y="198662"/>
                    </a:moveTo>
                    <a:cubicBezTo>
                      <a:pt x="9744" y="198662"/>
                      <a:pt x="2148" y="196780"/>
                      <a:pt x="379" y="192008"/>
                    </a:cubicBezTo>
                    <a:cubicBezTo>
                      <a:pt x="-6052" y="174689"/>
                      <a:pt x="71064" y="135997"/>
                      <a:pt x="104537" y="120179"/>
                    </a:cubicBezTo>
                    <a:lnTo>
                      <a:pt x="105500" y="122195"/>
                    </a:lnTo>
                    <a:cubicBezTo>
                      <a:pt x="24822" y="160372"/>
                      <a:pt x="-607" y="182889"/>
                      <a:pt x="2485" y="191223"/>
                    </a:cubicBezTo>
                    <a:cubicBezTo>
                      <a:pt x="6450" y="201865"/>
                      <a:pt x="55785" y="195749"/>
                      <a:pt x="128218" y="175607"/>
                    </a:cubicBezTo>
                    <a:cubicBezTo>
                      <a:pt x="168838" y="164338"/>
                      <a:pt x="215147" y="149148"/>
                      <a:pt x="262107" y="131717"/>
                    </a:cubicBezTo>
                    <a:cubicBezTo>
                      <a:pt x="309067" y="114286"/>
                      <a:pt x="354033" y="95579"/>
                      <a:pt x="392187" y="77610"/>
                    </a:cubicBezTo>
                    <a:cubicBezTo>
                      <a:pt x="460208" y="45617"/>
                      <a:pt x="501611" y="18059"/>
                      <a:pt x="497645" y="7395"/>
                    </a:cubicBezTo>
                    <a:cubicBezTo>
                      <a:pt x="494553" y="-940"/>
                      <a:pt x="460588" y="-1410"/>
                      <a:pt x="374555" y="22294"/>
                    </a:cubicBezTo>
                    <a:lnTo>
                      <a:pt x="373950" y="20143"/>
                    </a:lnTo>
                    <a:cubicBezTo>
                      <a:pt x="409641" y="10307"/>
                      <a:pt x="493321" y="-10685"/>
                      <a:pt x="499751" y="6611"/>
                    </a:cubicBezTo>
                    <a:cubicBezTo>
                      <a:pt x="506271" y="24198"/>
                      <a:pt x="427362" y="63518"/>
                      <a:pt x="393128" y="79627"/>
                    </a:cubicBezTo>
                    <a:cubicBezTo>
                      <a:pt x="354929" y="97617"/>
                      <a:pt x="309874" y="116348"/>
                      <a:pt x="262869" y="133801"/>
                    </a:cubicBezTo>
                    <a:cubicBezTo>
                      <a:pt x="215842" y="151254"/>
                      <a:pt x="169487" y="166444"/>
                      <a:pt x="128801" y="177736"/>
                    </a:cubicBezTo>
                    <a:cubicBezTo>
                      <a:pt x="102252" y="185129"/>
                      <a:pt x="49691" y="198639"/>
                      <a:pt x="20588" y="1986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9"/>
              <p:cNvSpPr/>
              <p:nvPr/>
            </p:nvSpPr>
            <p:spPr>
              <a:xfrm>
                <a:off x="6509341" y="3594800"/>
                <a:ext cx="248904" cy="94169"/>
              </a:xfrm>
              <a:custGeom>
                <a:avLst/>
                <a:gdLst/>
                <a:ahLst/>
                <a:cxnLst/>
                <a:rect l="l" t="t" r="r" b="b"/>
                <a:pathLst>
                  <a:path w="331872" h="125559" extrusionOk="0">
                    <a:moveTo>
                      <a:pt x="2798" y="125515"/>
                    </a:moveTo>
                    <a:cubicBezTo>
                      <a:pt x="602" y="125515"/>
                      <a:pt x="356" y="124865"/>
                      <a:pt x="154" y="124283"/>
                    </a:cubicBezTo>
                    <a:cubicBezTo>
                      <a:pt x="-384" y="122849"/>
                      <a:pt x="-1101" y="120900"/>
                      <a:pt x="27980" y="107815"/>
                    </a:cubicBezTo>
                    <a:lnTo>
                      <a:pt x="28899" y="109854"/>
                    </a:lnTo>
                    <a:cubicBezTo>
                      <a:pt x="9788" y="118457"/>
                      <a:pt x="4366" y="121975"/>
                      <a:pt x="2865" y="123297"/>
                    </a:cubicBezTo>
                    <a:cubicBezTo>
                      <a:pt x="4837" y="123409"/>
                      <a:pt x="11244" y="122423"/>
                      <a:pt x="30871" y="116643"/>
                    </a:cubicBezTo>
                    <a:cubicBezTo>
                      <a:pt x="34141" y="115679"/>
                      <a:pt x="37659" y="114604"/>
                      <a:pt x="41378" y="113461"/>
                    </a:cubicBezTo>
                    <a:cubicBezTo>
                      <a:pt x="73260" y="103626"/>
                      <a:pt x="119570" y="87584"/>
                      <a:pt x="168434" y="69437"/>
                    </a:cubicBezTo>
                    <a:cubicBezTo>
                      <a:pt x="217275" y="51311"/>
                      <a:pt x="262824" y="33253"/>
                      <a:pt x="293428" y="19900"/>
                    </a:cubicBezTo>
                    <a:cubicBezTo>
                      <a:pt x="296991" y="18332"/>
                      <a:pt x="300351" y="16854"/>
                      <a:pt x="303465" y="15464"/>
                    </a:cubicBezTo>
                    <a:cubicBezTo>
                      <a:pt x="322151" y="7018"/>
                      <a:pt x="327505" y="3545"/>
                      <a:pt x="329029" y="2223"/>
                    </a:cubicBezTo>
                    <a:lnTo>
                      <a:pt x="328962" y="2223"/>
                    </a:lnTo>
                    <a:cubicBezTo>
                      <a:pt x="326833" y="2223"/>
                      <a:pt x="320358" y="3164"/>
                      <a:pt x="300531" y="9056"/>
                    </a:cubicBezTo>
                    <a:lnTo>
                      <a:pt x="299881" y="6906"/>
                    </a:lnTo>
                    <a:cubicBezTo>
                      <a:pt x="330440" y="-2168"/>
                      <a:pt x="331180" y="-196"/>
                      <a:pt x="331717" y="1237"/>
                    </a:cubicBezTo>
                    <a:cubicBezTo>
                      <a:pt x="332255" y="2649"/>
                      <a:pt x="332972" y="4598"/>
                      <a:pt x="304384" y="17525"/>
                    </a:cubicBezTo>
                    <a:cubicBezTo>
                      <a:pt x="301270" y="18915"/>
                      <a:pt x="297887" y="20416"/>
                      <a:pt x="294325" y="21984"/>
                    </a:cubicBezTo>
                    <a:cubicBezTo>
                      <a:pt x="263697" y="35360"/>
                      <a:pt x="218082" y="53417"/>
                      <a:pt x="169218" y="71565"/>
                    </a:cubicBezTo>
                    <a:cubicBezTo>
                      <a:pt x="120309" y="89712"/>
                      <a:pt x="73954" y="105777"/>
                      <a:pt x="42050" y="115634"/>
                    </a:cubicBezTo>
                    <a:cubicBezTo>
                      <a:pt x="38309" y="116777"/>
                      <a:pt x="34791" y="117852"/>
                      <a:pt x="31520" y="118838"/>
                    </a:cubicBezTo>
                    <a:cubicBezTo>
                      <a:pt x="13574" y="124126"/>
                      <a:pt x="6069" y="125559"/>
                      <a:pt x="2820" y="12555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0" name="Google Shape;210;p9"/>
            <p:cNvGrpSpPr/>
            <p:nvPr/>
          </p:nvGrpSpPr>
          <p:grpSpPr>
            <a:xfrm rot="5400000">
              <a:off x="1701520" y="100548"/>
              <a:ext cx="417843" cy="373630"/>
              <a:chOff x="2957323" y="3936947"/>
              <a:chExt cx="194554" cy="173959"/>
            </a:xfrm>
          </p:grpSpPr>
          <p:sp>
            <p:nvSpPr>
              <p:cNvPr id="211" name="Google Shape;211;p9"/>
              <p:cNvSpPr/>
              <p:nvPr/>
            </p:nvSpPr>
            <p:spPr>
              <a:xfrm rot="-45834">
                <a:off x="3060432" y="3936962"/>
                <a:ext cx="3360" cy="173930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231886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231886"/>
                    </a:lnTo>
                    <a:lnTo>
                      <a:pt x="0" y="23188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9"/>
              <p:cNvSpPr/>
              <p:nvPr/>
            </p:nvSpPr>
            <p:spPr>
              <a:xfrm rot="-206705">
                <a:off x="2957248" y="4012021"/>
                <a:ext cx="194704" cy="3355"/>
              </a:xfrm>
              <a:custGeom>
                <a:avLst/>
                <a:gdLst/>
                <a:ahLst/>
                <a:cxnLst/>
                <a:rect l="l" t="t" r="r" b="b"/>
                <a:pathLst>
                  <a:path w="260003" h="4480" extrusionOk="0">
                    <a:moveTo>
                      <a:pt x="0" y="0"/>
                    </a:moveTo>
                    <a:lnTo>
                      <a:pt x="260004" y="0"/>
                    </a:lnTo>
                    <a:lnTo>
                      <a:pt x="260004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9"/>
              <p:cNvSpPr/>
              <p:nvPr/>
            </p:nvSpPr>
            <p:spPr>
              <a:xfrm rot="-2667569">
                <a:off x="2985839" y="4013185"/>
                <a:ext cx="150521" cy="3358"/>
              </a:xfrm>
              <a:custGeom>
                <a:avLst/>
                <a:gdLst/>
                <a:ahLst/>
                <a:cxnLst/>
                <a:rect l="l" t="t" r="r" b="b"/>
                <a:pathLst>
                  <a:path w="200811" h="4480" extrusionOk="0">
                    <a:moveTo>
                      <a:pt x="0" y="0"/>
                    </a:moveTo>
                    <a:lnTo>
                      <a:pt x="200811" y="0"/>
                    </a:lnTo>
                    <a:lnTo>
                      <a:pt x="200811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9"/>
              <p:cNvSpPr/>
              <p:nvPr/>
            </p:nvSpPr>
            <p:spPr>
              <a:xfrm rot="-2716216">
                <a:off x="3069932" y="3955542"/>
                <a:ext cx="3358" cy="133807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78518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78518"/>
                    </a:lnTo>
                    <a:lnTo>
                      <a:pt x="0" y="1785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"/>
          <p:cNvSpPr>
            <a:spLocks noGrp="1"/>
          </p:cNvSpPr>
          <p:nvPr>
            <p:ph type="pic" idx="2"/>
          </p:nvPr>
        </p:nvSpPr>
        <p:spPr>
          <a:xfrm>
            <a:off x="-1125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"/>
          <p:cNvSpPr txBox="1">
            <a:spLocks noGrp="1"/>
          </p:cNvSpPr>
          <p:nvPr>
            <p:ph type="title" hasCustomPrompt="1"/>
          </p:nvPr>
        </p:nvSpPr>
        <p:spPr>
          <a:xfrm>
            <a:off x="3283300" y="1667175"/>
            <a:ext cx="2577300" cy="13119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 b="1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Montserrat"/>
              <a:buNone/>
              <a:defRPr sz="6000" b="1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Montserrat"/>
              <a:buNone/>
              <a:defRPr sz="6000" b="1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Montserrat"/>
              <a:buNone/>
              <a:defRPr sz="6000" b="1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Montserrat"/>
              <a:buNone/>
              <a:defRPr sz="6000" b="1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Montserrat"/>
              <a:buNone/>
              <a:defRPr sz="6000" b="1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Montserrat"/>
              <a:buNone/>
              <a:defRPr sz="6000" b="1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Montserrat"/>
              <a:buNone/>
              <a:defRPr sz="6000" b="1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Montserrat"/>
              <a:buNone/>
              <a:defRPr sz="6000" b="1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220" name="Google Shape;220;p11"/>
          <p:cNvSpPr txBox="1">
            <a:spLocks noGrp="1"/>
          </p:cNvSpPr>
          <p:nvPr>
            <p:ph type="subTitle" idx="1"/>
          </p:nvPr>
        </p:nvSpPr>
        <p:spPr>
          <a:xfrm>
            <a:off x="1284000" y="2979225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9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grpSp>
        <p:nvGrpSpPr>
          <p:cNvPr id="221" name="Google Shape;221;p11"/>
          <p:cNvGrpSpPr/>
          <p:nvPr/>
        </p:nvGrpSpPr>
        <p:grpSpPr>
          <a:xfrm>
            <a:off x="-2227089" y="-1002425"/>
            <a:ext cx="11824186" cy="7488200"/>
            <a:chOff x="-2227089" y="-1002425"/>
            <a:chExt cx="11824186" cy="7488200"/>
          </a:xfrm>
        </p:grpSpPr>
        <p:pic>
          <p:nvPicPr>
            <p:cNvPr id="222" name="Google Shape;222;p11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7664350" y="-1002425"/>
              <a:ext cx="1866024" cy="1861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3" name="Google Shape;223;p11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799550" y="4623875"/>
              <a:ext cx="1866024" cy="1861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4" name="Google Shape;224;p11"/>
            <p:cNvSpPr/>
            <p:nvPr/>
          </p:nvSpPr>
          <p:spPr>
            <a:xfrm rot="2700000">
              <a:off x="-1737989" y="1887260"/>
              <a:ext cx="2532876" cy="2432535"/>
            </a:xfrm>
            <a:custGeom>
              <a:avLst/>
              <a:gdLst/>
              <a:ahLst/>
              <a:cxnLst/>
              <a:rect l="l" t="t" r="r" b="b"/>
              <a:pathLst>
                <a:path w="360365" h="346089" extrusionOk="0">
                  <a:moveTo>
                    <a:pt x="172081" y="337120"/>
                  </a:moveTo>
                  <a:lnTo>
                    <a:pt x="10634" y="186673"/>
                  </a:lnTo>
                  <a:cubicBezTo>
                    <a:pt x="-4063" y="172985"/>
                    <a:pt x="-3436" y="149505"/>
                    <a:pt x="11956" y="136600"/>
                  </a:cubicBezTo>
                  <a:lnTo>
                    <a:pt x="165696" y="7797"/>
                  </a:lnTo>
                  <a:cubicBezTo>
                    <a:pt x="178466" y="-2890"/>
                    <a:pt x="197151" y="-2554"/>
                    <a:pt x="209519" y="8581"/>
                  </a:cubicBezTo>
                  <a:lnTo>
                    <a:pt x="349300" y="134426"/>
                  </a:lnTo>
                  <a:cubicBezTo>
                    <a:pt x="362810" y="146592"/>
                    <a:pt x="364132" y="167294"/>
                    <a:pt x="352257" y="181072"/>
                  </a:cubicBezTo>
                  <a:lnTo>
                    <a:pt x="220183" y="334475"/>
                  </a:lnTo>
                  <a:cubicBezTo>
                    <a:pt x="207816" y="348859"/>
                    <a:pt x="185949" y="350047"/>
                    <a:pt x="172081" y="33712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11"/>
            <p:cNvSpPr/>
            <p:nvPr/>
          </p:nvSpPr>
          <p:spPr>
            <a:xfrm>
              <a:off x="4019887" y="4735684"/>
              <a:ext cx="859728" cy="859707"/>
            </a:xfrm>
            <a:custGeom>
              <a:avLst/>
              <a:gdLst/>
              <a:ahLst/>
              <a:cxnLst/>
              <a:rect l="l" t="t" r="r" b="b"/>
              <a:pathLst>
                <a:path w="895550" h="895528" extrusionOk="0">
                  <a:moveTo>
                    <a:pt x="695075" y="349621"/>
                  </a:moveTo>
                  <a:lnTo>
                    <a:pt x="809517" y="178743"/>
                  </a:lnTo>
                  <a:lnTo>
                    <a:pt x="612985" y="239145"/>
                  </a:lnTo>
                  <a:lnTo>
                    <a:pt x="626450" y="33988"/>
                  </a:lnTo>
                  <a:lnTo>
                    <a:pt x="486355" y="184456"/>
                  </a:lnTo>
                  <a:lnTo>
                    <a:pt x="395551" y="0"/>
                  </a:lnTo>
                  <a:lnTo>
                    <a:pt x="349644" y="200475"/>
                  </a:lnTo>
                  <a:lnTo>
                    <a:pt x="178743" y="86033"/>
                  </a:lnTo>
                  <a:lnTo>
                    <a:pt x="239145" y="282565"/>
                  </a:lnTo>
                  <a:lnTo>
                    <a:pt x="33987" y="269100"/>
                  </a:lnTo>
                  <a:lnTo>
                    <a:pt x="184455" y="409195"/>
                  </a:lnTo>
                  <a:lnTo>
                    <a:pt x="0" y="499978"/>
                  </a:lnTo>
                  <a:lnTo>
                    <a:pt x="200475" y="545907"/>
                  </a:lnTo>
                  <a:lnTo>
                    <a:pt x="86033" y="716785"/>
                  </a:lnTo>
                  <a:lnTo>
                    <a:pt x="282565" y="656405"/>
                  </a:lnTo>
                  <a:lnTo>
                    <a:pt x="269099" y="861563"/>
                  </a:lnTo>
                  <a:lnTo>
                    <a:pt x="409195" y="711072"/>
                  </a:lnTo>
                  <a:lnTo>
                    <a:pt x="499977" y="895528"/>
                  </a:lnTo>
                  <a:lnTo>
                    <a:pt x="545906" y="695075"/>
                  </a:lnTo>
                  <a:lnTo>
                    <a:pt x="716785" y="809495"/>
                  </a:lnTo>
                  <a:lnTo>
                    <a:pt x="656405" y="612963"/>
                  </a:lnTo>
                  <a:lnTo>
                    <a:pt x="861563" y="626451"/>
                  </a:lnTo>
                  <a:lnTo>
                    <a:pt x="711072" y="486356"/>
                  </a:lnTo>
                  <a:lnTo>
                    <a:pt x="895550" y="395550"/>
                  </a:lnTo>
                  <a:lnTo>
                    <a:pt x="695075" y="34962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11"/>
            <p:cNvSpPr/>
            <p:nvPr/>
          </p:nvSpPr>
          <p:spPr>
            <a:xfrm rot="4997782">
              <a:off x="8673888" y="1368573"/>
              <a:ext cx="847422" cy="906270"/>
            </a:xfrm>
            <a:custGeom>
              <a:avLst/>
              <a:gdLst/>
              <a:ahLst/>
              <a:cxnLst/>
              <a:rect l="l" t="t" r="r" b="b"/>
              <a:pathLst>
                <a:path w="628081" h="671697" extrusionOk="0">
                  <a:moveTo>
                    <a:pt x="593960" y="129034"/>
                  </a:moveTo>
                  <a:lnTo>
                    <a:pt x="451625" y="18535"/>
                  </a:lnTo>
                  <a:cubicBezTo>
                    <a:pt x="426420" y="-1024"/>
                    <a:pt x="392612" y="-5460"/>
                    <a:pt x="363217" y="6930"/>
                  </a:cubicBezTo>
                  <a:lnTo>
                    <a:pt x="62997" y="133582"/>
                  </a:lnTo>
                  <a:cubicBezTo>
                    <a:pt x="31407" y="146913"/>
                    <a:pt x="10392" y="177316"/>
                    <a:pt x="9114" y="211572"/>
                  </a:cubicBezTo>
                  <a:lnTo>
                    <a:pt x="63" y="452420"/>
                  </a:lnTo>
                  <a:cubicBezTo>
                    <a:pt x="-788" y="474959"/>
                    <a:pt x="7031" y="496960"/>
                    <a:pt x="21885" y="513920"/>
                  </a:cubicBezTo>
                  <a:lnTo>
                    <a:pt x="133840" y="641625"/>
                  </a:lnTo>
                  <a:cubicBezTo>
                    <a:pt x="158552" y="669810"/>
                    <a:pt x="198387" y="679310"/>
                    <a:pt x="233159" y="665307"/>
                  </a:cubicBezTo>
                  <a:lnTo>
                    <a:pt x="572788" y="528550"/>
                  </a:lnTo>
                  <a:cubicBezTo>
                    <a:pt x="606193" y="515108"/>
                    <a:pt x="628082" y="482688"/>
                    <a:pt x="628082" y="446684"/>
                  </a:cubicBezTo>
                  <a:lnTo>
                    <a:pt x="628082" y="198735"/>
                  </a:lnTo>
                  <a:cubicBezTo>
                    <a:pt x="628082" y="171468"/>
                    <a:pt x="615491" y="145748"/>
                    <a:pt x="593938" y="12903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7" name="Google Shape;227;p11"/>
            <p:cNvGrpSpPr/>
            <p:nvPr/>
          </p:nvGrpSpPr>
          <p:grpSpPr>
            <a:xfrm rot="-9000000">
              <a:off x="6461225" y="287630"/>
              <a:ext cx="1134770" cy="743199"/>
              <a:chOff x="3925143" y="3783342"/>
              <a:chExt cx="240326" cy="157397"/>
            </a:xfrm>
          </p:grpSpPr>
          <p:sp>
            <p:nvSpPr>
              <p:cNvPr id="228" name="Google Shape;228;p11"/>
              <p:cNvSpPr/>
              <p:nvPr/>
            </p:nvSpPr>
            <p:spPr>
              <a:xfrm>
                <a:off x="3955855" y="3817011"/>
                <a:ext cx="93460" cy="100786"/>
              </a:xfrm>
              <a:custGeom>
                <a:avLst/>
                <a:gdLst/>
                <a:ahLst/>
                <a:cxnLst/>
                <a:rect l="l" t="t" r="r" b="b"/>
                <a:pathLst>
                  <a:path w="124613" h="134381" extrusionOk="0">
                    <a:moveTo>
                      <a:pt x="70529" y="134382"/>
                    </a:moveTo>
                    <a:lnTo>
                      <a:pt x="8223" y="107900"/>
                    </a:lnTo>
                    <a:lnTo>
                      <a:pt x="0" y="40709"/>
                    </a:lnTo>
                    <a:lnTo>
                      <a:pt x="54084" y="0"/>
                    </a:lnTo>
                    <a:lnTo>
                      <a:pt x="116391" y="26482"/>
                    </a:lnTo>
                    <a:lnTo>
                      <a:pt x="124614" y="93673"/>
                    </a:lnTo>
                    <a:lnTo>
                      <a:pt x="70529" y="134382"/>
                    </a:lnTo>
                    <a:close/>
                    <a:moveTo>
                      <a:pt x="10306" y="106354"/>
                    </a:moveTo>
                    <a:lnTo>
                      <a:pt x="70216" y="131805"/>
                    </a:lnTo>
                    <a:lnTo>
                      <a:pt x="122216" y="92642"/>
                    </a:lnTo>
                    <a:lnTo>
                      <a:pt x="114308" y="28028"/>
                    </a:lnTo>
                    <a:lnTo>
                      <a:pt x="54398" y="2554"/>
                    </a:lnTo>
                    <a:lnTo>
                      <a:pt x="2397" y="41717"/>
                    </a:lnTo>
                    <a:lnTo>
                      <a:pt x="10306" y="1063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11"/>
              <p:cNvSpPr/>
              <p:nvPr/>
            </p:nvSpPr>
            <p:spPr>
              <a:xfrm>
                <a:off x="4041468" y="3806543"/>
                <a:ext cx="93460" cy="100786"/>
              </a:xfrm>
              <a:custGeom>
                <a:avLst/>
                <a:gdLst/>
                <a:ahLst/>
                <a:cxnLst/>
                <a:rect l="l" t="t" r="r" b="b"/>
                <a:pathLst>
                  <a:path w="124613" h="134381" extrusionOk="0">
                    <a:moveTo>
                      <a:pt x="70529" y="134382"/>
                    </a:moveTo>
                    <a:lnTo>
                      <a:pt x="8222" y="107900"/>
                    </a:lnTo>
                    <a:lnTo>
                      <a:pt x="0" y="40709"/>
                    </a:lnTo>
                    <a:lnTo>
                      <a:pt x="54084" y="0"/>
                    </a:lnTo>
                    <a:lnTo>
                      <a:pt x="116391" y="26482"/>
                    </a:lnTo>
                    <a:lnTo>
                      <a:pt x="124614" y="93673"/>
                    </a:lnTo>
                    <a:lnTo>
                      <a:pt x="70552" y="134382"/>
                    </a:lnTo>
                    <a:close/>
                    <a:moveTo>
                      <a:pt x="10306" y="106354"/>
                    </a:moveTo>
                    <a:lnTo>
                      <a:pt x="70215" y="131805"/>
                    </a:lnTo>
                    <a:lnTo>
                      <a:pt x="122216" y="92642"/>
                    </a:lnTo>
                    <a:lnTo>
                      <a:pt x="114308" y="28028"/>
                    </a:lnTo>
                    <a:lnTo>
                      <a:pt x="54398" y="2576"/>
                    </a:lnTo>
                    <a:lnTo>
                      <a:pt x="2397" y="41739"/>
                    </a:lnTo>
                    <a:lnTo>
                      <a:pt x="10306" y="10635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rot="-413295">
                <a:off x="3993713" y="3783318"/>
                <a:ext cx="1681" cy="34667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46197" extrusionOk="0">
                    <a:moveTo>
                      <a:pt x="0" y="0"/>
                    </a:moveTo>
                    <a:lnTo>
                      <a:pt x="2241" y="0"/>
                    </a:lnTo>
                    <a:lnTo>
                      <a:pt x="2241" y="46198"/>
                    </a:lnTo>
                    <a:lnTo>
                      <a:pt x="0" y="4619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rot="-413295">
                <a:off x="4095626" y="3906097"/>
                <a:ext cx="1681" cy="34667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46197" extrusionOk="0">
                    <a:moveTo>
                      <a:pt x="0" y="0"/>
                    </a:moveTo>
                    <a:lnTo>
                      <a:pt x="2241" y="0"/>
                    </a:lnTo>
                    <a:lnTo>
                      <a:pt x="2241" y="46198"/>
                    </a:lnTo>
                    <a:lnTo>
                      <a:pt x="0" y="4619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rot="-4446430">
                <a:off x="4148738" y="3863950"/>
                <a:ext cx="1677" cy="32572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43509" extrusionOk="0">
                    <a:moveTo>
                      <a:pt x="0" y="0"/>
                    </a:moveTo>
                    <a:lnTo>
                      <a:pt x="2240" y="0"/>
                    </a:lnTo>
                    <a:lnTo>
                      <a:pt x="2240" y="43509"/>
                    </a:lnTo>
                    <a:lnTo>
                      <a:pt x="0" y="4350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rot="-4446430">
                <a:off x="3940198" y="3827192"/>
                <a:ext cx="1677" cy="32572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43509" extrusionOk="0">
                    <a:moveTo>
                      <a:pt x="0" y="0"/>
                    </a:moveTo>
                    <a:lnTo>
                      <a:pt x="2240" y="0"/>
                    </a:lnTo>
                    <a:lnTo>
                      <a:pt x="2240" y="43509"/>
                    </a:lnTo>
                    <a:lnTo>
                      <a:pt x="0" y="4350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8297464" y="985170"/>
              <a:ext cx="599775" cy="483248"/>
              <a:chOff x="4528496" y="3602214"/>
              <a:chExt cx="116631" cy="93997"/>
            </a:xfrm>
          </p:grpSpPr>
          <p:sp>
            <p:nvSpPr>
              <p:cNvPr id="235" name="Google Shape;235;p11"/>
              <p:cNvSpPr/>
              <p:nvPr/>
            </p:nvSpPr>
            <p:spPr>
              <a:xfrm>
                <a:off x="4579124" y="3602214"/>
                <a:ext cx="66003" cy="54913"/>
              </a:xfrm>
              <a:custGeom>
                <a:avLst/>
                <a:gdLst/>
                <a:ahLst/>
                <a:cxnLst/>
                <a:rect l="l" t="t" r="r" b="b"/>
                <a:pathLst>
                  <a:path w="88004" h="73217" extrusionOk="0">
                    <a:moveTo>
                      <a:pt x="16378" y="73218"/>
                    </a:moveTo>
                    <a:lnTo>
                      <a:pt x="0" y="56840"/>
                    </a:lnTo>
                    <a:lnTo>
                      <a:pt x="1591" y="55249"/>
                    </a:lnTo>
                    <a:lnTo>
                      <a:pt x="16378" y="70036"/>
                    </a:lnTo>
                    <a:lnTo>
                      <a:pt x="86437" y="0"/>
                    </a:lnTo>
                    <a:lnTo>
                      <a:pt x="88005" y="1591"/>
                    </a:lnTo>
                    <a:lnTo>
                      <a:pt x="16378" y="732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>
                <a:off x="4528496" y="3692851"/>
                <a:ext cx="3360" cy="3360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4480" extrusionOk="0">
                    <a:moveTo>
                      <a:pt x="2240" y="4481"/>
                    </a:moveTo>
                    <a:cubicBezTo>
                      <a:pt x="1635" y="4481"/>
                      <a:pt x="1075" y="4257"/>
                      <a:pt x="672" y="3831"/>
                    </a:cubicBezTo>
                    <a:cubicBezTo>
                      <a:pt x="246" y="3406"/>
                      <a:pt x="0" y="2845"/>
                      <a:pt x="0" y="2240"/>
                    </a:cubicBezTo>
                    <a:cubicBezTo>
                      <a:pt x="0" y="1949"/>
                      <a:pt x="67" y="1658"/>
                      <a:pt x="179" y="1389"/>
                    </a:cubicBezTo>
                    <a:cubicBezTo>
                      <a:pt x="291" y="1120"/>
                      <a:pt x="448" y="874"/>
                      <a:pt x="672" y="672"/>
                    </a:cubicBezTo>
                    <a:cubicBezTo>
                      <a:pt x="874" y="448"/>
                      <a:pt x="1120" y="292"/>
                      <a:pt x="1389" y="179"/>
                    </a:cubicBezTo>
                    <a:cubicBezTo>
                      <a:pt x="1792" y="0"/>
                      <a:pt x="2240" y="-45"/>
                      <a:pt x="2689" y="45"/>
                    </a:cubicBezTo>
                    <a:cubicBezTo>
                      <a:pt x="2823" y="67"/>
                      <a:pt x="2980" y="112"/>
                      <a:pt x="3114" y="179"/>
                    </a:cubicBezTo>
                    <a:cubicBezTo>
                      <a:pt x="3249" y="224"/>
                      <a:pt x="3361" y="292"/>
                      <a:pt x="3495" y="381"/>
                    </a:cubicBezTo>
                    <a:cubicBezTo>
                      <a:pt x="3607" y="470"/>
                      <a:pt x="3719" y="560"/>
                      <a:pt x="3831" y="672"/>
                    </a:cubicBezTo>
                    <a:cubicBezTo>
                      <a:pt x="4033" y="874"/>
                      <a:pt x="4212" y="1120"/>
                      <a:pt x="4324" y="1389"/>
                    </a:cubicBezTo>
                    <a:cubicBezTo>
                      <a:pt x="4436" y="1658"/>
                      <a:pt x="4481" y="1949"/>
                      <a:pt x="4481" y="2240"/>
                    </a:cubicBezTo>
                    <a:cubicBezTo>
                      <a:pt x="4481" y="2845"/>
                      <a:pt x="4257" y="3406"/>
                      <a:pt x="3831" y="3831"/>
                    </a:cubicBezTo>
                    <a:cubicBezTo>
                      <a:pt x="3406" y="4257"/>
                      <a:pt x="2845" y="4481"/>
                      <a:pt x="2240" y="448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>
                <a:off x="4535196" y="3652687"/>
                <a:ext cx="36841" cy="36837"/>
              </a:xfrm>
              <a:custGeom>
                <a:avLst/>
                <a:gdLst/>
                <a:ahLst/>
                <a:cxnLst/>
                <a:rect l="l" t="t" r="r" b="b"/>
                <a:pathLst>
                  <a:path w="49121" h="49116" extrusionOk="0">
                    <a:moveTo>
                      <a:pt x="655" y="48444"/>
                    </a:moveTo>
                    <a:cubicBezTo>
                      <a:pt x="-218" y="47570"/>
                      <a:pt x="-218" y="46159"/>
                      <a:pt x="655" y="45285"/>
                    </a:cubicBezTo>
                    <a:lnTo>
                      <a:pt x="655" y="45285"/>
                    </a:lnTo>
                    <a:cubicBezTo>
                      <a:pt x="1529" y="44412"/>
                      <a:pt x="2941" y="44412"/>
                      <a:pt x="3837" y="45285"/>
                    </a:cubicBezTo>
                    <a:lnTo>
                      <a:pt x="3837" y="45285"/>
                    </a:lnTo>
                    <a:cubicBezTo>
                      <a:pt x="4688" y="46159"/>
                      <a:pt x="4688" y="47570"/>
                      <a:pt x="3837" y="48444"/>
                    </a:cubicBezTo>
                    <a:lnTo>
                      <a:pt x="3837" y="48444"/>
                    </a:lnTo>
                    <a:cubicBezTo>
                      <a:pt x="3389" y="48892"/>
                      <a:pt x="2806" y="49116"/>
                      <a:pt x="2246" y="49116"/>
                    </a:cubicBezTo>
                    <a:lnTo>
                      <a:pt x="2246" y="49116"/>
                    </a:lnTo>
                    <a:cubicBezTo>
                      <a:pt x="1663" y="49116"/>
                      <a:pt x="1103" y="48892"/>
                      <a:pt x="655" y="48444"/>
                    </a:cubicBezTo>
                    <a:close/>
                    <a:moveTo>
                      <a:pt x="9572" y="39527"/>
                    </a:moveTo>
                    <a:cubicBezTo>
                      <a:pt x="8698" y="38653"/>
                      <a:pt x="8698" y="37242"/>
                      <a:pt x="9572" y="36346"/>
                    </a:cubicBezTo>
                    <a:lnTo>
                      <a:pt x="9572" y="36346"/>
                    </a:lnTo>
                    <a:cubicBezTo>
                      <a:pt x="10446" y="35472"/>
                      <a:pt x="11880" y="35472"/>
                      <a:pt x="12754" y="36346"/>
                    </a:cubicBezTo>
                    <a:lnTo>
                      <a:pt x="12754" y="36346"/>
                    </a:lnTo>
                    <a:cubicBezTo>
                      <a:pt x="13628" y="37242"/>
                      <a:pt x="13628" y="38653"/>
                      <a:pt x="12754" y="39527"/>
                    </a:cubicBezTo>
                    <a:lnTo>
                      <a:pt x="12754" y="39527"/>
                    </a:lnTo>
                    <a:cubicBezTo>
                      <a:pt x="12306" y="39953"/>
                      <a:pt x="11745" y="40177"/>
                      <a:pt x="11163" y="40177"/>
                    </a:cubicBezTo>
                    <a:lnTo>
                      <a:pt x="11163" y="40177"/>
                    </a:lnTo>
                    <a:cubicBezTo>
                      <a:pt x="10603" y="40177"/>
                      <a:pt x="10020" y="39953"/>
                      <a:pt x="9572" y="39527"/>
                    </a:cubicBezTo>
                    <a:close/>
                    <a:moveTo>
                      <a:pt x="18512" y="30610"/>
                    </a:moveTo>
                    <a:cubicBezTo>
                      <a:pt x="17638" y="29714"/>
                      <a:pt x="17638" y="28302"/>
                      <a:pt x="18512" y="27429"/>
                    </a:cubicBezTo>
                    <a:lnTo>
                      <a:pt x="18512" y="27429"/>
                    </a:lnTo>
                    <a:cubicBezTo>
                      <a:pt x="19385" y="26555"/>
                      <a:pt x="20797" y="26555"/>
                      <a:pt x="21671" y="27429"/>
                    </a:cubicBezTo>
                    <a:lnTo>
                      <a:pt x="21671" y="27429"/>
                    </a:lnTo>
                    <a:cubicBezTo>
                      <a:pt x="22545" y="28302"/>
                      <a:pt x="22545" y="29714"/>
                      <a:pt x="21671" y="30610"/>
                    </a:cubicBezTo>
                    <a:lnTo>
                      <a:pt x="21671" y="30610"/>
                    </a:lnTo>
                    <a:cubicBezTo>
                      <a:pt x="21245" y="31036"/>
                      <a:pt x="20662" y="31260"/>
                      <a:pt x="20102" y="31260"/>
                    </a:cubicBezTo>
                    <a:lnTo>
                      <a:pt x="20102" y="31260"/>
                    </a:lnTo>
                    <a:cubicBezTo>
                      <a:pt x="19520" y="31260"/>
                      <a:pt x="18937" y="31036"/>
                      <a:pt x="18512" y="30610"/>
                    </a:cubicBezTo>
                    <a:close/>
                    <a:moveTo>
                      <a:pt x="27429" y="21671"/>
                    </a:moveTo>
                    <a:cubicBezTo>
                      <a:pt x="26555" y="20797"/>
                      <a:pt x="26555" y="19385"/>
                      <a:pt x="27429" y="18512"/>
                    </a:cubicBezTo>
                    <a:lnTo>
                      <a:pt x="27429" y="18512"/>
                    </a:lnTo>
                    <a:cubicBezTo>
                      <a:pt x="28302" y="17638"/>
                      <a:pt x="29736" y="17638"/>
                      <a:pt x="30610" y="18512"/>
                    </a:cubicBezTo>
                    <a:lnTo>
                      <a:pt x="30610" y="18512"/>
                    </a:lnTo>
                    <a:cubicBezTo>
                      <a:pt x="31484" y="19385"/>
                      <a:pt x="31484" y="20797"/>
                      <a:pt x="30610" y="21671"/>
                    </a:cubicBezTo>
                    <a:lnTo>
                      <a:pt x="30610" y="21671"/>
                    </a:lnTo>
                    <a:cubicBezTo>
                      <a:pt x="30162" y="22119"/>
                      <a:pt x="29602" y="22320"/>
                      <a:pt x="29019" y="22320"/>
                    </a:cubicBezTo>
                    <a:lnTo>
                      <a:pt x="29019" y="22320"/>
                    </a:lnTo>
                    <a:cubicBezTo>
                      <a:pt x="28437" y="22320"/>
                      <a:pt x="27877" y="22119"/>
                      <a:pt x="27429" y="21671"/>
                    </a:cubicBezTo>
                    <a:close/>
                    <a:moveTo>
                      <a:pt x="36368" y="12754"/>
                    </a:moveTo>
                    <a:cubicBezTo>
                      <a:pt x="35494" y="11880"/>
                      <a:pt x="35494" y="10446"/>
                      <a:pt x="36368" y="9572"/>
                    </a:cubicBezTo>
                    <a:lnTo>
                      <a:pt x="36368" y="9572"/>
                    </a:lnTo>
                    <a:cubicBezTo>
                      <a:pt x="37242" y="8698"/>
                      <a:pt x="38653" y="8698"/>
                      <a:pt x="39527" y="9572"/>
                    </a:cubicBezTo>
                    <a:lnTo>
                      <a:pt x="39527" y="9572"/>
                    </a:lnTo>
                    <a:cubicBezTo>
                      <a:pt x="40401" y="10446"/>
                      <a:pt x="40401" y="11880"/>
                      <a:pt x="39527" y="12754"/>
                    </a:cubicBezTo>
                    <a:lnTo>
                      <a:pt x="39527" y="12754"/>
                    </a:lnTo>
                    <a:cubicBezTo>
                      <a:pt x="39101" y="13179"/>
                      <a:pt x="38519" y="13404"/>
                      <a:pt x="37959" y="13404"/>
                    </a:cubicBezTo>
                    <a:lnTo>
                      <a:pt x="37959" y="13404"/>
                    </a:lnTo>
                    <a:cubicBezTo>
                      <a:pt x="37376" y="13404"/>
                      <a:pt x="36794" y="13179"/>
                      <a:pt x="36368" y="12754"/>
                    </a:cubicBezTo>
                    <a:close/>
                    <a:moveTo>
                      <a:pt x="45285" y="3814"/>
                    </a:moveTo>
                    <a:cubicBezTo>
                      <a:pt x="44411" y="2941"/>
                      <a:pt x="44411" y="1529"/>
                      <a:pt x="45285" y="656"/>
                    </a:cubicBezTo>
                    <a:lnTo>
                      <a:pt x="45285" y="656"/>
                    </a:lnTo>
                    <a:cubicBezTo>
                      <a:pt x="46159" y="-219"/>
                      <a:pt x="47593" y="-219"/>
                      <a:pt x="48466" y="656"/>
                    </a:cubicBezTo>
                    <a:lnTo>
                      <a:pt x="48466" y="656"/>
                    </a:lnTo>
                    <a:cubicBezTo>
                      <a:pt x="49340" y="1529"/>
                      <a:pt x="49340" y="2941"/>
                      <a:pt x="48466" y="3814"/>
                    </a:cubicBezTo>
                    <a:lnTo>
                      <a:pt x="48466" y="3814"/>
                    </a:lnTo>
                    <a:cubicBezTo>
                      <a:pt x="48018" y="4262"/>
                      <a:pt x="47458" y="4464"/>
                      <a:pt x="46876" y="4464"/>
                    </a:cubicBezTo>
                    <a:lnTo>
                      <a:pt x="46876" y="4464"/>
                    </a:lnTo>
                    <a:cubicBezTo>
                      <a:pt x="46293" y="4464"/>
                      <a:pt x="45733" y="4262"/>
                      <a:pt x="45285" y="381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>
                <a:off x="4575377" y="3646008"/>
                <a:ext cx="3343" cy="3339"/>
              </a:xfrm>
              <a:custGeom>
                <a:avLst/>
                <a:gdLst/>
                <a:ahLst/>
                <a:cxnLst/>
                <a:rect l="l" t="t" r="r" b="b"/>
                <a:pathLst>
                  <a:path w="4458" h="4452" extrusionOk="0">
                    <a:moveTo>
                      <a:pt x="2218" y="4453"/>
                    </a:moveTo>
                    <a:cubicBezTo>
                      <a:pt x="1927" y="4453"/>
                      <a:pt x="1635" y="4386"/>
                      <a:pt x="1367" y="4274"/>
                    </a:cubicBezTo>
                    <a:cubicBezTo>
                      <a:pt x="1098" y="4161"/>
                      <a:pt x="851" y="4005"/>
                      <a:pt x="650" y="3803"/>
                    </a:cubicBezTo>
                    <a:cubicBezTo>
                      <a:pt x="426" y="3579"/>
                      <a:pt x="269" y="3333"/>
                      <a:pt x="157" y="3064"/>
                    </a:cubicBezTo>
                    <a:cubicBezTo>
                      <a:pt x="45" y="2795"/>
                      <a:pt x="0" y="2504"/>
                      <a:pt x="0" y="2213"/>
                    </a:cubicBezTo>
                    <a:cubicBezTo>
                      <a:pt x="0" y="1921"/>
                      <a:pt x="45" y="1630"/>
                      <a:pt x="157" y="1361"/>
                    </a:cubicBezTo>
                    <a:cubicBezTo>
                      <a:pt x="269" y="1070"/>
                      <a:pt x="426" y="846"/>
                      <a:pt x="650" y="622"/>
                    </a:cubicBezTo>
                    <a:cubicBezTo>
                      <a:pt x="1479" y="-207"/>
                      <a:pt x="2980" y="-207"/>
                      <a:pt x="3809" y="622"/>
                    </a:cubicBezTo>
                    <a:cubicBezTo>
                      <a:pt x="4010" y="846"/>
                      <a:pt x="4190" y="1070"/>
                      <a:pt x="4302" y="1361"/>
                    </a:cubicBezTo>
                    <a:cubicBezTo>
                      <a:pt x="4414" y="1630"/>
                      <a:pt x="4458" y="1921"/>
                      <a:pt x="4458" y="2213"/>
                    </a:cubicBezTo>
                    <a:cubicBezTo>
                      <a:pt x="4458" y="2504"/>
                      <a:pt x="4414" y="2795"/>
                      <a:pt x="4302" y="3064"/>
                    </a:cubicBezTo>
                    <a:cubicBezTo>
                      <a:pt x="4190" y="3333"/>
                      <a:pt x="4033" y="3579"/>
                      <a:pt x="3809" y="3803"/>
                    </a:cubicBezTo>
                    <a:cubicBezTo>
                      <a:pt x="3607" y="4005"/>
                      <a:pt x="3361" y="4161"/>
                      <a:pt x="3092" y="4274"/>
                    </a:cubicBezTo>
                    <a:cubicBezTo>
                      <a:pt x="2823" y="4386"/>
                      <a:pt x="2532" y="4453"/>
                      <a:pt x="2218" y="44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9" name="Google Shape;239;p11"/>
            <p:cNvSpPr/>
            <p:nvPr/>
          </p:nvSpPr>
          <p:spPr>
            <a:xfrm>
              <a:off x="6134588" y="201888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11"/>
            <p:cNvSpPr/>
            <p:nvPr/>
          </p:nvSpPr>
          <p:spPr>
            <a:xfrm>
              <a:off x="663338" y="4583925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11"/>
            <p:cNvSpPr/>
            <p:nvPr/>
          </p:nvSpPr>
          <p:spPr>
            <a:xfrm>
              <a:off x="394138" y="1833275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2" name="Google Shape;242;p11"/>
            <p:cNvGrpSpPr/>
            <p:nvPr/>
          </p:nvGrpSpPr>
          <p:grpSpPr>
            <a:xfrm>
              <a:off x="179820" y="4362035"/>
              <a:ext cx="417843" cy="373630"/>
              <a:chOff x="2957323" y="3936947"/>
              <a:chExt cx="194554" cy="173959"/>
            </a:xfrm>
          </p:grpSpPr>
          <p:sp>
            <p:nvSpPr>
              <p:cNvPr id="243" name="Google Shape;243;p11"/>
              <p:cNvSpPr/>
              <p:nvPr/>
            </p:nvSpPr>
            <p:spPr>
              <a:xfrm rot="-45834">
                <a:off x="3060432" y="3936962"/>
                <a:ext cx="3360" cy="173930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231886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231886"/>
                    </a:lnTo>
                    <a:lnTo>
                      <a:pt x="0" y="23188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11"/>
              <p:cNvSpPr/>
              <p:nvPr/>
            </p:nvSpPr>
            <p:spPr>
              <a:xfrm rot="-206705">
                <a:off x="2957248" y="4012021"/>
                <a:ext cx="194704" cy="3355"/>
              </a:xfrm>
              <a:custGeom>
                <a:avLst/>
                <a:gdLst/>
                <a:ahLst/>
                <a:cxnLst/>
                <a:rect l="l" t="t" r="r" b="b"/>
                <a:pathLst>
                  <a:path w="260003" h="4480" extrusionOk="0">
                    <a:moveTo>
                      <a:pt x="0" y="0"/>
                    </a:moveTo>
                    <a:lnTo>
                      <a:pt x="260004" y="0"/>
                    </a:lnTo>
                    <a:lnTo>
                      <a:pt x="260004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rot="-2667569">
                <a:off x="2985839" y="4013185"/>
                <a:ext cx="150521" cy="3358"/>
              </a:xfrm>
              <a:custGeom>
                <a:avLst/>
                <a:gdLst/>
                <a:ahLst/>
                <a:cxnLst/>
                <a:rect l="l" t="t" r="r" b="b"/>
                <a:pathLst>
                  <a:path w="200811" h="4480" extrusionOk="0">
                    <a:moveTo>
                      <a:pt x="0" y="0"/>
                    </a:moveTo>
                    <a:lnTo>
                      <a:pt x="200811" y="0"/>
                    </a:lnTo>
                    <a:lnTo>
                      <a:pt x="200811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rot="-2716216">
                <a:off x="3069932" y="3955542"/>
                <a:ext cx="3358" cy="133807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78518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78518"/>
                    </a:lnTo>
                    <a:lnTo>
                      <a:pt x="0" y="1785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7" name="Google Shape;247;p11"/>
            <p:cNvGrpSpPr/>
            <p:nvPr/>
          </p:nvGrpSpPr>
          <p:grpSpPr>
            <a:xfrm rot="3887502">
              <a:off x="8578321" y="2449177"/>
              <a:ext cx="413400" cy="369671"/>
              <a:chOff x="2957323" y="3936947"/>
              <a:chExt cx="194554" cy="173959"/>
            </a:xfrm>
          </p:grpSpPr>
          <p:sp>
            <p:nvSpPr>
              <p:cNvPr id="248" name="Google Shape;248;p11"/>
              <p:cNvSpPr/>
              <p:nvPr/>
            </p:nvSpPr>
            <p:spPr>
              <a:xfrm rot="-45834">
                <a:off x="3060432" y="3936962"/>
                <a:ext cx="3360" cy="173930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231886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231886"/>
                    </a:lnTo>
                    <a:lnTo>
                      <a:pt x="0" y="23188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11"/>
              <p:cNvSpPr/>
              <p:nvPr/>
            </p:nvSpPr>
            <p:spPr>
              <a:xfrm rot="-206705">
                <a:off x="2957248" y="4012021"/>
                <a:ext cx="194704" cy="3355"/>
              </a:xfrm>
              <a:custGeom>
                <a:avLst/>
                <a:gdLst/>
                <a:ahLst/>
                <a:cxnLst/>
                <a:rect l="l" t="t" r="r" b="b"/>
                <a:pathLst>
                  <a:path w="260003" h="4480" extrusionOk="0">
                    <a:moveTo>
                      <a:pt x="0" y="0"/>
                    </a:moveTo>
                    <a:lnTo>
                      <a:pt x="260004" y="0"/>
                    </a:lnTo>
                    <a:lnTo>
                      <a:pt x="260004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11"/>
              <p:cNvSpPr/>
              <p:nvPr/>
            </p:nvSpPr>
            <p:spPr>
              <a:xfrm rot="-2667569">
                <a:off x="2985839" y="4013185"/>
                <a:ext cx="150521" cy="3358"/>
              </a:xfrm>
              <a:custGeom>
                <a:avLst/>
                <a:gdLst/>
                <a:ahLst/>
                <a:cxnLst/>
                <a:rect l="l" t="t" r="r" b="b"/>
                <a:pathLst>
                  <a:path w="200811" h="4480" extrusionOk="0">
                    <a:moveTo>
                      <a:pt x="0" y="0"/>
                    </a:moveTo>
                    <a:lnTo>
                      <a:pt x="200811" y="0"/>
                    </a:lnTo>
                    <a:lnTo>
                      <a:pt x="200811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rot="-2716216">
                <a:off x="3069932" y="3955542"/>
                <a:ext cx="3358" cy="133807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78518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78518"/>
                    </a:lnTo>
                    <a:lnTo>
                      <a:pt x="0" y="1785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" name="Google Shape;254;p13"/>
          <p:cNvGrpSpPr/>
          <p:nvPr/>
        </p:nvGrpSpPr>
        <p:grpSpPr>
          <a:xfrm>
            <a:off x="-882175" y="-1471546"/>
            <a:ext cx="11413942" cy="7070421"/>
            <a:chOff x="-882175" y="-1471546"/>
            <a:chExt cx="11413942" cy="7070421"/>
          </a:xfrm>
        </p:grpSpPr>
        <p:grpSp>
          <p:nvGrpSpPr>
            <p:cNvPr id="255" name="Google Shape;255;p13"/>
            <p:cNvGrpSpPr/>
            <p:nvPr/>
          </p:nvGrpSpPr>
          <p:grpSpPr>
            <a:xfrm>
              <a:off x="-882175" y="3736975"/>
              <a:ext cx="3674845" cy="1861900"/>
              <a:chOff x="-882175" y="3736975"/>
              <a:chExt cx="3674845" cy="1861900"/>
            </a:xfrm>
          </p:grpSpPr>
          <p:pic>
            <p:nvPicPr>
              <p:cNvPr id="256" name="Google Shape;256;p13"/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-882175" y="3736975"/>
                <a:ext cx="1866024" cy="18619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7" name="Google Shape;257;p13"/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926645" y="3736975"/>
                <a:ext cx="1866024" cy="1861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58" name="Google Shape;258;p13"/>
            <p:cNvSpPr/>
            <p:nvPr/>
          </p:nvSpPr>
          <p:spPr>
            <a:xfrm>
              <a:off x="2877769" y="4270205"/>
              <a:ext cx="1311981" cy="1311949"/>
            </a:xfrm>
            <a:custGeom>
              <a:avLst/>
              <a:gdLst/>
              <a:ahLst/>
              <a:cxnLst/>
              <a:rect l="l" t="t" r="r" b="b"/>
              <a:pathLst>
                <a:path w="895550" h="895528" extrusionOk="0">
                  <a:moveTo>
                    <a:pt x="695075" y="349621"/>
                  </a:moveTo>
                  <a:lnTo>
                    <a:pt x="809517" y="178743"/>
                  </a:lnTo>
                  <a:lnTo>
                    <a:pt x="612985" y="239145"/>
                  </a:lnTo>
                  <a:lnTo>
                    <a:pt x="626450" y="33988"/>
                  </a:lnTo>
                  <a:lnTo>
                    <a:pt x="486355" y="184456"/>
                  </a:lnTo>
                  <a:lnTo>
                    <a:pt x="395551" y="0"/>
                  </a:lnTo>
                  <a:lnTo>
                    <a:pt x="349644" y="200475"/>
                  </a:lnTo>
                  <a:lnTo>
                    <a:pt x="178743" y="86033"/>
                  </a:lnTo>
                  <a:lnTo>
                    <a:pt x="239145" y="282565"/>
                  </a:lnTo>
                  <a:lnTo>
                    <a:pt x="33987" y="269100"/>
                  </a:lnTo>
                  <a:lnTo>
                    <a:pt x="184455" y="409195"/>
                  </a:lnTo>
                  <a:lnTo>
                    <a:pt x="0" y="499978"/>
                  </a:lnTo>
                  <a:lnTo>
                    <a:pt x="200475" y="545907"/>
                  </a:lnTo>
                  <a:lnTo>
                    <a:pt x="86033" y="716785"/>
                  </a:lnTo>
                  <a:lnTo>
                    <a:pt x="282565" y="656405"/>
                  </a:lnTo>
                  <a:lnTo>
                    <a:pt x="269099" y="861563"/>
                  </a:lnTo>
                  <a:lnTo>
                    <a:pt x="409195" y="711072"/>
                  </a:lnTo>
                  <a:lnTo>
                    <a:pt x="499977" y="895528"/>
                  </a:lnTo>
                  <a:lnTo>
                    <a:pt x="545906" y="695075"/>
                  </a:lnTo>
                  <a:lnTo>
                    <a:pt x="716785" y="809495"/>
                  </a:lnTo>
                  <a:lnTo>
                    <a:pt x="656405" y="612963"/>
                  </a:lnTo>
                  <a:lnTo>
                    <a:pt x="861563" y="626451"/>
                  </a:lnTo>
                  <a:lnTo>
                    <a:pt x="711072" y="486356"/>
                  </a:lnTo>
                  <a:lnTo>
                    <a:pt x="895550" y="395550"/>
                  </a:lnTo>
                  <a:lnTo>
                    <a:pt x="695075" y="34962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13"/>
            <p:cNvSpPr/>
            <p:nvPr/>
          </p:nvSpPr>
          <p:spPr>
            <a:xfrm rot="3333570">
              <a:off x="7742391" y="-979321"/>
              <a:ext cx="2378565" cy="2249251"/>
            </a:xfrm>
            <a:custGeom>
              <a:avLst/>
              <a:gdLst/>
              <a:ahLst/>
              <a:cxnLst/>
              <a:rect l="l" t="t" r="r" b="b"/>
              <a:pathLst>
                <a:path w="534870" h="505791" extrusionOk="0">
                  <a:moveTo>
                    <a:pt x="534513" y="294201"/>
                  </a:moveTo>
                  <a:lnTo>
                    <a:pt x="524184" y="175345"/>
                  </a:lnTo>
                  <a:cubicBezTo>
                    <a:pt x="521429" y="143553"/>
                    <a:pt x="501712" y="115727"/>
                    <a:pt x="472632" y="102575"/>
                  </a:cubicBezTo>
                  <a:lnTo>
                    <a:pt x="263195" y="7849"/>
                  </a:lnTo>
                  <a:cubicBezTo>
                    <a:pt x="231963" y="-6288"/>
                    <a:pt x="195377" y="-1045"/>
                    <a:pt x="169343" y="21292"/>
                  </a:cubicBezTo>
                  <a:lnTo>
                    <a:pt x="42265" y="130357"/>
                  </a:lnTo>
                  <a:cubicBezTo>
                    <a:pt x="25148" y="145054"/>
                    <a:pt x="14304" y="165733"/>
                    <a:pt x="11974" y="188160"/>
                  </a:cubicBezTo>
                  <a:lnTo>
                    <a:pt x="481" y="298189"/>
                  </a:lnTo>
                  <a:cubicBezTo>
                    <a:pt x="-3418" y="335469"/>
                    <a:pt x="16679" y="371160"/>
                    <a:pt x="50577" y="387157"/>
                  </a:cubicBezTo>
                  <a:lnTo>
                    <a:pt x="283942" y="497342"/>
                  </a:lnTo>
                  <a:cubicBezTo>
                    <a:pt x="316495" y="512711"/>
                    <a:pt x="355143" y="506774"/>
                    <a:pt x="381580" y="482308"/>
                  </a:cubicBezTo>
                  <a:lnTo>
                    <a:pt x="506575" y="366589"/>
                  </a:lnTo>
                  <a:cubicBezTo>
                    <a:pt x="526582" y="348061"/>
                    <a:pt x="536910" y="321332"/>
                    <a:pt x="534535" y="2941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0" name="Google Shape;260;p13"/>
          <p:cNvSpPr txBox="1">
            <a:spLocks noGrp="1"/>
          </p:cNvSpPr>
          <p:nvPr>
            <p:ph type="title" hasCustomPrompt="1"/>
          </p:nvPr>
        </p:nvSpPr>
        <p:spPr>
          <a:xfrm>
            <a:off x="849450" y="767725"/>
            <a:ext cx="1312500" cy="10983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000" b="1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61" name="Google Shape;261;p13"/>
          <p:cNvSpPr txBox="1">
            <a:spLocks noGrp="1"/>
          </p:cNvSpPr>
          <p:nvPr>
            <p:ph type="title" idx="2"/>
          </p:nvPr>
        </p:nvSpPr>
        <p:spPr>
          <a:xfrm>
            <a:off x="720000" y="1942225"/>
            <a:ext cx="4705200" cy="11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4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_2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3" name="Google Shape;263;p14"/>
          <p:cNvGrpSpPr/>
          <p:nvPr/>
        </p:nvGrpSpPr>
        <p:grpSpPr>
          <a:xfrm>
            <a:off x="-1141896" y="-2386533"/>
            <a:ext cx="12104920" cy="7413201"/>
            <a:chOff x="-1141896" y="-2386533"/>
            <a:chExt cx="12104920" cy="7413201"/>
          </a:xfrm>
        </p:grpSpPr>
        <p:sp>
          <p:nvSpPr>
            <p:cNvPr id="264" name="Google Shape;264;p14"/>
            <p:cNvSpPr/>
            <p:nvPr/>
          </p:nvSpPr>
          <p:spPr>
            <a:xfrm rot="4237959">
              <a:off x="-86180" y="-958252"/>
              <a:ext cx="1890804" cy="1815899"/>
            </a:xfrm>
            <a:custGeom>
              <a:avLst/>
              <a:gdLst/>
              <a:ahLst/>
              <a:cxnLst/>
              <a:rect l="l" t="t" r="r" b="b"/>
              <a:pathLst>
                <a:path w="360365" h="346089" extrusionOk="0">
                  <a:moveTo>
                    <a:pt x="172081" y="337120"/>
                  </a:moveTo>
                  <a:lnTo>
                    <a:pt x="10634" y="186673"/>
                  </a:lnTo>
                  <a:cubicBezTo>
                    <a:pt x="-4063" y="172985"/>
                    <a:pt x="-3436" y="149505"/>
                    <a:pt x="11956" y="136600"/>
                  </a:cubicBezTo>
                  <a:lnTo>
                    <a:pt x="165696" y="7797"/>
                  </a:lnTo>
                  <a:cubicBezTo>
                    <a:pt x="178466" y="-2890"/>
                    <a:pt x="197151" y="-2554"/>
                    <a:pt x="209519" y="8581"/>
                  </a:cubicBezTo>
                  <a:lnTo>
                    <a:pt x="349300" y="134426"/>
                  </a:lnTo>
                  <a:cubicBezTo>
                    <a:pt x="362810" y="146592"/>
                    <a:pt x="364132" y="167294"/>
                    <a:pt x="352257" y="181072"/>
                  </a:cubicBezTo>
                  <a:lnTo>
                    <a:pt x="220183" y="334475"/>
                  </a:lnTo>
                  <a:cubicBezTo>
                    <a:pt x="207816" y="348859"/>
                    <a:pt x="185949" y="350047"/>
                    <a:pt x="172081" y="33712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65" name="Google Shape;265;p14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424000" y="2821075"/>
              <a:ext cx="1866024" cy="1861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6" name="Google Shape;266;p14"/>
            <p:cNvSpPr/>
            <p:nvPr/>
          </p:nvSpPr>
          <p:spPr>
            <a:xfrm rot="3239606">
              <a:off x="7059156" y="-1748317"/>
              <a:ext cx="3248201" cy="3274198"/>
            </a:xfrm>
            <a:custGeom>
              <a:avLst/>
              <a:gdLst/>
              <a:ahLst/>
              <a:cxnLst/>
              <a:rect l="l" t="t" r="r" b="b"/>
              <a:pathLst>
                <a:path w="1604660" h="1563415" extrusionOk="0">
                  <a:moveTo>
                    <a:pt x="1604302" y="987125"/>
                  </a:moveTo>
                  <a:lnTo>
                    <a:pt x="1557500" y="448858"/>
                  </a:lnTo>
                  <a:cubicBezTo>
                    <a:pt x="1554744" y="417066"/>
                    <a:pt x="1535028" y="389240"/>
                    <a:pt x="1505947" y="376089"/>
                  </a:cubicBezTo>
                  <a:lnTo>
                    <a:pt x="691725" y="7849"/>
                  </a:lnTo>
                  <a:cubicBezTo>
                    <a:pt x="660493" y="-6288"/>
                    <a:pt x="623907" y="-1045"/>
                    <a:pt x="597872" y="21292"/>
                  </a:cubicBezTo>
                  <a:lnTo>
                    <a:pt x="84811" y="461629"/>
                  </a:lnTo>
                  <a:cubicBezTo>
                    <a:pt x="67694" y="476326"/>
                    <a:pt x="56850" y="497005"/>
                    <a:pt x="54520" y="519432"/>
                  </a:cubicBezTo>
                  <a:lnTo>
                    <a:pt x="481" y="1036706"/>
                  </a:lnTo>
                  <a:cubicBezTo>
                    <a:pt x="-3418" y="1073987"/>
                    <a:pt x="16679" y="1109677"/>
                    <a:pt x="50577" y="1125674"/>
                  </a:cubicBezTo>
                  <a:lnTo>
                    <a:pt x="959772" y="1554966"/>
                  </a:lnTo>
                  <a:cubicBezTo>
                    <a:pt x="992325" y="1570335"/>
                    <a:pt x="1030973" y="1564398"/>
                    <a:pt x="1057410" y="1539932"/>
                  </a:cubicBezTo>
                  <a:lnTo>
                    <a:pt x="1576364" y="1059536"/>
                  </a:lnTo>
                  <a:cubicBezTo>
                    <a:pt x="1596372" y="1041008"/>
                    <a:pt x="1606700" y="1014279"/>
                    <a:pt x="1604325" y="98712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14"/>
            <p:cNvSpPr/>
            <p:nvPr/>
          </p:nvSpPr>
          <p:spPr>
            <a:xfrm>
              <a:off x="397525" y="3787325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14"/>
            <p:cNvSpPr/>
            <p:nvPr/>
          </p:nvSpPr>
          <p:spPr>
            <a:xfrm>
              <a:off x="324312" y="4180329"/>
              <a:ext cx="791382" cy="846338"/>
            </a:xfrm>
            <a:custGeom>
              <a:avLst/>
              <a:gdLst/>
              <a:ahLst/>
              <a:cxnLst/>
              <a:rect l="l" t="t" r="r" b="b"/>
              <a:pathLst>
                <a:path w="628081" h="671697" extrusionOk="0">
                  <a:moveTo>
                    <a:pt x="593960" y="129034"/>
                  </a:moveTo>
                  <a:lnTo>
                    <a:pt x="451625" y="18535"/>
                  </a:lnTo>
                  <a:cubicBezTo>
                    <a:pt x="426420" y="-1024"/>
                    <a:pt x="392612" y="-5460"/>
                    <a:pt x="363217" y="6930"/>
                  </a:cubicBezTo>
                  <a:lnTo>
                    <a:pt x="62997" y="133582"/>
                  </a:lnTo>
                  <a:cubicBezTo>
                    <a:pt x="31407" y="146913"/>
                    <a:pt x="10392" y="177316"/>
                    <a:pt x="9114" y="211572"/>
                  </a:cubicBezTo>
                  <a:lnTo>
                    <a:pt x="63" y="452420"/>
                  </a:lnTo>
                  <a:cubicBezTo>
                    <a:pt x="-788" y="474959"/>
                    <a:pt x="7031" y="496960"/>
                    <a:pt x="21885" y="513920"/>
                  </a:cubicBezTo>
                  <a:lnTo>
                    <a:pt x="133840" y="641625"/>
                  </a:lnTo>
                  <a:cubicBezTo>
                    <a:pt x="158552" y="669810"/>
                    <a:pt x="198387" y="679310"/>
                    <a:pt x="233159" y="665307"/>
                  </a:cubicBezTo>
                  <a:lnTo>
                    <a:pt x="572788" y="528550"/>
                  </a:lnTo>
                  <a:cubicBezTo>
                    <a:pt x="606193" y="515108"/>
                    <a:pt x="628082" y="482688"/>
                    <a:pt x="628082" y="446684"/>
                  </a:cubicBezTo>
                  <a:lnTo>
                    <a:pt x="628082" y="198735"/>
                  </a:lnTo>
                  <a:cubicBezTo>
                    <a:pt x="628082" y="171468"/>
                    <a:pt x="615491" y="145748"/>
                    <a:pt x="593938" y="12903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9" name="Google Shape;269;p14"/>
            <p:cNvGrpSpPr/>
            <p:nvPr/>
          </p:nvGrpSpPr>
          <p:grpSpPr>
            <a:xfrm rot="5400000">
              <a:off x="-2047650" y="634875"/>
              <a:ext cx="3673408" cy="1861900"/>
              <a:chOff x="5761600" y="-1296800"/>
              <a:chExt cx="3673408" cy="1861900"/>
            </a:xfrm>
          </p:grpSpPr>
          <p:pic>
            <p:nvPicPr>
              <p:cNvPr id="270" name="Google Shape;270;p14"/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5761600" y="-1296800"/>
                <a:ext cx="1866024" cy="18619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1" name="Google Shape;271;p14"/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7568984" y="-1296800"/>
                <a:ext cx="1866024" cy="1861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72" name="Google Shape;272;p14"/>
            <p:cNvGrpSpPr/>
            <p:nvPr/>
          </p:nvGrpSpPr>
          <p:grpSpPr>
            <a:xfrm rot="-3680103">
              <a:off x="2330101" y="4662710"/>
              <a:ext cx="287316" cy="256903"/>
              <a:chOff x="2957323" y="3936947"/>
              <a:chExt cx="194554" cy="173959"/>
            </a:xfrm>
          </p:grpSpPr>
          <p:sp>
            <p:nvSpPr>
              <p:cNvPr id="273" name="Google Shape;273;p14"/>
              <p:cNvSpPr/>
              <p:nvPr/>
            </p:nvSpPr>
            <p:spPr>
              <a:xfrm rot="-45834">
                <a:off x="3060432" y="3936962"/>
                <a:ext cx="3360" cy="173930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231886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231886"/>
                    </a:lnTo>
                    <a:lnTo>
                      <a:pt x="0" y="23188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p14"/>
              <p:cNvSpPr/>
              <p:nvPr/>
            </p:nvSpPr>
            <p:spPr>
              <a:xfrm rot="-206705">
                <a:off x="2957248" y="4012021"/>
                <a:ext cx="194704" cy="3355"/>
              </a:xfrm>
              <a:custGeom>
                <a:avLst/>
                <a:gdLst/>
                <a:ahLst/>
                <a:cxnLst/>
                <a:rect l="l" t="t" r="r" b="b"/>
                <a:pathLst>
                  <a:path w="260003" h="4480" extrusionOk="0">
                    <a:moveTo>
                      <a:pt x="0" y="0"/>
                    </a:moveTo>
                    <a:lnTo>
                      <a:pt x="260004" y="0"/>
                    </a:lnTo>
                    <a:lnTo>
                      <a:pt x="260004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p14"/>
              <p:cNvSpPr/>
              <p:nvPr/>
            </p:nvSpPr>
            <p:spPr>
              <a:xfrm rot="-2667569">
                <a:off x="2985839" y="4013185"/>
                <a:ext cx="150521" cy="3358"/>
              </a:xfrm>
              <a:custGeom>
                <a:avLst/>
                <a:gdLst/>
                <a:ahLst/>
                <a:cxnLst/>
                <a:rect l="l" t="t" r="r" b="b"/>
                <a:pathLst>
                  <a:path w="200811" h="4480" extrusionOk="0">
                    <a:moveTo>
                      <a:pt x="0" y="0"/>
                    </a:moveTo>
                    <a:lnTo>
                      <a:pt x="200811" y="0"/>
                    </a:lnTo>
                    <a:lnTo>
                      <a:pt x="200811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p14"/>
              <p:cNvSpPr/>
              <p:nvPr/>
            </p:nvSpPr>
            <p:spPr>
              <a:xfrm rot="-2716216">
                <a:off x="3069932" y="3955542"/>
                <a:ext cx="3358" cy="133807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78518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78518"/>
                    </a:lnTo>
                    <a:lnTo>
                      <a:pt x="0" y="1785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77" name="Google Shape;277;p14"/>
          <p:cNvSpPr txBox="1">
            <a:spLocks noGrp="1"/>
          </p:cNvSpPr>
          <p:nvPr>
            <p:ph type="title" hasCustomPrompt="1"/>
          </p:nvPr>
        </p:nvSpPr>
        <p:spPr>
          <a:xfrm>
            <a:off x="3915775" y="1243500"/>
            <a:ext cx="1312500" cy="10983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000" b="1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78" name="Google Shape;278;p14"/>
          <p:cNvSpPr txBox="1">
            <a:spLocks noGrp="1"/>
          </p:cNvSpPr>
          <p:nvPr>
            <p:ph type="title" idx="2"/>
          </p:nvPr>
        </p:nvSpPr>
        <p:spPr>
          <a:xfrm>
            <a:off x="2244900" y="2418000"/>
            <a:ext cx="4654200" cy="18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4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oogle Shape;280;p15"/>
          <p:cNvGrpSpPr/>
          <p:nvPr/>
        </p:nvGrpSpPr>
        <p:grpSpPr>
          <a:xfrm>
            <a:off x="-1050829" y="-692965"/>
            <a:ext cx="12030687" cy="5698140"/>
            <a:chOff x="-1050829" y="-692965"/>
            <a:chExt cx="12030687" cy="5698140"/>
          </a:xfrm>
        </p:grpSpPr>
        <p:sp>
          <p:nvSpPr>
            <p:cNvPr id="281" name="Google Shape;281;p15"/>
            <p:cNvSpPr/>
            <p:nvPr/>
          </p:nvSpPr>
          <p:spPr>
            <a:xfrm rot="-4238602" flipH="1">
              <a:off x="8483233" y="1554753"/>
              <a:ext cx="2231575" cy="2143170"/>
            </a:xfrm>
            <a:custGeom>
              <a:avLst/>
              <a:gdLst/>
              <a:ahLst/>
              <a:cxnLst/>
              <a:rect l="l" t="t" r="r" b="b"/>
              <a:pathLst>
                <a:path w="360365" h="346089" extrusionOk="0">
                  <a:moveTo>
                    <a:pt x="172081" y="337120"/>
                  </a:moveTo>
                  <a:lnTo>
                    <a:pt x="10634" y="186673"/>
                  </a:lnTo>
                  <a:cubicBezTo>
                    <a:pt x="-4063" y="172985"/>
                    <a:pt x="-3436" y="149505"/>
                    <a:pt x="11956" y="136600"/>
                  </a:cubicBezTo>
                  <a:lnTo>
                    <a:pt x="165696" y="7797"/>
                  </a:lnTo>
                  <a:cubicBezTo>
                    <a:pt x="178466" y="-2890"/>
                    <a:pt x="197151" y="-2554"/>
                    <a:pt x="209519" y="8581"/>
                  </a:cubicBezTo>
                  <a:lnTo>
                    <a:pt x="349300" y="134426"/>
                  </a:lnTo>
                  <a:cubicBezTo>
                    <a:pt x="362810" y="146592"/>
                    <a:pt x="364132" y="167294"/>
                    <a:pt x="352257" y="181072"/>
                  </a:cubicBezTo>
                  <a:lnTo>
                    <a:pt x="220183" y="334475"/>
                  </a:lnTo>
                  <a:cubicBezTo>
                    <a:pt x="207816" y="348859"/>
                    <a:pt x="185949" y="350047"/>
                    <a:pt x="172081" y="33712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2" name="Google Shape;282;p15"/>
            <p:cNvGrpSpPr/>
            <p:nvPr/>
          </p:nvGrpSpPr>
          <p:grpSpPr>
            <a:xfrm>
              <a:off x="-1050829" y="-692965"/>
              <a:ext cx="11582849" cy="5698140"/>
              <a:chOff x="-1050829" y="-692965"/>
              <a:chExt cx="11582849" cy="5698140"/>
            </a:xfrm>
          </p:grpSpPr>
          <p:pic>
            <p:nvPicPr>
              <p:cNvPr id="283" name="Google Shape;283;p15"/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 flipH="1">
                <a:off x="8665996" y="2439325"/>
                <a:ext cx="1866024" cy="1861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4" name="Google Shape;284;p15"/>
              <p:cNvSpPr/>
              <p:nvPr/>
            </p:nvSpPr>
            <p:spPr>
              <a:xfrm rot="-3591020" flipH="1">
                <a:off x="-762234" y="-411488"/>
                <a:ext cx="1549515" cy="1558644"/>
              </a:xfrm>
              <a:custGeom>
                <a:avLst/>
                <a:gdLst/>
                <a:ahLst/>
                <a:cxnLst/>
                <a:rect l="l" t="t" r="r" b="b"/>
                <a:pathLst>
                  <a:path w="1604660" h="1563415" extrusionOk="0">
                    <a:moveTo>
                      <a:pt x="1604302" y="987125"/>
                    </a:moveTo>
                    <a:lnTo>
                      <a:pt x="1557500" y="448858"/>
                    </a:lnTo>
                    <a:cubicBezTo>
                      <a:pt x="1554744" y="417066"/>
                      <a:pt x="1535028" y="389240"/>
                      <a:pt x="1505947" y="376089"/>
                    </a:cubicBezTo>
                    <a:lnTo>
                      <a:pt x="691725" y="7849"/>
                    </a:lnTo>
                    <a:cubicBezTo>
                      <a:pt x="660493" y="-6288"/>
                      <a:pt x="623907" y="-1045"/>
                      <a:pt x="597872" y="21292"/>
                    </a:cubicBezTo>
                    <a:lnTo>
                      <a:pt x="84811" y="461629"/>
                    </a:lnTo>
                    <a:cubicBezTo>
                      <a:pt x="67694" y="476326"/>
                      <a:pt x="56850" y="497005"/>
                      <a:pt x="54520" y="519432"/>
                    </a:cubicBezTo>
                    <a:lnTo>
                      <a:pt x="481" y="1036706"/>
                    </a:lnTo>
                    <a:cubicBezTo>
                      <a:pt x="-3418" y="1073987"/>
                      <a:pt x="16679" y="1109677"/>
                      <a:pt x="50577" y="1125674"/>
                    </a:cubicBezTo>
                    <a:lnTo>
                      <a:pt x="959772" y="1554966"/>
                    </a:lnTo>
                    <a:cubicBezTo>
                      <a:pt x="992325" y="1570335"/>
                      <a:pt x="1030973" y="1564398"/>
                      <a:pt x="1057410" y="1539932"/>
                    </a:cubicBezTo>
                    <a:lnTo>
                      <a:pt x="1576364" y="1059536"/>
                    </a:lnTo>
                    <a:cubicBezTo>
                      <a:pt x="1596372" y="1041008"/>
                      <a:pt x="1606700" y="1014279"/>
                      <a:pt x="1604325" y="98712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85" name="Google Shape;285;p15"/>
              <p:cNvGrpSpPr/>
              <p:nvPr/>
            </p:nvGrpSpPr>
            <p:grpSpPr>
              <a:xfrm rot="-467346" flipH="1">
                <a:off x="8213445" y="4231907"/>
                <a:ext cx="494359" cy="743195"/>
                <a:chOff x="2993166" y="926240"/>
                <a:chExt cx="181226" cy="272437"/>
              </a:xfrm>
            </p:grpSpPr>
            <p:sp>
              <p:nvSpPr>
                <p:cNvPr id="286" name="Google Shape;286;p15"/>
                <p:cNvSpPr/>
                <p:nvPr/>
              </p:nvSpPr>
              <p:spPr>
                <a:xfrm>
                  <a:off x="2993166" y="926240"/>
                  <a:ext cx="181226" cy="2724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634" h="363249" extrusionOk="0">
                      <a:moveTo>
                        <a:pt x="227216" y="140690"/>
                      </a:moveTo>
                      <a:lnTo>
                        <a:pt x="143670" y="132423"/>
                      </a:lnTo>
                      <a:lnTo>
                        <a:pt x="171227" y="19840"/>
                      </a:lnTo>
                      <a:cubicBezTo>
                        <a:pt x="175170" y="3709"/>
                        <a:pt x="154939" y="-6978"/>
                        <a:pt x="143826" y="5367"/>
                      </a:cubicBezTo>
                      <a:lnTo>
                        <a:pt x="4112" y="160787"/>
                      </a:lnTo>
                      <a:cubicBezTo>
                        <a:pt x="-4581" y="170466"/>
                        <a:pt x="1312" y="185925"/>
                        <a:pt x="14262" y="187336"/>
                      </a:cubicBezTo>
                      <a:lnTo>
                        <a:pt x="101101" y="196791"/>
                      </a:lnTo>
                      <a:lnTo>
                        <a:pt x="64089" y="344078"/>
                      </a:lnTo>
                      <a:cubicBezTo>
                        <a:pt x="60034" y="360231"/>
                        <a:pt x="80982" y="370380"/>
                        <a:pt x="91131" y="357184"/>
                      </a:cubicBezTo>
                      <a:lnTo>
                        <a:pt x="238620" y="165873"/>
                      </a:lnTo>
                      <a:cubicBezTo>
                        <a:pt x="245789" y="155880"/>
                        <a:pt x="239449" y="141877"/>
                        <a:pt x="227216" y="14066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7" name="Google Shape;287;p15"/>
                <p:cNvSpPr/>
                <p:nvPr/>
              </p:nvSpPr>
              <p:spPr>
                <a:xfrm>
                  <a:off x="3043988" y="927157"/>
                  <a:ext cx="120479" cy="1353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639" h="180445" extrusionOk="0">
                      <a:moveTo>
                        <a:pt x="160214" y="180445"/>
                      </a:moveTo>
                      <a:lnTo>
                        <a:pt x="0" y="165255"/>
                      </a:lnTo>
                      <a:lnTo>
                        <a:pt x="94233" y="0"/>
                      </a:lnTo>
                      <a:lnTo>
                        <a:pt x="98131" y="2218"/>
                      </a:lnTo>
                      <a:lnTo>
                        <a:pt x="7326" y="161446"/>
                      </a:lnTo>
                      <a:lnTo>
                        <a:pt x="160640" y="175987"/>
                      </a:lnTo>
                      <a:lnTo>
                        <a:pt x="160214" y="180445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88" name="Google Shape;288;p15"/>
              <p:cNvSpPr/>
              <p:nvPr/>
            </p:nvSpPr>
            <p:spPr>
              <a:xfrm flipH="1">
                <a:off x="8881298" y="4687875"/>
                <a:ext cx="151756" cy="151756"/>
              </a:xfrm>
              <a:custGeom>
                <a:avLst/>
                <a:gdLst/>
                <a:ahLst/>
                <a:cxnLst/>
                <a:rect l="l" t="t" r="r" b="b"/>
                <a:pathLst>
                  <a:path w="402002" h="402002" extrusionOk="0">
                    <a:moveTo>
                      <a:pt x="332549" y="172492"/>
                    </a:moveTo>
                    <a:cubicBezTo>
                      <a:pt x="275641" y="172492"/>
                      <a:pt x="229511" y="126361"/>
                      <a:pt x="229511" y="69454"/>
                    </a:cubicBezTo>
                    <a:lnTo>
                      <a:pt x="229511" y="0"/>
                    </a:lnTo>
                    <a:lnTo>
                      <a:pt x="172492" y="0"/>
                    </a:lnTo>
                    <a:lnTo>
                      <a:pt x="172492" y="69454"/>
                    </a:lnTo>
                    <a:cubicBezTo>
                      <a:pt x="172492" y="126361"/>
                      <a:pt x="126361" y="172492"/>
                      <a:pt x="69454" y="172492"/>
                    </a:cubicBezTo>
                    <a:lnTo>
                      <a:pt x="0" y="172492"/>
                    </a:lnTo>
                    <a:lnTo>
                      <a:pt x="0" y="229511"/>
                    </a:lnTo>
                    <a:lnTo>
                      <a:pt x="69454" y="229511"/>
                    </a:lnTo>
                    <a:cubicBezTo>
                      <a:pt x="126361" y="229511"/>
                      <a:pt x="172492" y="275642"/>
                      <a:pt x="172492" y="332549"/>
                    </a:cubicBezTo>
                    <a:lnTo>
                      <a:pt x="172492" y="402003"/>
                    </a:lnTo>
                    <a:lnTo>
                      <a:pt x="229511" y="402003"/>
                    </a:lnTo>
                    <a:lnTo>
                      <a:pt x="229511" y="332549"/>
                    </a:lnTo>
                    <a:cubicBezTo>
                      <a:pt x="229511" y="275642"/>
                      <a:pt x="275641" y="229511"/>
                      <a:pt x="332549" y="229511"/>
                    </a:cubicBezTo>
                    <a:lnTo>
                      <a:pt x="402003" y="229511"/>
                    </a:lnTo>
                    <a:lnTo>
                      <a:pt x="402003" y="172492"/>
                    </a:lnTo>
                    <a:lnTo>
                      <a:pt x="332549" y="1724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p15"/>
              <p:cNvSpPr/>
              <p:nvPr/>
            </p:nvSpPr>
            <p:spPr>
              <a:xfrm flipH="1">
                <a:off x="1630860" y="167075"/>
                <a:ext cx="151756" cy="151756"/>
              </a:xfrm>
              <a:custGeom>
                <a:avLst/>
                <a:gdLst/>
                <a:ahLst/>
                <a:cxnLst/>
                <a:rect l="l" t="t" r="r" b="b"/>
                <a:pathLst>
                  <a:path w="402002" h="402002" extrusionOk="0">
                    <a:moveTo>
                      <a:pt x="332549" y="172492"/>
                    </a:moveTo>
                    <a:cubicBezTo>
                      <a:pt x="275641" y="172492"/>
                      <a:pt x="229511" y="126361"/>
                      <a:pt x="229511" y="69454"/>
                    </a:cubicBezTo>
                    <a:lnTo>
                      <a:pt x="229511" y="0"/>
                    </a:lnTo>
                    <a:lnTo>
                      <a:pt x="172492" y="0"/>
                    </a:lnTo>
                    <a:lnTo>
                      <a:pt x="172492" y="69454"/>
                    </a:lnTo>
                    <a:cubicBezTo>
                      <a:pt x="172492" y="126361"/>
                      <a:pt x="126361" y="172492"/>
                      <a:pt x="69454" y="172492"/>
                    </a:cubicBezTo>
                    <a:lnTo>
                      <a:pt x="0" y="172492"/>
                    </a:lnTo>
                    <a:lnTo>
                      <a:pt x="0" y="229511"/>
                    </a:lnTo>
                    <a:lnTo>
                      <a:pt x="69454" y="229511"/>
                    </a:lnTo>
                    <a:cubicBezTo>
                      <a:pt x="126361" y="229511"/>
                      <a:pt x="172492" y="275642"/>
                      <a:pt x="172492" y="332549"/>
                    </a:cubicBezTo>
                    <a:lnTo>
                      <a:pt x="172492" y="402003"/>
                    </a:lnTo>
                    <a:lnTo>
                      <a:pt x="229511" y="402003"/>
                    </a:lnTo>
                    <a:lnTo>
                      <a:pt x="229511" y="332549"/>
                    </a:lnTo>
                    <a:cubicBezTo>
                      <a:pt x="229511" y="275642"/>
                      <a:pt x="275641" y="229511"/>
                      <a:pt x="332549" y="229511"/>
                    </a:cubicBezTo>
                    <a:lnTo>
                      <a:pt x="402003" y="229511"/>
                    </a:lnTo>
                    <a:lnTo>
                      <a:pt x="402003" y="172492"/>
                    </a:lnTo>
                    <a:lnTo>
                      <a:pt x="332549" y="17249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0" name="Google Shape;290;p15"/>
              <p:cNvSpPr/>
              <p:nvPr/>
            </p:nvSpPr>
            <p:spPr>
              <a:xfrm flipH="1">
                <a:off x="158598" y="1430950"/>
                <a:ext cx="151756" cy="151756"/>
              </a:xfrm>
              <a:custGeom>
                <a:avLst/>
                <a:gdLst/>
                <a:ahLst/>
                <a:cxnLst/>
                <a:rect l="l" t="t" r="r" b="b"/>
                <a:pathLst>
                  <a:path w="402002" h="402002" extrusionOk="0">
                    <a:moveTo>
                      <a:pt x="332549" y="172492"/>
                    </a:moveTo>
                    <a:cubicBezTo>
                      <a:pt x="275641" y="172492"/>
                      <a:pt x="229511" y="126361"/>
                      <a:pt x="229511" y="69454"/>
                    </a:cubicBezTo>
                    <a:lnTo>
                      <a:pt x="229511" y="0"/>
                    </a:lnTo>
                    <a:lnTo>
                      <a:pt x="172492" y="0"/>
                    </a:lnTo>
                    <a:lnTo>
                      <a:pt x="172492" y="69454"/>
                    </a:lnTo>
                    <a:cubicBezTo>
                      <a:pt x="172492" y="126361"/>
                      <a:pt x="126361" y="172492"/>
                      <a:pt x="69454" y="172492"/>
                    </a:cubicBezTo>
                    <a:lnTo>
                      <a:pt x="0" y="172492"/>
                    </a:lnTo>
                    <a:lnTo>
                      <a:pt x="0" y="229511"/>
                    </a:lnTo>
                    <a:lnTo>
                      <a:pt x="69454" y="229511"/>
                    </a:lnTo>
                    <a:cubicBezTo>
                      <a:pt x="126361" y="229511"/>
                      <a:pt x="172492" y="275642"/>
                      <a:pt x="172492" y="332549"/>
                    </a:cubicBezTo>
                    <a:lnTo>
                      <a:pt x="172492" y="402003"/>
                    </a:lnTo>
                    <a:lnTo>
                      <a:pt x="229511" y="402003"/>
                    </a:lnTo>
                    <a:lnTo>
                      <a:pt x="229511" y="332549"/>
                    </a:lnTo>
                    <a:cubicBezTo>
                      <a:pt x="229511" y="275642"/>
                      <a:pt x="275641" y="229511"/>
                      <a:pt x="332549" y="229511"/>
                    </a:cubicBezTo>
                    <a:lnTo>
                      <a:pt x="402003" y="229511"/>
                    </a:lnTo>
                    <a:lnTo>
                      <a:pt x="402003" y="172492"/>
                    </a:lnTo>
                    <a:lnTo>
                      <a:pt x="332549" y="17249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91" name="Google Shape;291;p15"/>
              <p:cNvGrpSpPr/>
              <p:nvPr/>
            </p:nvGrpSpPr>
            <p:grpSpPr>
              <a:xfrm rot="-2320970" flipH="1">
                <a:off x="389835" y="1143179"/>
                <a:ext cx="287313" cy="256899"/>
                <a:chOff x="2957323" y="3936947"/>
                <a:chExt cx="194554" cy="173959"/>
              </a:xfrm>
            </p:grpSpPr>
            <p:sp>
              <p:nvSpPr>
                <p:cNvPr id="292" name="Google Shape;292;p15"/>
                <p:cNvSpPr/>
                <p:nvPr/>
              </p:nvSpPr>
              <p:spPr>
                <a:xfrm rot="-45834">
                  <a:off x="3060432" y="3936962"/>
                  <a:ext cx="3360" cy="1739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0" h="231886" extrusionOk="0">
                      <a:moveTo>
                        <a:pt x="0" y="0"/>
                      </a:moveTo>
                      <a:lnTo>
                        <a:pt x="4481" y="0"/>
                      </a:lnTo>
                      <a:lnTo>
                        <a:pt x="4481" y="231886"/>
                      </a:lnTo>
                      <a:lnTo>
                        <a:pt x="0" y="23188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3" name="Google Shape;293;p15"/>
                <p:cNvSpPr/>
                <p:nvPr/>
              </p:nvSpPr>
              <p:spPr>
                <a:xfrm rot="-206705">
                  <a:off x="2957248" y="4012021"/>
                  <a:ext cx="194704" cy="3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003" h="4480" extrusionOk="0">
                      <a:moveTo>
                        <a:pt x="0" y="0"/>
                      </a:moveTo>
                      <a:lnTo>
                        <a:pt x="260004" y="0"/>
                      </a:lnTo>
                      <a:lnTo>
                        <a:pt x="260004" y="4481"/>
                      </a:lnTo>
                      <a:lnTo>
                        <a:pt x="0" y="448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4" name="Google Shape;294;p15"/>
                <p:cNvSpPr/>
                <p:nvPr/>
              </p:nvSpPr>
              <p:spPr>
                <a:xfrm rot="-2667569">
                  <a:off x="2985839" y="4013185"/>
                  <a:ext cx="150521" cy="33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811" h="4480" extrusionOk="0">
                      <a:moveTo>
                        <a:pt x="0" y="0"/>
                      </a:moveTo>
                      <a:lnTo>
                        <a:pt x="200811" y="0"/>
                      </a:lnTo>
                      <a:lnTo>
                        <a:pt x="200811" y="4481"/>
                      </a:lnTo>
                      <a:lnTo>
                        <a:pt x="0" y="448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5" name="Google Shape;295;p15"/>
                <p:cNvSpPr/>
                <p:nvPr/>
              </p:nvSpPr>
              <p:spPr>
                <a:xfrm rot="-2716216">
                  <a:off x="3069932" y="3955542"/>
                  <a:ext cx="3358" cy="1338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0" h="178518" extrusionOk="0">
                      <a:moveTo>
                        <a:pt x="0" y="0"/>
                      </a:moveTo>
                      <a:lnTo>
                        <a:pt x="4481" y="0"/>
                      </a:lnTo>
                      <a:lnTo>
                        <a:pt x="4481" y="178518"/>
                      </a:lnTo>
                      <a:lnTo>
                        <a:pt x="0" y="17851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96" name="Google Shape;296;p15"/>
              <p:cNvGrpSpPr/>
              <p:nvPr/>
            </p:nvGrpSpPr>
            <p:grpSpPr>
              <a:xfrm rot="3680103" flipH="1">
                <a:off x="8556037" y="1841060"/>
                <a:ext cx="287316" cy="256903"/>
                <a:chOff x="2957323" y="3936947"/>
                <a:chExt cx="194554" cy="173959"/>
              </a:xfrm>
            </p:grpSpPr>
            <p:sp>
              <p:nvSpPr>
                <p:cNvPr id="297" name="Google Shape;297;p15"/>
                <p:cNvSpPr/>
                <p:nvPr/>
              </p:nvSpPr>
              <p:spPr>
                <a:xfrm rot="-45834">
                  <a:off x="3060432" y="3936962"/>
                  <a:ext cx="3360" cy="1739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0" h="231886" extrusionOk="0">
                      <a:moveTo>
                        <a:pt x="0" y="0"/>
                      </a:moveTo>
                      <a:lnTo>
                        <a:pt x="4481" y="0"/>
                      </a:lnTo>
                      <a:lnTo>
                        <a:pt x="4481" y="231886"/>
                      </a:lnTo>
                      <a:lnTo>
                        <a:pt x="0" y="23188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8" name="Google Shape;298;p15"/>
                <p:cNvSpPr/>
                <p:nvPr/>
              </p:nvSpPr>
              <p:spPr>
                <a:xfrm rot="-206705">
                  <a:off x="2957248" y="4012021"/>
                  <a:ext cx="194704" cy="3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003" h="4480" extrusionOk="0">
                      <a:moveTo>
                        <a:pt x="0" y="0"/>
                      </a:moveTo>
                      <a:lnTo>
                        <a:pt x="260004" y="0"/>
                      </a:lnTo>
                      <a:lnTo>
                        <a:pt x="260004" y="4481"/>
                      </a:lnTo>
                      <a:lnTo>
                        <a:pt x="0" y="448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9" name="Google Shape;299;p15"/>
                <p:cNvSpPr/>
                <p:nvPr/>
              </p:nvSpPr>
              <p:spPr>
                <a:xfrm rot="-2667569">
                  <a:off x="2985839" y="4013185"/>
                  <a:ext cx="150521" cy="33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811" h="4480" extrusionOk="0">
                      <a:moveTo>
                        <a:pt x="0" y="0"/>
                      </a:moveTo>
                      <a:lnTo>
                        <a:pt x="200811" y="0"/>
                      </a:lnTo>
                      <a:lnTo>
                        <a:pt x="200811" y="4481"/>
                      </a:lnTo>
                      <a:lnTo>
                        <a:pt x="0" y="448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0" name="Google Shape;300;p15"/>
                <p:cNvSpPr/>
                <p:nvPr/>
              </p:nvSpPr>
              <p:spPr>
                <a:xfrm rot="-2716216">
                  <a:off x="3069932" y="3955542"/>
                  <a:ext cx="3358" cy="1338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0" h="178518" extrusionOk="0">
                      <a:moveTo>
                        <a:pt x="0" y="0"/>
                      </a:moveTo>
                      <a:lnTo>
                        <a:pt x="4481" y="0"/>
                      </a:lnTo>
                      <a:lnTo>
                        <a:pt x="4481" y="178518"/>
                      </a:lnTo>
                      <a:lnTo>
                        <a:pt x="0" y="17851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01" name="Google Shape;301;p15"/>
              <p:cNvGrpSpPr/>
              <p:nvPr/>
            </p:nvGrpSpPr>
            <p:grpSpPr>
              <a:xfrm>
                <a:off x="-25875" y="-4"/>
                <a:ext cx="1044986" cy="859405"/>
                <a:chOff x="6450059" y="3493418"/>
                <a:chExt cx="375098" cy="308495"/>
              </a:xfrm>
            </p:grpSpPr>
            <p:sp>
              <p:nvSpPr>
                <p:cNvPr id="302" name="Google Shape;302;p15"/>
                <p:cNvSpPr/>
                <p:nvPr/>
              </p:nvSpPr>
              <p:spPr>
                <a:xfrm rot="-2700000">
                  <a:off x="6526781" y="3538596"/>
                  <a:ext cx="218139" cy="2181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033" h="291033" extrusionOk="0">
                      <a:moveTo>
                        <a:pt x="291034" y="145517"/>
                      </a:moveTo>
                      <a:cubicBezTo>
                        <a:pt x="291034" y="225884"/>
                        <a:pt x="225884" y="291034"/>
                        <a:pt x="145517" y="291034"/>
                      </a:cubicBezTo>
                      <a:cubicBezTo>
                        <a:pt x="65150" y="291034"/>
                        <a:pt x="0" y="225884"/>
                        <a:pt x="0" y="145517"/>
                      </a:cubicBezTo>
                      <a:cubicBezTo>
                        <a:pt x="0" y="65150"/>
                        <a:pt x="65150" y="0"/>
                        <a:pt x="145517" y="0"/>
                      </a:cubicBezTo>
                      <a:cubicBezTo>
                        <a:pt x="225884" y="0"/>
                        <a:pt x="291034" y="65150"/>
                        <a:pt x="291034" y="14551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3" name="Google Shape;303;p15"/>
                <p:cNvSpPr/>
                <p:nvPr/>
              </p:nvSpPr>
              <p:spPr>
                <a:xfrm>
                  <a:off x="6552423" y="3558567"/>
                  <a:ext cx="172641" cy="1782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188" h="237632" extrusionOk="0">
                      <a:moveTo>
                        <a:pt x="111283" y="237633"/>
                      </a:moveTo>
                      <a:cubicBezTo>
                        <a:pt x="94412" y="237633"/>
                        <a:pt x="77609" y="234003"/>
                        <a:pt x="61836" y="226767"/>
                      </a:cubicBezTo>
                      <a:cubicBezTo>
                        <a:pt x="33002" y="213548"/>
                        <a:pt x="11023" y="189889"/>
                        <a:pt x="0" y="160136"/>
                      </a:cubicBezTo>
                      <a:lnTo>
                        <a:pt x="2106" y="159351"/>
                      </a:lnTo>
                      <a:cubicBezTo>
                        <a:pt x="12927" y="188544"/>
                        <a:pt x="34480" y="211756"/>
                        <a:pt x="62777" y="224728"/>
                      </a:cubicBezTo>
                      <a:cubicBezTo>
                        <a:pt x="91074" y="237700"/>
                        <a:pt x="122732" y="238887"/>
                        <a:pt x="151924" y="228044"/>
                      </a:cubicBezTo>
                      <a:cubicBezTo>
                        <a:pt x="181117" y="217200"/>
                        <a:pt x="204328" y="195669"/>
                        <a:pt x="217301" y="167372"/>
                      </a:cubicBezTo>
                      <a:cubicBezTo>
                        <a:pt x="230273" y="139076"/>
                        <a:pt x="231460" y="107418"/>
                        <a:pt x="220616" y="78225"/>
                      </a:cubicBezTo>
                      <a:cubicBezTo>
                        <a:pt x="198257" y="17980"/>
                        <a:pt x="131044" y="-12826"/>
                        <a:pt x="70798" y="9533"/>
                      </a:cubicBezTo>
                      <a:lnTo>
                        <a:pt x="70014" y="7427"/>
                      </a:lnTo>
                      <a:cubicBezTo>
                        <a:pt x="131424" y="-15358"/>
                        <a:pt x="199915" y="16053"/>
                        <a:pt x="222700" y="77441"/>
                      </a:cubicBezTo>
                      <a:cubicBezTo>
                        <a:pt x="233745" y="107194"/>
                        <a:pt x="232535" y="139457"/>
                        <a:pt x="219317" y="168291"/>
                      </a:cubicBezTo>
                      <a:cubicBezTo>
                        <a:pt x="206098" y="197126"/>
                        <a:pt x="182439" y="219104"/>
                        <a:pt x="152686" y="230127"/>
                      </a:cubicBezTo>
                      <a:cubicBezTo>
                        <a:pt x="139221" y="235123"/>
                        <a:pt x="125241" y="237610"/>
                        <a:pt x="111283" y="23761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4" name="Google Shape;304;p15"/>
                <p:cNvSpPr/>
                <p:nvPr/>
              </p:nvSpPr>
              <p:spPr>
                <a:xfrm>
                  <a:off x="6450059" y="3577630"/>
                  <a:ext cx="375098" cy="1489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0131" h="198661" extrusionOk="0">
                      <a:moveTo>
                        <a:pt x="20588" y="198662"/>
                      </a:moveTo>
                      <a:cubicBezTo>
                        <a:pt x="9744" y="198662"/>
                        <a:pt x="2148" y="196780"/>
                        <a:pt x="379" y="192008"/>
                      </a:cubicBezTo>
                      <a:cubicBezTo>
                        <a:pt x="-6052" y="174689"/>
                        <a:pt x="71064" y="135997"/>
                        <a:pt x="104537" y="120179"/>
                      </a:cubicBezTo>
                      <a:lnTo>
                        <a:pt x="105500" y="122195"/>
                      </a:lnTo>
                      <a:cubicBezTo>
                        <a:pt x="24822" y="160372"/>
                        <a:pt x="-607" y="182889"/>
                        <a:pt x="2485" y="191223"/>
                      </a:cubicBezTo>
                      <a:cubicBezTo>
                        <a:pt x="6450" y="201865"/>
                        <a:pt x="55785" y="195749"/>
                        <a:pt x="128218" y="175607"/>
                      </a:cubicBezTo>
                      <a:cubicBezTo>
                        <a:pt x="168838" y="164338"/>
                        <a:pt x="215147" y="149148"/>
                        <a:pt x="262107" y="131717"/>
                      </a:cubicBezTo>
                      <a:cubicBezTo>
                        <a:pt x="309067" y="114286"/>
                        <a:pt x="354033" y="95579"/>
                        <a:pt x="392187" y="77610"/>
                      </a:cubicBezTo>
                      <a:cubicBezTo>
                        <a:pt x="460208" y="45617"/>
                        <a:pt x="501611" y="18059"/>
                        <a:pt x="497645" y="7395"/>
                      </a:cubicBezTo>
                      <a:cubicBezTo>
                        <a:pt x="494553" y="-940"/>
                        <a:pt x="460588" y="-1410"/>
                        <a:pt x="374555" y="22294"/>
                      </a:cubicBezTo>
                      <a:lnTo>
                        <a:pt x="373950" y="20143"/>
                      </a:lnTo>
                      <a:cubicBezTo>
                        <a:pt x="409641" y="10307"/>
                        <a:pt x="493321" y="-10685"/>
                        <a:pt x="499751" y="6611"/>
                      </a:cubicBezTo>
                      <a:cubicBezTo>
                        <a:pt x="506271" y="24198"/>
                        <a:pt x="427362" y="63518"/>
                        <a:pt x="393128" y="79627"/>
                      </a:cubicBezTo>
                      <a:cubicBezTo>
                        <a:pt x="354929" y="97617"/>
                        <a:pt x="309874" y="116348"/>
                        <a:pt x="262869" y="133801"/>
                      </a:cubicBezTo>
                      <a:cubicBezTo>
                        <a:pt x="215842" y="151254"/>
                        <a:pt x="169487" y="166444"/>
                        <a:pt x="128801" y="177736"/>
                      </a:cubicBezTo>
                      <a:cubicBezTo>
                        <a:pt x="102252" y="185129"/>
                        <a:pt x="49691" y="198639"/>
                        <a:pt x="20588" y="19863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5" name="Google Shape;305;p15"/>
                <p:cNvSpPr/>
                <p:nvPr/>
              </p:nvSpPr>
              <p:spPr>
                <a:xfrm>
                  <a:off x="6509341" y="3594800"/>
                  <a:ext cx="248904" cy="941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872" h="125559" extrusionOk="0">
                      <a:moveTo>
                        <a:pt x="2798" y="125515"/>
                      </a:moveTo>
                      <a:cubicBezTo>
                        <a:pt x="602" y="125515"/>
                        <a:pt x="356" y="124865"/>
                        <a:pt x="154" y="124283"/>
                      </a:cubicBezTo>
                      <a:cubicBezTo>
                        <a:pt x="-384" y="122849"/>
                        <a:pt x="-1101" y="120900"/>
                        <a:pt x="27980" y="107815"/>
                      </a:cubicBezTo>
                      <a:lnTo>
                        <a:pt x="28899" y="109854"/>
                      </a:lnTo>
                      <a:cubicBezTo>
                        <a:pt x="9788" y="118457"/>
                        <a:pt x="4366" y="121975"/>
                        <a:pt x="2865" y="123297"/>
                      </a:cubicBezTo>
                      <a:cubicBezTo>
                        <a:pt x="4837" y="123409"/>
                        <a:pt x="11244" y="122423"/>
                        <a:pt x="30871" y="116643"/>
                      </a:cubicBezTo>
                      <a:cubicBezTo>
                        <a:pt x="34141" y="115679"/>
                        <a:pt x="37659" y="114604"/>
                        <a:pt x="41378" y="113461"/>
                      </a:cubicBezTo>
                      <a:cubicBezTo>
                        <a:pt x="73260" y="103626"/>
                        <a:pt x="119570" y="87584"/>
                        <a:pt x="168434" y="69437"/>
                      </a:cubicBezTo>
                      <a:cubicBezTo>
                        <a:pt x="217275" y="51311"/>
                        <a:pt x="262824" y="33253"/>
                        <a:pt x="293428" y="19900"/>
                      </a:cubicBezTo>
                      <a:cubicBezTo>
                        <a:pt x="296991" y="18332"/>
                        <a:pt x="300351" y="16854"/>
                        <a:pt x="303465" y="15464"/>
                      </a:cubicBezTo>
                      <a:cubicBezTo>
                        <a:pt x="322151" y="7018"/>
                        <a:pt x="327505" y="3545"/>
                        <a:pt x="329029" y="2223"/>
                      </a:cubicBezTo>
                      <a:lnTo>
                        <a:pt x="328962" y="2223"/>
                      </a:lnTo>
                      <a:cubicBezTo>
                        <a:pt x="326833" y="2223"/>
                        <a:pt x="320358" y="3164"/>
                        <a:pt x="300531" y="9056"/>
                      </a:cubicBezTo>
                      <a:lnTo>
                        <a:pt x="299881" y="6906"/>
                      </a:lnTo>
                      <a:cubicBezTo>
                        <a:pt x="330440" y="-2168"/>
                        <a:pt x="331180" y="-196"/>
                        <a:pt x="331717" y="1237"/>
                      </a:cubicBezTo>
                      <a:cubicBezTo>
                        <a:pt x="332255" y="2649"/>
                        <a:pt x="332972" y="4598"/>
                        <a:pt x="304384" y="17525"/>
                      </a:cubicBezTo>
                      <a:cubicBezTo>
                        <a:pt x="301270" y="18915"/>
                        <a:pt x="297887" y="20416"/>
                        <a:pt x="294325" y="21984"/>
                      </a:cubicBezTo>
                      <a:cubicBezTo>
                        <a:pt x="263697" y="35360"/>
                        <a:pt x="218082" y="53417"/>
                        <a:pt x="169218" y="71565"/>
                      </a:cubicBezTo>
                      <a:cubicBezTo>
                        <a:pt x="120309" y="89712"/>
                        <a:pt x="73954" y="105777"/>
                        <a:pt x="42050" y="115634"/>
                      </a:cubicBezTo>
                      <a:cubicBezTo>
                        <a:pt x="38309" y="116777"/>
                        <a:pt x="34791" y="117852"/>
                        <a:pt x="31520" y="118838"/>
                      </a:cubicBezTo>
                      <a:cubicBezTo>
                        <a:pt x="13574" y="124126"/>
                        <a:pt x="6069" y="125559"/>
                        <a:pt x="2820" y="12555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306" name="Google Shape;306;p15"/>
          <p:cNvSpPr txBox="1">
            <a:spLocks noGrp="1"/>
          </p:cNvSpPr>
          <p:nvPr>
            <p:ph type="title"/>
          </p:nvPr>
        </p:nvSpPr>
        <p:spPr>
          <a:xfrm>
            <a:off x="720000" y="47485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1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" name="Google Shape;308;p16"/>
          <p:cNvGrpSpPr/>
          <p:nvPr/>
        </p:nvGrpSpPr>
        <p:grpSpPr>
          <a:xfrm>
            <a:off x="155600" y="-2361850"/>
            <a:ext cx="9419295" cy="8858526"/>
            <a:chOff x="155600" y="-2361850"/>
            <a:chExt cx="9419295" cy="8858526"/>
          </a:xfrm>
        </p:grpSpPr>
        <p:sp>
          <p:nvSpPr>
            <p:cNvPr id="309" name="Google Shape;309;p16"/>
            <p:cNvSpPr/>
            <p:nvPr/>
          </p:nvSpPr>
          <p:spPr>
            <a:xfrm rot="2209089">
              <a:off x="6704267" y="-1858685"/>
              <a:ext cx="2434129" cy="2265970"/>
            </a:xfrm>
            <a:custGeom>
              <a:avLst/>
              <a:gdLst/>
              <a:ahLst/>
              <a:cxnLst/>
              <a:rect l="l" t="t" r="r" b="b"/>
              <a:pathLst>
                <a:path w="628081" h="671697" extrusionOk="0">
                  <a:moveTo>
                    <a:pt x="593960" y="129034"/>
                  </a:moveTo>
                  <a:lnTo>
                    <a:pt x="451625" y="18535"/>
                  </a:lnTo>
                  <a:cubicBezTo>
                    <a:pt x="426420" y="-1024"/>
                    <a:pt x="392612" y="-5460"/>
                    <a:pt x="363217" y="6930"/>
                  </a:cubicBezTo>
                  <a:lnTo>
                    <a:pt x="62997" y="133582"/>
                  </a:lnTo>
                  <a:cubicBezTo>
                    <a:pt x="31407" y="146913"/>
                    <a:pt x="10392" y="177316"/>
                    <a:pt x="9114" y="211572"/>
                  </a:cubicBezTo>
                  <a:lnTo>
                    <a:pt x="63" y="452420"/>
                  </a:lnTo>
                  <a:cubicBezTo>
                    <a:pt x="-788" y="474959"/>
                    <a:pt x="7031" y="496960"/>
                    <a:pt x="21885" y="513920"/>
                  </a:cubicBezTo>
                  <a:lnTo>
                    <a:pt x="133840" y="641625"/>
                  </a:lnTo>
                  <a:cubicBezTo>
                    <a:pt x="158552" y="669810"/>
                    <a:pt x="198387" y="679310"/>
                    <a:pt x="233159" y="665307"/>
                  </a:cubicBezTo>
                  <a:lnTo>
                    <a:pt x="572788" y="528550"/>
                  </a:lnTo>
                  <a:cubicBezTo>
                    <a:pt x="606193" y="515108"/>
                    <a:pt x="628082" y="482688"/>
                    <a:pt x="628082" y="446684"/>
                  </a:cubicBezTo>
                  <a:lnTo>
                    <a:pt x="628082" y="198735"/>
                  </a:lnTo>
                  <a:cubicBezTo>
                    <a:pt x="628082" y="171468"/>
                    <a:pt x="615491" y="145748"/>
                    <a:pt x="593938" y="12903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0" name="Google Shape;310;p16"/>
            <p:cNvGrpSpPr/>
            <p:nvPr/>
          </p:nvGrpSpPr>
          <p:grpSpPr>
            <a:xfrm>
              <a:off x="524500" y="4634775"/>
              <a:ext cx="3673408" cy="1861900"/>
              <a:chOff x="5761600" y="-1296800"/>
              <a:chExt cx="3673408" cy="1861900"/>
            </a:xfrm>
          </p:grpSpPr>
          <p:pic>
            <p:nvPicPr>
              <p:cNvPr id="311" name="Google Shape;311;p16"/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5761600" y="-1296800"/>
                <a:ext cx="1866024" cy="18619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12" name="Google Shape;312;p16"/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7568984" y="-1296800"/>
                <a:ext cx="1866024" cy="1861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13" name="Google Shape;313;p16"/>
            <p:cNvSpPr/>
            <p:nvPr/>
          </p:nvSpPr>
          <p:spPr>
            <a:xfrm>
              <a:off x="155600" y="4710038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16"/>
            <p:cNvSpPr/>
            <p:nvPr/>
          </p:nvSpPr>
          <p:spPr>
            <a:xfrm>
              <a:off x="7845438" y="103925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16"/>
            <p:cNvSpPr/>
            <p:nvPr/>
          </p:nvSpPr>
          <p:spPr>
            <a:xfrm>
              <a:off x="8587650" y="1654188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16" name="Google Shape;316;p16"/>
            <p:cNvGrpSpPr/>
            <p:nvPr/>
          </p:nvGrpSpPr>
          <p:grpSpPr>
            <a:xfrm rot="9471542">
              <a:off x="8582899" y="144632"/>
              <a:ext cx="396156" cy="920683"/>
              <a:chOff x="6450863" y="906773"/>
              <a:chExt cx="162927" cy="378648"/>
            </a:xfrm>
          </p:grpSpPr>
          <p:sp>
            <p:nvSpPr>
              <p:cNvPr id="317" name="Google Shape;317;p16"/>
              <p:cNvSpPr/>
              <p:nvPr/>
            </p:nvSpPr>
            <p:spPr>
              <a:xfrm rot="-4858661">
                <a:off x="6556562" y="887465"/>
                <a:ext cx="3357" cy="85244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13769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13770"/>
                    </a:lnTo>
                    <a:lnTo>
                      <a:pt x="0" y="1137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" name="Google Shape;318;p16"/>
              <p:cNvSpPr/>
              <p:nvPr/>
            </p:nvSpPr>
            <p:spPr>
              <a:xfrm rot="-4858661">
                <a:off x="6553937" y="904055"/>
                <a:ext cx="3357" cy="85244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13769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13770"/>
                    </a:lnTo>
                    <a:lnTo>
                      <a:pt x="0" y="1137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p16"/>
              <p:cNvSpPr/>
              <p:nvPr/>
            </p:nvSpPr>
            <p:spPr>
              <a:xfrm rot="-4858661">
                <a:off x="6551348" y="920632"/>
                <a:ext cx="3357" cy="85244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13769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13770"/>
                    </a:lnTo>
                    <a:lnTo>
                      <a:pt x="0" y="1137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16"/>
              <p:cNvSpPr/>
              <p:nvPr/>
            </p:nvSpPr>
            <p:spPr>
              <a:xfrm rot="-4858661">
                <a:off x="6548742" y="937192"/>
                <a:ext cx="3357" cy="85244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13769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13770"/>
                    </a:lnTo>
                    <a:lnTo>
                      <a:pt x="0" y="1137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" name="Google Shape;321;p16"/>
              <p:cNvSpPr/>
              <p:nvPr/>
            </p:nvSpPr>
            <p:spPr>
              <a:xfrm rot="-4858661">
                <a:off x="6512135" y="1169752"/>
                <a:ext cx="3357" cy="85244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13769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13770"/>
                    </a:lnTo>
                    <a:lnTo>
                      <a:pt x="0" y="11377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" name="Google Shape;322;p16"/>
              <p:cNvSpPr/>
              <p:nvPr/>
            </p:nvSpPr>
            <p:spPr>
              <a:xfrm rot="-4858661">
                <a:off x="6509529" y="1186328"/>
                <a:ext cx="3357" cy="85244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13769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13770"/>
                    </a:lnTo>
                    <a:lnTo>
                      <a:pt x="0" y="11377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3" name="Google Shape;323;p16"/>
              <p:cNvSpPr/>
              <p:nvPr/>
            </p:nvSpPr>
            <p:spPr>
              <a:xfrm rot="-4858661">
                <a:off x="6506940" y="1202905"/>
                <a:ext cx="3357" cy="85244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13769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13770"/>
                    </a:lnTo>
                    <a:lnTo>
                      <a:pt x="0" y="11377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" name="Google Shape;324;p16"/>
              <p:cNvSpPr/>
              <p:nvPr/>
            </p:nvSpPr>
            <p:spPr>
              <a:xfrm rot="-4858661">
                <a:off x="6504368" y="1219496"/>
                <a:ext cx="3357" cy="85244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13769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13770"/>
                    </a:lnTo>
                    <a:lnTo>
                      <a:pt x="0" y="11377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5" name="Google Shape;325;p16"/>
              <p:cNvSpPr/>
              <p:nvPr/>
            </p:nvSpPr>
            <p:spPr>
              <a:xfrm rot="-4858661">
                <a:off x="6534357" y="1028601"/>
                <a:ext cx="3357" cy="85244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13769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13770"/>
                    </a:lnTo>
                    <a:lnTo>
                      <a:pt x="0" y="11377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p16"/>
              <p:cNvSpPr/>
              <p:nvPr/>
            </p:nvSpPr>
            <p:spPr>
              <a:xfrm rot="-4858661">
                <a:off x="6531735" y="1045175"/>
                <a:ext cx="3357" cy="85244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13769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13770"/>
                    </a:lnTo>
                    <a:lnTo>
                      <a:pt x="0" y="11377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p16"/>
              <p:cNvSpPr/>
              <p:nvPr/>
            </p:nvSpPr>
            <p:spPr>
              <a:xfrm rot="-4858661">
                <a:off x="6529194" y="1061785"/>
                <a:ext cx="3357" cy="85244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13769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13770"/>
                    </a:lnTo>
                    <a:lnTo>
                      <a:pt x="0" y="11377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" name="Google Shape;328;p16"/>
              <p:cNvSpPr/>
              <p:nvPr/>
            </p:nvSpPr>
            <p:spPr>
              <a:xfrm rot="-4858661">
                <a:off x="6526521" y="1078342"/>
                <a:ext cx="3357" cy="85244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13769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13770"/>
                    </a:lnTo>
                    <a:lnTo>
                      <a:pt x="0" y="11377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329;p16"/>
              <p:cNvSpPr/>
              <p:nvPr/>
            </p:nvSpPr>
            <p:spPr>
              <a:xfrm>
                <a:off x="6475256" y="1009309"/>
                <a:ext cx="114158" cy="173578"/>
              </a:xfrm>
              <a:custGeom>
                <a:avLst/>
                <a:gdLst/>
                <a:ahLst/>
                <a:cxnLst/>
                <a:rect l="l" t="t" r="r" b="b"/>
                <a:pathLst>
                  <a:path w="152211" h="231438" extrusionOk="0">
                    <a:moveTo>
                      <a:pt x="57902" y="231438"/>
                    </a:moveTo>
                    <a:lnTo>
                      <a:pt x="16633" y="183403"/>
                    </a:lnTo>
                    <a:cubicBezTo>
                      <a:pt x="3459" y="168078"/>
                      <a:pt x="-2299" y="147825"/>
                      <a:pt x="838" y="127840"/>
                    </a:cubicBezTo>
                    <a:lnTo>
                      <a:pt x="8187" y="81082"/>
                    </a:lnTo>
                    <a:cubicBezTo>
                      <a:pt x="11323" y="61119"/>
                      <a:pt x="23018" y="43599"/>
                      <a:pt x="40270" y="33047"/>
                    </a:cubicBezTo>
                    <a:lnTo>
                      <a:pt x="94309" y="0"/>
                    </a:lnTo>
                    <a:lnTo>
                      <a:pt x="135578" y="48035"/>
                    </a:lnTo>
                    <a:cubicBezTo>
                      <a:pt x="148752" y="63360"/>
                      <a:pt x="154510" y="83613"/>
                      <a:pt x="151373" y="103598"/>
                    </a:cubicBezTo>
                    <a:lnTo>
                      <a:pt x="144025" y="150356"/>
                    </a:lnTo>
                    <a:cubicBezTo>
                      <a:pt x="140888" y="170319"/>
                      <a:pt x="129193" y="187839"/>
                      <a:pt x="111941" y="198391"/>
                    </a:cubicBezTo>
                    <a:lnTo>
                      <a:pt x="57902" y="231438"/>
                    </a:lnTo>
                    <a:close/>
                    <a:moveTo>
                      <a:pt x="91128" y="20231"/>
                    </a:moveTo>
                    <a:lnTo>
                      <a:pt x="48403" y="46355"/>
                    </a:lnTo>
                    <a:cubicBezTo>
                      <a:pt x="35050" y="54510"/>
                      <a:pt x="26021" y="68042"/>
                      <a:pt x="23578" y="83501"/>
                    </a:cubicBezTo>
                    <a:lnTo>
                      <a:pt x="16230" y="130259"/>
                    </a:lnTo>
                    <a:cubicBezTo>
                      <a:pt x="13810" y="145719"/>
                      <a:pt x="18246" y="161379"/>
                      <a:pt x="28440" y="173231"/>
                    </a:cubicBezTo>
                    <a:lnTo>
                      <a:pt x="61061" y="211207"/>
                    </a:lnTo>
                    <a:lnTo>
                      <a:pt x="103786" y="185083"/>
                    </a:lnTo>
                    <a:cubicBezTo>
                      <a:pt x="117117" y="176928"/>
                      <a:pt x="126168" y="163396"/>
                      <a:pt x="128611" y="147937"/>
                    </a:cubicBezTo>
                    <a:lnTo>
                      <a:pt x="135959" y="101179"/>
                    </a:lnTo>
                    <a:cubicBezTo>
                      <a:pt x="138379" y="85719"/>
                      <a:pt x="133943" y="70059"/>
                      <a:pt x="123748" y="58207"/>
                    </a:cubicBezTo>
                    <a:lnTo>
                      <a:pt x="91128" y="202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" name="Google Shape;330;p16"/>
              <p:cNvSpPr/>
              <p:nvPr/>
            </p:nvSpPr>
            <p:spPr>
              <a:xfrm>
                <a:off x="6500175" y="906773"/>
                <a:ext cx="113615" cy="117708"/>
              </a:xfrm>
              <a:custGeom>
                <a:avLst/>
                <a:gdLst/>
                <a:ahLst/>
                <a:cxnLst/>
                <a:rect l="l" t="t" r="r" b="b"/>
                <a:pathLst>
                  <a:path w="151486" h="156944" extrusionOk="0">
                    <a:moveTo>
                      <a:pt x="57902" y="156945"/>
                    </a:moveTo>
                    <a:lnTo>
                      <a:pt x="16633" y="108910"/>
                    </a:lnTo>
                    <a:cubicBezTo>
                      <a:pt x="3459" y="93585"/>
                      <a:pt x="-2299" y="73331"/>
                      <a:pt x="838" y="53347"/>
                    </a:cubicBezTo>
                    <a:lnTo>
                      <a:pt x="8186" y="6589"/>
                    </a:lnTo>
                    <a:cubicBezTo>
                      <a:pt x="8858" y="2332"/>
                      <a:pt x="12846" y="-558"/>
                      <a:pt x="17103" y="91"/>
                    </a:cubicBezTo>
                    <a:cubicBezTo>
                      <a:pt x="21360" y="763"/>
                      <a:pt x="24251" y="4751"/>
                      <a:pt x="23601" y="9008"/>
                    </a:cubicBezTo>
                    <a:lnTo>
                      <a:pt x="16252" y="55766"/>
                    </a:lnTo>
                    <a:cubicBezTo>
                      <a:pt x="13832" y="71225"/>
                      <a:pt x="18268" y="86886"/>
                      <a:pt x="28462" y="98738"/>
                    </a:cubicBezTo>
                    <a:lnTo>
                      <a:pt x="61083" y="136713"/>
                    </a:lnTo>
                    <a:lnTo>
                      <a:pt x="103809" y="110590"/>
                    </a:lnTo>
                    <a:cubicBezTo>
                      <a:pt x="117139" y="102435"/>
                      <a:pt x="126191" y="88880"/>
                      <a:pt x="128632" y="73443"/>
                    </a:cubicBezTo>
                    <a:lnTo>
                      <a:pt x="135981" y="26685"/>
                    </a:lnTo>
                    <a:cubicBezTo>
                      <a:pt x="136653" y="22428"/>
                      <a:pt x="140642" y="19538"/>
                      <a:pt x="144898" y="20188"/>
                    </a:cubicBezTo>
                    <a:cubicBezTo>
                      <a:pt x="149155" y="20860"/>
                      <a:pt x="152046" y="24848"/>
                      <a:pt x="151396" y="29105"/>
                    </a:cubicBezTo>
                    <a:lnTo>
                      <a:pt x="144047" y="75863"/>
                    </a:lnTo>
                    <a:cubicBezTo>
                      <a:pt x="140910" y="95825"/>
                      <a:pt x="129215" y="113346"/>
                      <a:pt x="111964" y="123898"/>
                    </a:cubicBezTo>
                    <a:lnTo>
                      <a:pt x="57924" y="15694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" name="Google Shape;331;p16"/>
              <p:cNvSpPr/>
              <p:nvPr/>
            </p:nvSpPr>
            <p:spPr>
              <a:xfrm>
                <a:off x="6450863" y="1167713"/>
                <a:ext cx="113598" cy="117708"/>
              </a:xfrm>
              <a:custGeom>
                <a:avLst/>
                <a:gdLst/>
                <a:ahLst/>
                <a:cxnLst/>
                <a:rect l="l" t="t" r="r" b="b"/>
                <a:pathLst>
                  <a:path w="151464" h="156944" extrusionOk="0">
                    <a:moveTo>
                      <a:pt x="134383" y="156854"/>
                    </a:moveTo>
                    <a:cubicBezTo>
                      <a:pt x="130127" y="156181"/>
                      <a:pt x="127236" y="152193"/>
                      <a:pt x="127886" y="147937"/>
                    </a:cubicBezTo>
                    <a:lnTo>
                      <a:pt x="135235" y="101179"/>
                    </a:lnTo>
                    <a:cubicBezTo>
                      <a:pt x="137655" y="85719"/>
                      <a:pt x="133219" y="70059"/>
                      <a:pt x="123025" y="58207"/>
                    </a:cubicBezTo>
                    <a:lnTo>
                      <a:pt x="90404" y="20231"/>
                    </a:lnTo>
                    <a:lnTo>
                      <a:pt x="47678" y="46355"/>
                    </a:lnTo>
                    <a:cubicBezTo>
                      <a:pt x="34325" y="54510"/>
                      <a:pt x="25296" y="68065"/>
                      <a:pt x="22854" y="83501"/>
                    </a:cubicBezTo>
                    <a:lnTo>
                      <a:pt x="15506" y="130259"/>
                    </a:lnTo>
                    <a:cubicBezTo>
                      <a:pt x="14834" y="134516"/>
                      <a:pt x="10845" y="137406"/>
                      <a:pt x="6589" y="136757"/>
                    </a:cubicBezTo>
                    <a:cubicBezTo>
                      <a:pt x="2332" y="136085"/>
                      <a:pt x="-559" y="132097"/>
                      <a:pt x="91" y="127840"/>
                    </a:cubicBezTo>
                    <a:lnTo>
                      <a:pt x="7440" y="81082"/>
                    </a:lnTo>
                    <a:cubicBezTo>
                      <a:pt x="10577" y="61119"/>
                      <a:pt x="22272" y="43599"/>
                      <a:pt x="39523" y="33047"/>
                    </a:cubicBezTo>
                    <a:lnTo>
                      <a:pt x="93562" y="0"/>
                    </a:lnTo>
                    <a:lnTo>
                      <a:pt x="134832" y="48035"/>
                    </a:lnTo>
                    <a:cubicBezTo>
                      <a:pt x="148005" y="63360"/>
                      <a:pt x="153763" y="83613"/>
                      <a:pt x="150627" y="103598"/>
                    </a:cubicBezTo>
                    <a:lnTo>
                      <a:pt x="143278" y="150356"/>
                    </a:lnTo>
                    <a:cubicBezTo>
                      <a:pt x="142606" y="154613"/>
                      <a:pt x="138618" y="157503"/>
                      <a:pt x="134361" y="1568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2" name="Google Shape;332;p16"/>
            <p:cNvGrpSpPr/>
            <p:nvPr/>
          </p:nvGrpSpPr>
          <p:grpSpPr>
            <a:xfrm rot="-3680103">
              <a:off x="269101" y="3349923"/>
              <a:ext cx="287316" cy="256903"/>
              <a:chOff x="2932572" y="3891673"/>
              <a:chExt cx="194554" cy="173959"/>
            </a:xfrm>
          </p:grpSpPr>
          <p:sp>
            <p:nvSpPr>
              <p:cNvPr id="333" name="Google Shape;333;p16"/>
              <p:cNvSpPr/>
              <p:nvPr/>
            </p:nvSpPr>
            <p:spPr>
              <a:xfrm rot="-45834">
                <a:off x="3035681" y="3891688"/>
                <a:ext cx="3360" cy="173930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231886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231886"/>
                    </a:lnTo>
                    <a:lnTo>
                      <a:pt x="0" y="23188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" name="Google Shape;334;p16"/>
              <p:cNvSpPr/>
              <p:nvPr/>
            </p:nvSpPr>
            <p:spPr>
              <a:xfrm rot="-206705">
                <a:off x="2932497" y="3966747"/>
                <a:ext cx="194704" cy="3355"/>
              </a:xfrm>
              <a:custGeom>
                <a:avLst/>
                <a:gdLst/>
                <a:ahLst/>
                <a:cxnLst/>
                <a:rect l="l" t="t" r="r" b="b"/>
                <a:pathLst>
                  <a:path w="260003" h="4480" extrusionOk="0">
                    <a:moveTo>
                      <a:pt x="0" y="0"/>
                    </a:moveTo>
                    <a:lnTo>
                      <a:pt x="260004" y="0"/>
                    </a:lnTo>
                    <a:lnTo>
                      <a:pt x="260004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" name="Google Shape;335;p16"/>
              <p:cNvSpPr/>
              <p:nvPr/>
            </p:nvSpPr>
            <p:spPr>
              <a:xfrm rot="-2667569">
                <a:off x="2961088" y="3967911"/>
                <a:ext cx="150521" cy="3358"/>
              </a:xfrm>
              <a:custGeom>
                <a:avLst/>
                <a:gdLst/>
                <a:ahLst/>
                <a:cxnLst/>
                <a:rect l="l" t="t" r="r" b="b"/>
                <a:pathLst>
                  <a:path w="200811" h="4480" extrusionOk="0">
                    <a:moveTo>
                      <a:pt x="0" y="0"/>
                    </a:moveTo>
                    <a:lnTo>
                      <a:pt x="200811" y="0"/>
                    </a:lnTo>
                    <a:lnTo>
                      <a:pt x="200811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" name="Google Shape;336;p16"/>
              <p:cNvSpPr/>
              <p:nvPr/>
            </p:nvSpPr>
            <p:spPr>
              <a:xfrm rot="-2716216">
                <a:off x="3045181" y="3910268"/>
                <a:ext cx="3358" cy="133807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78518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78518"/>
                    </a:lnTo>
                    <a:lnTo>
                      <a:pt x="0" y="1785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37" name="Google Shape;337;p16"/>
          <p:cNvSpPr txBox="1">
            <a:spLocks noGrp="1"/>
          </p:cNvSpPr>
          <p:nvPr>
            <p:ph type="title"/>
          </p:nvPr>
        </p:nvSpPr>
        <p:spPr>
          <a:xfrm>
            <a:off x="720000" y="47485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1_1_1"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7"/>
          <p:cNvSpPr txBox="1">
            <a:spLocks noGrp="1"/>
          </p:cNvSpPr>
          <p:nvPr>
            <p:ph type="title"/>
          </p:nvPr>
        </p:nvSpPr>
        <p:spPr>
          <a:xfrm>
            <a:off x="720000" y="47485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340" name="Google Shape;340;p17"/>
          <p:cNvGrpSpPr/>
          <p:nvPr/>
        </p:nvGrpSpPr>
        <p:grpSpPr>
          <a:xfrm>
            <a:off x="-1433525" y="50914"/>
            <a:ext cx="12036624" cy="5640222"/>
            <a:chOff x="-1433525" y="50914"/>
            <a:chExt cx="12036624" cy="5640222"/>
          </a:xfrm>
        </p:grpSpPr>
        <p:sp>
          <p:nvSpPr>
            <p:cNvPr id="341" name="Google Shape;341;p17"/>
            <p:cNvSpPr/>
            <p:nvPr/>
          </p:nvSpPr>
          <p:spPr>
            <a:xfrm rot="2574778">
              <a:off x="-1101380" y="428580"/>
              <a:ext cx="1765522" cy="1669537"/>
            </a:xfrm>
            <a:custGeom>
              <a:avLst/>
              <a:gdLst/>
              <a:ahLst/>
              <a:cxnLst/>
              <a:rect l="l" t="t" r="r" b="b"/>
              <a:pathLst>
                <a:path w="534870" h="505791" extrusionOk="0">
                  <a:moveTo>
                    <a:pt x="534513" y="294201"/>
                  </a:moveTo>
                  <a:lnTo>
                    <a:pt x="524184" y="175345"/>
                  </a:lnTo>
                  <a:cubicBezTo>
                    <a:pt x="521429" y="143553"/>
                    <a:pt x="501712" y="115727"/>
                    <a:pt x="472632" y="102575"/>
                  </a:cubicBezTo>
                  <a:lnTo>
                    <a:pt x="263195" y="7849"/>
                  </a:lnTo>
                  <a:cubicBezTo>
                    <a:pt x="231963" y="-6288"/>
                    <a:pt x="195377" y="-1045"/>
                    <a:pt x="169343" y="21292"/>
                  </a:cubicBezTo>
                  <a:lnTo>
                    <a:pt x="42265" y="130357"/>
                  </a:lnTo>
                  <a:cubicBezTo>
                    <a:pt x="25148" y="145054"/>
                    <a:pt x="14304" y="165733"/>
                    <a:pt x="11974" y="188160"/>
                  </a:cubicBezTo>
                  <a:lnTo>
                    <a:pt x="481" y="298189"/>
                  </a:lnTo>
                  <a:cubicBezTo>
                    <a:pt x="-3418" y="335469"/>
                    <a:pt x="16679" y="371160"/>
                    <a:pt x="50577" y="387157"/>
                  </a:cubicBezTo>
                  <a:lnTo>
                    <a:pt x="283942" y="497342"/>
                  </a:lnTo>
                  <a:cubicBezTo>
                    <a:pt x="316495" y="512711"/>
                    <a:pt x="355143" y="506774"/>
                    <a:pt x="381580" y="482308"/>
                  </a:cubicBezTo>
                  <a:lnTo>
                    <a:pt x="506575" y="366589"/>
                  </a:lnTo>
                  <a:cubicBezTo>
                    <a:pt x="526582" y="348061"/>
                    <a:pt x="536910" y="321332"/>
                    <a:pt x="534535" y="2941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17"/>
            <p:cNvSpPr/>
            <p:nvPr/>
          </p:nvSpPr>
          <p:spPr>
            <a:xfrm>
              <a:off x="70226" y="2245463"/>
              <a:ext cx="401805" cy="401805"/>
            </a:xfrm>
            <a:custGeom>
              <a:avLst/>
              <a:gdLst/>
              <a:ahLst/>
              <a:cxnLst/>
              <a:rect l="l" t="t" r="r" b="b"/>
              <a:pathLst>
                <a:path w="355580" h="355580" extrusionOk="0">
                  <a:moveTo>
                    <a:pt x="329323" y="77900"/>
                  </a:moveTo>
                  <a:lnTo>
                    <a:pt x="266434" y="19425"/>
                  </a:lnTo>
                  <a:lnTo>
                    <a:pt x="239996" y="47856"/>
                  </a:lnTo>
                  <a:cubicBezTo>
                    <a:pt x="232132" y="44092"/>
                    <a:pt x="223977" y="41112"/>
                    <a:pt x="215710" y="38849"/>
                  </a:cubicBezTo>
                  <a:lnTo>
                    <a:pt x="214299" y="0"/>
                  </a:lnTo>
                  <a:lnTo>
                    <a:pt x="128489" y="3114"/>
                  </a:lnTo>
                  <a:lnTo>
                    <a:pt x="129901" y="41963"/>
                  </a:lnTo>
                  <a:cubicBezTo>
                    <a:pt x="121791" y="44809"/>
                    <a:pt x="113904" y="48371"/>
                    <a:pt x="106331" y="52695"/>
                  </a:cubicBezTo>
                  <a:lnTo>
                    <a:pt x="77900" y="26258"/>
                  </a:lnTo>
                  <a:lnTo>
                    <a:pt x="19425" y="89147"/>
                  </a:lnTo>
                  <a:lnTo>
                    <a:pt x="47856" y="115584"/>
                  </a:lnTo>
                  <a:cubicBezTo>
                    <a:pt x="44092" y="123448"/>
                    <a:pt x="41112" y="131604"/>
                    <a:pt x="38849" y="139871"/>
                  </a:cubicBezTo>
                  <a:lnTo>
                    <a:pt x="0" y="141282"/>
                  </a:lnTo>
                  <a:lnTo>
                    <a:pt x="3114" y="227091"/>
                  </a:lnTo>
                  <a:lnTo>
                    <a:pt x="41963" y="225680"/>
                  </a:lnTo>
                  <a:cubicBezTo>
                    <a:pt x="44809" y="233790"/>
                    <a:pt x="48371" y="241677"/>
                    <a:pt x="52695" y="249249"/>
                  </a:cubicBezTo>
                  <a:lnTo>
                    <a:pt x="26258" y="277681"/>
                  </a:lnTo>
                  <a:lnTo>
                    <a:pt x="89147" y="336156"/>
                  </a:lnTo>
                  <a:lnTo>
                    <a:pt x="115584" y="307725"/>
                  </a:lnTo>
                  <a:cubicBezTo>
                    <a:pt x="123448" y="311489"/>
                    <a:pt x="131604" y="314469"/>
                    <a:pt x="139871" y="316732"/>
                  </a:cubicBezTo>
                  <a:lnTo>
                    <a:pt x="141283" y="355581"/>
                  </a:lnTo>
                  <a:lnTo>
                    <a:pt x="227091" y="352467"/>
                  </a:lnTo>
                  <a:lnTo>
                    <a:pt x="225680" y="313617"/>
                  </a:lnTo>
                  <a:cubicBezTo>
                    <a:pt x="233790" y="310772"/>
                    <a:pt x="241677" y="307210"/>
                    <a:pt x="249249" y="302886"/>
                  </a:cubicBezTo>
                  <a:lnTo>
                    <a:pt x="277681" y="329323"/>
                  </a:lnTo>
                  <a:lnTo>
                    <a:pt x="336156" y="266434"/>
                  </a:lnTo>
                  <a:lnTo>
                    <a:pt x="307725" y="239996"/>
                  </a:lnTo>
                  <a:cubicBezTo>
                    <a:pt x="311489" y="232132"/>
                    <a:pt x="314469" y="224000"/>
                    <a:pt x="316732" y="215710"/>
                  </a:cubicBezTo>
                  <a:lnTo>
                    <a:pt x="355581" y="214298"/>
                  </a:lnTo>
                  <a:lnTo>
                    <a:pt x="352467" y="128489"/>
                  </a:lnTo>
                  <a:lnTo>
                    <a:pt x="313617" y="129901"/>
                  </a:lnTo>
                  <a:cubicBezTo>
                    <a:pt x="310772" y="121791"/>
                    <a:pt x="307210" y="113904"/>
                    <a:pt x="302886" y="106331"/>
                  </a:cubicBezTo>
                  <a:lnTo>
                    <a:pt x="329323" y="77900"/>
                  </a:lnTo>
                  <a:close/>
                  <a:moveTo>
                    <a:pt x="214276" y="211722"/>
                  </a:moveTo>
                  <a:cubicBezTo>
                    <a:pt x="195546" y="231864"/>
                    <a:pt x="164045" y="233006"/>
                    <a:pt x="143904" y="214276"/>
                  </a:cubicBezTo>
                  <a:cubicBezTo>
                    <a:pt x="123762" y="195546"/>
                    <a:pt x="122619" y="164045"/>
                    <a:pt x="141350" y="143904"/>
                  </a:cubicBezTo>
                  <a:cubicBezTo>
                    <a:pt x="160080" y="123762"/>
                    <a:pt x="191580" y="122619"/>
                    <a:pt x="211722" y="141350"/>
                  </a:cubicBezTo>
                  <a:cubicBezTo>
                    <a:pt x="231864" y="160080"/>
                    <a:pt x="233006" y="191580"/>
                    <a:pt x="214276" y="21172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43" name="Google Shape;343;p17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737075" y="2212675"/>
              <a:ext cx="1866024" cy="1861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44" name="Google Shape;344;p17"/>
            <p:cNvGrpSpPr/>
            <p:nvPr/>
          </p:nvGrpSpPr>
          <p:grpSpPr>
            <a:xfrm>
              <a:off x="7578714" y="4484420"/>
              <a:ext cx="599775" cy="483248"/>
              <a:chOff x="4528496" y="3602214"/>
              <a:chExt cx="116631" cy="93997"/>
            </a:xfrm>
          </p:grpSpPr>
          <p:sp>
            <p:nvSpPr>
              <p:cNvPr id="345" name="Google Shape;345;p17"/>
              <p:cNvSpPr/>
              <p:nvPr/>
            </p:nvSpPr>
            <p:spPr>
              <a:xfrm>
                <a:off x="4579124" y="3602214"/>
                <a:ext cx="66003" cy="54913"/>
              </a:xfrm>
              <a:custGeom>
                <a:avLst/>
                <a:gdLst/>
                <a:ahLst/>
                <a:cxnLst/>
                <a:rect l="l" t="t" r="r" b="b"/>
                <a:pathLst>
                  <a:path w="88004" h="73217" extrusionOk="0">
                    <a:moveTo>
                      <a:pt x="16378" y="73218"/>
                    </a:moveTo>
                    <a:lnTo>
                      <a:pt x="0" y="56840"/>
                    </a:lnTo>
                    <a:lnTo>
                      <a:pt x="1591" y="55249"/>
                    </a:lnTo>
                    <a:lnTo>
                      <a:pt x="16378" y="70036"/>
                    </a:lnTo>
                    <a:lnTo>
                      <a:pt x="86437" y="0"/>
                    </a:lnTo>
                    <a:lnTo>
                      <a:pt x="88005" y="1591"/>
                    </a:lnTo>
                    <a:lnTo>
                      <a:pt x="16378" y="732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" name="Google Shape;346;p17"/>
              <p:cNvSpPr/>
              <p:nvPr/>
            </p:nvSpPr>
            <p:spPr>
              <a:xfrm>
                <a:off x="4528496" y="3692851"/>
                <a:ext cx="3360" cy="3360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4480" extrusionOk="0">
                    <a:moveTo>
                      <a:pt x="2240" y="4481"/>
                    </a:moveTo>
                    <a:cubicBezTo>
                      <a:pt x="1635" y="4481"/>
                      <a:pt x="1075" y="4257"/>
                      <a:pt x="672" y="3831"/>
                    </a:cubicBezTo>
                    <a:cubicBezTo>
                      <a:pt x="246" y="3406"/>
                      <a:pt x="0" y="2845"/>
                      <a:pt x="0" y="2240"/>
                    </a:cubicBezTo>
                    <a:cubicBezTo>
                      <a:pt x="0" y="1949"/>
                      <a:pt x="67" y="1658"/>
                      <a:pt x="179" y="1389"/>
                    </a:cubicBezTo>
                    <a:cubicBezTo>
                      <a:pt x="291" y="1120"/>
                      <a:pt x="448" y="874"/>
                      <a:pt x="672" y="672"/>
                    </a:cubicBezTo>
                    <a:cubicBezTo>
                      <a:pt x="874" y="448"/>
                      <a:pt x="1120" y="292"/>
                      <a:pt x="1389" y="179"/>
                    </a:cubicBezTo>
                    <a:cubicBezTo>
                      <a:pt x="1792" y="0"/>
                      <a:pt x="2240" y="-45"/>
                      <a:pt x="2689" y="45"/>
                    </a:cubicBezTo>
                    <a:cubicBezTo>
                      <a:pt x="2823" y="67"/>
                      <a:pt x="2980" y="112"/>
                      <a:pt x="3114" y="179"/>
                    </a:cubicBezTo>
                    <a:cubicBezTo>
                      <a:pt x="3249" y="224"/>
                      <a:pt x="3361" y="292"/>
                      <a:pt x="3495" y="381"/>
                    </a:cubicBezTo>
                    <a:cubicBezTo>
                      <a:pt x="3607" y="470"/>
                      <a:pt x="3719" y="560"/>
                      <a:pt x="3831" y="672"/>
                    </a:cubicBezTo>
                    <a:cubicBezTo>
                      <a:pt x="4033" y="874"/>
                      <a:pt x="4212" y="1120"/>
                      <a:pt x="4324" y="1389"/>
                    </a:cubicBezTo>
                    <a:cubicBezTo>
                      <a:pt x="4436" y="1658"/>
                      <a:pt x="4481" y="1949"/>
                      <a:pt x="4481" y="2240"/>
                    </a:cubicBezTo>
                    <a:cubicBezTo>
                      <a:pt x="4481" y="2845"/>
                      <a:pt x="4257" y="3406"/>
                      <a:pt x="3831" y="3831"/>
                    </a:cubicBezTo>
                    <a:cubicBezTo>
                      <a:pt x="3406" y="4257"/>
                      <a:pt x="2845" y="4481"/>
                      <a:pt x="2240" y="448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" name="Google Shape;347;p17"/>
              <p:cNvSpPr/>
              <p:nvPr/>
            </p:nvSpPr>
            <p:spPr>
              <a:xfrm>
                <a:off x="4535196" y="3652687"/>
                <a:ext cx="36841" cy="36837"/>
              </a:xfrm>
              <a:custGeom>
                <a:avLst/>
                <a:gdLst/>
                <a:ahLst/>
                <a:cxnLst/>
                <a:rect l="l" t="t" r="r" b="b"/>
                <a:pathLst>
                  <a:path w="49121" h="49116" extrusionOk="0">
                    <a:moveTo>
                      <a:pt x="655" y="48444"/>
                    </a:moveTo>
                    <a:cubicBezTo>
                      <a:pt x="-218" y="47570"/>
                      <a:pt x="-218" y="46159"/>
                      <a:pt x="655" y="45285"/>
                    </a:cubicBezTo>
                    <a:lnTo>
                      <a:pt x="655" y="45285"/>
                    </a:lnTo>
                    <a:cubicBezTo>
                      <a:pt x="1529" y="44412"/>
                      <a:pt x="2941" y="44412"/>
                      <a:pt x="3837" y="45285"/>
                    </a:cubicBezTo>
                    <a:lnTo>
                      <a:pt x="3837" y="45285"/>
                    </a:lnTo>
                    <a:cubicBezTo>
                      <a:pt x="4688" y="46159"/>
                      <a:pt x="4688" y="47570"/>
                      <a:pt x="3837" y="48444"/>
                    </a:cubicBezTo>
                    <a:lnTo>
                      <a:pt x="3837" y="48444"/>
                    </a:lnTo>
                    <a:cubicBezTo>
                      <a:pt x="3389" y="48892"/>
                      <a:pt x="2806" y="49116"/>
                      <a:pt x="2246" y="49116"/>
                    </a:cubicBezTo>
                    <a:lnTo>
                      <a:pt x="2246" y="49116"/>
                    </a:lnTo>
                    <a:cubicBezTo>
                      <a:pt x="1663" y="49116"/>
                      <a:pt x="1103" y="48892"/>
                      <a:pt x="655" y="48444"/>
                    </a:cubicBezTo>
                    <a:close/>
                    <a:moveTo>
                      <a:pt x="9572" y="39527"/>
                    </a:moveTo>
                    <a:cubicBezTo>
                      <a:pt x="8698" y="38653"/>
                      <a:pt x="8698" y="37242"/>
                      <a:pt x="9572" y="36346"/>
                    </a:cubicBezTo>
                    <a:lnTo>
                      <a:pt x="9572" y="36346"/>
                    </a:lnTo>
                    <a:cubicBezTo>
                      <a:pt x="10446" y="35472"/>
                      <a:pt x="11880" y="35472"/>
                      <a:pt x="12754" y="36346"/>
                    </a:cubicBezTo>
                    <a:lnTo>
                      <a:pt x="12754" y="36346"/>
                    </a:lnTo>
                    <a:cubicBezTo>
                      <a:pt x="13628" y="37242"/>
                      <a:pt x="13628" y="38653"/>
                      <a:pt x="12754" y="39527"/>
                    </a:cubicBezTo>
                    <a:lnTo>
                      <a:pt x="12754" y="39527"/>
                    </a:lnTo>
                    <a:cubicBezTo>
                      <a:pt x="12306" y="39953"/>
                      <a:pt x="11745" y="40177"/>
                      <a:pt x="11163" y="40177"/>
                    </a:cubicBezTo>
                    <a:lnTo>
                      <a:pt x="11163" y="40177"/>
                    </a:lnTo>
                    <a:cubicBezTo>
                      <a:pt x="10603" y="40177"/>
                      <a:pt x="10020" y="39953"/>
                      <a:pt x="9572" y="39527"/>
                    </a:cubicBezTo>
                    <a:close/>
                    <a:moveTo>
                      <a:pt x="18512" y="30610"/>
                    </a:moveTo>
                    <a:cubicBezTo>
                      <a:pt x="17638" y="29714"/>
                      <a:pt x="17638" y="28302"/>
                      <a:pt x="18512" y="27429"/>
                    </a:cubicBezTo>
                    <a:lnTo>
                      <a:pt x="18512" y="27429"/>
                    </a:lnTo>
                    <a:cubicBezTo>
                      <a:pt x="19385" y="26555"/>
                      <a:pt x="20797" y="26555"/>
                      <a:pt x="21671" y="27429"/>
                    </a:cubicBezTo>
                    <a:lnTo>
                      <a:pt x="21671" y="27429"/>
                    </a:lnTo>
                    <a:cubicBezTo>
                      <a:pt x="22545" y="28302"/>
                      <a:pt x="22545" y="29714"/>
                      <a:pt x="21671" y="30610"/>
                    </a:cubicBezTo>
                    <a:lnTo>
                      <a:pt x="21671" y="30610"/>
                    </a:lnTo>
                    <a:cubicBezTo>
                      <a:pt x="21245" y="31036"/>
                      <a:pt x="20662" y="31260"/>
                      <a:pt x="20102" y="31260"/>
                    </a:cubicBezTo>
                    <a:lnTo>
                      <a:pt x="20102" y="31260"/>
                    </a:lnTo>
                    <a:cubicBezTo>
                      <a:pt x="19520" y="31260"/>
                      <a:pt x="18937" y="31036"/>
                      <a:pt x="18512" y="30610"/>
                    </a:cubicBezTo>
                    <a:close/>
                    <a:moveTo>
                      <a:pt x="27429" y="21671"/>
                    </a:moveTo>
                    <a:cubicBezTo>
                      <a:pt x="26555" y="20797"/>
                      <a:pt x="26555" y="19385"/>
                      <a:pt x="27429" y="18512"/>
                    </a:cubicBezTo>
                    <a:lnTo>
                      <a:pt x="27429" y="18512"/>
                    </a:lnTo>
                    <a:cubicBezTo>
                      <a:pt x="28302" y="17638"/>
                      <a:pt x="29736" y="17638"/>
                      <a:pt x="30610" y="18512"/>
                    </a:cubicBezTo>
                    <a:lnTo>
                      <a:pt x="30610" y="18512"/>
                    </a:lnTo>
                    <a:cubicBezTo>
                      <a:pt x="31484" y="19385"/>
                      <a:pt x="31484" y="20797"/>
                      <a:pt x="30610" y="21671"/>
                    </a:cubicBezTo>
                    <a:lnTo>
                      <a:pt x="30610" y="21671"/>
                    </a:lnTo>
                    <a:cubicBezTo>
                      <a:pt x="30162" y="22119"/>
                      <a:pt x="29602" y="22320"/>
                      <a:pt x="29019" y="22320"/>
                    </a:cubicBezTo>
                    <a:lnTo>
                      <a:pt x="29019" y="22320"/>
                    </a:lnTo>
                    <a:cubicBezTo>
                      <a:pt x="28437" y="22320"/>
                      <a:pt x="27877" y="22119"/>
                      <a:pt x="27429" y="21671"/>
                    </a:cubicBezTo>
                    <a:close/>
                    <a:moveTo>
                      <a:pt x="36368" y="12754"/>
                    </a:moveTo>
                    <a:cubicBezTo>
                      <a:pt x="35494" y="11880"/>
                      <a:pt x="35494" y="10446"/>
                      <a:pt x="36368" y="9572"/>
                    </a:cubicBezTo>
                    <a:lnTo>
                      <a:pt x="36368" y="9572"/>
                    </a:lnTo>
                    <a:cubicBezTo>
                      <a:pt x="37242" y="8698"/>
                      <a:pt x="38653" y="8698"/>
                      <a:pt x="39527" y="9572"/>
                    </a:cubicBezTo>
                    <a:lnTo>
                      <a:pt x="39527" y="9572"/>
                    </a:lnTo>
                    <a:cubicBezTo>
                      <a:pt x="40401" y="10446"/>
                      <a:pt x="40401" y="11880"/>
                      <a:pt x="39527" y="12754"/>
                    </a:cubicBezTo>
                    <a:lnTo>
                      <a:pt x="39527" y="12754"/>
                    </a:lnTo>
                    <a:cubicBezTo>
                      <a:pt x="39101" y="13179"/>
                      <a:pt x="38519" y="13404"/>
                      <a:pt x="37959" y="13404"/>
                    </a:cubicBezTo>
                    <a:lnTo>
                      <a:pt x="37959" y="13404"/>
                    </a:lnTo>
                    <a:cubicBezTo>
                      <a:pt x="37376" y="13404"/>
                      <a:pt x="36794" y="13179"/>
                      <a:pt x="36368" y="12754"/>
                    </a:cubicBezTo>
                    <a:close/>
                    <a:moveTo>
                      <a:pt x="45285" y="3814"/>
                    </a:moveTo>
                    <a:cubicBezTo>
                      <a:pt x="44411" y="2941"/>
                      <a:pt x="44411" y="1529"/>
                      <a:pt x="45285" y="656"/>
                    </a:cubicBezTo>
                    <a:lnTo>
                      <a:pt x="45285" y="656"/>
                    </a:lnTo>
                    <a:cubicBezTo>
                      <a:pt x="46159" y="-219"/>
                      <a:pt x="47593" y="-219"/>
                      <a:pt x="48466" y="656"/>
                    </a:cubicBezTo>
                    <a:lnTo>
                      <a:pt x="48466" y="656"/>
                    </a:lnTo>
                    <a:cubicBezTo>
                      <a:pt x="49340" y="1529"/>
                      <a:pt x="49340" y="2941"/>
                      <a:pt x="48466" y="3814"/>
                    </a:cubicBezTo>
                    <a:lnTo>
                      <a:pt x="48466" y="3814"/>
                    </a:lnTo>
                    <a:cubicBezTo>
                      <a:pt x="48018" y="4262"/>
                      <a:pt x="47458" y="4464"/>
                      <a:pt x="46876" y="4464"/>
                    </a:cubicBezTo>
                    <a:lnTo>
                      <a:pt x="46876" y="4464"/>
                    </a:lnTo>
                    <a:cubicBezTo>
                      <a:pt x="46293" y="4464"/>
                      <a:pt x="45733" y="4262"/>
                      <a:pt x="45285" y="381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" name="Google Shape;348;p17"/>
              <p:cNvSpPr/>
              <p:nvPr/>
            </p:nvSpPr>
            <p:spPr>
              <a:xfrm>
                <a:off x="4575377" y="3646008"/>
                <a:ext cx="3343" cy="3339"/>
              </a:xfrm>
              <a:custGeom>
                <a:avLst/>
                <a:gdLst/>
                <a:ahLst/>
                <a:cxnLst/>
                <a:rect l="l" t="t" r="r" b="b"/>
                <a:pathLst>
                  <a:path w="4458" h="4452" extrusionOk="0">
                    <a:moveTo>
                      <a:pt x="2218" y="4453"/>
                    </a:moveTo>
                    <a:cubicBezTo>
                      <a:pt x="1927" y="4453"/>
                      <a:pt x="1635" y="4386"/>
                      <a:pt x="1367" y="4274"/>
                    </a:cubicBezTo>
                    <a:cubicBezTo>
                      <a:pt x="1098" y="4161"/>
                      <a:pt x="851" y="4005"/>
                      <a:pt x="650" y="3803"/>
                    </a:cubicBezTo>
                    <a:cubicBezTo>
                      <a:pt x="426" y="3579"/>
                      <a:pt x="269" y="3333"/>
                      <a:pt x="157" y="3064"/>
                    </a:cubicBezTo>
                    <a:cubicBezTo>
                      <a:pt x="45" y="2795"/>
                      <a:pt x="0" y="2504"/>
                      <a:pt x="0" y="2213"/>
                    </a:cubicBezTo>
                    <a:cubicBezTo>
                      <a:pt x="0" y="1921"/>
                      <a:pt x="45" y="1630"/>
                      <a:pt x="157" y="1361"/>
                    </a:cubicBezTo>
                    <a:cubicBezTo>
                      <a:pt x="269" y="1070"/>
                      <a:pt x="426" y="846"/>
                      <a:pt x="650" y="622"/>
                    </a:cubicBezTo>
                    <a:cubicBezTo>
                      <a:pt x="1479" y="-207"/>
                      <a:pt x="2980" y="-207"/>
                      <a:pt x="3809" y="622"/>
                    </a:cubicBezTo>
                    <a:cubicBezTo>
                      <a:pt x="4010" y="846"/>
                      <a:pt x="4190" y="1070"/>
                      <a:pt x="4302" y="1361"/>
                    </a:cubicBezTo>
                    <a:cubicBezTo>
                      <a:pt x="4414" y="1630"/>
                      <a:pt x="4458" y="1921"/>
                      <a:pt x="4458" y="2213"/>
                    </a:cubicBezTo>
                    <a:cubicBezTo>
                      <a:pt x="4458" y="2504"/>
                      <a:pt x="4414" y="2795"/>
                      <a:pt x="4302" y="3064"/>
                    </a:cubicBezTo>
                    <a:cubicBezTo>
                      <a:pt x="4190" y="3333"/>
                      <a:pt x="4033" y="3579"/>
                      <a:pt x="3809" y="3803"/>
                    </a:cubicBezTo>
                    <a:cubicBezTo>
                      <a:pt x="3607" y="4005"/>
                      <a:pt x="3361" y="4161"/>
                      <a:pt x="3092" y="4274"/>
                    </a:cubicBezTo>
                    <a:cubicBezTo>
                      <a:pt x="2823" y="4386"/>
                      <a:pt x="2532" y="4453"/>
                      <a:pt x="2218" y="44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9" name="Google Shape;349;p17"/>
            <p:cNvSpPr/>
            <p:nvPr/>
          </p:nvSpPr>
          <p:spPr>
            <a:xfrm>
              <a:off x="464488" y="606550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17"/>
            <p:cNvSpPr/>
            <p:nvPr/>
          </p:nvSpPr>
          <p:spPr>
            <a:xfrm>
              <a:off x="8836113" y="1804850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17"/>
            <p:cNvSpPr/>
            <p:nvPr/>
          </p:nvSpPr>
          <p:spPr>
            <a:xfrm>
              <a:off x="175854" y="2669537"/>
              <a:ext cx="503081" cy="503033"/>
            </a:xfrm>
            <a:custGeom>
              <a:avLst/>
              <a:gdLst/>
              <a:ahLst/>
              <a:cxnLst/>
              <a:rect l="l" t="t" r="r" b="b"/>
              <a:pathLst>
                <a:path w="233991" h="233969" extrusionOk="0">
                  <a:moveTo>
                    <a:pt x="121723" y="233970"/>
                  </a:moveTo>
                  <a:lnTo>
                    <a:pt x="114464" y="209952"/>
                  </a:lnTo>
                  <a:cubicBezTo>
                    <a:pt x="109938" y="209840"/>
                    <a:pt x="105458" y="209392"/>
                    <a:pt x="101089" y="208630"/>
                  </a:cubicBezTo>
                  <a:lnTo>
                    <a:pt x="89237" y="230721"/>
                  </a:lnTo>
                  <a:lnTo>
                    <a:pt x="37617" y="203029"/>
                  </a:lnTo>
                  <a:lnTo>
                    <a:pt x="49469" y="180938"/>
                  </a:lnTo>
                  <a:cubicBezTo>
                    <a:pt x="46422" y="177712"/>
                    <a:pt x="43577" y="174217"/>
                    <a:pt x="40978" y="170520"/>
                  </a:cubicBezTo>
                  <a:lnTo>
                    <a:pt x="16938" y="177779"/>
                  </a:lnTo>
                  <a:lnTo>
                    <a:pt x="0" y="121701"/>
                  </a:lnTo>
                  <a:lnTo>
                    <a:pt x="24017" y="114442"/>
                  </a:lnTo>
                  <a:cubicBezTo>
                    <a:pt x="24130" y="109916"/>
                    <a:pt x="24578" y="105435"/>
                    <a:pt x="25339" y="101066"/>
                  </a:cubicBezTo>
                  <a:lnTo>
                    <a:pt x="3249" y="89215"/>
                  </a:lnTo>
                  <a:lnTo>
                    <a:pt x="30940" y="37595"/>
                  </a:lnTo>
                  <a:lnTo>
                    <a:pt x="53031" y="49447"/>
                  </a:lnTo>
                  <a:cubicBezTo>
                    <a:pt x="56258" y="46400"/>
                    <a:pt x="59730" y="43554"/>
                    <a:pt x="63449" y="40955"/>
                  </a:cubicBezTo>
                  <a:lnTo>
                    <a:pt x="56190" y="16938"/>
                  </a:lnTo>
                  <a:lnTo>
                    <a:pt x="112269" y="0"/>
                  </a:lnTo>
                  <a:lnTo>
                    <a:pt x="119528" y="24018"/>
                  </a:lnTo>
                  <a:cubicBezTo>
                    <a:pt x="124053" y="24130"/>
                    <a:pt x="128534" y="24578"/>
                    <a:pt x="132903" y="25339"/>
                  </a:cubicBezTo>
                  <a:lnTo>
                    <a:pt x="144755" y="3249"/>
                  </a:lnTo>
                  <a:lnTo>
                    <a:pt x="196375" y="30941"/>
                  </a:lnTo>
                  <a:lnTo>
                    <a:pt x="184523" y="53031"/>
                  </a:lnTo>
                  <a:cubicBezTo>
                    <a:pt x="187570" y="56258"/>
                    <a:pt x="190415" y="59730"/>
                    <a:pt x="193014" y="63449"/>
                  </a:cubicBezTo>
                  <a:lnTo>
                    <a:pt x="217054" y="56190"/>
                  </a:lnTo>
                  <a:lnTo>
                    <a:pt x="233992" y="112269"/>
                  </a:lnTo>
                  <a:lnTo>
                    <a:pt x="209974" y="119528"/>
                  </a:lnTo>
                  <a:cubicBezTo>
                    <a:pt x="209862" y="124053"/>
                    <a:pt x="209414" y="128534"/>
                    <a:pt x="208653" y="132903"/>
                  </a:cubicBezTo>
                  <a:lnTo>
                    <a:pt x="230743" y="144755"/>
                  </a:lnTo>
                  <a:lnTo>
                    <a:pt x="203051" y="196375"/>
                  </a:lnTo>
                  <a:lnTo>
                    <a:pt x="180961" y="184523"/>
                  </a:lnTo>
                  <a:cubicBezTo>
                    <a:pt x="177734" y="187570"/>
                    <a:pt x="174262" y="190415"/>
                    <a:pt x="170543" y="193014"/>
                  </a:cubicBezTo>
                  <a:lnTo>
                    <a:pt x="177802" y="217032"/>
                  </a:lnTo>
                  <a:lnTo>
                    <a:pt x="121723" y="233970"/>
                  </a:lnTo>
                  <a:close/>
                  <a:moveTo>
                    <a:pt x="98691" y="203612"/>
                  </a:moveTo>
                  <a:lnTo>
                    <a:pt x="100305" y="203925"/>
                  </a:lnTo>
                  <a:cubicBezTo>
                    <a:pt x="105435" y="204911"/>
                    <a:pt x="110767" y="205426"/>
                    <a:pt x="116145" y="205494"/>
                  </a:cubicBezTo>
                  <a:lnTo>
                    <a:pt x="117802" y="205494"/>
                  </a:lnTo>
                  <a:cubicBezTo>
                    <a:pt x="117802" y="205494"/>
                    <a:pt x="124703" y="228391"/>
                    <a:pt x="124703" y="228391"/>
                  </a:cubicBezTo>
                  <a:lnTo>
                    <a:pt x="172223" y="214052"/>
                  </a:lnTo>
                  <a:lnTo>
                    <a:pt x="165322" y="191177"/>
                  </a:lnTo>
                  <a:lnTo>
                    <a:pt x="166689" y="190258"/>
                  </a:lnTo>
                  <a:cubicBezTo>
                    <a:pt x="171148" y="187234"/>
                    <a:pt x="175292" y="183851"/>
                    <a:pt x="179034" y="180199"/>
                  </a:cubicBezTo>
                  <a:lnTo>
                    <a:pt x="180199" y="179034"/>
                  </a:lnTo>
                  <a:lnTo>
                    <a:pt x="201237" y="190326"/>
                  </a:lnTo>
                  <a:lnTo>
                    <a:pt x="224694" y="146592"/>
                  </a:lnTo>
                  <a:lnTo>
                    <a:pt x="203656" y="135300"/>
                  </a:lnTo>
                  <a:lnTo>
                    <a:pt x="203970" y="133687"/>
                  </a:lnTo>
                  <a:cubicBezTo>
                    <a:pt x="204956" y="128557"/>
                    <a:pt x="205471" y="123224"/>
                    <a:pt x="205538" y="117847"/>
                  </a:cubicBezTo>
                  <a:lnTo>
                    <a:pt x="205538" y="116189"/>
                  </a:lnTo>
                  <a:cubicBezTo>
                    <a:pt x="205538" y="116189"/>
                    <a:pt x="228436" y="109289"/>
                    <a:pt x="228436" y="109289"/>
                  </a:cubicBezTo>
                  <a:lnTo>
                    <a:pt x="214097" y="61769"/>
                  </a:lnTo>
                  <a:lnTo>
                    <a:pt x="191222" y="68670"/>
                  </a:lnTo>
                  <a:lnTo>
                    <a:pt x="190303" y="67303"/>
                  </a:lnTo>
                  <a:cubicBezTo>
                    <a:pt x="187279" y="62844"/>
                    <a:pt x="183896" y="58700"/>
                    <a:pt x="180244" y="54958"/>
                  </a:cubicBezTo>
                  <a:lnTo>
                    <a:pt x="179079" y="53793"/>
                  </a:lnTo>
                  <a:lnTo>
                    <a:pt x="190370" y="32755"/>
                  </a:lnTo>
                  <a:lnTo>
                    <a:pt x="146637" y="9298"/>
                  </a:lnTo>
                  <a:lnTo>
                    <a:pt x="135345" y="30336"/>
                  </a:lnTo>
                  <a:lnTo>
                    <a:pt x="133732" y="30022"/>
                  </a:lnTo>
                  <a:cubicBezTo>
                    <a:pt x="128602" y="29036"/>
                    <a:pt x="123269" y="28521"/>
                    <a:pt x="117892" y="28454"/>
                  </a:cubicBezTo>
                  <a:lnTo>
                    <a:pt x="116234" y="28454"/>
                  </a:lnTo>
                  <a:cubicBezTo>
                    <a:pt x="116234" y="28454"/>
                    <a:pt x="109334" y="5556"/>
                    <a:pt x="109334" y="5556"/>
                  </a:cubicBezTo>
                  <a:lnTo>
                    <a:pt x="61814" y="19895"/>
                  </a:lnTo>
                  <a:lnTo>
                    <a:pt x="68714" y="42770"/>
                  </a:lnTo>
                  <a:lnTo>
                    <a:pt x="67348" y="43689"/>
                  </a:lnTo>
                  <a:cubicBezTo>
                    <a:pt x="62889" y="46713"/>
                    <a:pt x="58744" y="50096"/>
                    <a:pt x="55003" y="53748"/>
                  </a:cubicBezTo>
                  <a:lnTo>
                    <a:pt x="53838" y="54913"/>
                  </a:lnTo>
                  <a:lnTo>
                    <a:pt x="32800" y="43622"/>
                  </a:lnTo>
                  <a:lnTo>
                    <a:pt x="9342" y="87355"/>
                  </a:lnTo>
                  <a:lnTo>
                    <a:pt x="30380" y="98647"/>
                  </a:lnTo>
                  <a:lnTo>
                    <a:pt x="30067" y="100260"/>
                  </a:lnTo>
                  <a:cubicBezTo>
                    <a:pt x="29081" y="105391"/>
                    <a:pt x="28566" y="110723"/>
                    <a:pt x="28498" y="116100"/>
                  </a:cubicBezTo>
                  <a:lnTo>
                    <a:pt x="28498" y="117758"/>
                  </a:lnTo>
                  <a:cubicBezTo>
                    <a:pt x="28498" y="117758"/>
                    <a:pt x="5601" y="124658"/>
                    <a:pt x="5601" y="124658"/>
                  </a:cubicBezTo>
                  <a:lnTo>
                    <a:pt x="19940" y="172178"/>
                  </a:lnTo>
                  <a:lnTo>
                    <a:pt x="42815" y="165278"/>
                  </a:lnTo>
                  <a:lnTo>
                    <a:pt x="43734" y="166644"/>
                  </a:lnTo>
                  <a:cubicBezTo>
                    <a:pt x="46736" y="171103"/>
                    <a:pt x="50141" y="175248"/>
                    <a:pt x="53793" y="178989"/>
                  </a:cubicBezTo>
                  <a:lnTo>
                    <a:pt x="54958" y="180154"/>
                  </a:lnTo>
                  <a:lnTo>
                    <a:pt x="43666" y="201192"/>
                  </a:lnTo>
                  <a:lnTo>
                    <a:pt x="87400" y="224649"/>
                  </a:lnTo>
                  <a:lnTo>
                    <a:pt x="98691" y="203612"/>
                  </a:lnTo>
                  <a:close/>
                  <a:moveTo>
                    <a:pt x="116951" y="150603"/>
                  </a:moveTo>
                  <a:cubicBezTo>
                    <a:pt x="111596" y="150603"/>
                    <a:pt x="106152" y="149326"/>
                    <a:pt x="101111" y="146615"/>
                  </a:cubicBezTo>
                  <a:cubicBezTo>
                    <a:pt x="93202" y="142380"/>
                    <a:pt x="87400" y="135300"/>
                    <a:pt x="84823" y="126697"/>
                  </a:cubicBezTo>
                  <a:cubicBezTo>
                    <a:pt x="82224" y="118094"/>
                    <a:pt x="83143" y="108998"/>
                    <a:pt x="87377" y="101089"/>
                  </a:cubicBezTo>
                  <a:cubicBezTo>
                    <a:pt x="96138" y="84756"/>
                    <a:pt x="116570" y="78595"/>
                    <a:pt x="132903" y="87355"/>
                  </a:cubicBezTo>
                  <a:cubicBezTo>
                    <a:pt x="140812" y="91589"/>
                    <a:pt x="146615" y="98669"/>
                    <a:pt x="149191" y="107272"/>
                  </a:cubicBezTo>
                  <a:cubicBezTo>
                    <a:pt x="151790" y="115876"/>
                    <a:pt x="150871" y="124972"/>
                    <a:pt x="146637" y="132881"/>
                  </a:cubicBezTo>
                  <a:cubicBezTo>
                    <a:pt x="140588" y="144173"/>
                    <a:pt x="128960" y="150603"/>
                    <a:pt x="116951" y="150603"/>
                  </a:cubicBezTo>
                  <a:close/>
                  <a:moveTo>
                    <a:pt x="117063" y="87848"/>
                  </a:moveTo>
                  <a:cubicBezTo>
                    <a:pt x="106668" y="87848"/>
                    <a:pt x="96586" y="93427"/>
                    <a:pt x="91343" y="103217"/>
                  </a:cubicBezTo>
                  <a:cubicBezTo>
                    <a:pt x="87669" y="110073"/>
                    <a:pt x="86884" y="117959"/>
                    <a:pt x="89125" y="125420"/>
                  </a:cubicBezTo>
                  <a:cubicBezTo>
                    <a:pt x="91365" y="132881"/>
                    <a:pt x="96384" y="138997"/>
                    <a:pt x="103240" y="142671"/>
                  </a:cubicBezTo>
                  <a:cubicBezTo>
                    <a:pt x="117399" y="150267"/>
                    <a:pt x="135099" y="144934"/>
                    <a:pt x="142694" y="130775"/>
                  </a:cubicBezTo>
                  <a:cubicBezTo>
                    <a:pt x="146368" y="123919"/>
                    <a:pt x="147152" y="116033"/>
                    <a:pt x="144912" y="108594"/>
                  </a:cubicBezTo>
                  <a:cubicBezTo>
                    <a:pt x="142671" y="101134"/>
                    <a:pt x="137653" y="95017"/>
                    <a:pt x="130797" y="91343"/>
                  </a:cubicBezTo>
                  <a:cubicBezTo>
                    <a:pt x="126428" y="88991"/>
                    <a:pt x="121723" y="87893"/>
                    <a:pt x="117086" y="878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17"/>
            <p:cNvSpPr/>
            <p:nvPr/>
          </p:nvSpPr>
          <p:spPr>
            <a:xfrm>
              <a:off x="8619255" y="4406515"/>
              <a:ext cx="1201205" cy="1284621"/>
            </a:xfrm>
            <a:custGeom>
              <a:avLst/>
              <a:gdLst/>
              <a:ahLst/>
              <a:cxnLst/>
              <a:rect l="l" t="t" r="r" b="b"/>
              <a:pathLst>
                <a:path w="628081" h="671697" extrusionOk="0">
                  <a:moveTo>
                    <a:pt x="593960" y="129034"/>
                  </a:moveTo>
                  <a:lnTo>
                    <a:pt x="451625" y="18535"/>
                  </a:lnTo>
                  <a:cubicBezTo>
                    <a:pt x="426420" y="-1024"/>
                    <a:pt x="392612" y="-5460"/>
                    <a:pt x="363217" y="6930"/>
                  </a:cubicBezTo>
                  <a:lnTo>
                    <a:pt x="62997" y="133582"/>
                  </a:lnTo>
                  <a:cubicBezTo>
                    <a:pt x="31407" y="146913"/>
                    <a:pt x="10392" y="177316"/>
                    <a:pt x="9114" y="211572"/>
                  </a:cubicBezTo>
                  <a:lnTo>
                    <a:pt x="63" y="452420"/>
                  </a:lnTo>
                  <a:cubicBezTo>
                    <a:pt x="-788" y="474959"/>
                    <a:pt x="7031" y="496960"/>
                    <a:pt x="21885" y="513920"/>
                  </a:cubicBezTo>
                  <a:lnTo>
                    <a:pt x="133840" y="641625"/>
                  </a:lnTo>
                  <a:cubicBezTo>
                    <a:pt x="158552" y="669810"/>
                    <a:pt x="198387" y="679310"/>
                    <a:pt x="233159" y="665307"/>
                  </a:cubicBezTo>
                  <a:lnTo>
                    <a:pt x="572788" y="528550"/>
                  </a:lnTo>
                  <a:cubicBezTo>
                    <a:pt x="606193" y="515108"/>
                    <a:pt x="628082" y="482688"/>
                    <a:pt x="628082" y="446684"/>
                  </a:cubicBezTo>
                  <a:lnTo>
                    <a:pt x="628082" y="198735"/>
                  </a:lnTo>
                  <a:cubicBezTo>
                    <a:pt x="628082" y="171468"/>
                    <a:pt x="615491" y="145748"/>
                    <a:pt x="593938" y="12903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17"/>
            <p:cNvSpPr/>
            <p:nvPr/>
          </p:nvSpPr>
          <p:spPr>
            <a:xfrm>
              <a:off x="8364706" y="4586736"/>
              <a:ext cx="471425" cy="432172"/>
            </a:xfrm>
            <a:custGeom>
              <a:avLst/>
              <a:gdLst/>
              <a:ahLst/>
              <a:cxnLst/>
              <a:rect l="l" t="t" r="r" b="b"/>
              <a:pathLst>
                <a:path w="146065" h="133903" extrusionOk="0">
                  <a:moveTo>
                    <a:pt x="143251" y="51634"/>
                  </a:moveTo>
                  <a:cubicBezTo>
                    <a:pt x="135700" y="34025"/>
                    <a:pt x="115290" y="25869"/>
                    <a:pt x="97680" y="33442"/>
                  </a:cubicBezTo>
                  <a:lnTo>
                    <a:pt x="75925" y="42784"/>
                  </a:lnTo>
                  <a:lnTo>
                    <a:pt x="66583" y="21030"/>
                  </a:lnTo>
                  <a:cubicBezTo>
                    <a:pt x="62819" y="12225"/>
                    <a:pt x="55828" y="5773"/>
                    <a:pt x="47561" y="2479"/>
                  </a:cubicBezTo>
                  <a:cubicBezTo>
                    <a:pt x="39317" y="-814"/>
                    <a:pt x="29817" y="-949"/>
                    <a:pt x="21012" y="2815"/>
                  </a:cubicBezTo>
                  <a:cubicBezTo>
                    <a:pt x="3402" y="10365"/>
                    <a:pt x="-4731" y="30776"/>
                    <a:pt x="2820" y="48386"/>
                  </a:cubicBezTo>
                  <a:lnTo>
                    <a:pt x="12162" y="70141"/>
                  </a:lnTo>
                  <a:lnTo>
                    <a:pt x="39540" y="133903"/>
                  </a:lnTo>
                  <a:lnTo>
                    <a:pt x="103303" y="106525"/>
                  </a:lnTo>
                  <a:lnTo>
                    <a:pt x="125058" y="97183"/>
                  </a:lnTo>
                  <a:cubicBezTo>
                    <a:pt x="133863" y="93396"/>
                    <a:pt x="140293" y="86406"/>
                    <a:pt x="143586" y="78184"/>
                  </a:cubicBezTo>
                  <a:cubicBezTo>
                    <a:pt x="146880" y="69939"/>
                    <a:pt x="147014" y="60439"/>
                    <a:pt x="143251" y="516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17"/>
            <p:cNvSpPr/>
            <p:nvPr/>
          </p:nvSpPr>
          <p:spPr>
            <a:xfrm>
              <a:off x="312738" y="203950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17"/>
            <p:cNvSpPr/>
            <p:nvPr/>
          </p:nvSpPr>
          <p:spPr>
            <a:xfrm>
              <a:off x="8524525" y="4361688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6" name="Google Shape;356;p17"/>
            <p:cNvGrpSpPr/>
            <p:nvPr/>
          </p:nvGrpSpPr>
          <p:grpSpPr>
            <a:xfrm>
              <a:off x="62195" y="3294498"/>
              <a:ext cx="417843" cy="373630"/>
              <a:chOff x="2957323" y="3936947"/>
              <a:chExt cx="194554" cy="173959"/>
            </a:xfrm>
          </p:grpSpPr>
          <p:sp>
            <p:nvSpPr>
              <p:cNvPr id="357" name="Google Shape;357;p17"/>
              <p:cNvSpPr/>
              <p:nvPr/>
            </p:nvSpPr>
            <p:spPr>
              <a:xfrm rot="-45834">
                <a:off x="3060432" y="3936962"/>
                <a:ext cx="3360" cy="173930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231886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231886"/>
                    </a:lnTo>
                    <a:lnTo>
                      <a:pt x="0" y="23188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17"/>
              <p:cNvSpPr/>
              <p:nvPr/>
            </p:nvSpPr>
            <p:spPr>
              <a:xfrm rot="-206705">
                <a:off x="2957248" y="4012021"/>
                <a:ext cx="194704" cy="3355"/>
              </a:xfrm>
              <a:custGeom>
                <a:avLst/>
                <a:gdLst/>
                <a:ahLst/>
                <a:cxnLst/>
                <a:rect l="l" t="t" r="r" b="b"/>
                <a:pathLst>
                  <a:path w="260003" h="4480" extrusionOk="0">
                    <a:moveTo>
                      <a:pt x="0" y="0"/>
                    </a:moveTo>
                    <a:lnTo>
                      <a:pt x="260004" y="0"/>
                    </a:lnTo>
                    <a:lnTo>
                      <a:pt x="260004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9" name="Google Shape;359;p17"/>
              <p:cNvSpPr/>
              <p:nvPr/>
            </p:nvSpPr>
            <p:spPr>
              <a:xfrm rot="-2667569">
                <a:off x="2985839" y="4013185"/>
                <a:ext cx="150521" cy="3358"/>
              </a:xfrm>
              <a:custGeom>
                <a:avLst/>
                <a:gdLst/>
                <a:ahLst/>
                <a:cxnLst/>
                <a:rect l="l" t="t" r="r" b="b"/>
                <a:pathLst>
                  <a:path w="200811" h="4480" extrusionOk="0">
                    <a:moveTo>
                      <a:pt x="0" y="0"/>
                    </a:moveTo>
                    <a:lnTo>
                      <a:pt x="200811" y="0"/>
                    </a:lnTo>
                    <a:lnTo>
                      <a:pt x="200811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17"/>
              <p:cNvSpPr/>
              <p:nvPr/>
            </p:nvSpPr>
            <p:spPr>
              <a:xfrm rot="-2716216">
                <a:off x="3069932" y="3955542"/>
                <a:ext cx="3358" cy="133807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78518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78518"/>
                    </a:lnTo>
                    <a:lnTo>
                      <a:pt x="0" y="1785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BLANK_1_1_1_1_1_1_1_1_1_1_3_1"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8"/>
          <p:cNvSpPr txBox="1">
            <a:spLocks noGrp="1"/>
          </p:cNvSpPr>
          <p:nvPr>
            <p:ph type="title"/>
          </p:nvPr>
        </p:nvSpPr>
        <p:spPr>
          <a:xfrm>
            <a:off x="720000" y="474850"/>
            <a:ext cx="77040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 b="1"/>
            </a:lvl1pPr>
            <a:lvl2pPr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363" name="Google Shape;363;p18"/>
          <p:cNvGrpSpPr/>
          <p:nvPr/>
        </p:nvGrpSpPr>
        <p:grpSpPr>
          <a:xfrm>
            <a:off x="-1372771" y="134825"/>
            <a:ext cx="12150379" cy="4768243"/>
            <a:chOff x="-1372771" y="134825"/>
            <a:chExt cx="12150379" cy="4768243"/>
          </a:xfrm>
        </p:grpSpPr>
        <p:sp>
          <p:nvSpPr>
            <p:cNvPr id="364" name="Google Shape;364;p18"/>
            <p:cNvSpPr/>
            <p:nvPr/>
          </p:nvSpPr>
          <p:spPr>
            <a:xfrm rot="6193897">
              <a:off x="-1138515" y="2137080"/>
              <a:ext cx="1735614" cy="1856140"/>
            </a:xfrm>
            <a:custGeom>
              <a:avLst/>
              <a:gdLst/>
              <a:ahLst/>
              <a:cxnLst/>
              <a:rect l="l" t="t" r="r" b="b"/>
              <a:pathLst>
                <a:path w="628081" h="671697" extrusionOk="0">
                  <a:moveTo>
                    <a:pt x="593960" y="129034"/>
                  </a:moveTo>
                  <a:lnTo>
                    <a:pt x="451625" y="18535"/>
                  </a:lnTo>
                  <a:cubicBezTo>
                    <a:pt x="426420" y="-1024"/>
                    <a:pt x="392612" y="-5460"/>
                    <a:pt x="363217" y="6930"/>
                  </a:cubicBezTo>
                  <a:lnTo>
                    <a:pt x="62997" y="133582"/>
                  </a:lnTo>
                  <a:cubicBezTo>
                    <a:pt x="31407" y="146913"/>
                    <a:pt x="10392" y="177316"/>
                    <a:pt x="9114" y="211572"/>
                  </a:cubicBezTo>
                  <a:lnTo>
                    <a:pt x="63" y="452420"/>
                  </a:lnTo>
                  <a:cubicBezTo>
                    <a:pt x="-788" y="474959"/>
                    <a:pt x="7031" y="496960"/>
                    <a:pt x="21885" y="513920"/>
                  </a:cubicBezTo>
                  <a:lnTo>
                    <a:pt x="133840" y="641625"/>
                  </a:lnTo>
                  <a:cubicBezTo>
                    <a:pt x="158552" y="669810"/>
                    <a:pt x="198387" y="679310"/>
                    <a:pt x="233159" y="665307"/>
                  </a:cubicBezTo>
                  <a:lnTo>
                    <a:pt x="572788" y="528550"/>
                  </a:lnTo>
                  <a:cubicBezTo>
                    <a:pt x="606193" y="515108"/>
                    <a:pt x="628082" y="482688"/>
                    <a:pt x="628082" y="446684"/>
                  </a:cubicBezTo>
                  <a:lnTo>
                    <a:pt x="628082" y="198735"/>
                  </a:lnTo>
                  <a:cubicBezTo>
                    <a:pt x="628082" y="171468"/>
                    <a:pt x="615491" y="145748"/>
                    <a:pt x="593938" y="12903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18"/>
            <p:cNvSpPr/>
            <p:nvPr/>
          </p:nvSpPr>
          <p:spPr>
            <a:xfrm rot="10800000" flipH="1">
              <a:off x="8724296" y="2004234"/>
              <a:ext cx="1110482" cy="1110455"/>
            </a:xfrm>
            <a:custGeom>
              <a:avLst/>
              <a:gdLst/>
              <a:ahLst/>
              <a:cxnLst/>
              <a:rect l="l" t="t" r="r" b="b"/>
              <a:pathLst>
                <a:path w="895550" h="895528" extrusionOk="0">
                  <a:moveTo>
                    <a:pt x="695075" y="349621"/>
                  </a:moveTo>
                  <a:lnTo>
                    <a:pt x="809517" y="178743"/>
                  </a:lnTo>
                  <a:lnTo>
                    <a:pt x="612985" y="239145"/>
                  </a:lnTo>
                  <a:lnTo>
                    <a:pt x="626450" y="33988"/>
                  </a:lnTo>
                  <a:lnTo>
                    <a:pt x="486355" y="184456"/>
                  </a:lnTo>
                  <a:lnTo>
                    <a:pt x="395551" y="0"/>
                  </a:lnTo>
                  <a:lnTo>
                    <a:pt x="349644" y="200475"/>
                  </a:lnTo>
                  <a:lnTo>
                    <a:pt x="178743" y="86033"/>
                  </a:lnTo>
                  <a:lnTo>
                    <a:pt x="239145" y="282565"/>
                  </a:lnTo>
                  <a:lnTo>
                    <a:pt x="33987" y="269100"/>
                  </a:lnTo>
                  <a:lnTo>
                    <a:pt x="184455" y="409195"/>
                  </a:lnTo>
                  <a:lnTo>
                    <a:pt x="0" y="499978"/>
                  </a:lnTo>
                  <a:lnTo>
                    <a:pt x="200475" y="545907"/>
                  </a:lnTo>
                  <a:lnTo>
                    <a:pt x="86033" y="716785"/>
                  </a:lnTo>
                  <a:lnTo>
                    <a:pt x="282565" y="656405"/>
                  </a:lnTo>
                  <a:lnTo>
                    <a:pt x="269099" y="861563"/>
                  </a:lnTo>
                  <a:lnTo>
                    <a:pt x="409195" y="711072"/>
                  </a:lnTo>
                  <a:lnTo>
                    <a:pt x="499977" y="895528"/>
                  </a:lnTo>
                  <a:lnTo>
                    <a:pt x="545906" y="695075"/>
                  </a:lnTo>
                  <a:lnTo>
                    <a:pt x="716785" y="809495"/>
                  </a:lnTo>
                  <a:lnTo>
                    <a:pt x="656405" y="612963"/>
                  </a:lnTo>
                  <a:lnTo>
                    <a:pt x="861563" y="626451"/>
                  </a:lnTo>
                  <a:lnTo>
                    <a:pt x="711072" y="486356"/>
                  </a:lnTo>
                  <a:lnTo>
                    <a:pt x="895550" y="395550"/>
                  </a:lnTo>
                  <a:lnTo>
                    <a:pt x="695075" y="34962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18"/>
            <p:cNvSpPr/>
            <p:nvPr/>
          </p:nvSpPr>
          <p:spPr>
            <a:xfrm rot="10800000" flipH="1">
              <a:off x="8911563" y="3448707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18"/>
            <p:cNvSpPr/>
            <p:nvPr/>
          </p:nvSpPr>
          <p:spPr>
            <a:xfrm rot="10800000" flipH="1">
              <a:off x="8572550" y="2004232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18"/>
            <p:cNvSpPr/>
            <p:nvPr/>
          </p:nvSpPr>
          <p:spPr>
            <a:xfrm>
              <a:off x="894100" y="4751313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18"/>
            <p:cNvSpPr/>
            <p:nvPr/>
          </p:nvSpPr>
          <p:spPr>
            <a:xfrm>
              <a:off x="76899" y="3977110"/>
              <a:ext cx="576040" cy="576040"/>
            </a:xfrm>
            <a:custGeom>
              <a:avLst/>
              <a:gdLst/>
              <a:ahLst/>
              <a:cxnLst/>
              <a:rect l="l" t="t" r="r" b="b"/>
              <a:pathLst>
                <a:path w="355580" h="355580" extrusionOk="0">
                  <a:moveTo>
                    <a:pt x="329323" y="77900"/>
                  </a:moveTo>
                  <a:lnTo>
                    <a:pt x="266434" y="19425"/>
                  </a:lnTo>
                  <a:lnTo>
                    <a:pt x="239996" y="47856"/>
                  </a:lnTo>
                  <a:cubicBezTo>
                    <a:pt x="232132" y="44092"/>
                    <a:pt x="223977" y="41112"/>
                    <a:pt x="215710" y="38849"/>
                  </a:cubicBezTo>
                  <a:lnTo>
                    <a:pt x="214299" y="0"/>
                  </a:lnTo>
                  <a:lnTo>
                    <a:pt x="128489" y="3114"/>
                  </a:lnTo>
                  <a:lnTo>
                    <a:pt x="129901" y="41963"/>
                  </a:lnTo>
                  <a:cubicBezTo>
                    <a:pt x="121791" y="44809"/>
                    <a:pt x="113904" y="48371"/>
                    <a:pt x="106331" y="52695"/>
                  </a:cubicBezTo>
                  <a:lnTo>
                    <a:pt x="77900" y="26258"/>
                  </a:lnTo>
                  <a:lnTo>
                    <a:pt x="19425" y="89147"/>
                  </a:lnTo>
                  <a:lnTo>
                    <a:pt x="47856" y="115584"/>
                  </a:lnTo>
                  <a:cubicBezTo>
                    <a:pt x="44092" y="123448"/>
                    <a:pt x="41112" y="131604"/>
                    <a:pt x="38849" y="139871"/>
                  </a:cubicBezTo>
                  <a:lnTo>
                    <a:pt x="0" y="141282"/>
                  </a:lnTo>
                  <a:lnTo>
                    <a:pt x="3114" y="227091"/>
                  </a:lnTo>
                  <a:lnTo>
                    <a:pt x="41963" y="225680"/>
                  </a:lnTo>
                  <a:cubicBezTo>
                    <a:pt x="44809" y="233790"/>
                    <a:pt x="48371" y="241677"/>
                    <a:pt x="52695" y="249249"/>
                  </a:cubicBezTo>
                  <a:lnTo>
                    <a:pt x="26258" y="277681"/>
                  </a:lnTo>
                  <a:lnTo>
                    <a:pt x="89147" y="336156"/>
                  </a:lnTo>
                  <a:lnTo>
                    <a:pt x="115584" y="307725"/>
                  </a:lnTo>
                  <a:cubicBezTo>
                    <a:pt x="123448" y="311489"/>
                    <a:pt x="131604" y="314469"/>
                    <a:pt x="139871" y="316732"/>
                  </a:cubicBezTo>
                  <a:lnTo>
                    <a:pt x="141283" y="355581"/>
                  </a:lnTo>
                  <a:lnTo>
                    <a:pt x="227091" y="352467"/>
                  </a:lnTo>
                  <a:lnTo>
                    <a:pt x="225680" y="313617"/>
                  </a:lnTo>
                  <a:cubicBezTo>
                    <a:pt x="233790" y="310772"/>
                    <a:pt x="241677" y="307210"/>
                    <a:pt x="249249" y="302886"/>
                  </a:cubicBezTo>
                  <a:lnTo>
                    <a:pt x="277681" y="329323"/>
                  </a:lnTo>
                  <a:lnTo>
                    <a:pt x="336156" y="266434"/>
                  </a:lnTo>
                  <a:lnTo>
                    <a:pt x="307725" y="239996"/>
                  </a:lnTo>
                  <a:cubicBezTo>
                    <a:pt x="311489" y="232132"/>
                    <a:pt x="314469" y="224000"/>
                    <a:pt x="316732" y="215710"/>
                  </a:cubicBezTo>
                  <a:lnTo>
                    <a:pt x="355581" y="214298"/>
                  </a:lnTo>
                  <a:lnTo>
                    <a:pt x="352467" y="128489"/>
                  </a:lnTo>
                  <a:lnTo>
                    <a:pt x="313617" y="129901"/>
                  </a:lnTo>
                  <a:cubicBezTo>
                    <a:pt x="310772" y="121791"/>
                    <a:pt x="307210" y="113904"/>
                    <a:pt x="302886" y="106331"/>
                  </a:cubicBezTo>
                  <a:lnTo>
                    <a:pt x="329323" y="77900"/>
                  </a:lnTo>
                  <a:close/>
                  <a:moveTo>
                    <a:pt x="214276" y="211722"/>
                  </a:moveTo>
                  <a:cubicBezTo>
                    <a:pt x="195546" y="231864"/>
                    <a:pt x="164045" y="233006"/>
                    <a:pt x="143904" y="214276"/>
                  </a:cubicBezTo>
                  <a:cubicBezTo>
                    <a:pt x="123762" y="195546"/>
                    <a:pt x="122619" y="164045"/>
                    <a:pt x="141350" y="143904"/>
                  </a:cubicBezTo>
                  <a:cubicBezTo>
                    <a:pt x="160080" y="123762"/>
                    <a:pt x="191580" y="122619"/>
                    <a:pt x="211722" y="141350"/>
                  </a:cubicBezTo>
                  <a:cubicBezTo>
                    <a:pt x="231864" y="160080"/>
                    <a:pt x="233006" y="191580"/>
                    <a:pt x="214276" y="21172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18"/>
            <p:cNvSpPr/>
            <p:nvPr/>
          </p:nvSpPr>
          <p:spPr>
            <a:xfrm rot="10800000" flipH="1">
              <a:off x="8498975" y="3003003"/>
              <a:ext cx="445753" cy="445711"/>
            </a:xfrm>
            <a:custGeom>
              <a:avLst/>
              <a:gdLst/>
              <a:ahLst/>
              <a:cxnLst/>
              <a:rect l="l" t="t" r="r" b="b"/>
              <a:pathLst>
                <a:path w="233991" h="233969" extrusionOk="0">
                  <a:moveTo>
                    <a:pt x="121723" y="233970"/>
                  </a:moveTo>
                  <a:lnTo>
                    <a:pt x="114464" y="209952"/>
                  </a:lnTo>
                  <a:cubicBezTo>
                    <a:pt x="109938" y="209840"/>
                    <a:pt x="105458" y="209392"/>
                    <a:pt x="101089" y="208630"/>
                  </a:cubicBezTo>
                  <a:lnTo>
                    <a:pt x="89237" y="230721"/>
                  </a:lnTo>
                  <a:lnTo>
                    <a:pt x="37617" y="203029"/>
                  </a:lnTo>
                  <a:lnTo>
                    <a:pt x="49469" y="180938"/>
                  </a:lnTo>
                  <a:cubicBezTo>
                    <a:pt x="46422" y="177712"/>
                    <a:pt x="43577" y="174217"/>
                    <a:pt x="40978" y="170520"/>
                  </a:cubicBezTo>
                  <a:lnTo>
                    <a:pt x="16938" y="177779"/>
                  </a:lnTo>
                  <a:lnTo>
                    <a:pt x="0" y="121701"/>
                  </a:lnTo>
                  <a:lnTo>
                    <a:pt x="24017" y="114442"/>
                  </a:lnTo>
                  <a:cubicBezTo>
                    <a:pt x="24130" y="109916"/>
                    <a:pt x="24578" y="105435"/>
                    <a:pt x="25339" y="101066"/>
                  </a:cubicBezTo>
                  <a:lnTo>
                    <a:pt x="3249" y="89215"/>
                  </a:lnTo>
                  <a:lnTo>
                    <a:pt x="30940" y="37595"/>
                  </a:lnTo>
                  <a:lnTo>
                    <a:pt x="53031" y="49447"/>
                  </a:lnTo>
                  <a:cubicBezTo>
                    <a:pt x="56258" y="46400"/>
                    <a:pt x="59730" y="43554"/>
                    <a:pt x="63449" y="40955"/>
                  </a:cubicBezTo>
                  <a:lnTo>
                    <a:pt x="56190" y="16938"/>
                  </a:lnTo>
                  <a:lnTo>
                    <a:pt x="112269" y="0"/>
                  </a:lnTo>
                  <a:lnTo>
                    <a:pt x="119528" y="24018"/>
                  </a:lnTo>
                  <a:cubicBezTo>
                    <a:pt x="124053" y="24130"/>
                    <a:pt x="128534" y="24578"/>
                    <a:pt x="132903" y="25339"/>
                  </a:cubicBezTo>
                  <a:lnTo>
                    <a:pt x="144755" y="3249"/>
                  </a:lnTo>
                  <a:lnTo>
                    <a:pt x="196375" y="30941"/>
                  </a:lnTo>
                  <a:lnTo>
                    <a:pt x="184523" y="53031"/>
                  </a:lnTo>
                  <a:cubicBezTo>
                    <a:pt x="187570" y="56258"/>
                    <a:pt x="190415" y="59730"/>
                    <a:pt x="193014" y="63449"/>
                  </a:cubicBezTo>
                  <a:lnTo>
                    <a:pt x="217054" y="56190"/>
                  </a:lnTo>
                  <a:lnTo>
                    <a:pt x="233992" y="112269"/>
                  </a:lnTo>
                  <a:lnTo>
                    <a:pt x="209974" y="119528"/>
                  </a:lnTo>
                  <a:cubicBezTo>
                    <a:pt x="209862" y="124053"/>
                    <a:pt x="209414" y="128534"/>
                    <a:pt x="208653" y="132903"/>
                  </a:cubicBezTo>
                  <a:lnTo>
                    <a:pt x="230743" y="144755"/>
                  </a:lnTo>
                  <a:lnTo>
                    <a:pt x="203051" y="196375"/>
                  </a:lnTo>
                  <a:lnTo>
                    <a:pt x="180961" y="184523"/>
                  </a:lnTo>
                  <a:cubicBezTo>
                    <a:pt x="177734" y="187570"/>
                    <a:pt x="174262" y="190415"/>
                    <a:pt x="170543" y="193014"/>
                  </a:cubicBezTo>
                  <a:lnTo>
                    <a:pt x="177802" y="217032"/>
                  </a:lnTo>
                  <a:lnTo>
                    <a:pt x="121723" y="233970"/>
                  </a:lnTo>
                  <a:close/>
                  <a:moveTo>
                    <a:pt x="98691" y="203612"/>
                  </a:moveTo>
                  <a:lnTo>
                    <a:pt x="100305" y="203925"/>
                  </a:lnTo>
                  <a:cubicBezTo>
                    <a:pt x="105435" y="204911"/>
                    <a:pt x="110767" y="205426"/>
                    <a:pt x="116145" y="205494"/>
                  </a:cubicBezTo>
                  <a:lnTo>
                    <a:pt x="117802" y="205494"/>
                  </a:lnTo>
                  <a:cubicBezTo>
                    <a:pt x="117802" y="205494"/>
                    <a:pt x="124703" y="228391"/>
                    <a:pt x="124703" y="228391"/>
                  </a:cubicBezTo>
                  <a:lnTo>
                    <a:pt x="172223" y="214052"/>
                  </a:lnTo>
                  <a:lnTo>
                    <a:pt x="165322" y="191177"/>
                  </a:lnTo>
                  <a:lnTo>
                    <a:pt x="166689" y="190258"/>
                  </a:lnTo>
                  <a:cubicBezTo>
                    <a:pt x="171148" y="187234"/>
                    <a:pt x="175292" y="183851"/>
                    <a:pt x="179034" y="180199"/>
                  </a:cubicBezTo>
                  <a:lnTo>
                    <a:pt x="180199" y="179034"/>
                  </a:lnTo>
                  <a:lnTo>
                    <a:pt x="201237" y="190326"/>
                  </a:lnTo>
                  <a:lnTo>
                    <a:pt x="224694" y="146592"/>
                  </a:lnTo>
                  <a:lnTo>
                    <a:pt x="203656" y="135300"/>
                  </a:lnTo>
                  <a:lnTo>
                    <a:pt x="203970" y="133687"/>
                  </a:lnTo>
                  <a:cubicBezTo>
                    <a:pt x="204956" y="128557"/>
                    <a:pt x="205471" y="123224"/>
                    <a:pt x="205538" y="117847"/>
                  </a:cubicBezTo>
                  <a:lnTo>
                    <a:pt x="205538" y="116189"/>
                  </a:lnTo>
                  <a:cubicBezTo>
                    <a:pt x="205538" y="116189"/>
                    <a:pt x="228436" y="109289"/>
                    <a:pt x="228436" y="109289"/>
                  </a:cubicBezTo>
                  <a:lnTo>
                    <a:pt x="214097" y="61769"/>
                  </a:lnTo>
                  <a:lnTo>
                    <a:pt x="191222" y="68670"/>
                  </a:lnTo>
                  <a:lnTo>
                    <a:pt x="190303" y="67303"/>
                  </a:lnTo>
                  <a:cubicBezTo>
                    <a:pt x="187279" y="62844"/>
                    <a:pt x="183896" y="58700"/>
                    <a:pt x="180244" y="54958"/>
                  </a:cubicBezTo>
                  <a:lnTo>
                    <a:pt x="179079" y="53793"/>
                  </a:lnTo>
                  <a:lnTo>
                    <a:pt x="190370" y="32755"/>
                  </a:lnTo>
                  <a:lnTo>
                    <a:pt x="146637" y="9298"/>
                  </a:lnTo>
                  <a:lnTo>
                    <a:pt x="135345" y="30336"/>
                  </a:lnTo>
                  <a:lnTo>
                    <a:pt x="133732" y="30022"/>
                  </a:lnTo>
                  <a:cubicBezTo>
                    <a:pt x="128602" y="29036"/>
                    <a:pt x="123269" y="28521"/>
                    <a:pt x="117892" y="28454"/>
                  </a:cubicBezTo>
                  <a:lnTo>
                    <a:pt x="116234" y="28454"/>
                  </a:lnTo>
                  <a:cubicBezTo>
                    <a:pt x="116234" y="28454"/>
                    <a:pt x="109334" y="5556"/>
                    <a:pt x="109334" y="5556"/>
                  </a:cubicBezTo>
                  <a:lnTo>
                    <a:pt x="61814" y="19895"/>
                  </a:lnTo>
                  <a:lnTo>
                    <a:pt x="68714" y="42770"/>
                  </a:lnTo>
                  <a:lnTo>
                    <a:pt x="67348" y="43689"/>
                  </a:lnTo>
                  <a:cubicBezTo>
                    <a:pt x="62889" y="46713"/>
                    <a:pt x="58744" y="50096"/>
                    <a:pt x="55003" y="53748"/>
                  </a:cubicBezTo>
                  <a:lnTo>
                    <a:pt x="53838" y="54913"/>
                  </a:lnTo>
                  <a:lnTo>
                    <a:pt x="32800" y="43622"/>
                  </a:lnTo>
                  <a:lnTo>
                    <a:pt x="9342" y="87355"/>
                  </a:lnTo>
                  <a:lnTo>
                    <a:pt x="30380" y="98647"/>
                  </a:lnTo>
                  <a:lnTo>
                    <a:pt x="30067" y="100260"/>
                  </a:lnTo>
                  <a:cubicBezTo>
                    <a:pt x="29081" y="105391"/>
                    <a:pt x="28566" y="110723"/>
                    <a:pt x="28498" y="116100"/>
                  </a:cubicBezTo>
                  <a:lnTo>
                    <a:pt x="28498" y="117758"/>
                  </a:lnTo>
                  <a:cubicBezTo>
                    <a:pt x="28498" y="117758"/>
                    <a:pt x="5601" y="124658"/>
                    <a:pt x="5601" y="124658"/>
                  </a:cubicBezTo>
                  <a:lnTo>
                    <a:pt x="19940" y="172178"/>
                  </a:lnTo>
                  <a:lnTo>
                    <a:pt x="42815" y="165278"/>
                  </a:lnTo>
                  <a:lnTo>
                    <a:pt x="43734" y="166644"/>
                  </a:lnTo>
                  <a:cubicBezTo>
                    <a:pt x="46736" y="171103"/>
                    <a:pt x="50141" y="175248"/>
                    <a:pt x="53793" y="178989"/>
                  </a:cubicBezTo>
                  <a:lnTo>
                    <a:pt x="54958" y="180154"/>
                  </a:lnTo>
                  <a:lnTo>
                    <a:pt x="43666" y="201192"/>
                  </a:lnTo>
                  <a:lnTo>
                    <a:pt x="87400" y="224649"/>
                  </a:lnTo>
                  <a:lnTo>
                    <a:pt x="98691" y="203612"/>
                  </a:lnTo>
                  <a:close/>
                  <a:moveTo>
                    <a:pt x="116951" y="150603"/>
                  </a:moveTo>
                  <a:cubicBezTo>
                    <a:pt x="111596" y="150603"/>
                    <a:pt x="106152" y="149326"/>
                    <a:pt x="101111" y="146615"/>
                  </a:cubicBezTo>
                  <a:cubicBezTo>
                    <a:pt x="93202" y="142380"/>
                    <a:pt x="87400" y="135300"/>
                    <a:pt x="84823" y="126697"/>
                  </a:cubicBezTo>
                  <a:cubicBezTo>
                    <a:pt x="82224" y="118094"/>
                    <a:pt x="83143" y="108998"/>
                    <a:pt x="87377" y="101089"/>
                  </a:cubicBezTo>
                  <a:cubicBezTo>
                    <a:pt x="96138" y="84756"/>
                    <a:pt x="116570" y="78595"/>
                    <a:pt x="132903" y="87355"/>
                  </a:cubicBezTo>
                  <a:cubicBezTo>
                    <a:pt x="140812" y="91589"/>
                    <a:pt x="146615" y="98669"/>
                    <a:pt x="149191" y="107272"/>
                  </a:cubicBezTo>
                  <a:cubicBezTo>
                    <a:pt x="151790" y="115876"/>
                    <a:pt x="150871" y="124972"/>
                    <a:pt x="146637" y="132881"/>
                  </a:cubicBezTo>
                  <a:cubicBezTo>
                    <a:pt x="140588" y="144173"/>
                    <a:pt x="128960" y="150603"/>
                    <a:pt x="116951" y="150603"/>
                  </a:cubicBezTo>
                  <a:close/>
                  <a:moveTo>
                    <a:pt x="117063" y="87848"/>
                  </a:moveTo>
                  <a:cubicBezTo>
                    <a:pt x="106668" y="87848"/>
                    <a:pt x="96586" y="93427"/>
                    <a:pt x="91343" y="103217"/>
                  </a:cubicBezTo>
                  <a:cubicBezTo>
                    <a:pt x="87669" y="110073"/>
                    <a:pt x="86884" y="117959"/>
                    <a:pt x="89125" y="125420"/>
                  </a:cubicBezTo>
                  <a:cubicBezTo>
                    <a:pt x="91365" y="132881"/>
                    <a:pt x="96384" y="138997"/>
                    <a:pt x="103240" y="142671"/>
                  </a:cubicBezTo>
                  <a:cubicBezTo>
                    <a:pt x="117399" y="150267"/>
                    <a:pt x="135099" y="144934"/>
                    <a:pt x="142694" y="130775"/>
                  </a:cubicBezTo>
                  <a:cubicBezTo>
                    <a:pt x="146368" y="123919"/>
                    <a:pt x="147152" y="116033"/>
                    <a:pt x="144912" y="108594"/>
                  </a:cubicBezTo>
                  <a:cubicBezTo>
                    <a:pt x="142671" y="101134"/>
                    <a:pt x="137653" y="95017"/>
                    <a:pt x="130797" y="91343"/>
                  </a:cubicBezTo>
                  <a:cubicBezTo>
                    <a:pt x="126428" y="88991"/>
                    <a:pt x="121723" y="87893"/>
                    <a:pt x="117086" y="878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71" name="Google Shape;371;p18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 rot="10800000" flipH="1">
              <a:off x="8911584" y="134825"/>
              <a:ext cx="1866024" cy="1861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72" name="Google Shape;372;p18"/>
            <p:cNvGrpSpPr/>
            <p:nvPr/>
          </p:nvGrpSpPr>
          <p:grpSpPr>
            <a:xfrm rot="10627536">
              <a:off x="86006" y="1832339"/>
              <a:ext cx="417844" cy="373631"/>
              <a:chOff x="2957323" y="3936947"/>
              <a:chExt cx="194554" cy="173959"/>
            </a:xfrm>
          </p:grpSpPr>
          <p:sp>
            <p:nvSpPr>
              <p:cNvPr id="373" name="Google Shape;373;p18"/>
              <p:cNvSpPr/>
              <p:nvPr/>
            </p:nvSpPr>
            <p:spPr>
              <a:xfrm rot="-45834">
                <a:off x="3060432" y="3936962"/>
                <a:ext cx="3360" cy="173930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231886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231886"/>
                    </a:lnTo>
                    <a:lnTo>
                      <a:pt x="0" y="23188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" name="Google Shape;374;p18"/>
              <p:cNvSpPr/>
              <p:nvPr/>
            </p:nvSpPr>
            <p:spPr>
              <a:xfrm rot="-206705">
                <a:off x="2957248" y="4012021"/>
                <a:ext cx="194704" cy="3355"/>
              </a:xfrm>
              <a:custGeom>
                <a:avLst/>
                <a:gdLst/>
                <a:ahLst/>
                <a:cxnLst/>
                <a:rect l="l" t="t" r="r" b="b"/>
                <a:pathLst>
                  <a:path w="260003" h="4480" extrusionOk="0">
                    <a:moveTo>
                      <a:pt x="0" y="0"/>
                    </a:moveTo>
                    <a:lnTo>
                      <a:pt x="260004" y="0"/>
                    </a:lnTo>
                    <a:lnTo>
                      <a:pt x="260004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5" name="Google Shape;375;p18"/>
              <p:cNvSpPr/>
              <p:nvPr/>
            </p:nvSpPr>
            <p:spPr>
              <a:xfrm rot="-2667569">
                <a:off x="2985839" y="4013185"/>
                <a:ext cx="150521" cy="3358"/>
              </a:xfrm>
              <a:custGeom>
                <a:avLst/>
                <a:gdLst/>
                <a:ahLst/>
                <a:cxnLst/>
                <a:rect l="l" t="t" r="r" b="b"/>
                <a:pathLst>
                  <a:path w="200811" h="4480" extrusionOk="0">
                    <a:moveTo>
                      <a:pt x="0" y="0"/>
                    </a:moveTo>
                    <a:lnTo>
                      <a:pt x="200811" y="0"/>
                    </a:lnTo>
                    <a:lnTo>
                      <a:pt x="200811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6" name="Google Shape;376;p18"/>
              <p:cNvSpPr/>
              <p:nvPr/>
            </p:nvSpPr>
            <p:spPr>
              <a:xfrm rot="-2716216">
                <a:off x="3069932" y="3955542"/>
                <a:ext cx="3358" cy="133807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78518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78518"/>
                    </a:lnTo>
                    <a:lnTo>
                      <a:pt x="0" y="1785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77" name="Google Shape;377;p18"/>
          <p:cNvSpPr txBox="1">
            <a:spLocks noGrp="1"/>
          </p:cNvSpPr>
          <p:nvPr>
            <p:ph type="title" idx="2"/>
          </p:nvPr>
        </p:nvSpPr>
        <p:spPr>
          <a:xfrm>
            <a:off x="720050" y="1178825"/>
            <a:ext cx="7704000" cy="8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nter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Font typeface="Comfortaa"/>
              <a:buChar char="○"/>
              <a:defRPr>
                <a:latin typeface="Comfortaa"/>
                <a:ea typeface="Comfortaa"/>
                <a:cs typeface="Comfortaa"/>
                <a:sym typeface="Comfortaa"/>
              </a:defRPr>
            </a:lvl2pPr>
            <a:lvl3pPr lvl="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Font typeface="Comfortaa"/>
              <a:buChar char="■"/>
              <a:defRPr>
                <a:latin typeface="Comfortaa"/>
                <a:ea typeface="Comfortaa"/>
                <a:cs typeface="Comfortaa"/>
                <a:sym typeface="Comfortaa"/>
              </a:defRPr>
            </a:lvl3pPr>
            <a:lvl4pPr lvl="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Font typeface="Comfortaa"/>
              <a:buChar char="●"/>
              <a:defRPr>
                <a:latin typeface="Comfortaa"/>
                <a:ea typeface="Comfortaa"/>
                <a:cs typeface="Comfortaa"/>
                <a:sym typeface="Comfortaa"/>
              </a:defRPr>
            </a:lvl4pPr>
            <a:lvl5pPr lvl="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Font typeface="Comfortaa"/>
              <a:buChar char="○"/>
              <a:defRPr>
                <a:latin typeface="Comfortaa"/>
                <a:ea typeface="Comfortaa"/>
                <a:cs typeface="Comfortaa"/>
                <a:sym typeface="Comfortaa"/>
              </a:defRPr>
            </a:lvl5pPr>
            <a:lvl6pPr lvl="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Font typeface="Comfortaa"/>
              <a:buChar char="■"/>
              <a:defRPr>
                <a:latin typeface="Comfortaa"/>
                <a:ea typeface="Comfortaa"/>
                <a:cs typeface="Comfortaa"/>
                <a:sym typeface="Comfortaa"/>
              </a:defRPr>
            </a:lvl6pPr>
            <a:lvl7pPr lvl="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Font typeface="Comfortaa"/>
              <a:buChar char="●"/>
              <a:defRPr>
                <a:latin typeface="Comfortaa"/>
                <a:ea typeface="Comfortaa"/>
                <a:cs typeface="Comfortaa"/>
                <a:sym typeface="Comfortaa"/>
              </a:defRPr>
            </a:lvl7pPr>
            <a:lvl8pPr lvl="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Font typeface="Comfortaa"/>
              <a:buChar char="○"/>
              <a:defRPr>
                <a:latin typeface="Comfortaa"/>
                <a:ea typeface="Comfortaa"/>
                <a:cs typeface="Comfortaa"/>
                <a:sym typeface="Comfortaa"/>
              </a:defRPr>
            </a:lvl8pPr>
            <a:lvl9pPr lvl="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Font typeface="Comfortaa"/>
              <a:buChar char="■"/>
              <a:defRPr>
                <a:latin typeface="Comfortaa"/>
                <a:ea typeface="Comfortaa"/>
                <a:cs typeface="Comfortaa"/>
                <a:sym typeface="Comforta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BLANK_1_1_1_1_1_1_1_1_1_1_3_1_1"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9" name="Google Shape;379;p19"/>
          <p:cNvGrpSpPr/>
          <p:nvPr/>
        </p:nvGrpSpPr>
        <p:grpSpPr>
          <a:xfrm>
            <a:off x="-1078800" y="2976200"/>
            <a:ext cx="11526949" cy="3228271"/>
            <a:chOff x="-1078800" y="2976200"/>
            <a:chExt cx="11526949" cy="3228271"/>
          </a:xfrm>
        </p:grpSpPr>
        <p:pic>
          <p:nvPicPr>
            <p:cNvPr id="380" name="Google Shape;380;p19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582125" y="3730375"/>
              <a:ext cx="1866024" cy="1861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1" name="Google Shape;381;p19"/>
            <p:cNvSpPr/>
            <p:nvPr/>
          </p:nvSpPr>
          <p:spPr>
            <a:xfrm>
              <a:off x="6965602" y="4539826"/>
              <a:ext cx="1559161" cy="1486579"/>
            </a:xfrm>
            <a:custGeom>
              <a:avLst/>
              <a:gdLst/>
              <a:ahLst/>
              <a:cxnLst/>
              <a:rect l="l" t="t" r="r" b="b"/>
              <a:pathLst>
                <a:path w="864999" h="824732" extrusionOk="0">
                  <a:moveTo>
                    <a:pt x="41272" y="594188"/>
                  </a:moveTo>
                  <a:cubicBezTo>
                    <a:pt x="-57554" y="390823"/>
                    <a:pt x="27179" y="145876"/>
                    <a:pt x="230544" y="47050"/>
                  </a:cubicBezTo>
                  <a:cubicBezTo>
                    <a:pt x="433910" y="-51777"/>
                    <a:pt x="733681" y="6318"/>
                    <a:pt x="832507" y="209683"/>
                  </a:cubicBezTo>
                  <a:cubicBezTo>
                    <a:pt x="931333" y="413026"/>
                    <a:pt x="791776" y="684635"/>
                    <a:pt x="588433" y="783461"/>
                  </a:cubicBezTo>
                  <a:cubicBezTo>
                    <a:pt x="385068" y="882287"/>
                    <a:pt x="140120" y="797554"/>
                    <a:pt x="41294" y="59418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19"/>
            <p:cNvSpPr/>
            <p:nvPr/>
          </p:nvSpPr>
          <p:spPr>
            <a:xfrm>
              <a:off x="1575063" y="4817750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19"/>
            <p:cNvSpPr/>
            <p:nvPr/>
          </p:nvSpPr>
          <p:spPr>
            <a:xfrm>
              <a:off x="333863" y="2976200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19"/>
            <p:cNvSpPr/>
            <p:nvPr/>
          </p:nvSpPr>
          <p:spPr>
            <a:xfrm>
              <a:off x="333872" y="3424493"/>
              <a:ext cx="471061" cy="503773"/>
            </a:xfrm>
            <a:custGeom>
              <a:avLst/>
              <a:gdLst/>
              <a:ahLst/>
              <a:cxnLst/>
              <a:rect l="l" t="t" r="r" b="b"/>
              <a:pathLst>
                <a:path w="628081" h="671697" extrusionOk="0">
                  <a:moveTo>
                    <a:pt x="593960" y="129034"/>
                  </a:moveTo>
                  <a:lnTo>
                    <a:pt x="451625" y="18535"/>
                  </a:lnTo>
                  <a:cubicBezTo>
                    <a:pt x="426420" y="-1024"/>
                    <a:pt x="392612" y="-5460"/>
                    <a:pt x="363217" y="6930"/>
                  </a:cubicBezTo>
                  <a:lnTo>
                    <a:pt x="62997" y="133582"/>
                  </a:lnTo>
                  <a:cubicBezTo>
                    <a:pt x="31407" y="146913"/>
                    <a:pt x="10392" y="177316"/>
                    <a:pt x="9114" y="211572"/>
                  </a:cubicBezTo>
                  <a:lnTo>
                    <a:pt x="63" y="452420"/>
                  </a:lnTo>
                  <a:cubicBezTo>
                    <a:pt x="-788" y="474959"/>
                    <a:pt x="7031" y="496960"/>
                    <a:pt x="21885" y="513920"/>
                  </a:cubicBezTo>
                  <a:lnTo>
                    <a:pt x="133840" y="641625"/>
                  </a:lnTo>
                  <a:cubicBezTo>
                    <a:pt x="158552" y="669810"/>
                    <a:pt x="198387" y="679310"/>
                    <a:pt x="233159" y="665307"/>
                  </a:cubicBezTo>
                  <a:lnTo>
                    <a:pt x="572788" y="528550"/>
                  </a:lnTo>
                  <a:cubicBezTo>
                    <a:pt x="606193" y="515108"/>
                    <a:pt x="628082" y="482688"/>
                    <a:pt x="628082" y="446684"/>
                  </a:cubicBezTo>
                  <a:lnTo>
                    <a:pt x="628082" y="198735"/>
                  </a:lnTo>
                  <a:cubicBezTo>
                    <a:pt x="628082" y="171468"/>
                    <a:pt x="615491" y="145748"/>
                    <a:pt x="593938" y="12903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19"/>
            <p:cNvSpPr/>
            <p:nvPr/>
          </p:nvSpPr>
          <p:spPr>
            <a:xfrm rot="2574778">
              <a:off x="-746655" y="4157268"/>
              <a:ext cx="1765522" cy="1669537"/>
            </a:xfrm>
            <a:custGeom>
              <a:avLst/>
              <a:gdLst/>
              <a:ahLst/>
              <a:cxnLst/>
              <a:rect l="l" t="t" r="r" b="b"/>
              <a:pathLst>
                <a:path w="534870" h="505791" extrusionOk="0">
                  <a:moveTo>
                    <a:pt x="534513" y="294201"/>
                  </a:moveTo>
                  <a:lnTo>
                    <a:pt x="524184" y="175345"/>
                  </a:lnTo>
                  <a:cubicBezTo>
                    <a:pt x="521429" y="143553"/>
                    <a:pt x="501712" y="115727"/>
                    <a:pt x="472632" y="102575"/>
                  </a:cubicBezTo>
                  <a:lnTo>
                    <a:pt x="263195" y="7849"/>
                  </a:lnTo>
                  <a:cubicBezTo>
                    <a:pt x="231963" y="-6288"/>
                    <a:pt x="195377" y="-1045"/>
                    <a:pt x="169343" y="21292"/>
                  </a:cubicBezTo>
                  <a:lnTo>
                    <a:pt x="42265" y="130357"/>
                  </a:lnTo>
                  <a:cubicBezTo>
                    <a:pt x="25148" y="145054"/>
                    <a:pt x="14304" y="165733"/>
                    <a:pt x="11974" y="188160"/>
                  </a:cubicBezTo>
                  <a:lnTo>
                    <a:pt x="481" y="298189"/>
                  </a:lnTo>
                  <a:cubicBezTo>
                    <a:pt x="-3418" y="335469"/>
                    <a:pt x="16679" y="371160"/>
                    <a:pt x="50577" y="387157"/>
                  </a:cubicBezTo>
                  <a:lnTo>
                    <a:pt x="283942" y="497342"/>
                  </a:lnTo>
                  <a:cubicBezTo>
                    <a:pt x="316495" y="512711"/>
                    <a:pt x="355143" y="506774"/>
                    <a:pt x="381580" y="482308"/>
                  </a:cubicBezTo>
                  <a:lnTo>
                    <a:pt x="506575" y="366589"/>
                  </a:lnTo>
                  <a:cubicBezTo>
                    <a:pt x="526582" y="348061"/>
                    <a:pt x="536910" y="321332"/>
                    <a:pt x="534535" y="2941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19"/>
            <p:cNvSpPr/>
            <p:nvPr/>
          </p:nvSpPr>
          <p:spPr>
            <a:xfrm rot="-1990368">
              <a:off x="253974" y="4077865"/>
              <a:ext cx="471164" cy="431933"/>
            </a:xfrm>
            <a:custGeom>
              <a:avLst/>
              <a:gdLst/>
              <a:ahLst/>
              <a:cxnLst/>
              <a:rect l="l" t="t" r="r" b="b"/>
              <a:pathLst>
                <a:path w="146065" h="133903" extrusionOk="0">
                  <a:moveTo>
                    <a:pt x="143251" y="51634"/>
                  </a:moveTo>
                  <a:cubicBezTo>
                    <a:pt x="135700" y="34025"/>
                    <a:pt x="115290" y="25869"/>
                    <a:pt x="97680" y="33442"/>
                  </a:cubicBezTo>
                  <a:lnTo>
                    <a:pt x="75925" y="42784"/>
                  </a:lnTo>
                  <a:lnTo>
                    <a:pt x="66583" y="21030"/>
                  </a:lnTo>
                  <a:cubicBezTo>
                    <a:pt x="62819" y="12225"/>
                    <a:pt x="55828" y="5773"/>
                    <a:pt x="47561" y="2479"/>
                  </a:cubicBezTo>
                  <a:cubicBezTo>
                    <a:pt x="39317" y="-814"/>
                    <a:pt x="29817" y="-949"/>
                    <a:pt x="21012" y="2815"/>
                  </a:cubicBezTo>
                  <a:cubicBezTo>
                    <a:pt x="3402" y="10365"/>
                    <a:pt x="-4731" y="30776"/>
                    <a:pt x="2820" y="48386"/>
                  </a:cubicBezTo>
                  <a:lnTo>
                    <a:pt x="12162" y="70141"/>
                  </a:lnTo>
                  <a:lnTo>
                    <a:pt x="39540" y="133903"/>
                  </a:lnTo>
                  <a:lnTo>
                    <a:pt x="103303" y="106525"/>
                  </a:lnTo>
                  <a:lnTo>
                    <a:pt x="125058" y="97183"/>
                  </a:lnTo>
                  <a:cubicBezTo>
                    <a:pt x="133863" y="93396"/>
                    <a:pt x="140293" y="86406"/>
                    <a:pt x="143586" y="78184"/>
                  </a:cubicBezTo>
                  <a:cubicBezTo>
                    <a:pt x="146880" y="69939"/>
                    <a:pt x="147014" y="60439"/>
                    <a:pt x="143251" y="516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7" name="Google Shape;387;p19"/>
            <p:cNvGrpSpPr/>
            <p:nvPr/>
          </p:nvGrpSpPr>
          <p:grpSpPr>
            <a:xfrm>
              <a:off x="981070" y="4539823"/>
              <a:ext cx="417843" cy="373630"/>
              <a:chOff x="2957323" y="3936947"/>
              <a:chExt cx="194554" cy="173959"/>
            </a:xfrm>
          </p:grpSpPr>
          <p:sp>
            <p:nvSpPr>
              <p:cNvPr id="388" name="Google Shape;388;p19"/>
              <p:cNvSpPr/>
              <p:nvPr/>
            </p:nvSpPr>
            <p:spPr>
              <a:xfrm rot="-45834">
                <a:off x="3060432" y="3936962"/>
                <a:ext cx="3360" cy="173930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231886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231886"/>
                    </a:lnTo>
                    <a:lnTo>
                      <a:pt x="0" y="23188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389;p19"/>
              <p:cNvSpPr/>
              <p:nvPr/>
            </p:nvSpPr>
            <p:spPr>
              <a:xfrm rot="-206705">
                <a:off x="2957248" y="4012021"/>
                <a:ext cx="194704" cy="3355"/>
              </a:xfrm>
              <a:custGeom>
                <a:avLst/>
                <a:gdLst/>
                <a:ahLst/>
                <a:cxnLst/>
                <a:rect l="l" t="t" r="r" b="b"/>
                <a:pathLst>
                  <a:path w="260003" h="4480" extrusionOk="0">
                    <a:moveTo>
                      <a:pt x="0" y="0"/>
                    </a:moveTo>
                    <a:lnTo>
                      <a:pt x="260004" y="0"/>
                    </a:lnTo>
                    <a:lnTo>
                      <a:pt x="260004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" name="Google Shape;390;p19"/>
              <p:cNvSpPr/>
              <p:nvPr/>
            </p:nvSpPr>
            <p:spPr>
              <a:xfrm rot="-2667569">
                <a:off x="2985839" y="4013185"/>
                <a:ext cx="150521" cy="3358"/>
              </a:xfrm>
              <a:custGeom>
                <a:avLst/>
                <a:gdLst/>
                <a:ahLst/>
                <a:cxnLst/>
                <a:rect l="l" t="t" r="r" b="b"/>
                <a:pathLst>
                  <a:path w="200811" h="4480" extrusionOk="0">
                    <a:moveTo>
                      <a:pt x="0" y="0"/>
                    </a:moveTo>
                    <a:lnTo>
                      <a:pt x="200811" y="0"/>
                    </a:lnTo>
                    <a:lnTo>
                      <a:pt x="200811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" name="Google Shape;391;p19"/>
              <p:cNvSpPr/>
              <p:nvPr/>
            </p:nvSpPr>
            <p:spPr>
              <a:xfrm rot="-2716216">
                <a:off x="3069932" y="3955542"/>
                <a:ext cx="3358" cy="133807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78518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78518"/>
                    </a:lnTo>
                    <a:lnTo>
                      <a:pt x="0" y="1785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2" name="Google Shape;392;p19"/>
            <p:cNvGrpSpPr/>
            <p:nvPr/>
          </p:nvGrpSpPr>
          <p:grpSpPr>
            <a:xfrm rot="4036775">
              <a:off x="8468133" y="3206006"/>
              <a:ext cx="417835" cy="373628"/>
              <a:chOff x="2957323" y="3936947"/>
              <a:chExt cx="194554" cy="173959"/>
            </a:xfrm>
          </p:grpSpPr>
          <p:sp>
            <p:nvSpPr>
              <p:cNvPr id="393" name="Google Shape;393;p19"/>
              <p:cNvSpPr/>
              <p:nvPr/>
            </p:nvSpPr>
            <p:spPr>
              <a:xfrm rot="-45834">
                <a:off x="3060432" y="3936962"/>
                <a:ext cx="3360" cy="173930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231886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231886"/>
                    </a:lnTo>
                    <a:lnTo>
                      <a:pt x="0" y="23188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19"/>
              <p:cNvSpPr/>
              <p:nvPr/>
            </p:nvSpPr>
            <p:spPr>
              <a:xfrm rot="-206705">
                <a:off x="2957248" y="4012021"/>
                <a:ext cx="194704" cy="3355"/>
              </a:xfrm>
              <a:custGeom>
                <a:avLst/>
                <a:gdLst/>
                <a:ahLst/>
                <a:cxnLst/>
                <a:rect l="l" t="t" r="r" b="b"/>
                <a:pathLst>
                  <a:path w="260003" h="4480" extrusionOk="0">
                    <a:moveTo>
                      <a:pt x="0" y="0"/>
                    </a:moveTo>
                    <a:lnTo>
                      <a:pt x="260004" y="0"/>
                    </a:lnTo>
                    <a:lnTo>
                      <a:pt x="260004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5" name="Google Shape;395;p19"/>
              <p:cNvSpPr/>
              <p:nvPr/>
            </p:nvSpPr>
            <p:spPr>
              <a:xfrm rot="-2667569">
                <a:off x="2985839" y="4013185"/>
                <a:ext cx="150521" cy="3358"/>
              </a:xfrm>
              <a:custGeom>
                <a:avLst/>
                <a:gdLst/>
                <a:ahLst/>
                <a:cxnLst/>
                <a:rect l="l" t="t" r="r" b="b"/>
                <a:pathLst>
                  <a:path w="200811" h="4480" extrusionOk="0">
                    <a:moveTo>
                      <a:pt x="0" y="0"/>
                    </a:moveTo>
                    <a:lnTo>
                      <a:pt x="200811" y="0"/>
                    </a:lnTo>
                    <a:lnTo>
                      <a:pt x="200811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" name="Google Shape;396;p19"/>
              <p:cNvSpPr/>
              <p:nvPr/>
            </p:nvSpPr>
            <p:spPr>
              <a:xfrm rot="-2716216">
                <a:off x="3069932" y="3955542"/>
                <a:ext cx="3358" cy="133807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78518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78518"/>
                    </a:lnTo>
                    <a:lnTo>
                      <a:pt x="0" y="1785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97" name="Google Shape;397;p19"/>
            <p:cNvSpPr/>
            <p:nvPr/>
          </p:nvSpPr>
          <p:spPr>
            <a:xfrm>
              <a:off x="8843538" y="3026150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8" name="Google Shape;398;p19"/>
          <p:cNvSpPr txBox="1">
            <a:spLocks noGrp="1"/>
          </p:cNvSpPr>
          <p:nvPr>
            <p:ph type="title"/>
          </p:nvPr>
        </p:nvSpPr>
        <p:spPr>
          <a:xfrm>
            <a:off x="720000" y="474850"/>
            <a:ext cx="77040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 b="1"/>
            </a:lvl1pPr>
            <a:lvl2pPr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99" name="Google Shape;399;p19"/>
          <p:cNvSpPr txBox="1">
            <a:spLocks noGrp="1"/>
          </p:cNvSpPr>
          <p:nvPr>
            <p:ph type="title" idx="2"/>
          </p:nvPr>
        </p:nvSpPr>
        <p:spPr>
          <a:xfrm>
            <a:off x="720050" y="1178825"/>
            <a:ext cx="7704000" cy="13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Font typeface="Comfortaa"/>
              <a:buChar char="○"/>
              <a:defRPr>
                <a:latin typeface="Comfortaa"/>
                <a:ea typeface="Comfortaa"/>
                <a:cs typeface="Comfortaa"/>
                <a:sym typeface="Comfortaa"/>
              </a:defRPr>
            </a:lvl2pPr>
            <a:lvl3pPr lvl="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Font typeface="Comfortaa"/>
              <a:buChar char="■"/>
              <a:defRPr>
                <a:latin typeface="Comfortaa"/>
                <a:ea typeface="Comfortaa"/>
                <a:cs typeface="Comfortaa"/>
                <a:sym typeface="Comfortaa"/>
              </a:defRPr>
            </a:lvl3pPr>
            <a:lvl4pPr lvl="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Font typeface="Comfortaa"/>
              <a:buChar char="●"/>
              <a:defRPr>
                <a:latin typeface="Comfortaa"/>
                <a:ea typeface="Comfortaa"/>
                <a:cs typeface="Comfortaa"/>
                <a:sym typeface="Comfortaa"/>
              </a:defRPr>
            </a:lvl4pPr>
            <a:lvl5pPr lvl="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Font typeface="Comfortaa"/>
              <a:buChar char="○"/>
              <a:defRPr>
                <a:latin typeface="Comfortaa"/>
                <a:ea typeface="Comfortaa"/>
                <a:cs typeface="Comfortaa"/>
                <a:sym typeface="Comfortaa"/>
              </a:defRPr>
            </a:lvl5pPr>
            <a:lvl6pPr lvl="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Font typeface="Comfortaa"/>
              <a:buChar char="■"/>
              <a:defRPr>
                <a:latin typeface="Comfortaa"/>
                <a:ea typeface="Comfortaa"/>
                <a:cs typeface="Comfortaa"/>
                <a:sym typeface="Comfortaa"/>
              </a:defRPr>
            </a:lvl6pPr>
            <a:lvl7pPr lvl="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Font typeface="Comfortaa"/>
              <a:buChar char="●"/>
              <a:defRPr>
                <a:latin typeface="Comfortaa"/>
                <a:ea typeface="Comfortaa"/>
                <a:cs typeface="Comfortaa"/>
                <a:sym typeface="Comfortaa"/>
              </a:defRPr>
            </a:lvl7pPr>
            <a:lvl8pPr lvl="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Font typeface="Comfortaa"/>
              <a:buChar char="○"/>
              <a:defRPr>
                <a:latin typeface="Comfortaa"/>
                <a:ea typeface="Comfortaa"/>
                <a:cs typeface="Comfortaa"/>
                <a:sym typeface="Comfortaa"/>
              </a:defRPr>
            </a:lvl8pPr>
            <a:lvl9pPr lvl="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Font typeface="Comfortaa"/>
              <a:buChar char="■"/>
              <a:defRPr>
                <a:latin typeface="Comfortaa"/>
                <a:ea typeface="Comfortaa"/>
                <a:cs typeface="Comfortaa"/>
                <a:sym typeface="Comforta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3_1_1_1_1_1"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0"/>
          <p:cNvSpPr txBox="1">
            <a:spLocks noGrp="1"/>
          </p:cNvSpPr>
          <p:nvPr>
            <p:ph type="title"/>
          </p:nvPr>
        </p:nvSpPr>
        <p:spPr>
          <a:xfrm>
            <a:off x="720000" y="4748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1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02" name="Google Shape;402;p20"/>
          <p:cNvSpPr txBox="1">
            <a:spLocks noGrp="1"/>
          </p:cNvSpPr>
          <p:nvPr>
            <p:ph type="subTitle" idx="1"/>
          </p:nvPr>
        </p:nvSpPr>
        <p:spPr>
          <a:xfrm>
            <a:off x="1979275" y="2057248"/>
            <a:ext cx="2504400" cy="8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03" name="Google Shape;403;p20"/>
          <p:cNvSpPr txBox="1">
            <a:spLocks noGrp="1"/>
          </p:cNvSpPr>
          <p:nvPr>
            <p:ph type="subTitle" idx="2"/>
          </p:nvPr>
        </p:nvSpPr>
        <p:spPr>
          <a:xfrm>
            <a:off x="4660325" y="2057248"/>
            <a:ext cx="2504400" cy="8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04" name="Google Shape;404;p20"/>
          <p:cNvSpPr txBox="1">
            <a:spLocks noGrp="1"/>
          </p:cNvSpPr>
          <p:nvPr>
            <p:ph type="subTitle" idx="3"/>
          </p:nvPr>
        </p:nvSpPr>
        <p:spPr>
          <a:xfrm>
            <a:off x="4660325" y="3587701"/>
            <a:ext cx="2504400" cy="8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05" name="Google Shape;405;p20"/>
          <p:cNvSpPr txBox="1">
            <a:spLocks noGrp="1"/>
          </p:cNvSpPr>
          <p:nvPr>
            <p:ph type="subTitle" idx="4"/>
          </p:nvPr>
        </p:nvSpPr>
        <p:spPr>
          <a:xfrm>
            <a:off x="1979275" y="3587700"/>
            <a:ext cx="2504400" cy="8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06" name="Google Shape;406;p20"/>
          <p:cNvSpPr txBox="1">
            <a:spLocks noGrp="1"/>
          </p:cNvSpPr>
          <p:nvPr>
            <p:ph type="title" idx="5" hasCustomPrompt="1"/>
          </p:nvPr>
        </p:nvSpPr>
        <p:spPr>
          <a:xfrm>
            <a:off x="2776975" y="1443150"/>
            <a:ext cx="909000" cy="614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500" b="1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07" name="Google Shape;407;p20"/>
          <p:cNvSpPr txBox="1">
            <a:spLocks noGrp="1"/>
          </p:cNvSpPr>
          <p:nvPr>
            <p:ph type="title" idx="6" hasCustomPrompt="1"/>
          </p:nvPr>
        </p:nvSpPr>
        <p:spPr>
          <a:xfrm>
            <a:off x="5458025" y="1443150"/>
            <a:ext cx="909000" cy="614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500" b="1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08" name="Google Shape;408;p20"/>
          <p:cNvSpPr txBox="1">
            <a:spLocks noGrp="1"/>
          </p:cNvSpPr>
          <p:nvPr>
            <p:ph type="title" idx="7" hasCustomPrompt="1"/>
          </p:nvPr>
        </p:nvSpPr>
        <p:spPr>
          <a:xfrm>
            <a:off x="5458025" y="2973650"/>
            <a:ext cx="909000" cy="614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500" b="1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09" name="Google Shape;409;p20"/>
          <p:cNvSpPr txBox="1">
            <a:spLocks noGrp="1"/>
          </p:cNvSpPr>
          <p:nvPr>
            <p:ph type="title" idx="8" hasCustomPrompt="1"/>
          </p:nvPr>
        </p:nvSpPr>
        <p:spPr>
          <a:xfrm>
            <a:off x="2776975" y="2973650"/>
            <a:ext cx="909000" cy="614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500" b="1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410" name="Google Shape;410;p20"/>
          <p:cNvGrpSpPr/>
          <p:nvPr/>
        </p:nvGrpSpPr>
        <p:grpSpPr>
          <a:xfrm>
            <a:off x="-1498350" y="109010"/>
            <a:ext cx="13009843" cy="6356391"/>
            <a:chOff x="-1498350" y="109010"/>
            <a:chExt cx="13009843" cy="6356391"/>
          </a:xfrm>
        </p:grpSpPr>
        <p:sp>
          <p:nvSpPr>
            <p:cNvPr id="411" name="Google Shape;411;p20"/>
            <p:cNvSpPr/>
            <p:nvPr/>
          </p:nvSpPr>
          <p:spPr>
            <a:xfrm>
              <a:off x="8592121" y="3334900"/>
              <a:ext cx="2919372" cy="2783471"/>
            </a:xfrm>
            <a:custGeom>
              <a:avLst/>
              <a:gdLst/>
              <a:ahLst/>
              <a:cxnLst/>
              <a:rect l="l" t="t" r="r" b="b"/>
              <a:pathLst>
                <a:path w="864999" h="824732" extrusionOk="0">
                  <a:moveTo>
                    <a:pt x="41272" y="594188"/>
                  </a:moveTo>
                  <a:cubicBezTo>
                    <a:pt x="-57554" y="390823"/>
                    <a:pt x="27179" y="145876"/>
                    <a:pt x="230544" y="47050"/>
                  </a:cubicBezTo>
                  <a:cubicBezTo>
                    <a:pt x="433910" y="-51777"/>
                    <a:pt x="733681" y="6318"/>
                    <a:pt x="832507" y="209683"/>
                  </a:cubicBezTo>
                  <a:cubicBezTo>
                    <a:pt x="931333" y="413026"/>
                    <a:pt x="791776" y="684635"/>
                    <a:pt x="588433" y="783461"/>
                  </a:cubicBezTo>
                  <a:cubicBezTo>
                    <a:pt x="385068" y="882287"/>
                    <a:pt x="140120" y="797554"/>
                    <a:pt x="41294" y="59418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2" name="Google Shape;412;p20"/>
            <p:cNvGrpSpPr/>
            <p:nvPr/>
          </p:nvGrpSpPr>
          <p:grpSpPr>
            <a:xfrm>
              <a:off x="-1498350" y="109010"/>
              <a:ext cx="10529107" cy="6356391"/>
              <a:chOff x="-1498350" y="109010"/>
              <a:chExt cx="10529107" cy="6356391"/>
            </a:xfrm>
          </p:grpSpPr>
          <p:pic>
            <p:nvPicPr>
              <p:cNvPr id="413" name="Google Shape;413;p20"/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7164725" y="4603500"/>
                <a:ext cx="1866024" cy="1861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4" name="Google Shape;414;p20"/>
              <p:cNvSpPr/>
              <p:nvPr/>
            </p:nvSpPr>
            <p:spPr>
              <a:xfrm>
                <a:off x="8592113" y="2891550"/>
                <a:ext cx="151756" cy="151756"/>
              </a:xfrm>
              <a:custGeom>
                <a:avLst/>
                <a:gdLst/>
                <a:ahLst/>
                <a:cxnLst/>
                <a:rect l="l" t="t" r="r" b="b"/>
                <a:pathLst>
                  <a:path w="402002" h="402002" extrusionOk="0">
                    <a:moveTo>
                      <a:pt x="332549" y="172492"/>
                    </a:moveTo>
                    <a:cubicBezTo>
                      <a:pt x="275641" y="172492"/>
                      <a:pt x="229511" y="126361"/>
                      <a:pt x="229511" y="69454"/>
                    </a:cubicBezTo>
                    <a:lnTo>
                      <a:pt x="229511" y="0"/>
                    </a:lnTo>
                    <a:lnTo>
                      <a:pt x="172492" y="0"/>
                    </a:lnTo>
                    <a:lnTo>
                      <a:pt x="172492" y="69454"/>
                    </a:lnTo>
                    <a:cubicBezTo>
                      <a:pt x="172492" y="126361"/>
                      <a:pt x="126361" y="172492"/>
                      <a:pt x="69454" y="172492"/>
                    </a:cubicBezTo>
                    <a:lnTo>
                      <a:pt x="0" y="172492"/>
                    </a:lnTo>
                    <a:lnTo>
                      <a:pt x="0" y="229511"/>
                    </a:lnTo>
                    <a:lnTo>
                      <a:pt x="69454" y="229511"/>
                    </a:lnTo>
                    <a:cubicBezTo>
                      <a:pt x="126361" y="229511"/>
                      <a:pt x="172492" y="275642"/>
                      <a:pt x="172492" y="332549"/>
                    </a:cubicBezTo>
                    <a:lnTo>
                      <a:pt x="172492" y="402003"/>
                    </a:lnTo>
                    <a:lnTo>
                      <a:pt x="229511" y="402003"/>
                    </a:lnTo>
                    <a:lnTo>
                      <a:pt x="229511" y="332549"/>
                    </a:lnTo>
                    <a:cubicBezTo>
                      <a:pt x="229511" y="275642"/>
                      <a:pt x="275641" y="229511"/>
                      <a:pt x="332549" y="229511"/>
                    </a:cubicBezTo>
                    <a:lnTo>
                      <a:pt x="402003" y="229511"/>
                    </a:lnTo>
                    <a:lnTo>
                      <a:pt x="402003" y="172492"/>
                    </a:lnTo>
                    <a:lnTo>
                      <a:pt x="332549" y="17249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p20"/>
              <p:cNvSpPr/>
              <p:nvPr/>
            </p:nvSpPr>
            <p:spPr>
              <a:xfrm>
                <a:off x="931463" y="202650"/>
                <a:ext cx="151756" cy="151756"/>
              </a:xfrm>
              <a:custGeom>
                <a:avLst/>
                <a:gdLst/>
                <a:ahLst/>
                <a:cxnLst/>
                <a:rect l="l" t="t" r="r" b="b"/>
                <a:pathLst>
                  <a:path w="402002" h="402002" extrusionOk="0">
                    <a:moveTo>
                      <a:pt x="332549" y="172492"/>
                    </a:moveTo>
                    <a:cubicBezTo>
                      <a:pt x="275641" y="172492"/>
                      <a:pt x="229511" y="126361"/>
                      <a:pt x="229511" y="69454"/>
                    </a:cubicBezTo>
                    <a:lnTo>
                      <a:pt x="229511" y="0"/>
                    </a:lnTo>
                    <a:lnTo>
                      <a:pt x="172492" y="0"/>
                    </a:lnTo>
                    <a:lnTo>
                      <a:pt x="172492" y="69454"/>
                    </a:lnTo>
                    <a:cubicBezTo>
                      <a:pt x="172492" y="126361"/>
                      <a:pt x="126361" y="172492"/>
                      <a:pt x="69454" y="172492"/>
                    </a:cubicBezTo>
                    <a:lnTo>
                      <a:pt x="0" y="172492"/>
                    </a:lnTo>
                    <a:lnTo>
                      <a:pt x="0" y="229511"/>
                    </a:lnTo>
                    <a:lnTo>
                      <a:pt x="69454" y="229511"/>
                    </a:lnTo>
                    <a:cubicBezTo>
                      <a:pt x="126361" y="229511"/>
                      <a:pt x="172492" y="275642"/>
                      <a:pt x="172492" y="332549"/>
                    </a:cubicBezTo>
                    <a:lnTo>
                      <a:pt x="172492" y="402003"/>
                    </a:lnTo>
                    <a:lnTo>
                      <a:pt x="229511" y="402003"/>
                    </a:lnTo>
                    <a:lnTo>
                      <a:pt x="229511" y="332549"/>
                    </a:lnTo>
                    <a:cubicBezTo>
                      <a:pt x="229511" y="275642"/>
                      <a:pt x="275641" y="229511"/>
                      <a:pt x="332549" y="229511"/>
                    </a:cubicBezTo>
                    <a:lnTo>
                      <a:pt x="402003" y="229511"/>
                    </a:lnTo>
                    <a:lnTo>
                      <a:pt x="402003" y="172492"/>
                    </a:lnTo>
                    <a:lnTo>
                      <a:pt x="332549" y="17249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20"/>
              <p:cNvSpPr/>
              <p:nvPr/>
            </p:nvSpPr>
            <p:spPr>
              <a:xfrm>
                <a:off x="493513" y="761025"/>
                <a:ext cx="151756" cy="151756"/>
              </a:xfrm>
              <a:custGeom>
                <a:avLst/>
                <a:gdLst/>
                <a:ahLst/>
                <a:cxnLst/>
                <a:rect l="l" t="t" r="r" b="b"/>
                <a:pathLst>
                  <a:path w="402002" h="402002" extrusionOk="0">
                    <a:moveTo>
                      <a:pt x="332549" y="172492"/>
                    </a:moveTo>
                    <a:cubicBezTo>
                      <a:pt x="275641" y="172492"/>
                      <a:pt x="229511" y="126361"/>
                      <a:pt x="229511" y="69454"/>
                    </a:cubicBezTo>
                    <a:lnTo>
                      <a:pt x="229511" y="0"/>
                    </a:lnTo>
                    <a:lnTo>
                      <a:pt x="172492" y="0"/>
                    </a:lnTo>
                    <a:lnTo>
                      <a:pt x="172492" y="69454"/>
                    </a:lnTo>
                    <a:cubicBezTo>
                      <a:pt x="172492" y="126361"/>
                      <a:pt x="126361" y="172492"/>
                      <a:pt x="69454" y="172492"/>
                    </a:cubicBezTo>
                    <a:lnTo>
                      <a:pt x="0" y="172492"/>
                    </a:lnTo>
                    <a:lnTo>
                      <a:pt x="0" y="229511"/>
                    </a:lnTo>
                    <a:lnTo>
                      <a:pt x="69454" y="229511"/>
                    </a:lnTo>
                    <a:cubicBezTo>
                      <a:pt x="126361" y="229511"/>
                      <a:pt x="172492" y="275642"/>
                      <a:pt x="172492" y="332549"/>
                    </a:cubicBezTo>
                    <a:lnTo>
                      <a:pt x="172492" y="402003"/>
                    </a:lnTo>
                    <a:lnTo>
                      <a:pt x="229511" y="402003"/>
                    </a:lnTo>
                    <a:lnTo>
                      <a:pt x="229511" y="332549"/>
                    </a:lnTo>
                    <a:cubicBezTo>
                      <a:pt x="229511" y="275642"/>
                      <a:pt x="275641" y="229511"/>
                      <a:pt x="332549" y="229511"/>
                    </a:cubicBezTo>
                    <a:lnTo>
                      <a:pt x="402003" y="229511"/>
                    </a:lnTo>
                    <a:lnTo>
                      <a:pt x="402003" y="172492"/>
                    </a:lnTo>
                    <a:lnTo>
                      <a:pt x="332549" y="17249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p20"/>
              <p:cNvSpPr/>
              <p:nvPr/>
            </p:nvSpPr>
            <p:spPr>
              <a:xfrm>
                <a:off x="114334" y="2891543"/>
                <a:ext cx="471061" cy="503773"/>
              </a:xfrm>
              <a:custGeom>
                <a:avLst/>
                <a:gdLst/>
                <a:ahLst/>
                <a:cxnLst/>
                <a:rect l="l" t="t" r="r" b="b"/>
                <a:pathLst>
                  <a:path w="628081" h="671697" extrusionOk="0">
                    <a:moveTo>
                      <a:pt x="593960" y="129034"/>
                    </a:moveTo>
                    <a:lnTo>
                      <a:pt x="451625" y="18535"/>
                    </a:lnTo>
                    <a:cubicBezTo>
                      <a:pt x="426420" y="-1024"/>
                      <a:pt x="392612" y="-5460"/>
                      <a:pt x="363217" y="6930"/>
                    </a:cubicBezTo>
                    <a:lnTo>
                      <a:pt x="62997" y="133582"/>
                    </a:lnTo>
                    <a:cubicBezTo>
                      <a:pt x="31407" y="146913"/>
                      <a:pt x="10392" y="177316"/>
                      <a:pt x="9114" y="211572"/>
                    </a:cubicBezTo>
                    <a:lnTo>
                      <a:pt x="63" y="452420"/>
                    </a:lnTo>
                    <a:cubicBezTo>
                      <a:pt x="-788" y="474959"/>
                      <a:pt x="7031" y="496960"/>
                      <a:pt x="21885" y="513920"/>
                    </a:cubicBezTo>
                    <a:lnTo>
                      <a:pt x="133840" y="641625"/>
                    </a:lnTo>
                    <a:cubicBezTo>
                      <a:pt x="158552" y="669810"/>
                      <a:pt x="198387" y="679310"/>
                      <a:pt x="233159" y="665307"/>
                    </a:cubicBezTo>
                    <a:lnTo>
                      <a:pt x="572788" y="528550"/>
                    </a:lnTo>
                    <a:cubicBezTo>
                      <a:pt x="606193" y="515108"/>
                      <a:pt x="628082" y="482688"/>
                      <a:pt x="628082" y="446684"/>
                    </a:cubicBezTo>
                    <a:lnTo>
                      <a:pt x="628082" y="198735"/>
                    </a:lnTo>
                    <a:cubicBezTo>
                      <a:pt x="628082" y="171468"/>
                      <a:pt x="615491" y="145748"/>
                      <a:pt x="593938" y="12903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" name="Google Shape;418;p20"/>
              <p:cNvSpPr/>
              <p:nvPr/>
            </p:nvSpPr>
            <p:spPr>
              <a:xfrm rot="2574778">
                <a:off x="-1166205" y="528693"/>
                <a:ext cx="1765522" cy="1669537"/>
              </a:xfrm>
              <a:custGeom>
                <a:avLst/>
                <a:gdLst/>
                <a:ahLst/>
                <a:cxnLst/>
                <a:rect l="l" t="t" r="r" b="b"/>
                <a:pathLst>
                  <a:path w="534870" h="505791" extrusionOk="0">
                    <a:moveTo>
                      <a:pt x="534513" y="294201"/>
                    </a:moveTo>
                    <a:lnTo>
                      <a:pt x="524184" y="175345"/>
                    </a:lnTo>
                    <a:cubicBezTo>
                      <a:pt x="521429" y="143553"/>
                      <a:pt x="501712" y="115727"/>
                      <a:pt x="472632" y="102575"/>
                    </a:cubicBezTo>
                    <a:lnTo>
                      <a:pt x="263195" y="7849"/>
                    </a:lnTo>
                    <a:cubicBezTo>
                      <a:pt x="231963" y="-6288"/>
                      <a:pt x="195377" y="-1045"/>
                      <a:pt x="169343" y="21292"/>
                    </a:cubicBezTo>
                    <a:lnTo>
                      <a:pt x="42265" y="130357"/>
                    </a:lnTo>
                    <a:cubicBezTo>
                      <a:pt x="25148" y="145054"/>
                      <a:pt x="14304" y="165733"/>
                      <a:pt x="11974" y="188160"/>
                    </a:cubicBezTo>
                    <a:lnTo>
                      <a:pt x="481" y="298189"/>
                    </a:lnTo>
                    <a:cubicBezTo>
                      <a:pt x="-3418" y="335469"/>
                      <a:pt x="16679" y="371160"/>
                      <a:pt x="50577" y="387157"/>
                    </a:cubicBezTo>
                    <a:lnTo>
                      <a:pt x="283942" y="497342"/>
                    </a:lnTo>
                    <a:cubicBezTo>
                      <a:pt x="316495" y="512711"/>
                      <a:pt x="355143" y="506774"/>
                      <a:pt x="381580" y="482308"/>
                    </a:cubicBezTo>
                    <a:lnTo>
                      <a:pt x="506575" y="366589"/>
                    </a:lnTo>
                    <a:cubicBezTo>
                      <a:pt x="526582" y="348061"/>
                      <a:pt x="536910" y="321332"/>
                      <a:pt x="534535" y="29417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20"/>
              <p:cNvSpPr/>
              <p:nvPr/>
            </p:nvSpPr>
            <p:spPr>
              <a:xfrm rot="-1990368">
                <a:off x="248949" y="202715"/>
                <a:ext cx="471164" cy="431933"/>
              </a:xfrm>
              <a:custGeom>
                <a:avLst/>
                <a:gdLst/>
                <a:ahLst/>
                <a:cxnLst/>
                <a:rect l="l" t="t" r="r" b="b"/>
                <a:pathLst>
                  <a:path w="146065" h="133903" extrusionOk="0">
                    <a:moveTo>
                      <a:pt x="143251" y="51634"/>
                    </a:moveTo>
                    <a:cubicBezTo>
                      <a:pt x="135700" y="34025"/>
                      <a:pt x="115290" y="25869"/>
                      <a:pt x="97680" y="33442"/>
                    </a:cubicBezTo>
                    <a:lnTo>
                      <a:pt x="75925" y="42784"/>
                    </a:lnTo>
                    <a:lnTo>
                      <a:pt x="66583" y="21030"/>
                    </a:lnTo>
                    <a:cubicBezTo>
                      <a:pt x="62819" y="12225"/>
                      <a:pt x="55828" y="5773"/>
                      <a:pt x="47561" y="2479"/>
                    </a:cubicBezTo>
                    <a:cubicBezTo>
                      <a:pt x="39317" y="-814"/>
                      <a:pt x="29817" y="-949"/>
                      <a:pt x="21012" y="2815"/>
                    </a:cubicBezTo>
                    <a:cubicBezTo>
                      <a:pt x="3402" y="10365"/>
                      <a:pt x="-4731" y="30776"/>
                      <a:pt x="2820" y="48386"/>
                    </a:cubicBezTo>
                    <a:lnTo>
                      <a:pt x="12162" y="70141"/>
                    </a:lnTo>
                    <a:lnTo>
                      <a:pt x="39540" y="133903"/>
                    </a:lnTo>
                    <a:lnTo>
                      <a:pt x="103303" y="106525"/>
                    </a:lnTo>
                    <a:lnTo>
                      <a:pt x="125058" y="97183"/>
                    </a:lnTo>
                    <a:cubicBezTo>
                      <a:pt x="133863" y="93396"/>
                      <a:pt x="140293" y="86406"/>
                      <a:pt x="143586" y="78184"/>
                    </a:cubicBezTo>
                    <a:cubicBezTo>
                      <a:pt x="146880" y="69939"/>
                      <a:pt x="147014" y="60439"/>
                      <a:pt x="143251" y="5163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20" name="Google Shape;420;p20"/>
              <p:cNvGrpSpPr/>
              <p:nvPr/>
            </p:nvGrpSpPr>
            <p:grpSpPr>
              <a:xfrm>
                <a:off x="227420" y="2202260"/>
                <a:ext cx="417843" cy="373630"/>
                <a:chOff x="2957323" y="3936947"/>
                <a:chExt cx="194554" cy="173959"/>
              </a:xfrm>
            </p:grpSpPr>
            <p:sp>
              <p:nvSpPr>
                <p:cNvPr id="421" name="Google Shape;421;p20"/>
                <p:cNvSpPr/>
                <p:nvPr/>
              </p:nvSpPr>
              <p:spPr>
                <a:xfrm rot="-45834">
                  <a:off x="3060432" y="3936962"/>
                  <a:ext cx="3360" cy="1739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0" h="231886" extrusionOk="0">
                      <a:moveTo>
                        <a:pt x="0" y="0"/>
                      </a:moveTo>
                      <a:lnTo>
                        <a:pt x="4481" y="0"/>
                      </a:lnTo>
                      <a:lnTo>
                        <a:pt x="4481" y="231886"/>
                      </a:lnTo>
                      <a:lnTo>
                        <a:pt x="0" y="23188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2" name="Google Shape;422;p20"/>
                <p:cNvSpPr/>
                <p:nvPr/>
              </p:nvSpPr>
              <p:spPr>
                <a:xfrm rot="-206705">
                  <a:off x="2957248" y="4012021"/>
                  <a:ext cx="194704" cy="3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003" h="4480" extrusionOk="0">
                      <a:moveTo>
                        <a:pt x="0" y="0"/>
                      </a:moveTo>
                      <a:lnTo>
                        <a:pt x="260004" y="0"/>
                      </a:lnTo>
                      <a:lnTo>
                        <a:pt x="260004" y="4481"/>
                      </a:lnTo>
                      <a:lnTo>
                        <a:pt x="0" y="448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3" name="Google Shape;423;p20"/>
                <p:cNvSpPr/>
                <p:nvPr/>
              </p:nvSpPr>
              <p:spPr>
                <a:xfrm rot="-2667569">
                  <a:off x="2985839" y="4013185"/>
                  <a:ext cx="150521" cy="33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811" h="4480" extrusionOk="0">
                      <a:moveTo>
                        <a:pt x="0" y="0"/>
                      </a:moveTo>
                      <a:lnTo>
                        <a:pt x="200811" y="0"/>
                      </a:lnTo>
                      <a:lnTo>
                        <a:pt x="200811" y="4481"/>
                      </a:lnTo>
                      <a:lnTo>
                        <a:pt x="0" y="448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4" name="Google Shape;424;p20"/>
                <p:cNvSpPr/>
                <p:nvPr/>
              </p:nvSpPr>
              <p:spPr>
                <a:xfrm rot="-2716216">
                  <a:off x="3069932" y="3955542"/>
                  <a:ext cx="3358" cy="1338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0" h="178518" extrusionOk="0">
                      <a:moveTo>
                        <a:pt x="0" y="0"/>
                      </a:moveTo>
                      <a:lnTo>
                        <a:pt x="4481" y="0"/>
                      </a:lnTo>
                      <a:lnTo>
                        <a:pt x="4481" y="178518"/>
                      </a:lnTo>
                      <a:lnTo>
                        <a:pt x="0" y="17851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25" name="Google Shape;425;p20"/>
              <p:cNvGrpSpPr/>
              <p:nvPr/>
            </p:nvGrpSpPr>
            <p:grpSpPr>
              <a:xfrm rot="4036775">
                <a:off x="8568833" y="3206006"/>
                <a:ext cx="417835" cy="373628"/>
                <a:chOff x="2957323" y="3936947"/>
                <a:chExt cx="194554" cy="173959"/>
              </a:xfrm>
            </p:grpSpPr>
            <p:sp>
              <p:nvSpPr>
                <p:cNvPr id="426" name="Google Shape;426;p20"/>
                <p:cNvSpPr/>
                <p:nvPr/>
              </p:nvSpPr>
              <p:spPr>
                <a:xfrm rot="-45834">
                  <a:off x="3060432" y="3936962"/>
                  <a:ext cx="3360" cy="1739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0" h="231886" extrusionOk="0">
                      <a:moveTo>
                        <a:pt x="0" y="0"/>
                      </a:moveTo>
                      <a:lnTo>
                        <a:pt x="4481" y="0"/>
                      </a:lnTo>
                      <a:lnTo>
                        <a:pt x="4481" y="231886"/>
                      </a:lnTo>
                      <a:lnTo>
                        <a:pt x="0" y="23188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7" name="Google Shape;427;p20"/>
                <p:cNvSpPr/>
                <p:nvPr/>
              </p:nvSpPr>
              <p:spPr>
                <a:xfrm rot="-206705">
                  <a:off x="2957248" y="4012021"/>
                  <a:ext cx="194704" cy="3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003" h="4480" extrusionOk="0">
                      <a:moveTo>
                        <a:pt x="0" y="0"/>
                      </a:moveTo>
                      <a:lnTo>
                        <a:pt x="260004" y="0"/>
                      </a:lnTo>
                      <a:lnTo>
                        <a:pt x="260004" y="4481"/>
                      </a:lnTo>
                      <a:lnTo>
                        <a:pt x="0" y="448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8" name="Google Shape;428;p20"/>
                <p:cNvSpPr/>
                <p:nvPr/>
              </p:nvSpPr>
              <p:spPr>
                <a:xfrm rot="-2667569">
                  <a:off x="2985839" y="4013185"/>
                  <a:ext cx="150521" cy="33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811" h="4480" extrusionOk="0">
                      <a:moveTo>
                        <a:pt x="0" y="0"/>
                      </a:moveTo>
                      <a:lnTo>
                        <a:pt x="200811" y="0"/>
                      </a:lnTo>
                      <a:lnTo>
                        <a:pt x="200811" y="4481"/>
                      </a:lnTo>
                      <a:lnTo>
                        <a:pt x="0" y="448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9" name="Google Shape;429;p20"/>
                <p:cNvSpPr/>
                <p:nvPr/>
              </p:nvSpPr>
              <p:spPr>
                <a:xfrm rot="-2716216">
                  <a:off x="3069932" y="3955542"/>
                  <a:ext cx="3358" cy="1338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0" h="178518" extrusionOk="0">
                      <a:moveTo>
                        <a:pt x="0" y="0"/>
                      </a:moveTo>
                      <a:lnTo>
                        <a:pt x="4481" y="0"/>
                      </a:lnTo>
                      <a:lnTo>
                        <a:pt x="4481" y="178518"/>
                      </a:lnTo>
                      <a:lnTo>
                        <a:pt x="0" y="17851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_1"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1" name="Google Shape;431;p21"/>
          <p:cNvGrpSpPr/>
          <p:nvPr/>
        </p:nvGrpSpPr>
        <p:grpSpPr>
          <a:xfrm>
            <a:off x="-1531239" y="-1267650"/>
            <a:ext cx="11121579" cy="6844550"/>
            <a:chOff x="-1531239" y="-1267650"/>
            <a:chExt cx="11121579" cy="6844550"/>
          </a:xfrm>
        </p:grpSpPr>
        <p:pic>
          <p:nvPicPr>
            <p:cNvPr id="432" name="Google Shape;432;p21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-794275" y="3715000"/>
              <a:ext cx="1866024" cy="1861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3" name="Google Shape;433;p21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5382225" y="-1267650"/>
              <a:ext cx="1866024" cy="1861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4" name="Google Shape;434;p21"/>
            <p:cNvSpPr/>
            <p:nvPr/>
          </p:nvSpPr>
          <p:spPr>
            <a:xfrm rot="2700000">
              <a:off x="-1042139" y="-728377"/>
              <a:ext cx="2532876" cy="2432535"/>
            </a:xfrm>
            <a:custGeom>
              <a:avLst/>
              <a:gdLst/>
              <a:ahLst/>
              <a:cxnLst/>
              <a:rect l="l" t="t" r="r" b="b"/>
              <a:pathLst>
                <a:path w="360365" h="346089" extrusionOk="0">
                  <a:moveTo>
                    <a:pt x="172081" y="337120"/>
                  </a:moveTo>
                  <a:lnTo>
                    <a:pt x="10634" y="186673"/>
                  </a:lnTo>
                  <a:cubicBezTo>
                    <a:pt x="-4063" y="172985"/>
                    <a:pt x="-3436" y="149505"/>
                    <a:pt x="11956" y="136600"/>
                  </a:cubicBezTo>
                  <a:lnTo>
                    <a:pt x="165696" y="7797"/>
                  </a:lnTo>
                  <a:cubicBezTo>
                    <a:pt x="178466" y="-2890"/>
                    <a:pt x="197151" y="-2554"/>
                    <a:pt x="209519" y="8581"/>
                  </a:cubicBezTo>
                  <a:lnTo>
                    <a:pt x="349300" y="134426"/>
                  </a:lnTo>
                  <a:cubicBezTo>
                    <a:pt x="362810" y="146592"/>
                    <a:pt x="364132" y="167294"/>
                    <a:pt x="352257" y="181072"/>
                  </a:cubicBezTo>
                  <a:lnTo>
                    <a:pt x="220183" y="334475"/>
                  </a:lnTo>
                  <a:cubicBezTo>
                    <a:pt x="207816" y="348859"/>
                    <a:pt x="185949" y="350047"/>
                    <a:pt x="172081" y="33712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21"/>
            <p:cNvSpPr/>
            <p:nvPr/>
          </p:nvSpPr>
          <p:spPr>
            <a:xfrm>
              <a:off x="8730612" y="758984"/>
              <a:ext cx="859728" cy="859707"/>
            </a:xfrm>
            <a:custGeom>
              <a:avLst/>
              <a:gdLst/>
              <a:ahLst/>
              <a:cxnLst/>
              <a:rect l="l" t="t" r="r" b="b"/>
              <a:pathLst>
                <a:path w="895550" h="895528" extrusionOk="0">
                  <a:moveTo>
                    <a:pt x="695075" y="349621"/>
                  </a:moveTo>
                  <a:lnTo>
                    <a:pt x="809517" y="178743"/>
                  </a:lnTo>
                  <a:lnTo>
                    <a:pt x="612985" y="239145"/>
                  </a:lnTo>
                  <a:lnTo>
                    <a:pt x="626450" y="33988"/>
                  </a:lnTo>
                  <a:lnTo>
                    <a:pt x="486355" y="184456"/>
                  </a:lnTo>
                  <a:lnTo>
                    <a:pt x="395551" y="0"/>
                  </a:lnTo>
                  <a:lnTo>
                    <a:pt x="349644" y="200475"/>
                  </a:lnTo>
                  <a:lnTo>
                    <a:pt x="178743" y="86033"/>
                  </a:lnTo>
                  <a:lnTo>
                    <a:pt x="239145" y="282565"/>
                  </a:lnTo>
                  <a:lnTo>
                    <a:pt x="33987" y="269100"/>
                  </a:lnTo>
                  <a:lnTo>
                    <a:pt x="184455" y="409195"/>
                  </a:lnTo>
                  <a:lnTo>
                    <a:pt x="0" y="499978"/>
                  </a:lnTo>
                  <a:lnTo>
                    <a:pt x="200475" y="545907"/>
                  </a:lnTo>
                  <a:lnTo>
                    <a:pt x="86033" y="716785"/>
                  </a:lnTo>
                  <a:lnTo>
                    <a:pt x="282565" y="656405"/>
                  </a:lnTo>
                  <a:lnTo>
                    <a:pt x="269099" y="861563"/>
                  </a:lnTo>
                  <a:lnTo>
                    <a:pt x="409195" y="711072"/>
                  </a:lnTo>
                  <a:lnTo>
                    <a:pt x="499977" y="895528"/>
                  </a:lnTo>
                  <a:lnTo>
                    <a:pt x="545906" y="695075"/>
                  </a:lnTo>
                  <a:lnTo>
                    <a:pt x="716785" y="809495"/>
                  </a:lnTo>
                  <a:lnTo>
                    <a:pt x="656405" y="612963"/>
                  </a:lnTo>
                  <a:lnTo>
                    <a:pt x="861563" y="626451"/>
                  </a:lnTo>
                  <a:lnTo>
                    <a:pt x="711072" y="486356"/>
                  </a:lnTo>
                  <a:lnTo>
                    <a:pt x="895550" y="395550"/>
                  </a:lnTo>
                  <a:lnTo>
                    <a:pt x="695075" y="34962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21"/>
            <p:cNvSpPr/>
            <p:nvPr/>
          </p:nvSpPr>
          <p:spPr>
            <a:xfrm rot="4997782">
              <a:off x="8530763" y="3012598"/>
              <a:ext cx="847422" cy="906270"/>
            </a:xfrm>
            <a:custGeom>
              <a:avLst/>
              <a:gdLst/>
              <a:ahLst/>
              <a:cxnLst/>
              <a:rect l="l" t="t" r="r" b="b"/>
              <a:pathLst>
                <a:path w="628081" h="671697" extrusionOk="0">
                  <a:moveTo>
                    <a:pt x="593960" y="129034"/>
                  </a:moveTo>
                  <a:lnTo>
                    <a:pt x="451625" y="18535"/>
                  </a:lnTo>
                  <a:cubicBezTo>
                    <a:pt x="426420" y="-1024"/>
                    <a:pt x="392612" y="-5460"/>
                    <a:pt x="363217" y="6930"/>
                  </a:cubicBezTo>
                  <a:lnTo>
                    <a:pt x="62997" y="133582"/>
                  </a:lnTo>
                  <a:cubicBezTo>
                    <a:pt x="31407" y="146913"/>
                    <a:pt x="10392" y="177316"/>
                    <a:pt x="9114" y="211572"/>
                  </a:cubicBezTo>
                  <a:lnTo>
                    <a:pt x="63" y="452420"/>
                  </a:lnTo>
                  <a:cubicBezTo>
                    <a:pt x="-788" y="474959"/>
                    <a:pt x="7031" y="496960"/>
                    <a:pt x="21885" y="513920"/>
                  </a:cubicBezTo>
                  <a:lnTo>
                    <a:pt x="133840" y="641625"/>
                  </a:lnTo>
                  <a:cubicBezTo>
                    <a:pt x="158552" y="669810"/>
                    <a:pt x="198387" y="679310"/>
                    <a:pt x="233159" y="665307"/>
                  </a:cubicBezTo>
                  <a:lnTo>
                    <a:pt x="572788" y="528550"/>
                  </a:lnTo>
                  <a:cubicBezTo>
                    <a:pt x="606193" y="515108"/>
                    <a:pt x="628082" y="482688"/>
                    <a:pt x="628082" y="446684"/>
                  </a:cubicBezTo>
                  <a:lnTo>
                    <a:pt x="628082" y="198735"/>
                  </a:lnTo>
                  <a:cubicBezTo>
                    <a:pt x="628082" y="171468"/>
                    <a:pt x="615491" y="145748"/>
                    <a:pt x="593938" y="12903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7" name="Google Shape;437;p21"/>
            <p:cNvGrpSpPr/>
            <p:nvPr/>
          </p:nvGrpSpPr>
          <p:grpSpPr>
            <a:xfrm>
              <a:off x="1395405" y="116285"/>
              <a:ext cx="1134770" cy="743199"/>
              <a:chOff x="3925143" y="3783342"/>
              <a:chExt cx="240326" cy="157397"/>
            </a:xfrm>
          </p:grpSpPr>
          <p:sp>
            <p:nvSpPr>
              <p:cNvPr id="438" name="Google Shape;438;p21"/>
              <p:cNvSpPr/>
              <p:nvPr/>
            </p:nvSpPr>
            <p:spPr>
              <a:xfrm>
                <a:off x="3955855" y="3817011"/>
                <a:ext cx="93460" cy="100786"/>
              </a:xfrm>
              <a:custGeom>
                <a:avLst/>
                <a:gdLst/>
                <a:ahLst/>
                <a:cxnLst/>
                <a:rect l="l" t="t" r="r" b="b"/>
                <a:pathLst>
                  <a:path w="124613" h="134381" extrusionOk="0">
                    <a:moveTo>
                      <a:pt x="70529" y="134382"/>
                    </a:moveTo>
                    <a:lnTo>
                      <a:pt x="8223" y="107900"/>
                    </a:lnTo>
                    <a:lnTo>
                      <a:pt x="0" y="40709"/>
                    </a:lnTo>
                    <a:lnTo>
                      <a:pt x="54084" y="0"/>
                    </a:lnTo>
                    <a:lnTo>
                      <a:pt x="116391" y="26482"/>
                    </a:lnTo>
                    <a:lnTo>
                      <a:pt x="124614" y="93673"/>
                    </a:lnTo>
                    <a:lnTo>
                      <a:pt x="70529" y="134382"/>
                    </a:lnTo>
                    <a:close/>
                    <a:moveTo>
                      <a:pt x="10306" y="106354"/>
                    </a:moveTo>
                    <a:lnTo>
                      <a:pt x="70216" y="131805"/>
                    </a:lnTo>
                    <a:lnTo>
                      <a:pt x="122216" y="92642"/>
                    </a:lnTo>
                    <a:lnTo>
                      <a:pt x="114308" y="28028"/>
                    </a:lnTo>
                    <a:lnTo>
                      <a:pt x="54398" y="2554"/>
                    </a:lnTo>
                    <a:lnTo>
                      <a:pt x="2397" y="41717"/>
                    </a:lnTo>
                    <a:lnTo>
                      <a:pt x="10306" y="1063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" name="Google Shape;439;p21"/>
              <p:cNvSpPr/>
              <p:nvPr/>
            </p:nvSpPr>
            <p:spPr>
              <a:xfrm>
                <a:off x="4041468" y="3806543"/>
                <a:ext cx="93460" cy="100786"/>
              </a:xfrm>
              <a:custGeom>
                <a:avLst/>
                <a:gdLst/>
                <a:ahLst/>
                <a:cxnLst/>
                <a:rect l="l" t="t" r="r" b="b"/>
                <a:pathLst>
                  <a:path w="124613" h="134381" extrusionOk="0">
                    <a:moveTo>
                      <a:pt x="70529" y="134382"/>
                    </a:moveTo>
                    <a:lnTo>
                      <a:pt x="8222" y="107900"/>
                    </a:lnTo>
                    <a:lnTo>
                      <a:pt x="0" y="40709"/>
                    </a:lnTo>
                    <a:lnTo>
                      <a:pt x="54084" y="0"/>
                    </a:lnTo>
                    <a:lnTo>
                      <a:pt x="116391" y="26482"/>
                    </a:lnTo>
                    <a:lnTo>
                      <a:pt x="124614" y="93673"/>
                    </a:lnTo>
                    <a:lnTo>
                      <a:pt x="70552" y="134382"/>
                    </a:lnTo>
                    <a:close/>
                    <a:moveTo>
                      <a:pt x="10306" y="106354"/>
                    </a:moveTo>
                    <a:lnTo>
                      <a:pt x="70215" y="131805"/>
                    </a:lnTo>
                    <a:lnTo>
                      <a:pt x="122216" y="92642"/>
                    </a:lnTo>
                    <a:lnTo>
                      <a:pt x="114308" y="28028"/>
                    </a:lnTo>
                    <a:lnTo>
                      <a:pt x="54398" y="2576"/>
                    </a:lnTo>
                    <a:lnTo>
                      <a:pt x="2397" y="41739"/>
                    </a:lnTo>
                    <a:lnTo>
                      <a:pt x="10306" y="10635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" name="Google Shape;440;p21"/>
              <p:cNvSpPr/>
              <p:nvPr/>
            </p:nvSpPr>
            <p:spPr>
              <a:xfrm rot="-413295">
                <a:off x="3993713" y="3783318"/>
                <a:ext cx="1681" cy="34667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46197" extrusionOk="0">
                    <a:moveTo>
                      <a:pt x="0" y="0"/>
                    </a:moveTo>
                    <a:lnTo>
                      <a:pt x="2241" y="0"/>
                    </a:lnTo>
                    <a:lnTo>
                      <a:pt x="2241" y="46198"/>
                    </a:lnTo>
                    <a:lnTo>
                      <a:pt x="0" y="4619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" name="Google Shape;441;p21"/>
              <p:cNvSpPr/>
              <p:nvPr/>
            </p:nvSpPr>
            <p:spPr>
              <a:xfrm rot="-413295">
                <a:off x="4095626" y="3906097"/>
                <a:ext cx="1681" cy="34667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46197" extrusionOk="0">
                    <a:moveTo>
                      <a:pt x="0" y="0"/>
                    </a:moveTo>
                    <a:lnTo>
                      <a:pt x="2241" y="0"/>
                    </a:lnTo>
                    <a:lnTo>
                      <a:pt x="2241" y="46198"/>
                    </a:lnTo>
                    <a:lnTo>
                      <a:pt x="0" y="4619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2" name="Google Shape;442;p21"/>
              <p:cNvSpPr/>
              <p:nvPr/>
            </p:nvSpPr>
            <p:spPr>
              <a:xfrm rot="-4446430">
                <a:off x="4148738" y="3863950"/>
                <a:ext cx="1677" cy="32572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43509" extrusionOk="0">
                    <a:moveTo>
                      <a:pt x="0" y="0"/>
                    </a:moveTo>
                    <a:lnTo>
                      <a:pt x="2240" y="0"/>
                    </a:lnTo>
                    <a:lnTo>
                      <a:pt x="2240" y="43509"/>
                    </a:lnTo>
                    <a:lnTo>
                      <a:pt x="0" y="4350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3" name="Google Shape;443;p21"/>
              <p:cNvSpPr/>
              <p:nvPr/>
            </p:nvSpPr>
            <p:spPr>
              <a:xfrm rot="-4446430">
                <a:off x="3940198" y="3827192"/>
                <a:ext cx="1677" cy="32572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43509" extrusionOk="0">
                    <a:moveTo>
                      <a:pt x="0" y="0"/>
                    </a:moveTo>
                    <a:lnTo>
                      <a:pt x="2240" y="0"/>
                    </a:lnTo>
                    <a:lnTo>
                      <a:pt x="2240" y="43509"/>
                    </a:lnTo>
                    <a:lnTo>
                      <a:pt x="0" y="4350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4" name="Google Shape;444;p21"/>
            <p:cNvGrpSpPr/>
            <p:nvPr/>
          </p:nvGrpSpPr>
          <p:grpSpPr>
            <a:xfrm>
              <a:off x="5781589" y="4465545"/>
              <a:ext cx="599775" cy="483248"/>
              <a:chOff x="4528496" y="3602214"/>
              <a:chExt cx="116631" cy="93997"/>
            </a:xfrm>
          </p:grpSpPr>
          <p:sp>
            <p:nvSpPr>
              <p:cNvPr id="445" name="Google Shape;445;p21"/>
              <p:cNvSpPr/>
              <p:nvPr/>
            </p:nvSpPr>
            <p:spPr>
              <a:xfrm>
                <a:off x="4579124" y="3602214"/>
                <a:ext cx="66003" cy="54913"/>
              </a:xfrm>
              <a:custGeom>
                <a:avLst/>
                <a:gdLst/>
                <a:ahLst/>
                <a:cxnLst/>
                <a:rect l="l" t="t" r="r" b="b"/>
                <a:pathLst>
                  <a:path w="88004" h="73217" extrusionOk="0">
                    <a:moveTo>
                      <a:pt x="16378" y="73218"/>
                    </a:moveTo>
                    <a:lnTo>
                      <a:pt x="0" y="56840"/>
                    </a:lnTo>
                    <a:lnTo>
                      <a:pt x="1591" y="55249"/>
                    </a:lnTo>
                    <a:lnTo>
                      <a:pt x="16378" y="70036"/>
                    </a:lnTo>
                    <a:lnTo>
                      <a:pt x="86437" y="0"/>
                    </a:lnTo>
                    <a:lnTo>
                      <a:pt x="88005" y="1591"/>
                    </a:lnTo>
                    <a:lnTo>
                      <a:pt x="16378" y="732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" name="Google Shape;446;p21"/>
              <p:cNvSpPr/>
              <p:nvPr/>
            </p:nvSpPr>
            <p:spPr>
              <a:xfrm>
                <a:off x="4528496" y="3692851"/>
                <a:ext cx="3360" cy="3360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4480" extrusionOk="0">
                    <a:moveTo>
                      <a:pt x="2240" y="4481"/>
                    </a:moveTo>
                    <a:cubicBezTo>
                      <a:pt x="1635" y="4481"/>
                      <a:pt x="1075" y="4257"/>
                      <a:pt x="672" y="3831"/>
                    </a:cubicBezTo>
                    <a:cubicBezTo>
                      <a:pt x="246" y="3406"/>
                      <a:pt x="0" y="2845"/>
                      <a:pt x="0" y="2240"/>
                    </a:cubicBezTo>
                    <a:cubicBezTo>
                      <a:pt x="0" y="1949"/>
                      <a:pt x="67" y="1658"/>
                      <a:pt x="179" y="1389"/>
                    </a:cubicBezTo>
                    <a:cubicBezTo>
                      <a:pt x="291" y="1120"/>
                      <a:pt x="448" y="874"/>
                      <a:pt x="672" y="672"/>
                    </a:cubicBezTo>
                    <a:cubicBezTo>
                      <a:pt x="874" y="448"/>
                      <a:pt x="1120" y="292"/>
                      <a:pt x="1389" y="179"/>
                    </a:cubicBezTo>
                    <a:cubicBezTo>
                      <a:pt x="1792" y="0"/>
                      <a:pt x="2240" y="-45"/>
                      <a:pt x="2689" y="45"/>
                    </a:cubicBezTo>
                    <a:cubicBezTo>
                      <a:pt x="2823" y="67"/>
                      <a:pt x="2980" y="112"/>
                      <a:pt x="3114" y="179"/>
                    </a:cubicBezTo>
                    <a:cubicBezTo>
                      <a:pt x="3249" y="224"/>
                      <a:pt x="3361" y="292"/>
                      <a:pt x="3495" y="381"/>
                    </a:cubicBezTo>
                    <a:cubicBezTo>
                      <a:pt x="3607" y="470"/>
                      <a:pt x="3719" y="560"/>
                      <a:pt x="3831" y="672"/>
                    </a:cubicBezTo>
                    <a:cubicBezTo>
                      <a:pt x="4033" y="874"/>
                      <a:pt x="4212" y="1120"/>
                      <a:pt x="4324" y="1389"/>
                    </a:cubicBezTo>
                    <a:cubicBezTo>
                      <a:pt x="4436" y="1658"/>
                      <a:pt x="4481" y="1949"/>
                      <a:pt x="4481" y="2240"/>
                    </a:cubicBezTo>
                    <a:cubicBezTo>
                      <a:pt x="4481" y="2845"/>
                      <a:pt x="4257" y="3406"/>
                      <a:pt x="3831" y="3831"/>
                    </a:cubicBezTo>
                    <a:cubicBezTo>
                      <a:pt x="3406" y="4257"/>
                      <a:pt x="2845" y="4481"/>
                      <a:pt x="2240" y="448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>
                <a:off x="4535196" y="3652687"/>
                <a:ext cx="36841" cy="36837"/>
              </a:xfrm>
              <a:custGeom>
                <a:avLst/>
                <a:gdLst/>
                <a:ahLst/>
                <a:cxnLst/>
                <a:rect l="l" t="t" r="r" b="b"/>
                <a:pathLst>
                  <a:path w="49121" h="49116" extrusionOk="0">
                    <a:moveTo>
                      <a:pt x="655" y="48444"/>
                    </a:moveTo>
                    <a:cubicBezTo>
                      <a:pt x="-218" y="47570"/>
                      <a:pt x="-218" y="46159"/>
                      <a:pt x="655" y="45285"/>
                    </a:cubicBezTo>
                    <a:lnTo>
                      <a:pt x="655" y="45285"/>
                    </a:lnTo>
                    <a:cubicBezTo>
                      <a:pt x="1529" y="44412"/>
                      <a:pt x="2941" y="44412"/>
                      <a:pt x="3837" y="45285"/>
                    </a:cubicBezTo>
                    <a:lnTo>
                      <a:pt x="3837" y="45285"/>
                    </a:lnTo>
                    <a:cubicBezTo>
                      <a:pt x="4688" y="46159"/>
                      <a:pt x="4688" y="47570"/>
                      <a:pt x="3837" y="48444"/>
                    </a:cubicBezTo>
                    <a:lnTo>
                      <a:pt x="3837" y="48444"/>
                    </a:lnTo>
                    <a:cubicBezTo>
                      <a:pt x="3389" y="48892"/>
                      <a:pt x="2806" y="49116"/>
                      <a:pt x="2246" y="49116"/>
                    </a:cubicBezTo>
                    <a:lnTo>
                      <a:pt x="2246" y="49116"/>
                    </a:lnTo>
                    <a:cubicBezTo>
                      <a:pt x="1663" y="49116"/>
                      <a:pt x="1103" y="48892"/>
                      <a:pt x="655" y="48444"/>
                    </a:cubicBezTo>
                    <a:close/>
                    <a:moveTo>
                      <a:pt x="9572" y="39527"/>
                    </a:moveTo>
                    <a:cubicBezTo>
                      <a:pt x="8698" y="38653"/>
                      <a:pt x="8698" y="37242"/>
                      <a:pt x="9572" y="36346"/>
                    </a:cubicBezTo>
                    <a:lnTo>
                      <a:pt x="9572" y="36346"/>
                    </a:lnTo>
                    <a:cubicBezTo>
                      <a:pt x="10446" y="35472"/>
                      <a:pt x="11880" y="35472"/>
                      <a:pt x="12754" y="36346"/>
                    </a:cubicBezTo>
                    <a:lnTo>
                      <a:pt x="12754" y="36346"/>
                    </a:lnTo>
                    <a:cubicBezTo>
                      <a:pt x="13628" y="37242"/>
                      <a:pt x="13628" y="38653"/>
                      <a:pt x="12754" y="39527"/>
                    </a:cubicBezTo>
                    <a:lnTo>
                      <a:pt x="12754" y="39527"/>
                    </a:lnTo>
                    <a:cubicBezTo>
                      <a:pt x="12306" y="39953"/>
                      <a:pt x="11745" y="40177"/>
                      <a:pt x="11163" y="40177"/>
                    </a:cubicBezTo>
                    <a:lnTo>
                      <a:pt x="11163" y="40177"/>
                    </a:lnTo>
                    <a:cubicBezTo>
                      <a:pt x="10603" y="40177"/>
                      <a:pt x="10020" y="39953"/>
                      <a:pt x="9572" y="39527"/>
                    </a:cubicBezTo>
                    <a:close/>
                    <a:moveTo>
                      <a:pt x="18512" y="30610"/>
                    </a:moveTo>
                    <a:cubicBezTo>
                      <a:pt x="17638" y="29714"/>
                      <a:pt x="17638" y="28302"/>
                      <a:pt x="18512" y="27429"/>
                    </a:cubicBezTo>
                    <a:lnTo>
                      <a:pt x="18512" y="27429"/>
                    </a:lnTo>
                    <a:cubicBezTo>
                      <a:pt x="19385" y="26555"/>
                      <a:pt x="20797" y="26555"/>
                      <a:pt x="21671" y="27429"/>
                    </a:cubicBezTo>
                    <a:lnTo>
                      <a:pt x="21671" y="27429"/>
                    </a:lnTo>
                    <a:cubicBezTo>
                      <a:pt x="22545" y="28302"/>
                      <a:pt x="22545" y="29714"/>
                      <a:pt x="21671" y="30610"/>
                    </a:cubicBezTo>
                    <a:lnTo>
                      <a:pt x="21671" y="30610"/>
                    </a:lnTo>
                    <a:cubicBezTo>
                      <a:pt x="21245" y="31036"/>
                      <a:pt x="20662" y="31260"/>
                      <a:pt x="20102" y="31260"/>
                    </a:cubicBezTo>
                    <a:lnTo>
                      <a:pt x="20102" y="31260"/>
                    </a:lnTo>
                    <a:cubicBezTo>
                      <a:pt x="19520" y="31260"/>
                      <a:pt x="18937" y="31036"/>
                      <a:pt x="18512" y="30610"/>
                    </a:cubicBezTo>
                    <a:close/>
                    <a:moveTo>
                      <a:pt x="27429" y="21671"/>
                    </a:moveTo>
                    <a:cubicBezTo>
                      <a:pt x="26555" y="20797"/>
                      <a:pt x="26555" y="19385"/>
                      <a:pt x="27429" y="18512"/>
                    </a:cubicBezTo>
                    <a:lnTo>
                      <a:pt x="27429" y="18512"/>
                    </a:lnTo>
                    <a:cubicBezTo>
                      <a:pt x="28302" y="17638"/>
                      <a:pt x="29736" y="17638"/>
                      <a:pt x="30610" y="18512"/>
                    </a:cubicBezTo>
                    <a:lnTo>
                      <a:pt x="30610" y="18512"/>
                    </a:lnTo>
                    <a:cubicBezTo>
                      <a:pt x="31484" y="19385"/>
                      <a:pt x="31484" y="20797"/>
                      <a:pt x="30610" y="21671"/>
                    </a:cubicBezTo>
                    <a:lnTo>
                      <a:pt x="30610" y="21671"/>
                    </a:lnTo>
                    <a:cubicBezTo>
                      <a:pt x="30162" y="22119"/>
                      <a:pt x="29602" y="22320"/>
                      <a:pt x="29019" y="22320"/>
                    </a:cubicBezTo>
                    <a:lnTo>
                      <a:pt x="29019" y="22320"/>
                    </a:lnTo>
                    <a:cubicBezTo>
                      <a:pt x="28437" y="22320"/>
                      <a:pt x="27877" y="22119"/>
                      <a:pt x="27429" y="21671"/>
                    </a:cubicBezTo>
                    <a:close/>
                    <a:moveTo>
                      <a:pt x="36368" y="12754"/>
                    </a:moveTo>
                    <a:cubicBezTo>
                      <a:pt x="35494" y="11880"/>
                      <a:pt x="35494" y="10446"/>
                      <a:pt x="36368" y="9572"/>
                    </a:cubicBezTo>
                    <a:lnTo>
                      <a:pt x="36368" y="9572"/>
                    </a:lnTo>
                    <a:cubicBezTo>
                      <a:pt x="37242" y="8698"/>
                      <a:pt x="38653" y="8698"/>
                      <a:pt x="39527" y="9572"/>
                    </a:cubicBezTo>
                    <a:lnTo>
                      <a:pt x="39527" y="9572"/>
                    </a:lnTo>
                    <a:cubicBezTo>
                      <a:pt x="40401" y="10446"/>
                      <a:pt x="40401" y="11880"/>
                      <a:pt x="39527" y="12754"/>
                    </a:cubicBezTo>
                    <a:lnTo>
                      <a:pt x="39527" y="12754"/>
                    </a:lnTo>
                    <a:cubicBezTo>
                      <a:pt x="39101" y="13179"/>
                      <a:pt x="38519" y="13404"/>
                      <a:pt x="37959" y="13404"/>
                    </a:cubicBezTo>
                    <a:lnTo>
                      <a:pt x="37959" y="13404"/>
                    </a:lnTo>
                    <a:cubicBezTo>
                      <a:pt x="37376" y="13404"/>
                      <a:pt x="36794" y="13179"/>
                      <a:pt x="36368" y="12754"/>
                    </a:cubicBezTo>
                    <a:close/>
                    <a:moveTo>
                      <a:pt x="45285" y="3814"/>
                    </a:moveTo>
                    <a:cubicBezTo>
                      <a:pt x="44411" y="2941"/>
                      <a:pt x="44411" y="1529"/>
                      <a:pt x="45285" y="656"/>
                    </a:cubicBezTo>
                    <a:lnTo>
                      <a:pt x="45285" y="656"/>
                    </a:lnTo>
                    <a:cubicBezTo>
                      <a:pt x="46159" y="-219"/>
                      <a:pt x="47593" y="-219"/>
                      <a:pt x="48466" y="656"/>
                    </a:cubicBezTo>
                    <a:lnTo>
                      <a:pt x="48466" y="656"/>
                    </a:lnTo>
                    <a:cubicBezTo>
                      <a:pt x="49340" y="1529"/>
                      <a:pt x="49340" y="2941"/>
                      <a:pt x="48466" y="3814"/>
                    </a:cubicBezTo>
                    <a:lnTo>
                      <a:pt x="48466" y="3814"/>
                    </a:lnTo>
                    <a:cubicBezTo>
                      <a:pt x="48018" y="4262"/>
                      <a:pt x="47458" y="4464"/>
                      <a:pt x="46876" y="4464"/>
                    </a:cubicBezTo>
                    <a:lnTo>
                      <a:pt x="46876" y="4464"/>
                    </a:lnTo>
                    <a:cubicBezTo>
                      <a:pt x="46293" y="4464"/>
                      <a:pt x="45733" y="4262"/>
                      <a:pt x="45285" y="381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8" name="Google Shape;448;p21"/>
              <p:cNvSpPr/>
              <p:nvPr/>
            </p:nvSpPr>
            <p:spPr>
              <a:xfrm>
                <a:off x="4575377" y="3646008"/>
                <a:ext cx="3343" cy="3339"/>
              </a:xfrm>
              <a:custGeom>
                <a:avLst/>
                <a:gdLst/>
                <a:ahLst/>
                <a:cxnLst/>
                <a:rect l="l" t="t" r="r" b="b"/>
                <a:pathLst>
                  <a:path w="4458" h="4452" extrusionOk="0">
                    <a:moveTo>
                      <a:pt x="2218" y="4453"/>
                    </a:moveTo>
                    <a:cubicBezTo>
                      <a:pt x="1927" y="4453"/>
                      <a:pt x="1635" y="4386"/>
                      <a:pt x="1367" y="4274"/>
                    </a:cubicBezTo>
                    <a:cubicBezTo>
                      <a:pt x="1098" y="4161"/>
                      <a:pt x="851" y="4005"/>
                      <a:pt x="650" y="3803"/>
                    </a:cubicBezTo>
                    <a:cubicBezTo>
                      <a:pt x="426" y="3579"/>
                      <a:pt x="269" y="3333"/>
                      <a:pt x="157" y="3064"/>
                    </a:cubicBezTo>
                    <a:cubicBezTo>
                      <a:pt x="45" y="2795"/>
                      <a:pt x="0" y="2504"/>
                      <a:pt x="0" y="2213"/>
                    </a:cubicBezTo>
                    <a:cubicBezTo>
                      <a:pt x="0" y="1921"/>
                      <a:pt x="45" y="1630"/>
                      <a:pt x="157" y="1361"/>
                    </a:cubicBezTo>
                    <a:cubicBezTo>
                      <a:pt x="269" y="1070"/>
                      <a:pt x="426" y="846"/>
                      <a:pt x="650" y="622"/>
                    </a:cubicBezTo>
                    <a:cubicBezTo>
                      <a:pt x="1479" y="-207"/>
                      <a:pt x="2980" y="-207"/>
                      <a:pt x="3809" y="622"/>
                    </a:cubicBezTo>
                    <a:cubicBezTo>
                      <a:pt x="4010" y="846"/>
                      <a:pt x="4190" y="1070"/>
                      <a:pt x="4302" y="1361"/>
                    </a:cubicBezTo>
                    <a:cubicBezTo>
                      <a:pt x="4414" y="1630"/>
                      <a:pt x="4458" y="1921"/>
                      <a:pt x="4458" y="2213"/>
                    </a:cubicBezTo>
                    <a:cubicBezTo>
                      <a:pt x="4458" y="2504"/>
                      <a:pt x="4414" y="2795"/>
                      <a:pt x="4302" y="3064"/>
                    </a:cubicBezTo>
                    <a:cubicBezTo>
                      <a:pt x="4190" y="3333"/>
                      <a:pt x="4033" y="3579"/>
                      <a:pt x="3809" y="3803"/>
                    </a:cubicBezTo>
                    <a:cubicBezTo>
                      <a:pt x="3607" y="4005"/>
                      <a:pt x="3361" y="4161"/>
                      <a:pt x="3092" y="4274"/>
                    </a:cubicBezTo>
                    <a:cubicBezTo>
                      <a:pt x="2823" y="4386"/>
                      <a:pt x="2532" y="4453"/>
                      <a:pt x="2218" y="44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9" name="Google Shape;449;p21"/>
            <p:cNvSpPr/>
            <p:nvPr/>
          </p:nvSpPr>
          <p:spPr>
            <a:xfrm>
              <a:off x="8671163" y="1905200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21"/>
            <p:cNvSpPr/>
            <p:nvPr/>
          </p:nvSpPr>
          <p:spPr>
            <a:xfrm>
              <a:off x="445913" y="3321750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21"/>
            <p:cNvSpPr/>
            <p:nvPr/>
          </p:nvSpPr>
          <p:spPr>
            <a:xfrm>
              <a:off x="445913" y="1905200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2" name="Google Shape;452;p21"/>
            <p:cNvGrpSpPr/>
            <p:nvPr/>
          </p:nvGrpSpPr>
          <p:grpSpPr>
            <a:xfrm>
              <a:off x="2015795" y="4520360"/>
              <a:ext cx="417843" cy="373630"/>
              <a:chOff x="2957323" y="3936947"/>
              <a:chExt cx="194554" cy="173959"/>
            </a:xfrm>
          </p:grpSpPr>
          <p:sp>
            <p:nvSpPr>
              <p:cNvPr id="453" name="Google Shape;453;p21"/>
              <p:cNvSpPr/>
              <p:nvPr/>
            </p:nvSpPr>
            <p:spPr>
              <a:xfrm rot="-45834">
                <a:off x="3060432" y="3936962"/>
                <a:ext cx="3360" cy="173930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231886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231886"/>
                    </a:lnTo>
                    <a:lnTo>
                      <a:pt x="0" y="23188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" name="Google Shape;454;p21"/>
              <p:cNvSpPr/>
              <p:nvPr/>
            </p:nvSpPr>
            <p:spPr>
              <a:xfrm rot="-206705">
                <a:off x="2957248" y="4012021"/>
                <a:ext cx="194704" cy="3355"/>
              </a:xfrm>
              <a:custGeom>
                <a:avLst/>
                <a:gdLst/>
                <a:ahLst/>
                <a:cxnLst/>
                <a:rect l="l" t="t" r="r" b="b"/>
                <a:pathLst>
                  <a:path w="260003" h="4480" extrusionOk="0">
                    <a:moveTo>
                      <a:pt x="0" y="0"/>
                    </a:moveTo>
                    <a:lnTo>
                      <a:pt x="260004" y="0"/>
                    </a:lnTo>
                    <a:lnTo>
                      <a:pt x="260004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p21"/>
              <p:cNvSpPr/>
              <p:nvPr/>
            </p:nvSpPr>
            <p:spPr>
              <a:xfrm rot="-2667569">
                <a:off x="2985839" y="4013185"/>
                <a:ext cx="150521" cy="3358"/>
              </a:xfrm>
              <a:custGeom>
                <a:avLst/>
                <a:gdLst/>
                <a:ahLst/>
                <a:cxnLst/>
                <a:rect l="l" t="t" r="r" b="b"/>
                <a:pathLst>
                  <a:path w="200811" h="4480" extrusionOk="0">
                    <a:moveTo>
                      <a:pt x="0" y="0"/>
                    </a:moveTo>
                    <a:lnTo>
                      <a:pt x="200811" y="0"/>
                    </a:lnTo>
                    <a:lnTo>
                      <a:pt x="200811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21"/>
              <p:cNvSpPr/>
              <p:nvPr/>
            </p:nvSpPr>
            <p:spPr>
              <a:xfrm rot="-2716216">
                <a:off x="3069932" y="3955542"/>
                <a:ext cx="3358" cy="133807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78518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78518"/>
                    </a:lnTo>
                    <a:lnTo>
                      <a:pt x="0" y="1785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7" name="Google Shape;457;p21"/>
            <p:cNvGrpSpPr/>
            <p:nvPr/>
          </p:nvGrpSpPr>
          <p:grpSpPr>
            <a:xfrm rot="9908617">
              <a:off x="8217314" y="2221349"/>
              <a:ext cx="413394" cy="369668"/>
              <a:chOff x="2957323" y="3936947"/>
              <a:chExt cx="194554" cy="173959"/>
            </a:xfrm>
          </p:grpSpPr>
          <p:sp>
            <p:nvSpPr>
              <p:cNvPr id="458" name="Google Shape;458;p21"/>
              <p:cNvSpPr/>
              <p:nvPr/>
            </p:nvSpPr>
            <p:spPr>
              <a:xfrm rot="-45834">
                <a:off x="3060432" y="3936962"/>
                <a:ext cx="3360" cy="173930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231886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231886"/>
                    </a:lnTo>
                    <a:lnTo>
                      <a:pt x="0" y="23188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p21"/>
              <p:cNvSpPr/>
              <p:nvPr/>
            </p:nvSpPr>
            <p:spPr>
              <a:xfrm rot="-206705">
                <a:off x="2957248" y="4012021"/>
                <a:ext cx="194704" cy="3355"/>
              </a:xfrm>
              <a:custGeom>
                <a:avLst/>
                <a:gdLst/>
                <a:ahLst/>
                <a:cxnLst/>
                <a:rect l="l" t="t" r="r" b="b"/>
                <a:pathLst>
                  <a:path w="260003" h="4480" extrusionOk="0">
                    <a:moveTo>
                      <a:pt x="0" y="0"/>
                    </a:moveTo>
                    <a:lnTo>
                      <a:pt x="260004" y="0"/>
                    </a:lnTo>
                    <a:lnTo>
                      <a:pt x="260004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0" name="Google Shape;460;p21"/>
              <p:cNvSpPr/>
              <p:nvPr/>
            </p:nvSpPr>
            <p:spPr>
              <a:xfrm rot="-2667569">
                <a:off x="2985839" y="4013185"/>
                <a:ext cx="150521" cy="3358"/>
              </a:xfrm>
              <a:custGeom>
                <a:avLst/>
                <a:gdLst/>
                <a:ahLst/>
                <a:cxnLst/>
                <a:rect l="l" t="t" r="r" b="b"/>
                <a:pathLst>
                  <a:path w="200811" h="4480" extrusionOk="0">
                    <a:moveTo>
                      <a:pt x="0" y="0"/>
                    </a:moveTo>
                    <a:lnTo>
                      <a:pt x="200811" y="0"/>
                    </a:lnTo>
                    <a:lnTo>
                      <a:pt x="200811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" name="Google Shape;461;p21"/>
              <p:cNvSpPr/>
              <p:nvPr/>
            </p:nvSpPr>
            <p:spPr>
              <a:xfrm rot="-2716216">
                <a:off x="3069932" y="3955542"/>
                <a:ext cx="3358" cy="133807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78518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78518"/>
                    </a:lnTo>
                    <a:lnTo>
                      <a:pt x="0" y="1785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62" name="Google Shape;462;p21"/>
          <p:cNvSpPr txBox="1">
            <a:spLocks noGrp="1"/>
          </p:cNvSpPr>
          <p:nvPr>
            <p:ph type="title"/>
          </p:nvPr>
        </p:nvSpPr>
        <p:spPr>
          <a:xfrm>
            <a:off x="2356499" y="531975"/>
            <a:ext cx="4430700" cy="10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None/>
              <a:defRPr sz="5000" b="1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63" name="Google Shape;463;p21"/>
          <p:cNvSpPr txBox="1">
            <a:spLocks noGrp="1"/>
          </p:cNvSpPr>
          <p:nvPr>
            <p:ph type="subTitle" idx="1"/>
          </p:nvPr>
        </p:nvSpPr>
        <p:spPr>
          <a:xfrm>
            <a:off x="2356499" y="1572621"/>
            <a:ext cx="4430700" cy="11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4" name="Google Shape;464;p21"/>
          <p:cNvSpPr txBox="1"/>
          <p:nvPr/>
        </p:nvSpPr>
        <p:spPr>
          <a:xfrm>
            <a:off x="2708379" y="3406544"/>
            <a:ext cx="37269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CRÉDITOS</a:t>
            </a:r>
            <a:r>
              <a:rPr lang="es" sz="1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 Esta plantilla para presentaciones es una creación de </a:t>
            </a:r>
            <a:r>
              <a:rPr lang="es" sz="1000" b="1" i="0" u="none" strike="noStrike" cap="none">
                <a:solidFill>
                  <a:schemeClr val="dk1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r>
              <a:rPr lang="es" sz="1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e incluye iconos de </a:t>
            </a:r>
            <a:r>
              <a:rPr lang="es" sz="1000" b="1" i="0" u="none" strike="noStrike" cap="none">
                <a:solidFill>
                  <a:schemeClr val="dk1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Flaticon</a:t>
            </a:r>
            <a:r>
              <a:rPr lang="es" sz="1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infografías e imágenes de </a:t>
            </a:r>
            <a:r>
              <a:rPr lang="es" sz="1000" b="1" i="0" u="none" strike="noStrike" cap="none">
                <a:solidFill>
                  <a:schemeClr val="dk1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5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r>
              <a:rPr lang="es" sz="1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" sz="1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r>
              <a:rPr lang="es" sz="1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" sz="1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contenido de </a:t>
            </a:r>
            <a:r>
              <a:rPr lang="es" sz="10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Eliana Delacour</a:t>
            </a:r>
            <a:endParaRPr sz="10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0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6" name="Google Shape;466;p22"/>
          <p:cNvGrpSpPr/>
          <p:nvPr/>
        </p:nvGrpSpPr>
        <p:grpSpPr>
          <a:xfrm>
            <a:off x="-561020" y="165638"/>
            <a:ext cx="11000893" cy="4687596"/>
            <a:chOff x="-561020" y="165638"/>
            <a:chExt cx="11000893" cy="4687596"/>
          </a:xfrm>
        </p:grpSpPr>
        <p:sp>
          <p:nvSpPr>
            <p:cNvPr id="467" name="Google Shape;467;p22"/>
            <p:cNvSpPr/>
            <p:nvPr/>
          </p:nvSpPr>
          <p:spPr>
            <a:xfrm rot="2574778">
              <a:off x="8342195" y="2070480"/>
              <a:ext cx="1765522" cy="1669537"/>
            </a:xfrm>
            <a:custGeom>
              <a:avLst/>
              <a:gdLst/>
              <a:ahLst/>
              <a:cxnLst/>
              <a:rect l="l" t="t" r="r" b="b"/>
              <a:pathLst>
                <a:path w="534870" h="505791" extrusionOk="0">
                  <a:moveTo>
                    <a:pt x="534513" y="294201"/>
                  </a:moveTo>
                  <a:lnTo>
                    <a:pt x="524184" y="175345"/>
                  </a:lnTo>
                  <a:cubicBezTo>
                    <a:pt x="521429" y="143553"/>
                    <a:pt x="501712" y="115727"/>
                    <a:pt x="472632" y="102575"/>
                  </a:cubicBezTo>
                  <a:lnTo>
                    <a:pt x="263195" y="7849"/>
                  </a:lnTo>
                  <a:cubicBezTo>
                    <a:pt x="231963" y="-6288"/>
                    <a:pt x="195377" y="-1045"/>
                    <a:pt x="169343" y="21292"/>
                  </a:cubicBezTo>
                  <a:lnTo>
                    <a:pt x="42265" y="130357"/>
                  </a:lnTo>
                  <a:cubicBezTo>
                    <a:pt x="25148" y="145054"/>
                    <a:pt x="14304" y="165733"/>
                    <a:pt x="11974" y="188160"/>
                  </a:cubicBezTo>
                  <a:lnTo>
                    <a:pt x="481" y="298189"/>
                  </a:lnTo>
                  <a:cubicBezTo>
                    <a:pt x="-3418" y="335469"/>
                    <a:pt x="16679" y="371160"/>
                    <a:pt x="50577" y="387157"/>
                  </a:cubicBezTo>
                  <a:lnTo>
                    <a:pt x="283942" y="497342"/>
                  </a:lnTo>
                  <a:cubicBezTo>
                    <a:pt x="316495" y="512711"/>
                    <a:pt x="355143" y="506774"/>
                    <a:pt x="381580" y="482308"/>
                  </a:cubicBezTo>
                  <a:lnTo>
                    <a:pt x="506575" y="366589"/>
                  </a:lnTo>
                  <a:cubicBezTo>
                    <a:pt x="526582" y="348061"/>
                    <a:pt x="536910" y="321332"/>
                    <a:pt x="534535" y="2941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68" name="Google Shape;468;p22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573850" y="785725"/>
              <a:ext cx="1866024" cy="1861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22"/>
            <p:cNvSpPr/>
            <p:nvPr/>
          </p:nvSpPr>
          <p:spPr>
            <a:xfrm>
              <a:off x="764426" y="165638"/>
              <a:ext cx="401805" cy="401805"/>
            </a:xfrm>
            <a:custGeom>
              <a:avLst/>
              <a:gdLst/>
              <a:ahLst/>
              <a:cxnLst/>
              <a:rect l="l" t="t" r="r" b="b"/>
              <a:pathLst>
                <a:path w="355580" h="355580" extrusionOk="0">
                  <a:moveTo>
                    <a:pt x="329323" y="77900"/>
                  </a:moveTo>
                  <a:lnTo>
                    <a:pt x="266434" y="19425"/>
                  </a:lnTo>
                  <a:lnTo>
                    <a:pt x="239996" y="47856"/>
                  </a:lnTo>
                  <a:cubicBezTo>
                    <a:pt x="232132" y="44092"/>
                    <a:pt x="223977" y="41112"/>
                    <a:pt x="215710" y="38849"/>
                  </a:cubicBezTo>
                  <a:lnTo>
                    <a:pt x="214299" y="0"/>
                  </a:lnTo>
                  <a:lnTo>
                    <a:pt x="128489" y="3114"/>
                  </a:lnTo>
                  <a:lnTo>
                    <a:pt x="129901" y="41963"/>
                  </a:lnTo>
                  <a:cubicBezTo>
                    <a:pt x="121791" y="44809"/>
                    <a:pt x="113904" y="48371"/>
                    <a:pt x="106331" y="52695"/>
                  </a:cubicBezTo>
                  <a:lnTo>
                    <a:pt x="77900" y="26258"/>
                  </a:lnTo>
                  <a:lnTo>
                    <a:pt x="19425" y="89147"/>
                  </a:lnTo>
                  <a:lnTo>
                    <a:pt x="47856" y="115584"/>
                  </a:lnTo>
                  <a:cubicBezTo>
                    <a:pt x="44092" y="123448"/>
                    <a:pt x="41112" y="131604"/>
                    <a:pt x="38849" y="139871"/>
                  </a:cubicBezTo>
                  <a:lnTo>
                    <a:pt x="0" y="141282"/>
                  </a:lnTo>
                  <a:lnTo>
                    <a:pt x="3114" y="227091"/>
                  </a:lnTo>
                  <a:lnTo>
                    <a:pt x="41963" y="225680"/>
                  </a:lnTo>
                  <a:cubicBezTo>
                    <a:pt x="44809" y="233790"/>
                    <a:pt x="48371" y="241677"/>
                    <a:pt x="52695" y="249249"/>
                  </a:cubicBezTo>
                  <a:lnTo>
                    <a:pt x="26258" y="277681"/>
                  </a:lnTo>
                  <a:lnTo>
                    <a:pt x="89147" y="336156"/>
                  </a:lnTo>
                  <a:lnTo>
                    <a:pt x="115584" y="307725"/>
                  </a:lnTo>
                  <a:cubicBezTo>
                    <a:pt x="123448" y="311489"/>
                    <a:pt x="131604" y="314469"/>
                    <a:pt x="139871" y="316732"/>
                  </a:cubicBezTo>
                  <a:lnTo>
                    <a:pt x="141283" y="355581"/>
                  </a:lnTo>
                  <a:lnTo>
                    <a:pt x="227091" y="352467"/>
                  </a:lnTo>
                  <a:lnTo>
                    <a:pt x="225680" y="313617"/>
                  </a:lnTo>
                  <a:cubicBezTo>
                    <a:pt x="233790" y="310772"/>
                    <a:pt x="241677" y="307210"/>
                    <a:pt x="249249" y="302886"/>
                  </a:cubicBezTo>
                  <a:lnTo>
                    <a:pt x="277681" y="329323"/>
                  </a:lnTo>
                  <a:lnTo>
                    <a:pt x="336156" y="266434"/>
                  </a:lnTo>
                  <a:lnTo>
                    <a:pt x="307725" y="239996"/>
                  </a:lnTo>
                  <a:cubicBezTo>
                    <a:pt x="311489" y="232132"/>
                    <a:pt x="314469" y="224000"/>
                    <a:pt x="316732" y="215710"/>
                  </a:cubicBezTo>
                  <a:lnTo>
                    <a:pt x="355581" y="214298"/>
                  </a:lnTo>
                  <a:lnTo>
                    <a:pt x="352467" y="128489"/>
                  </a:lnTo>
                  <a:lnTo>
                    <a:pt x="313617" y="129901"/>
                  </a:lnTo>
                  <a:cubicBezTo>
                    <a:pt x="310772" y="121791"/>
                    <a:pt x="307210" y="113904"/>
                    <a:pt x="302886" y="106331"/>
                  </a:cubicBezTo>
                  <a:lnTo>
                    <a:pt x="329323" y="77900"/>
                  </a:lnTo>
                  <a:close/>
                  <a:moveTo>
                    <a:pt x="214276" y="211722"/>
                  </a:moveTo>
                  <a:cubicBezTo>
                    <a:pt x="195546" y="231864"/>
                    <a:pt x="164045" y="233006"/>
                    <a:pt x="143904" y="214276"/>
                  </a:cubicBezTo>
                  <a:cubicBezTo>
                    <a:pt x="123762" y="195546"/>
                    <a:pt x="122619" y="164045"/>
                    <a:pt x="141350" y="143904"/>
                  </a:cubicBezTo>
                  <a:cubicBezTo>
                    <a:pt x="160080" y="123762"/>
                    <a:pt x="191580" y="122619"/>
                    <a:pt x="211722" y="141350"/>
                  </a:cubicBezTo>
                  <a:cubicBezTo>
                    <a:pt x="231864" y="160080"/>
                    <a:pt x="233006" y="191580"/>
                    <a:pt x="214276" y="21172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0" name="Google Shape;470;p22"/>
            <p:cNvGrpSpPr/>
            <p:nvPr/>
          </p:nvGrpSpPr>
          <p:grpSpPr>
            <a:xfrm>
              <a:off x="8272314" y="374745"/>
              <a:ext cx="599775" cy="483248"/>
              <a:chOff x="4528496" y="3602214"/>
              <a:chExt cx="116631" cy="93997"/>
            </a:xfrm>
          </p:grpSpPr>
          <p:sp>
            <p:nvSpPr>
              <p:cNvPr id="471" name="Google Shape;471;p22"/>
              <p:cNvSpPr/>
              <p:nvPr/>
            </p:nvSpPr>
            <p:spPr>
              <a:xfrm>
                <a:off x="4579124" y="3602214"/>
                <a:ext cx="66003" cy="54913"/>
              </a:xfrm>
              <a:custGeom>
                <a:avLst/>
                <a:gdLst/>
                <a:ahLst/>
                <a:cxnLst/>
                <a:rect l="l" t="t" r="r" b="b"/>
                <a:pathLst>
                  <a:path w="88004" h="73217" extrusionOk="0">
                    <a:moveTo>
                      <a:pt x="16378" y="73218"/>
                    </a:moveTo>
                    <a:lnTo>
                      <a:pt x="0" y="56840"/>
                    </a:lnTo>
                    <a:lnTo>
                      <a:pt x="1591" y="55249"/>
                    </a:lnTo>
                    <a:lnTo>
                      <a:pt x="16378" y="70036"/>
                    </a:lnTo>
                    <a:lnTo>
                      <a:pt x="86437" y="0"/>
                    </a:lnTo>
                    <a:lnTo>
                      <a:pt x="88005" y="1591"/>
                    </a:lnTo>
                    <a:lnTo>
                      <a:pt x="16378" y="732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p22"/>
              <p:cNvSpPr/>
              <p:nvPr/>
            </p:nvSpPr>
            <p:spPr>
              <a:xfrm>
                <a:off x="4528496" y="3692851"/>
                <a:ext cx="3360" cy="3360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4480" extrusionOk="0">
                    <a:moveTo>
                      <a:pt x="2240" y="4481"/>
                    </a:moveTo>
                    <a:cubicBezTo>
                      <a:pt x="1635" y="4481"/>
                      <a:pt x="1075" y="4257"/>
                      <a:pt x="672" y="3831"/>
                    </a:cubicBezTo>
                    <a:cubicBezTo>
                      <a:pt x="246" y="3406"/>
                      <a:pt x="0" y="2845"/>
                      <a:pt x="0" y="2240"/>
                    </a:cubicBezTo>
                    <a:cubicBezTo>
                      <a:pt x="0" y="1949"/>
                      <a:pt x="67" y="1658"/>
                      <a:pt x="179" y="1389"/>
                    </a:cubicBezTo>
                    <a:cubicBezTo>
                      <a:pt x="291" y="1120"/>
                      <a:pt x="448" y="874"/>
                      <a:pt x="672" y="672"/>
                    </a:cubicBezTo>
                    <a:cubicBezTo>
                      <a:pt x="874" y="448"/>
                      <a:pt x="1120" y="292"/>
                      <a:pt x="1389" y="179"/>
                    </a:cubicBezTo>
                    <a:cubicBezTo>
                      <a:pt x="1792" y="0"/>
                      <a:pt x="2240" y="-45"/>
                      <a:pt x="2689" y="45"/>
                    </a:cubicBezTo>
                    <a:cubicBezTo>
                      <a:pt x="2823" y="67"/>
                      <a:pt x="2980" y="112"/>
                      <a:pt x="3114" y="179"/>
                    </a:cubicBezTo>
                    <a:cubicBezTo>
                      <a:pt x="3249" y="224"/>
                      <a:pt x="3361" y="292"/>
                      <a:pt x="3495" y="381"/>
                    </a:cubicBezTo>
                    <a:cubicBezTo>
                      <a:pt x="3607" y="470"/>
                      <a:pt x="3719" y="560"/>
                      <a:pt x="3831" y="672"/>
                    </a:cubicBezTo>
                    <a:cubicBezTo>
                      <a:pt x="4033" y="874"/>
                      <a:pt x="4212" y="1120"/>
                      <a:pt x="4324" y="1389"/>
                    </a:cubicBezTo>
                    <a:cubicBezTo>
                      <a:pt x="4436" y="1658"/>
                      <a:pt x="4481" y="1949"/>
                      <a:pt x="4481" y="2240"/>
                    </a:cubicBezTo>
                    <a:cubicBezTo>
                      <a:pt x="4481" y="2845"/>
                      <a:pt x="4257" y="3406"/>
                      <a:pt x="3831" y="3831"/>
                    </a:cubicBezTo>
                    <a:cubicBezTo>
                      <a:pt x="3406" y="4257"/>
                      <a:pt x="2845" y="4481"/>
                      <a:pt x="2240" y="448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3" name="Google Shape;473;p22"/>
              <p:cNvSpPr/>
              <p:nvPr/>
            </p:nvSpPr>
            <p:spPr>
              <a:xfrm>
                <a:off x="4535196" y="3652687"/>
                <a:ext cx="36841" cy="36837"/>
              </a:xfrm>
              <a:custGeom>
                <a:avLst/>
                <a:gdLst/>
                <a:ahLst/>
                <a:cxnLst/>
                <a:rect l="l" t="t" r="r" b="b"/>
                <a:pathLst>
                  <a:path w="49121" h="49116" extrusionOk="0">
                    <a:moveTo>
                      <a:pt x="655" y="48444"/>
                    </a:moveTo>
                    <a:cubicBezTo>
                      <a:pt x="-218" y="47570"/>
                      <a:pt x="-218" y="46159"/>
                      <a:pt x="655" y="45285"/>
                    </a:cubicBezTo>
                    <a:lnTo>
                      <a:pt x="655" y="45285"/>
                    </a:lnTo>
                    <a:cubicBezTo>
                      <a:pt x="1529" y="44412"/>
                      <a:pt x="2941" y="44412"/>
                      <a:pt x="3837" y="45285"/>
                    </a:cubicBezTo>
                    <a:lnTo>
                      <a:pt x="3837" y="45285"/>
                    </a:lnTo>
                    <a:cubicBezTo>
                      <a:pt x="4688" y="46159"/>
                      <a:pt x="4688" y="47570"/>
                      <a:pt x="3837" y="48444"/>
                    </a:cubicBezTo>
                    <a:lnTo>
                      <a:pt x="3837" y="48444"/>
                    </a:lnTo>
                    <a:cubicBezTo>
                      <a:pt x="3389" y="48892"/>
                      <a:pt x="2806" y="49116"/>
                      <a:pt x="2246" y="49116"/>
                    </a:cubicBezTo>
                    <a:lnTo>
                      <a:pt x="2246" y="49116"/>
                    </a:lnTo>
                    <a:cubicBezTo>
                      <a:pt x="1663" y="49116"/>
                      <a:pt x="1103" y="48892"/>
                      <a:pt x="655" y="48444"/>
                    </a:cubicBezTo>
                    <a:close/>
                    <a:moveTo>
                      <a:pt x="9572" y="39527"/>
                    </a:moveTo>
                    <a:cubicBezTo>
                      <a:pt x="8698" y="38653"/>
                      <a:pt x="8698" y="37242"/>
                      <a:pt x="9572" y="36346"/>
                    </a:cubicBezTo>
                    <a:lnTo>
                      <a:pt x="9572" y="36346"/>
                    </a:lnTo>
                    <a:cubicBezTo>
                      <a:pt x="10446" y="35472"/>
                      <a:pt x="11880" y="35472"/>
                      <a:pt x="12754" y="36346"/>
                    </a:cubicBezTo>
                    <a:lnTo>
                      <a:pt x="12754" y="36346"/>
                    </a:lnTo>
                    <a:cubicBezTo>
                      <a:pt x="13628" y="37242"/>
                      <a:pt x="13628" y="38653"/>
                      <a:pt x="12754" y="39527"/>
                    </a:cubicBezTo>
                    <a:lnTo>
                      <a:pt x="12754" y="39527"/>
                    </a:lnTo>
                    <a:cubicBezTo>
                      <a:pt x="12306" y="39953"/>
                      <a:pt x="11745" y="40177"/>
                      <a:pt x="11163" y="40177"/>
                    </a:cubicBezTo>
                    <a:lnTo>
                      <a:pt x="11163" y="40177"/>
                    </a:lnTo>
                    <a:cubicBezTo>
                      <a:pt x="10603" y="40177"/>
                      <a:pt x="10020" y="39953"/>
                      <a:pt x="9572" y="39527"/>
                    </a:cubicBezTo>
                    <a:close/>
                    <a:moveTo>
                      <a:pt x="18512" y="30610"/>
                    </a:moveTo>
                    <a:cubicBezTo>
                      <a:pt x="17638" y="29714"/>
                      <a:pt x="17638" y="28302"/>
                      <a:pt x="18512" y="27429"/>
                    </a:cubicBezTo>
                    <a:lnTo>
                      <a:pt x="18512" y="27429"/>
                    </a:lnTo>
                    <a:cubicBezTo>
                      <a:pt x="19385" y="26555"/>
                      <a:pt x="20797" y="26555"/>
                      <a:pt x="21671" y="27429"/>
                    </a:cubicBezTo>
                    <a:lnTo>
                      <a:pt x="21671" y="27429"/>
                    </a:lnTo>
                    <a:cubicBezTo>
                      <a:pt x="22545" y="28302"/>
                      <a:pt x="22545" y="29714"/>
                      <a:pt x="21671" y="30610"/>
                    </a:cubicBezTo>
                    <a:lnTo>
                      <a:pt x="21671" y="30610"/>
                    </a:lnTo>
                    <a:cubicBezTo>
                      <a:pt x="21245" y="31036"/>
                      <a:pt x="20662" y="31260"/>
                      <a:pt x="20102" y="31260"/>
                    </a:cubicBezTo>
                    <a:lnTo>
                      <a:pt x="20102" y="31260"/>
                    </a:lnTo>
                    <a:cubicBezTo>
                      <a:pt x="19520" y="31260"/>
                      <a:pt x="18937" y="31036"/>
                      <a:pt x="18512" y="30610"/>
                    </a:cubicBezTo>
                    <a:close/>
                    <a:moveTo>
                      <a:pt x="27429" y="21671"/>
                    </a:moveTo>
                    <a:cubicBezTo>
                      <a:pt x="26555" y="20797"/>
                      <a:pt x="26555" y="19385"/>
                      <a:pt x="27429" y="18512"/>
                    </a:cubicBezTo>
                    <a:lnTo>
                      <a:pt x="27429" y="18512"/>
                    </a:lnTo>
                    <a:cubicBezTo>
                      <a:pt x="28302" y="17638"/>
                      <a:pt x="29736" y="17638"/>
                      <a:pt x="30610" y="18512"/>
                    </a:cubicBezTo>
                    <a:lnTo>
                      <a:pt x="30610" y="18512"/>
                    </a:lnTo>
                    <a:cubicBezTo>
                      <a:pt x="31484" y="19385"/>
                      <a:pt x="31484" y="20797"/>
                      <a:pt x="30610" y="21671"/>
                    </a:cubicBezTo>
                    <a:lnTo>
                      <a:pt x="30610" y="21671"/>
                    </a:lnTo>
                    <a:cubicBezTo>
                      <a:pt x="30162" y="22119"/>
                      <a:pt x="29602" y="22320"/>
                      <a:pt x="29019" y="22320"/>
                    </a:cubicBezTo>
                    <a:lnTo>
                      <a:pt x="29019" y="22320"/>
                    </a:lnTo>
                    <a:cubicBezTo>
                      <a:pt x="28437" y="22320"/>
                      <a:pt x="27877" y="22119"/>
                      <a:pt x="27429" y="21671"/>
                    </a:cubicBezTo>
                    <a:close/>
                    <a:moveTo>
                      <a:pt x="36368" y="12754"/>
                    </a:moveTo>
                    <a:cubicBezTo>
                      <a:pt x="35494" y="11880"/>
                      <a:pt x="35494" y="10446"/>
                      <a:pt x="36368" y="9572"/>
                    </a:cubicBezTo>
                    <a:lnTo>
                      <a:pt x="36368" y="9572"/>
                    </a:lnTo>
                    <a:cubicBezTo>
                      <a:pt x="37242" y="8698"/>
                      <a:pt x="38653" y="8698"/>
                      <a:pt x="39527" y="9572"/>
                    </a:cubicBezTo>
                    <a:lnTo>
                      <a:pt x="39527" y="9572"/>
                    </a:lnTo>
                    <a:cubicBezTo>
                      <a:pt x="40401" y="10446"/>
                      <a:pt x="40401" y="11880"/>
                      <a:pt x="39527" y="12754"/>
                    </a:cubicBezTo>
                    <a:lnTo>
                      <a:pt x="39527" y="12754"/>
                    </a:lnTo>
                    <a:cubicBezTo>
                      <a:pt x="39101" y="13179"/>
                      <a:pt x="38519" y="13404"/>
                      <a:pt x="37959" y="13404"/>
                    </a:cubicBezTo>
                    <a:lnTo>
                      <a:pt x="37959" y="13404"/>
                    </a:lnTo>
                    <a:cubicBezTo>
                      <a:pt x="37376" y="13404"/>
                      <a:pt x="36794" y="13179"/>
                      <a:pt x="36368" y="12754"/>
                    </a:cubicBezTo>
                    <a:close/>
                    <a:moveTo>
                      <a:pt x="45285" y="3814"/>
                    </a:moveTo>
                    <a:cubicBezTo>
                      <a:pt x="44411" y="2941"/>
                      <a:pt x="44411" y="1529"/>
                      <a:pt x="45285" y="656"/>
                    </a:cubicBezTo>
                    <a:lnTo>
                      <a:pt x="45285" y="656"/>
                    </a:lnTo>
                    <a:cubicBezTo>
                      <a:pt x="46159" y="-219"/>
                      <a:pt x="47593" y="-219"/>
                      <a:pt x="48466" y="656"/>
                    </a:cubicBezTo>
                    <a:lnTo>
                      <a:pt x="48466" y="656"/>
                    </a:lnTo>
                    <a:cubicBezTo>
                      <a:pt x="49340" y="1529"/>
                      <a:pt x="49340" y="2941"/>
                      <a:pt x="48466" y="3814"/>
                    </a:cubicBezTo>
                    <a:lnTo>
                      <a:pt x="48466" y="3814"/>
                    </a:lnTo>
                    <a:cubicBezTo>
                      <a:pt x="48018" y="4262"/>
                      <a:pt x="47458" y="4464"/>
                      <a:pt x="46876" y="4464"/>
                    </a:cubicBezTo>
                    <a:lnTo>
                      <a:pt x="46876" y="4464"/>
                    </a:lnTo>
                    <a:cubicBezTo>
                      <a:pt x="46293" y="4464"/>
                      <a:pt x="45733" y="4262"/>
                      <a:pt x="45285" y="381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" name="Google Shape;474;p22"/>
              <p:cNvSpPr/>
              <p:nvPr/>
            </p:nvSpPr>
            <p:spPr>
              <a:xfrm>
                <a:off x="4575377" y="3646008"/>
                <a:ext cx="3343" cy="3339"/>
              </a:xfrm>
              <a:custGeom>
                <a:avLst/>
                <a:gdLst/>
                <a:ahLst/>
                <a:cxnLst/>
                <a:rect l="l" t="t" r="r" b="b"/>
                <a:pathLst>
                  <a:path w="4458" h="4452" extrusionOk="0">
                    <a:moveTo>
                      <a:pt x="2218" y="4453"/>
                    </a:moveTo>
                    <a:cubicBezTo>
                      <a:pt x="1927" y="4453"/>
                      <a:pt x="1635" y="4386"/>
                      <a:pt x="1367" y="4274"/>
                    </a:cubicBezTo>
                    <a:cubicBezTo>
                      <a:pt x="1098" y="4161"/>
                      <a:pt x="851" y="4005"/>
                      <a:pt x="650" y="3803"/>
                    </a:cubicBezTo>
                    <a:cubicBezTo>
                      <a:pt x="426" y="3579"/>
                      <a:pt x="269" y="3333"/>
                      <a:pt x="157" y="3064"/>
                    </a:cubicBezTo>
                    <a:cubicBezTo>
                      <a:pt x="45" y="2795"/>
                      <a:pt x="0" y="2504"/>
                      <a:pt x="0" y="2213"/>
                    </a:cubicBezTo>
                    <a:cubicBezTo>
                      <a:pt x="0" y="1921"/>
                      <a:pt x="45" y="1630"/>
                      <a:pt x="157" y="1361"/>
                    </a:cubicBezTo>
                    <a:cubicBezTo>
                      <a:pt x="269" y="1070"/>
                      <a:pt x="426" y="846"/>
                      <a:pt x="650" y="622"/>
                    </a:cubicBezTo>
                    <a:cubicBezTo>
                      <a:pt x="1479" y="-207"/>
                      <a:pt x="2980" y="-207"/>
                      <a:pt x="3809" y="622"/>
                    </a:cubicBezTo>
                    <a:cubicBezTo>
                      <a:pt x="4010" y="846"/>
                      <a:pt x="4190" y="1070"/>
                      <a:pt x="4302" y="1361"/>
                    </a:cubicBezTo>
                    <a:cubicBezTo>
                      <a:pt x="4414" y="1630"/>
                      <a:pt x="4458" y="1921"/>
                      <a:pt x="4458" y="2213"/>
                    </a:cubicBezTo>
                    <a:cubicBezTo>
                      <a:pt x="4458" y="2504"/>
                      <a:pt x="4414" y="2795"/>
                      <a:pt x="4302" y="3064"/>
                    </a:cubicBezTo>
                    <a:cubicBezTo>
                      <a:pt x="4190" y="3333"/>
                      <a:pt x="4033" y="3579"/>
                      <a:pt x="3809" y="3803"/>
                    </a:cubicBezTo>
                    <a:cubicBezTo>
                      <a:pt x="3607" y="4005"/>
                      <a:pt x="3361" y="4161"/>
                      <a:pt x="3092" y="4274"/>
                    </a:cubicBezTo>
                    <a:cubicBezTo>
                      <a:pt x="2823" y="4386"/>
                      <a:pt x="2532" y="4453"/>
                      <a:pt x="2218" y="44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5" name="Google Shape;475;p22"/>
            <p:cNvSpPr/>
            <p:nvPr/>
          </p:nvSpPr>
          <p:spPr>
            <a:xfrm>
              <a:off x="62188" y="2495875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22"/>
            <p:cNvSpPr/>
            <p:nvPr/>
          </p:nvSpPr>
          <p:spPr>
            <a:xfrm>
              <a:off x="8593550" y="3518475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22"/>
            <p:cNvSpPr/>
            <p:nvPr/>
          </p:nvSpPr>
          <p:spPr>
            <a:xfrm>
              <a:off x="137079" y="364862"/>
              <a:ext cx="503081" cy="503033"/>
            </a:xfrm>
            <a:custGeom>
              <a:avLst/>
              <a:gdLst/>
              <a:ahLst/>
              <a:cxnLst/>
              <a:rect l="l" t="t" r="r" b="b"/>
              <a:pathLst>
                <a:path w="233991" h="233969" extrusionOk="0">
                  <a:moveTo>
                    <a:pt x="121723" y="233970"/>
                  </a:moveTo>
                  <a:lnTo>
                    <a:pt x="114464" y="209952"/>
                  </a:lnTo>
                  <a:cubicBezTo>
                    <a:pt x="109938" y="209840"/>
                    <a:pt x="105458" y="209392"/>
                    <a:pt x="101089" y="208630"/>
                  </a:cubicBezTo>
                  <a:lnTo>
                    <a:pt x="89237" y="230721"/>
                  </a:lnTo>
                  <a:lnTo>
                    <a:pt x="37617" y="203029"/>
                  </a:lnTo>
                  <a:lnTo>
                    <a:pt x="49469" y="180938"/>
                  </a:lnTo>
                  <a:cubicBezTo>
                    <a:pt x="46422" y="177712"/>
                    <a:pt x="43577" y="174217"/>
                    <a:pt x="40978" y="170520"/>
                  </a:cubicBezTo>
                  <a:lnTo>
                    <a:pt x="16938" y="177779"/>
                  </a:lnTo>
                  <a:lnTo>
                    <a:pt x="0" y="121701"/>
                  </a:lnTo>
                  <a:lnTo>
                    <a:pt x="24017" y="114442"/>
                  </a:lnTo>
                  <a:cubicBezTo>
                    <a:pt x="24130" y="109916"/>
                    <a:pt x="24578" y="105435"/>
                    <a:pt x="25339" y="101066"/>
                  </a:cubicBezTo>
                  <a:lnTo>
                    <a:pt x="3249" y="89215"/>
                  </a:lnTo>
                  <a:lnTo>
                    <a:pt x="30940" y="37595"/>
                  </a:lnTo>
                  <a:lnTo>
                    <a:pt x="53031" y="49447"/>
                  </a:lnTo>
                  <a:cubicBezTo>
                    <a:pt x="56258" y="46400"/>
                    <a:pt x="59730" y="43554"/>
                    <a:pt x="63449" y="40955"/>
                  </a:cubicBezTo>
                  <a:lnTo>
                    <a:pt x="56190" y="16938"/>
                  </a:lnTo>
                  <a:lnTo>
                    <a:pt x="112269" y="0"/>
                  </a:lnTo>
                  <a:lnTo>
                    <a:pt x="119528" y="24018"/>
                  </a:lnTo>
                  <a:cubicBezTo>
                    <a:pt x="124053" y="24130"/>
                    <a:pt x="128534" y="24578"/>
                    <a:pt x="132903" y="25339"/>
                  </a:cubicBezTo>
                  <a:lnTo>
                    <a:pt x="144755" y="3249"/>
                  </a:lnTo>
                  <a:lnTo>
                    <a:pt x="196375" y="30941"/>
                  </a:lnTo>
                  <a:lnTo>
                    <a:pt x="184523" y="53031"/>
                  </a:lnTo>
                  <a:cubicBezTo>
                    <a:pt x="187570" y="56258"/>
                    <a:pt x="190415" y="59730"/>
                    <a:pt x="193014" y="63449"/>
                  </a:cubicBezTo>
                  <a:lnTo>
                    <a:pt x="217054" y="56190"/>
                  </a:lnTo>
                  <a:lnTo>
                    <a:pt x="233992" y="112269"/>
                  </a:lnTo>
                  <a:lnTo>
                    <a:pt x="209974" y="119528"/>
                  </a:lnTo>
                  <a:cubicBezTo>
                    <a:pt x="209862" y="124053"/>
                    <a:pt x="209414" y="128534"/>
                    <a:pt x="208653" y="132903"/>
                  </a:cubicBezTo>
                  <a:lnTo>
                    <a:pt x="230743" y="144755"/>
                  </a:lnTo>
                  <a:lnTo>
                    <a:pt x="203051" y="196375"/>
                  </a:lnTo>
                  <a:lnTo>
                    <a:pt x="180961" y="184523"/>
                  </a:lnTo>
                  <a:cubicBezTo>
                    <a:pt x="177734" y="187570"/>
                    <a:pt x="174262" y="190415"/>
                    <a:pt x="170543" y="193014"/>
                  </a:cubicBezTo>
                  <a:lnTo>
                    <a:pt x="177802" y="217032"/>
                  </a:lnTo>
                  <a:lnTo>
                    <a:pt x="121723" y="233970"/>
                  </a:lnTo>
                  <a:close/>
                  <a:moveTo>
                    <a:pt x="98691" y="203612"/>
                  </a:moveTo>
                  <a:lnTo>
                    <a:pt x="100305" y="203925"/>
                  </a:lnTo>
                  <a:cubicBezTo>
                    <a:pt x="105435" y="204911"/>
                    <a:pt x="110767" y="205426"/>
                    <a:pt x="116145" y="205494"/>
                  </a:cubicBezTo>
                  <a:lnTo>
                    <a:pt x="117802" y="205494"/>
                  </a:lnTo>
                  <a:cubicBezTo>
                    <a:pt x="117802" y="205494"/>
                    <a:pt x="124703" y="228391"/>
                    <a:pt x="124703" y="228391"/>
                  </a:cubicBezTo>
                  <a:lnTo>
                    <a:pt x="172223" y="214052"/>
                  </a:lnTo>
                  <a:lnTo>
                    <a:pt x="165322" y="191177"/>
                  </a:lnTo>
                  <a:lnTo>
                    <a:pt x="166689" y="190258"/>
                  </a:lnTo>
                  <a:cubicBezTo>
                    <a:pt x="171148" y="187234"/>
                    <a:pt x="175292" y="183851"/>
                    <a:pt x="179034" y="180199"/>
                  </a:cubicBezTo>
                  <a:lnTo>
                    <a:pt x="180199" y="179034"/>
                  </a:lnTo>
                  <a:lnTo>
                    <a:pt x="201237" y="190326"/>
                  </a:lnTo>
                  <a:lnTo>
                    <a:pt x="224694" y="146592"/>
                  </a:lnTo>
                  <a:lnTo>
                    <a:pt x="203656" y="135300"/>
                  </a:lnTo>
                  <a:lnTo>
                    <a:pt x="203970" y="133687"/>
                  </a:lnTo>
                  <a:cubicBezTo>
                    <a:pt x="204956" y="128557"/>
                    <a:pt x="205471" y="123224"/>
                    <a:pt x="205538" y="117847"/>
                  </a:cubicBezTo>
                  <a:lnTo>
                    <a:pt x="205538" y="116189"/>
                  </a:lnTo>
                  <a:cubicBezTo>
                    <a:pt x="205538" y="116189"/>
                    <a:pt x="228436" y="109289"/>
                    <a:pt x="228436" y="109289"/>
                  </a:cubicBezTo>
                  <a:lnTo>
                    <a:pt x="214097" y="61769"/>
                  </a:lnTo>
                  <a:lnTo>
                    <a:pt x="191222" y="68670"/>
                  </a:lnTo>
                  <a:lnTo>
                    <a:pt x="190303" y="67303"/>
                  </a:lnTo>
                  <a:cubicBezTo>
                    <a:pt x="187279" y="62844"/>
                    <a:pt x="183896" y="58700"/>
                    <a:pt x="180244" y="54958"/>
                  </a:cubicBezTo>
                  <a:lnTo>
                    <a:pt x="179079" y="53793"/>
                  </a:lnTo>
                  <a:lnTo>
                    <a:pt x="190370" y="32755"/>
                  </a:lnTo>
                  <a:lnTo>
                    <a:pt x="146637" y="9298"/>
                  </a:lnTo>
                  <a:lnTo>
                    <a:pt x="135345" y="30336"/>
                  </a:lnTo>
                  <a:lnTo>
                    <a:pt x="133732" y="30022"/>
                  </a:lnTo>
                  <a:cubicBezTo>
                    <a:pt x="128602" y="29036"/>
                    <a:pt x="123269" y="28521"/>
                    <a:pt x="117892" y="28454"/>
                  </a:cubicBezTo>
                  <a:lnTo>
                    <a:pt x="116234" y="28454"/>
                  </a:lnTo>
                  <a:cubicBezTo>
                    <a:pt x="116234" y="28454"/>
                    <a:pt x="109334" y="5556"/>
                    <a:pt x="109334" y="5556"/>
                  </a:cubicBezTo>
                  <a:lnTo>
                    <a:pt x="61814" y="19895"/>
                  </a:lnTo>
                  <a:lnTo>
                    <a:pt x="68714" y="42770"/>
                  </a:lnTo>
                  <a:lnTo>
                    <a:pt x="67348" y="43689"/>
                  </a:lnTo>
                  <a:cubicBezTo>
                    <a:pt x="62889" y="46713"/>
                    <a:pt x="58744" y="50096"/>
                    <a:pt x="55003" y="53748"/>
                  </a:cubicBezTo>
                  <a:lnTo>
                    <a:pt x="53838" y="54913"/>
                  </a:lnTo>
                  <a:lnTo>
                    <a:pt x="32800" y="43622"/>
                  </a:lnTo>
                  <a:lnTo>
                    <a:pt x="9342" y="87355"/>
                  </a:lnTo>
                  <a:lnTo>
                    <a:pt x="30380" y="98647"/>
                  </a:lnTo>
                  <a:lnTo>
                    <a:pt x="30067" y="100260"/>
                  </a:lnTo>
                  <a:cubicBezTo>
                    <a:pt x="29081" y="105391"/>
                    <a:pt x="28566" y="110723"/>
                    <a:pt x="28498" y="116100"/>
                  </a:cubicBezTo>
                  <a:lnTo>
                    <a:pt x="28498" y="117758"/>
                  </a:lnTo>
                  <a:cubicBezTo>
                    <a:pt x="28498" y="117758"/>
                    <a:pt x="5601" y="124658"/>
                    <a:pt x="5601" y="124658"/>
                  </a:cubicBezTo>
                  <a:lnTo>
                    <a:pt x="19940" y="172178"/>
                  </a:lnTo>
                  <a:lnTo>
                    <a:pt x="42815" y="165278"/>
                  </a:lnTo>
                  <a:lnTo>
                    <a:pt x="43734" y="166644"/>
                  </a:lnTo>
                  <a:cubicBezTo>
                    <a:pt x="46736" y="171103"/>
                    <a:pt x="50141" y="175248"/>
                    <a:pt x="53793" y="178989"/>
                  </a:cubicBezTo>
                  <a:lnTo>
                    <a:pt x="54958" y="180154"/>
                  </a:lnTo>
                  <a:lnTo>
                    <a:pt x="43666" y="201192"/>
                  </a:lnTo>
                  <a:lnTo>
                    <a:pt x="87400" y="224649"/>
                  </a:lnTo>
                  <a:lnTo>
                    <a:pt x="98691" y="203612"/>
                  </a:lnTo>
                  <a:close/>
                  <a:moveTo>
                    <a:pt x="116951" y="150603"/>
                  </a:moveTo>
                  <a:cubicBezTo>
                    <a:pt x="111596" y="150603"/>
                    <a:pt x="106152" y="149326"/>
                    <a:pt x="101111" y="146615"/>
                  </a:cubicBezTo>
                  <a:cubicBezTo>
                    <a:pt x="93202" y="142380"/>
                    <a:pt x="87400" y="135300"/>
                    <a:pt x="84823" y="126697"/>
                  </a:cubicBezTo>
                  <a:cubicBezTo>
                    <a:pt x="82224" y="118094"/>
                    <a:pt x="83143" y="108998"/>
                    <a:pt x="87377" y="101089"/>
                  </a:cubicBezTo>
                  <a:cubicBezTo>
                    <a:pt x="96138" y="84756"/>
                    <a:pt x="116570" y="78595"/>
                    <a:pt x="132903" y="87355"/>
                  </a:cubicBezTo>
                  <a:cubicBezTo>
                    <a:pt x="140812" y="91589"/>
                    <a:pt x="146615" y="98669"/>
                    <a:pt x="149191" y="107272"/>
                  </a:cubicBezTo>
                  <a:cubicBezTo>
                    <a:pt x="151790" y="115876"/>
                    <a:pt x="150871" y="124972"/>
                    <a:pt x="146637" y="132881"/>
                  </a:cubicBezTo>
                  <a:cubicBezTo>
                    <a:pt x="140588" y="144173"/>
                    <a:pt x="128960" y="150603"/>
                    <a:pt x="116951" y="150603"/>
                  </a:cubicBezTo>
                  <a:close/>
                  <a:moveTo>
                    <a:pt x="117063" y="87848"/>
                  </a:moveTo>
                  <a:cubicBezTo>
                    <a:pt x="106668" y="87848"/>
                    <a:pt x="96586" y="93427"/>
                    <a:pt x="91343" y="103217"/>
                  </a:cubicBezTo>
                  <a:cubicBezTo>
                    <a:pt x="87669" y="110073"/>
                    <a:pt x="86884" y="117959"/>
                    <a:pt x="89125" y="125420"/>
                  </a:cubicBezTo>
                  <a:cubicBezTo>
                    <a:pt x="91365" y="132881"/>
                    <a:pt x="96384" y="138997"/>
                    <a:pt x="103240" y="142671"/>
                  </a:cubicBezTo>
                  <a:cubicBezTo>
                    <a:pt x="117399" y="150267"/>
                    <a:pt x="135099" y="144934"/>
                    <a:pt x="142694" y="130775"/>
                  </a:cubicBezTo>
                  <a:cubicBezTo>
                    <a:pt x="146368" y="123919"/>
                    <a:pt x="147152" y="116033"/>
                    <a:pt x="144912" y="108594"/>
                  </a:cubicBezTo>
                  <a:cubicBezTo>
                    <a:pt x="142671" y="101134"/>
                    <a:pt x="137653" y="95017"/>
                    <a:pt x="130797" y="91343"/>
                  </a:cubicBezTo>
                  <a:cubicBezTo>
                    <a:pt x="126428" y="88991"/>
                    <a:pt x="121723" y="87893"/>
                    <a:pt x="117086" y="878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22"/>
            <p:cNvSpPr/>
            <p:nvPr/>
          </p:nvSpPr>
          <p:spPr>
            <a:xfrm>
              <a:off x="-561020" y="867890"/>
              <a:ext cx="1201205" cy="1284621"/>
            </a:xfrm>
            <a:custGeom>
              <a:avLst/>
              <a:gdLst/>
              <a:ahLst/>
              <a:cxnLst/>
              <a:rect l="l" t="t" r="r" b="b"/>
              <a:pathLst>
                <a:path w="628081" h="671697" extrusionOk="0">
                  <a:moveTo>
                    <a:pt x="593960" y="129034"/>
                  </a:moveTo>
                  <a:lnTo>
                    <a:pt x="451625" y="18535"/>
                  </a:lnTo>
                  <a:cubicBezTo>
                    <a:pt x="426420" y="-1024"/>
                    <a:pt x="392612" y="-5460"/>
                    <a:pt x="363217" y="6930"/>
                  </a:cubicBezTo>
                  <a:lnTo>
                    <a:pt x="62997" y="133582"/>
                  </a:lnTo>
                  <a:cubicBezTo>
                    <a:pt x="31407" y="146913"/>
                    <a:pt x="10392" y="177316"/>
                    <a:pt x="9114" y="211572"/>
                  </a:cubicBezTo>
                  <a:lnTo>
                    <a:pt x="63" y="452420"/>
                  </a:lnTo>
                  <a:cubicBezTo>
                    <a:pt x="-788" y="474959"/>
                    <a:pt x="7031" y="496960"/>
                    <a:pt x="21885" y="513920"/>
                  </a:cubicBezTo>
                  <a:lnTo>
                    <a:pt x="133840" y="641625"/>
                  </a:lnTo>
                  <a:cubicBezTo>
                    <a:pt x="158552" y="669810"/>
                    <a:pt x="198387" y="679310"/>
                    <a:pt x="233159" y="665307"/>
                  </a:cubicBezTo>
                  <a:lnTo>
                    <a:pt x="572788" y="528550"/>
                  </a:lnTo>
                  <a:cubicBezTo>
                    <a:pt x="606193" y="515108"/>
                    <a:pt x="628082" y="482688"/>
                    <a:pt x="628082" y="446684"/>
                  </a:cubicBezTo>
                  <a:lnTo>
                    <a:pt x="628082" y="198735"/>
                  </a:lnTo>
                  <a:cubicBezTo>
                    <a:pt x="628082" y="171468"/>
                    <a:pt x="615491" y="145748"/>
                    <a:pt x="593938" y="12903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22"/>
            <p:cNvSpPr/>
            <p:nvPr/>
          </p:nvSpPr>
          <p:spPr>
            <a:xfrm>
              <a:off x="8524531" y="4421061"/>
              <a:ext cx="471425" cy="432172"/>
            </a:xfrm>
            <a:custGeom>
              <a:avLst/>
              <a:gdLst/>
              <a:ahLst/>
              <a:cxnLst/>
              <a:rect l="l" t="t" r="r" b="b"/>
              <a:pathLst>
                <a:path w="146065" h="133903" extrusionOk="0">
                  <a:moveTo>
                    <a:pt x="143251" y="51634"/>
                  </a:moveTo>
                  <a:cubicBezTo>
                    <a:pt x="135700" y="34025"/>
                    <a:pt x="115290" y="25869"/>
                    <a:pt x="97680" y="33442"/>
                  </a:cubicBezTo>
                  <a:lnTo>
                    <a:pt x="75925" y="42784"/>
                  </a:lnTo>
                  <a:lnTo>
                    <a:pt x="66583" y="21030"/>
                  </a:lnTo>
                  <a:cubicBezTo>
                    <a:pt x="62819" y="12225"/>
                    <a:pt x="55828" y="5773"/>
                    <a:pt x="47561" y="2479"/>
                  </a:cubicBezTo>
                  <a:cubicBezTo>
                    <a:pt x="39317" y="-814"/>
                    <a:pt x="29817" y="-949"/>
                    <a:pt x="21012" y="2815"/>
                  </a:cubicBezTo>
                  <a:cubicBezTo>
                    <a:pt x="3402" y="10365"/>
                    <a:pt x="-4731" y="30776"/>
                    <a:pt x="2820" y="48386"/>
                  </a:cubicBezTo>
                  <a:lnTo>
                    <a:pt x="12162" y="70141"/>
                  </a:lnTo>
                  <a:lnTo>
                    <a:pt x="39540" y="133903"/>
                  </a:lnTo>
                  <a:lnTo>
                    <a:pt x="103303" y="106525"/>
                  </a:lnTo>
                  <a:lnTo>
                    <a:pt x="125058" y="97183"/>
                  </a:lnTo>
                  <a:cubicBezTo>
                    <a:pt x="133863" y="93396"/>
                    <a:pt x="140293" y="86406"/>
                    <a:pt x="143586" y="78184"/>
                  </a:cubicBezTo>
                  <a:cubicBezTo>
                    <a:pt x="146880" y="69939"/>
                    <a:pt x="147014" y="60439"/>
                    <a:pt x="143251" y="516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22"/>
            <p:cNvSpPr/>
            <p:nvPr/>
          </p:nvSpPr>
          <p:spPr>
            <a:xfrm>
              <a:off x="312738" y="2647625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22"/>
            <p:cNvSpPr/>
            <p:nvPr/>
          </p:nvSpPr>
          <p:spPr>
            <a:xfrm>
              <a:off x="8836125" y="3965913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82" name="Google Shape;482;p22"/>
            <p:cNvGrpSpPr/>
            <p:nvPr/>
          </p:nvGrpSpPr>
          <p:grpSpPr>
            <a:xfrm>
              <a:off x="312745" y="2122248"/>
              <a:ext cx="417843" cy="373630"/>
              <a:chOff x="2957323" y="3936947"/>
              <a:chExt cx="194554" cy="173959"/>
            </a:xfrm>
          </p:grpSpPr>
          <p:sp>
            <p:nvSpPr>
              <p:cNvPr id="483" name="Google Shape;483;p22"/>
              <p:cNvSpPr/>
              <p:nvPr/>
            </p:nvSpPr>
            <p:spPr>
              <a:xfrm rot="-45834">
                <a:off x="3060432" y="3936962"/>
                <a:ext cx="3360" cy="173930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231886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231886"/>
                    </a:lnTo>
                    <a:lnTo>
                      <a:pt x="0" y="23188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4" name="Google Shape;484;p22"/>
              <p:cNvSpPr/>
              <p:nvPr/>
            </p:nvSpPr>
            <p:spPr>
              <a:xfrm rot="-206705">
                <a:off x="2957248" y="4012021"/>
                <a:ext cx="194704" cy="3355"/>
              </a:xfrm>
              <a:custGeom>
                <a:avLst/>
                <a:gdLst/>
                <a:ahLst/>
                <a:cxnLst/>
                <a:rect l="l" t="t" r="r" b="b"/>
                <a:pathLst>
                  <a:path w="260003" h="4480" extrusionOk="0">
                    <a:moveTo>
                      <a:pt x="0" y="0"/>
                    </a:moveTo>
                    <a:lnTo>
                      <a:pt x="260004" y="0"/>
                    </a:lnTo>
                    <a:lnTo>
                      <a:pt x="260004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5" name="Google Shape;485;p22"/>
              <p:cNvSpPr/>
              <p:nvPr/>
            </p:nvSpPr>
            <p:spPr>
              <a:xfrm rot="-2667569">
                <a:off x="2985839" y="4013185"/>
                <a:ext cx="150521" cy="3358"/>
              </a:xfrm>
              <a:custGeom>
                <a:avLst/>
                <a:gdLst/>
                <a:ahLst/>
                <a:cxnLst/>
                <a:rect l="l" t="t" r="r" b="b"/>
                <a:pathLst>
                  <a:path w="200811" h="4480" extrusionOk="0">
                    <a:moveTo>
                      <a:pt x="0" y="0"/>
                    </a:moveTo>
                    <a:lnTo>
                      <a:pt x="200811" y="0"/>
                    </a:lnTo>
                    <a:lnTo>
                      <a:pt x="200811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6" name="Google Shape;486;p22"/>
              <p:cNvSpPr/>
              <p:nvPr/>
            </p:nvSpPr>
            <p:spPr>
              <a:xfrm rot="-2716216">
                <a:off x="3069932" y="3955542"/>
                <a:ext cx="3358" cy="133807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78518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78518"/>
                    </a:lnTo>
                    <a:lnTo>
                      <a:pt x="0" y="1785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8" name="Google Shape;488;p23"/>
          <p:cNvGrpSpPr/>
          <p:nvPr/>
        </p:nvGrpSpPr>
        <p:grpSpPr>
          <a:xfrm>
            <a:off x="-1114883" y="-1621215"/>
            <a:ext cx="11368357" cy="7648854"/>
            <a:chOff x="-1114883" y="-1621215"/>
            <a:chExt cx="11368357" cy="7648854"/>
          </a:xfrm>
        </p:grpSpPr>
        <p:pic>
          <p:nvPicPr>
            <p:cNvPr id="489" name="Google Shape;489;p23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387450" y="1377250"/>
              <a:ext cx="1866024" cy="1861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0" name="Google Shape;490;p23"/>
            <p:cNvSpPr/>
            <p:nvPr/>
          </p:nvSpPr>
          <p:spPr>
            <a:xfrm rot="8100000">
              <a:off x="7032032" y="-1081945"/>
              <a:ext cx="2532876" cy="2432535"/>
            </a:xfrm>
            <a:custGeom>
              <a:avLst/>
              <a:gdLst/>
              <a:ahLst/>
              <a:cxnLst/>
              <a:rect l="l" t="t" r="r" b="b"/>
              <a:pathLst>
                <a:path w="360365" h="346089" extrusionOk="0">
                  <a:moveTo>
                    <a:pt x="172081" y="337120"/>
                  </a:moveTo>
                  <a:lnTo>
                    <a:pt x="10634" y="186673"/>
                  </a:lnTo>
                  <a:cubicBezTo>
                    <a:pt x="-4063" y="172985"/>
                    <a:pt x="-3436" y="149505"/>
                    <a:pt x="11956" y="136600"/>
                  </a:cubicBezTo>
                  <a:lnTo>
                    <a:pt x="165696" y="7797"/>
                  </a:lnTo>
                  <a:cubicBezTo>
                    <a:pt x="178466" y="-2890"/>
                    <a:pt x="197151" y="-2554"/>
                    <a:pt x="209519" y="8581"/>
                  </a:cubicBezTo>
                  <a:lnTo>
                    <a:pt x="349300" y="134426"/>
                  </a:lnTo>
                  <a:cubicBezTo>
                    <a:pt x="362810" y="146592"/>
                    <a:pt x="364132" y="167294"/>
                    <a:pt x="352257" y="181072"/>
                  </a:cubicBezTo>
                  <a:lnTo>
                    <a:pt x="220183" y="334475"/>
                  </a:lnTo>
                  <a:cubicBezTo>
                    <a:pt x="207816" y="348859"/>
                    <a:pt x="185949" y="350047"/>
                    <a:pt x="172081" y="33712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23"/>
            <p:cNvSpPr/>
            <p:nvPr/>
          </p:nvSpPr>
          <p:spPr>
            <a:xfrm>
              <a:off x="6279075" y="-423966"/>
              <a:ext cx="859728" cy="859707"/>
            </a:xfrm>
            <a:custGeom>
              <a:avLst/>
              <a:gdLst/>
              <a:ahLst/>
              <a:cxnLst/>
              <a:rect l="l" t="t" r="r" b="b"/>
              <a:pathLst>
                <a:path w="895550" h="895528" extrusionOk="0">
                  <a:moveTo>
                    <a:pt x="695075" y="349621"/>
                  </a:moveTo>
                  <a:lnTo>
                    <a:pt x="809517" y="178743"/>
                  </a:lnTo>
                  <a:lnTo>
                    <a:pt x="612985" y="239145"/>
                  </a:lnTo>
                  <a:lnTo>
                    <a:pt x="626450" y="33988"/>
                  </a:lnTo>
                  <a:lnTo>
                    <a:pt x="486355" y="184456"/>
                  </a:lnTo>
                  <a:lnTo>
                    <a:pt x="395551" y="0"/>
                  </a:lnTo>
                  <a:lnTo>
                    <a:pt x="349644" y="200475"/>
                  </a:lnTo>
                  <a:lnTo>
                    <a:pt x="178743" y="86033"/>
                  </a:lnTo>
                  <a:lnTo>
                    <a:pt x="239145" y="282565"/>
                  </a:lnTo>
                  <a:lnTo>
                    <a:pt x="33987" y="269100"/>
                  </a:lnTo>
                  <a:lnTo>
                    <a:pt x="184455" y="409195"/>
                  </a:lnTo>
                  <a:lnTo>
                    <a:pt x="0" y="499978"/>
                  </a:lnTo>
                  <a:lnTo>
                    <a:pt x="200475" y="545907"/>
                  </a:lnTo>
                  <a:lnTo>
                    <a:pt x="86033" y="716785"/>
                  </a:lnTo>
                  <a:lnTo>
                    <a:pt x="282565" y="656405"/>
                  </a:lnTo>
                  <a:lnTo>
                    <a:pt x="269099" y="861563"/>
                  </a:lnTo>
                  <a:lnTo>
                    <a:pt x="409195" y="711072"/>
                  </a:lnTo>
                  <a:lnTo>
                    <a:pt x="499977" y="895528"/>
                  </a:lnTo>
                  <a:lnTo>
                    <a:pt x="545906" y="695075"/>
                  </a:lnTo>
                  <a:lnTo>
                    <a:pt x="716785" y="809495"/>
                  </a:lnTo>
                  <a:lnTo>
                    <a:pt x="656405" y="612963"/>
                  </a:lnTo>
                  <a:lnTo>
                    <a:pt x="861563" y="626451"/>
                  </a:lnTo>
                  <a:lnTo>
                    <a:pt x="711072" y="486356"/>
                  </a:lnTo>
                  <a:lnTo>
                    <a:pt x="895550" y="395550"/>
                  </a:lnTo>
                  <a:lnTo>
                    <a:pt x="695075" y="34962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23"/>
            <p:cNvSpPr/>
            <p:nvPr/>
          </p:nvSpPr>
          <p:spPr>
            <a:xfrm rot="4125437">
              <a:off x="-792740" y="3884520"/>
              <a:ext cx="1794173" cy="1918766"/>
            </a:xfrm>
            <a:custGeom>
              <a:avLst/>
              <a:gdLst/>
              <a:ahLst/>
              <a:cxnLst/>
              <a:rect l="l" t="t" r="r" b="b"/>
              <a:pathLst>
                <a:path w="628081" h="671697" extrusionOk="0">
                  <a:moveTo>
                    <a:pt x="593960" y="129034"/>
                  </a:moveTo>
                  <a:lnTo>
                    <a:pt x="451625" y="18535"/>
                  </a:lnTo>
                  <a:cubicBezTo>
                    <a:pt x="426420" y="-1024"/>
                    <a:pt x="392612" y="-5460"/>
                    <a:pt x="363217" y="6930"/>
                  </a:cubicBezTo>
                  <a:lnTo>
                    <a:pt x="62997" y="133582"/>
                  </a:lnTo>
                  <a:cubicBezTo>
                    <a:pt x="31407" y="146913"/>
                    <a:pt x="10392" y="177316"/>
                    <a:pt x="9114" y="211572"/>
                  </a:cubicBezTo>
                  <a:lnTo>
                    <a:pt x="63" y="452420"/>
                  </a:lnTo>
                  <a:cubicBezTo>
                    <a:pt x="-788" y="474959"/>
                    <a:pt x="7031" y="496960"/>
                    <a:pt x="21885" y="513920"/>
                  </a:cubicBezTo>
                  <a:lnTo>
                    <a:pt x="133840" y="641625"/>
                  </a:lnTo>
                  <a:cubicBezTo>
                    <a:pt x="158552" y="669810"/>
                    <a:pt x="198387" y="679310"/>
                    <a:pt x="233159" y="665307"/>
                  </a:cubicBezTo>
                  <a:lnTo>
                    <a:pt x="572788" y="528550"/>
                  </a:lnTo>
                  <a:cubicBezTo>
                    <a:pt x="606193" y="515108"/>
                    <a:pt x="628082" y="482688"/>
                    <a:pt x="628082" y="446684"/>
                  </a:cubicBezTo>
                  <a:lnTo>
                    <a:pt x="628082" y="198735"/>
                  </a:lnTo>
                  <a:cubicBezTo>
                    <a:pt x="628082" y="171468"/>
                    <a:pt x="615491" y="145748"/>
                    <a:pt x="593938" y="12903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23"/>
            <p:cNvSpPr/>
            <p:nvPr/>
          </p:nvSpPr>
          <p:spPr>
            <a:xfrm>
              <a:off x="1496738" y="4768038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23"/>
            <p:cNvSpPr/>
            <p:nvPr/>
          </p:nvSpPr>
          <p:spPr>
            <a:xfrm>
              <a:off x="265563" y="3660175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23"/>
            <p:cNvSpPr/>
            <p:nvPr/>
          </p:nvSpPr>
          <p:spPr>
            <a:xfrm>
              <a:off x="7719888" y="1502700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6" name="Google Shape;496;p23"/>
            <p:cNvGrpSpPr/>
            <p:nvPr/>
          </p:nvGrpSpPr>
          <p:grpSpPr>
            <a:xfrm rot="2501732">
              <a:off x="507108" y="3669966"/>
              <a:ext cx="1044984" cy="859391"/>
              <a:chOff x="6450059" y="3493418"/>
              <a:chExt cx="375098" cy="308495"/>
            </a:xfrm>
          </p:grpSpPr>
          <p:sp>
            <p:nvSpPr>
              <p:cNvPr id="497" name="Google Shape;497;p23"/>
              <p:cNvSpPr/>
              <p:nvPr/>
            </p:nvSpPr>
            <p:spPr>
              <a:xfrm rot="-2700000">
                <a:off x="6526781" y="3538596"/>
                <a:ext cx="218139" cy="218139"/>
              </a:xfrm>
              <a:custGeom>
                <a:avLst/>
                <a:gdLst/>
                <a:ahLst/>
                <a:cxnLst/>
                <a:rect l="l" t="t" r="r" b="b"/>
                <a:pathLst>
                  <a:path w="291033" h="291033" extrusionOk="0">
                    <a:moveTo>
                      <a:pt x="291034" y="145517"/>
                    </a:moveTo>
                    <a:cubicBezTo>
                      <a:pt x="291034" y="225884"/>
                      <a:pt x="225884" y="291034"/>
                      <a:pt x="145517" y="291034"/>
                    </a:cubicBezTo>
                    <a:cubicBezTo>
                      <a:pt x="65150" y="291034"/>
                      <a:pt x="0" y="225884"/>
                      <a:pt x="0" y="145517"/>
                    </a:cubicBezTo>
                    <a:cubicBezTo>
                      <a:pt x="0" y="65150"/>
                      <a:pt x="65150" y="0"/>
                      <a:pt x="145517" y="0"/>
                    </a:cubicBezTo>
                    <a:cubicBezTo>
                      <a:pt x="225884" y="0"/>
                      <a:pt x="291034" y="65150"/>
                      <a:pt x="291034" y="1455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8" name="Google Shape;498;p23"/>
              <p:cNvSpPr/>
              <p:nvPr/>
            </p:nvSpPr>
            <p:spPr>
              <a:xfrm>
                <a:off x="6552423" y="3558567"/>
                <a:ext cx="172641" cy="178224"/>
              </a:xfrm>
              <a:custGeom>
                <a:avLst/>
                <a:gdLst/>
                <a:ahLst/>
                <a:cxnLst/>
                <a:rect l="l" t="t" r="r" b="b"/>
                <a:pathLst>
                  <a:path w="230188" h="237632" extrusionOk="0">
                    <a:moveTo>
                      <a:pt x="111283" y="237633"/>
                    </a:moveTo>
                    <a:cubicBezTo>
                      <a:pt x="94412" y="237633"/>
                      <a:pt x="77609" y="234003"/>
                      <a:pt x="61836" y="226767"/>
                    </a:cubicBezTo>
                    <a:cubicBezTo>
                      <a:pt x="33002" y="213548"/>
                      <a:pt x="11023" y="189889"/>
                      <a:pt x="0" y="160136"/>
                    </a:cubicBezTo>
                    <a:lnTo>
                      <a:pt x="2106" y="159351"/>
                    </a:lnTo>
                    <a:cubicBezTo>
                      <a:pt x="12927" y="188544"/>
                      <a:pt x="34480" y="211756"/>
                      <a:pt x="62777" y="224728"/>
                    </a:cubicBezTo>
                    <a:cubicBezTo>
                      <a:pt x="91074" y="237700"/>
                      <a:pt x="122732" y="238887"/>
                      <a:pt x="151924" y="228044"/>
                    </a:cubicBezTo>
                    <a:cubicBezTo>
                      <a:pt x="181117" y="217200"/>
                      <a:pt x="204328" y="195669"/>
                      <a:pt x="217301" y="167372"/>
                    </a:cubicBezTo>
                    <a:cubicBezTo>
                      <a:pt x="230273" y="139076"/>
                      <a:pt x="231460" y="107418"/>
                      <a:pt x="220616" y="78225"/>
                    </a:cubicBezTo>
                    <a:cubicBezTo>
                      <a:pt x="198257" y="17980"/>
                      <a:pt x="131044" y="-12826"/>
                      <a:pt x="70798" y="9533"/>
                    </a:cubicBezTo>
                    <a:lnTo>
                      <a:pt x="70014" y="7427"/>
                    </a:lnTo>
                    <a:cubicBezTo>
                      <a:pt x="131424" y="-15358"/>
                      <a:pt x="199915" y="16053"/>
                      <a:pt x="222700" y="77441"/>
                    </a:cubicBezTo>
                    <a:cubicBezTo>
                      <a:pt x="233745" y="107194"/>
                      <a:pt x="232535" y="139457"/>
                      <a:pt x="219317" y="168291"/>
                    </a:cubicBezTo>
                    <a:cubicBezTo>
                      <a:pt x="206098" y="197126"/>
                      <a:pt x="182439" y="219104"/>
                      <a:pt x="152686" y="230127"/>
                    </a:cubicBezTo>
                    <a:cubicBezTo>
                      <a:pt x="139221" y="235123"/>
                      <a:pt x="125241" y="237610"/>
                      <a:pt x="111283" y="23761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9" name="Google Shape;499;p23"/>
              <p:cNvSpPr/>
              <p:nvPr/>
            </p:nvSpPr>
            <p:spPr>
              <a:xfrm>
                <a:off x="6450059" y="3577630"/>
                <a:ext cx="375098" cy="148996"/>
              </a:xfrm>
              <a:custGeom>
                <a:avLst/>
                <a:gdLst/>
                <a:ahLst/>
                <a:cxnLst/>
                <a:rect l="l" t="t" r="r" b="b"/>
                <a:pathLst>
                  <a:path w="500131" h="198661" extrusionOk="0">
                    <a:moveTo>
                      <a:pt x="20588" y="198662"/>
                    </a:moveTo>
                    <a:cubicBezTo>
                      <a:pt x="9744" y="198662"/>
                      <a:pt x="2148" y="196780"/>
                      <a:pt x="379" y="192008"/>
                    </a:cubicBezTo>
                    <a:cubicBezTo>
                      <a:pt x="-6052" y="174689"/>
                      <a:pt x="71064" y="135997"/>
                      <a:pt x="104537" y="120179"/>
                    </a:cubicBezTo>
                    <a:lnTo>
                      <a:pt x="105500" y="122195"/>
                    </a:lnTo>
                    <a:cubicBezTo>
                      <a:pt x="24822" y="160372"/>
                      <a:pt x="-607" y="182889"/>
                      <a:pt x="2485" y="191223"/>
                    </a:cubicBezTo>
                    <a:cubicBezTo>
                      <a:pt x="6450" y="201865"/>
                      <a:pt x="55785" y="195749"/>
                      <a:pt x="128218" y="175607"/>
                    </a:cubicBezTo>
                    <a:cubicBezTo>
                      <a:pt x="168838" y="164338"/>
                      <a:pt x="215147" y="149148"/>
                      <a:pt x="262107" y="131717"/>
                    </a:cubicBezTo>
                    <a:cubicBezTo>
                      <a:pt x="309067" y="114286"/>
                      <a:pt x="354033" y="95579"/>
                      <a:pt x="392187" y="77610"/>
                    </a:cubicBezTo>
                    <a:cubicBezTo>
                      <a:pt x="460208" y="45617"/>
                      <a:pt x="501611" y="18059"/>
                      <a:pt x="497645" y="7395"/>
                    </a:cubicBezTo>
                    <a:cubicBezTo>
                      <a:pt x="494553" y="-940"/>
                      <a:pt x="460588" y="-1410"/>
                      <a:pt x="374555" y="22294"/>
                    </a:cubicBezTo>
                    <a:lnTo>
                      <a:pt x="373950" y="20143"/>
                    </a:lnTo>
                    <a:cubicBezTo>
                      <a:pt x="409641" y="10307"/>
                      <a:pt x="493321" y="-10685"/>
                      <a:pt x="499751" y="6611"/>
                    </a:cubicBezTo>
                    <a:cubicBezTo>
                      <a:pt x="506271" y="24198"/>
                      <a:pt x="427362" y="63518"/>
                      <a:pt x="393128" y="79627"/>
                    </a:cubicBezTo>
                    <a:cubicBezTo>
                      <a:pt x="354929" y="97617"/>
                      <a:pt x="309874" y="116348"/>
                      <a:pt x="262869" y="133801"/>
                    </a:cubicBezTo>
                    <a:cubicBezTo>
                      <a:pt x="215842" y="151254"/>
                      <a:pt x="169487" y="166444"/>
                      <a:pt x="128801" y="177736"/>
                    </a:cubicBezTo>
                    <a:cubicBezTo>
                      <a:pt x="102252" y="185129"/>
                      <a:pt x="49691" y="198639"/>
                      <a:pt x="20588" y="1986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0" name="Google Shape;500;p23"/>
              <p:cNvSpPr/>
              <p:nvPr/>
            </p:nvSpPr>
            <p:spPr>
              <a:xfrm>
                <a:off x="6509341" y="3594800"/>
                <a:ext cx="248904" cy="94169"/>
              </a:xfrm>
              <a:custGeom>
                <a:avLst/>
                <a:gdLst/>
                <a:ahLst/>
                <a:cxnLst/>
                <a:rect l="l" t="t" r="r" b="b"/>
                <a:pathLst>
                  <a:path w="331872" h="125559" extrusionOk="0">
                    <a:moveTo>
                      <a:pt x="2798" y="125515"/>
                    </a:moveTo>
                    <a:cubicBezTo>
                      <a:pt x="602" y="125515"/>
                      <a:pt x="356" y="124865"/>
                      <a:pt x="154" y="124283"/>
                    </a:cubicBezTo>
                    <a:cubicBezTo>
                      <a:pt x="-384" y="122849"/>
                      <a:pt x="-1101" y="120900"/>
                      <a:pt x="27980" y="107815"/>
                    </a:cubicBezTo>
                    <a:lnTo>
                      <a:pt x="28899" y="109854"/>
                    </a:lnTo>
                    <a:cubicBezTo>
                      <a:pt x="9788" y="118457"/>
                      <a:pt x="4366" y="121975"/>
                      <a:pt x="2865" y="123297"/>
                    </a:cubicBezTo>
                    <a:cubicBezTo>
                      <a:pt x="4837" y="123409"/>
                      <a:pt x="11244" y="122423"/>
                      <a:pt x="30871" y="116643"/>
                    </a:cubicBezTo>
                    <a:cubicBezTo>
                      <a:pt x="34141" y="115679"/>
                      <a:pt x="37659" y="114604"/>
                      <a:pt x="41378" y="113461"/>
                    </a:cubicBezTo>
                    <a:cubicBezTo>
                      <a:pt x="73260" y="103626"/>
                      <a:pt x="119570" y="87584"/>
                      <a:pt x="168434" y="69437"/>
                    </a:cubicBezTo>
                    <a:cubicBezTo>
                      <a:pt x="217275" y="51311"/>
                      <a:pt x="262824" y="33253"/>
                      <a:pt x="293428" y="19900"/>
                    </a:cubicBezTo>
                    <a:cubicBezTo>
                      <a:pt x="296991" y="18332"/>
                      <a:pt x="300351" y="16854"/>
                      <a:pt x="303465" y="15464"/>
                    </a:cubicBezTo>
                    <a:cubicBezTo>
                      <a:pt x="322151" y="7018"/>
                      <a:pt x="327505" y="3545"/>
                      <a:pt x="329029" y="2223"/>
                    </a:cubicBezTo>
                    <a:lnTo>
                      <a:pt x="328962" y="2223"/>
                    </a:lnTo>
                    <a:cubicBezTo>
                      <a:pt x="326833" y="2223"/>
                      <a:pt x="320358" y="3164"/>
                      <a:pt x="300531" y="9056"/>
                    </a:cubicBezTo>
                    <a:lnTo>
                      <a:pt x="299881" y="6906"/>
                    </a:lnTo>
                    <a:cubicBezTo>
                      <a:pt x="330440" y="-2168"/>
                      <a:pt x="331180" y="-196"/>
                      <a:pt x="331717" y="1237"/>
                    </a:cubicBezTo>
                    <a:cubicBezTo>
                      <a:pt x="332255" y="2649"/>
                      <a:pt x="332972" y="4598"/>
                      <a:pt x="304384" y="17525"/>
                    </a:cubicBezTo>
                    <a:cubicBezTo>
                      <a:pt x="301270" y="18915"/>
                      <a:pt x="297887" y="20416"/>
                      <a:pt x="294325" y="21984"/>
                    </a:cubicBezTo>
                    <a:cubicBezTo>
                      <a:pt x="263697" y="35360"/>
                      <a:pt x="218082" y="53417"/>
                      <a:pt x="169218" y="71565"/>
                    </a:cubicBezTo>
                    <a:cubicBezTo>
                      <a:pt x="120309" y="89712"/>
                      <a:pt x="73954" y="105777"/>
                      <a:pt x="42050" y="115634"/>
                    </a:cubicBezTo>
                    <a:cubicBezTo>
                      <a:pt x="38309" y="116777"/>
                      <a:pt x="34791" y="117852"/>
                      <a:pt x="31520" y="118838"/>
                    </a:cubicBezTo>
                    <a:cubicBezTo>
                      <a:pt x="13574" y="124126"/>
                      <a:pt x="6069" y="125559"/>
                      <a:pt x="2820" y="12555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5" name="Google Shape;505;p25"/>
          <p:cNvGrpSpPr/>
          <p:nvPr/>
        </p:nvGrpSpPr>
        <p:grpSpPr>
          <a:xfrm>
            <a:off x="-685177" y="1806374"/>
            <a:ext cx="10627643" cy="4221276"/>
            <a:chOff x="-685177" y="1806374"/>
            <a:chExt cx="10627643" cy="4221276"/>
          </a:xfrm>
        </p:grpSpPr>
        <p:grpSp>
          <p:nvGrpSpPr>
            <p:cNvPr id="506" name="Google Shape;506;p25"/>
            <p:cNvGrpSpPr/>
            <p:nvPr/>
          </p:nvGrpSpPr>
          <p:grpSpPr>
            <a:xfrm>
              <a:off x="5553743" y="4273321"/>
              <a:ext cx="1044986" cy="859405"/>
              <a:chOff x="6450059" y="3493418"/>
              <a:chExt cx="375098" cy="308495"/>
            </a:xfrm>
          </p:grpSpPr>
          <p:sp>
            <p:nvSpPr>
              <p:cNvPr id="507" name="Google Shape;507;p25"/>
              <p:cNvSpPr/>
              <p:nvPr/>
            </p:nvSpPr>
            <p:spPr>
              <a:xfrm rot="-2700000">
                <a:off x="6526781" y="3538596"/>
                <a:ext cx="218139" cy="218139"/>
              </a:xfrm>
              <a:custGeom>
                <a:avLst/>
                <a:gdLst/>
                <a:ahLst/>
                <a:cxnLst/>
                <a:rect l="l" t="t" r="r" b="b"/>
                <a:pathLst>
                  <a:path w="291033" h="291033" extrusionOk="0">
                    <a:moveTo>
                      <a:pt x="291034" y="145517"/>
                    </a:moveTo>
                    <a:cubicBezTo>
                      <a:pt x="291034" y="225884"/>
                      <a:pt x="225884" y="291034"/>
                      <a:pt x="145517" y="291034"/>
                    </a:cubicBezTo>
                    <a:cubicBezTo>
                      <a:pt x="65150" y="291034"/>
                      <a:pt x="0" y="225884"/>
                      <a:pt x="0" y="145517"/>
                    </a:cubicBezTo>
                    <a:cubicBezTo>
                      <a:pt x="0" y="65150"/>
                      <a:pt x="65150" y="0"/>
                      <a:pt x="145517" y="0"/>
                    </a:cubicBezTo>
                    <a:cubicBezTo>
                      <a:pt x="225884" y="0"/>
                      <a:pt x="291034" y="65150"/>
                      <a:pt x="291034" y="1455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8" name="Google Shape;508;p25"/>
              <p:cNvSpPr/>
              <p:nvPr/>
            </p:nvSpPr>
            <p:spPr>
              <a:xfrm>
                <a:off x="6552423" y="3558567"/>
                <a:ext cx="172641" cy="178224"/>
              </a:xfrm>
              <a:custGeom>
                <a:avLst/>
                <a:gdLst/>
                <a:ahLst/>
                <a:cxnLst/>
                <a:rect l="l" t="t" r="r" b="b"/>
                <a:pathLst>
                  <a:path w="230188" h="237632" extrusionOk="0">
                    <a:moveTo>
                      <a:pt x="111283" y="237633"/>
                    </a:moveTo>
                    <a:cubicBezTo>
                      <a:pt x="94412" y="237633"/>
                      <a:pt x="77609" y="234003"/>
                      <a:pt x="61836" y="226767"/>
                    </a:cubicBezTo>
                    <a:cubicBezTo>
                      <a:pt x="33002" y="213548"/>
                      <a:pt x="11023" y="189889"/>
                      <a:pt x="0" y="160136"/>
                    </a:cubicBezTo>
                    <a:lnTo>
                      <a:pt x="2106" y="159351"/>
                    </a:lnTo>
                    <a:cubicBezTo>
                      <a:pt x="12927" y="188544"/>
                      <a:pt x="34480" y="211756"/>
                      <a:pt x="62777" y="224728"/>
                    </a:cubicBezTo>
                    <a:cubicBezTo>
                      <a:pt x="91074" y="237700"/>
                      <a:pt x="122732" y="238887"/>
                      <a:pt x="151924" y="228044"/>
                    </a:cubicBezTo>
                    <a:cubicBezTo>
                      <a:pt x="181117" y="217200"/>
                      <a:pt x="204328" y="195669"/>
                      <a:pt x="217301" y="167372"/>
                    </a:cubicBezTo>
                    <a:cubicBezTo>
                      <a:pt x="230273" y="139076"/>
                      <a:pt x="231460" y="107418"/>
                      <a:pt x="220616" y="78225"/>
                    </a:cubicBezTo>
                    <a:cubicBezTo>
                      <a:pt x="198257" y="17980"/>
                      <a:pt x="131044" y="-12826"/>
                      <a:pt x="70798" y="9533"/>
                    </a:cubicBezTo>
                    <a:lnTo>
                      <a:pt x="70014" y="7427"/>
                    </a:lnTo>
                    <a:cubicBezTo>
                      <a:pt x="131424" y="-15358"/>
                      <a:pt x="199915" y="16053"/>
                      <a:pt x="222700" y="77441"/>
                    </a:cubicBezTo>
                    <a:cubicBezTo>
                      <a:pt x="233745" y="107194"/>
                      <a:pt x="232535" y="139457"/>
                      <a:pt x="219317" y="168291"/>
                    </a:cubicBezTo>
                    <a:cubicBezTo>
                      <a:pt x="206098" y="197126"/>
                      <a:pt x="182439" y="219104"/>
                      <a:pt x="152686" y="230127"/>
                    </a:cubicBezTo>
                    <a:cubicBezTo>
                      <a:pt x="139221" y="235123"/>
                      <a:pt x="125241" y="237610"/>
                      <a:pt x="111283" y="23761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9" name="Google Shape;509;p25"/>
              <p:cNvSpPr/>
              <p:nvPr/>
            </p:nvSpPr>
            <p:spPr>
              <a:xfrm>
                <a:off x="6450059" y="3577630"/>
                <a:ext cx="375098" cy="148996"/>
              </a:xfrm>
              <a:custGeom>
                <a:avLst/>
                <a:gdLst/>
                <a:ahLst/>
                <a:cxnLst/>
                <a:rect l="l" t="t" r="r" b="b"/>
                <a:pathLst>
                  <a:path w="500131" h="198661" extrusionOk="0">
                    <a:moveTo>
                      <a:pt x="20588" y="198662"/>
                    </a:moveTo>
                    <a:cubicBezTo>
                      <a:pt x="9744" y="198662"/>
                      <a:pt x="2148" y="196780"/>
                      <a:pt x="379" y="192008"/>
                    </a:cubicBezTo>
                    <a:cubicBezTo>
                      <a:pt x="-6052" y="174689"/>
                      <a:pt x="71064" y="135997"/>
                      <a:pt x="104537" y="120179"/>
                    </a:cubicBezTo>
                    <a:lnTo>
                      <a:pt x="105500" y="122195"/>
                    </a:lnTo>
                    <a:cubicBezTo>
                      <a:pt x="24822" y="160372"/>
                      <a:pt x="-607" y="182889"/>
                      <a:pt x="2485" y="191223"/>
                    </a:cubicBezTo>
                    <a:cubicBezTo>
                      <a:pt x="6450" y="201865"/>
                      <a:pt x="55785" y="195749"/>
                      <a:pt x="128218" y="175607"/>
                    </a:cubicBezTo>
                    <a:cubicBezTo>
                      <a:pt x="168838" y="164338"/>
                      <a:pt x="215147" y="149148"/>
                      <a:pt x="262107" y="131717"/>
                    </a:cubicBezTo>
                    <a:cubicBezTo>
                      <a:pt x="309067" y="114286"/>
                      <a:pt x="354033" y="95579"/>
                      <a:pt x="392187" y="77610"/>
                    </a:cubicBezTo>
                    <a:cubicBezTo>
                      <a:pt x="460208" y="45617"/>
                      <a:pt x="501611" y="18059"/>
                      <a:pt x="497645" y="7395"/>
                    </a:cubicBezTo>
                    <a:cubicBezTo>
                      <a:pt x="494553" y="-940"/>
                      <a:pt x="460588" y="-1410"/>
                      <a:pt x="374555" y="22294"/>
                    </a:cubicBezTo>
                    <a:lnTo>
                      <a:pt x="373950" y="20143"/>
                    </a:lnTo>
                    <a:cubicBezTo>
                      <a:pt x="409641" y="10307"/>
                      <a:pt x="493321" y="-10685"/>
                      <a:pt x="499751" y="6611"/>
                    </a:cubicBezTo>
                    <a:cubicBezTo>
                      <a:pt x="506271" y="24198"/>
                      <a:pt x="427362" y="63518"/>
                      <a:pt x="393128" y="79627"/>
                    </a:cubicBezTo>
                    <a:cubicBezTo>
                      <a:pt x="354929" y="97617"/>
                      <a:pt x="309874" y="116348"/>
                      <a:pt x="262869" y="133801"/>
                    </a:cubicBezTo>
                    <a:cubicBezTo>
                      <a:pt x="215842" y="151254"/>
                      <a:pt x="169487" y="166444"/>
                      <a:pt x="128801" y="177736"/>
                    </a:cubicBezTo>
                    <a:cubicBezTo>
                      <a:pt x="102252" y="185129"/>
                      <a:pt x="49691" y="198639"/>
                      <a:pt x="20588" y="1986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0" name="Google Shape;510;p25"/>
              <p:cNvSpPr/>
              <p:nvPr/>
            </p:nvSpPr>
            <p:spPr>
              <a:xfrm>
                <a:off x="6509341" y="3594800"/>
                <a:ext cx="248904" cy="94169"/>
              </a:xfrm>
              <a:custGeom>
                <a:avLst/>
                <a:gdLst/>
                <a:ahLst/>
                <a:cxnLst/>
                <a:rect l="l" t="t" r="r" b="b"/>
                <a:pathLst>
                  <a:path w="331872" h="125559" extrusionOk="0">
                    <a:moveTo>
                      <a:pt x="2798" y="125515"/>
                    </a:moveTo>
                    <a:cubicBezTo>
                      <a:pt x="602" y="125515"/>
                      <a:pt x="356" y="124865"/>
                      <a:pt x="154" y="124283"/>
                    </a:cubicBezTo>
                    <a:cubicBezTo>
                      <a:pt x="-384" y="122849"/>
                      <a:pt x="-1101" y="120900"/>
                      <a:pt x="27980" y="107815"/>
                    </a:cubicBezTo>
                    <a:lnTo>
                      <a:pt x="28899" y="109854"/>
                    </a:lnTo>
                    <a:cubicBezTo>
                      <a:pt x="9788" y="118457"/>
                      <a:pt x="4366" y="121975"/>
                      <a:pt x="2865" y="123297"/>
                    </a:cubicBezTo>
                    <a:cubicBezTo>
                      <a:pt x="4837" y="123409"/>
                      <a:pt x="11244" y="122423"/>
                      <a:pt x="30871" y="116643"/>
                    </a:cubicBezTo>
                    <a:cubicBezTo>
                      <a:pt x="34141" y="115679"/>
                      <a:pt x="37659" y="114604"/>
                      <a:pt x="41378" y="113461"/>
                    </a:cubicBezTo>
                    <a:cubicBezTo>
                      <a:pt x="73260" y="103626"/>
                      <a:pt x="119570" y="87584"/>
                      <a:pt x="168434" y="69437"/>
                    </a:cubicBezTo>
                    <a:cubicBezTo>
                      <a:pt x="217275" y="51311"/>
                      <a:pt x="262824" y="33253"/>
                      <a:pt x="293428" y="19900"/>
                    </a:cubicBezTo>
                    <a:cubicBezTo>
                      <a:pt x="296991" y="18332"/>
                      <a:pt x="300351" y="16854"/>
                      <a:pt x="303465" y="15464"/>
                    </a:cubicBezTo>
                    <a:cubicBezTo>
                      <a:pt x="322151" y="7018"/>
                      <a:pt x="327505" y="3545"/>
                      <a:pt x="329029" y="2223"/>
                    </a:cubicBezTo>
                    <a:lnTo>
                      <a:pt x="328962" y="2223"/>
                    </a:lnTo>
                    <a:cubicBezTo>
                      <a:pt x="326833" y="2223"/>
                      <a:pt x="320358" y="3164"/>
                      <a:pt x="300531" y="9056"/>
                    </a:cubicBezTo>
                    <a:lnTo>
                      <a:pt x="299881" y="6906"/>
                    </a:lnTo>
                    <a:cubicBezTo>
                      <a:pt x="330440" y="-2168"/>
                      <a:pt x="331180" y="-196"/>
                      <a:pt x="331717" y="1237"/>
                    </a:cubicBezTo>
                    <a:cubicBezTo>
                      <a:pt x="332255" y="2649"/>
                      <a:pt x="332972" y="4598"/>
                      <a:pt x="304384" y="17525"/>
                    </a:cubicBezTo>
                    <a:cubicBezTo>
                      <a:pt x="301270" y="18915"/>
                      <a:pt x="297887" y="20416"/>
                      <a:pt x="294325" y="21984"/>
                    </a:cubicBezTo>
                    <a:cubicBezTo>
                      <a:pt x="263697" y="35360"/>
                      <a:pt x="218082" y="53417"/>
                      <a:pt x="169218" y="71565"/>
                    </a:cubicBezTo>
                    <a:cubicBezTo>
                      <a:pt x="120309" y="89712"/>
                      <a:pt x="73954" y="105777"/>
                      <a:pt x="42050" y="115634"/>
                    </a:cubicBezTo>
                    <a:cubicBezTo>
                      <a:pt x="38309" y="116777"/>
                      <a:pt x="34791" y="117852"/>
                      <a:pt x="31520" y="118838"/>
                    </a:cubicBezTo>
                    <a:cubicBezTo>
                      <a:pt x="13574" y="124126"/>
                      <a:pt x="6069" y="125559"/>
                      <a:pt x="2820" y="12555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11" name="Google Shape;511;p25"/>
            <p:cNvGrpSpPr/>
            <p:nvPr/>
          </p:nvGrpSpPr>
          <p:grpSpPr>
            <a:xfrm>
              <a:off x="-685177" y="1806374"/>
              <a:ext cx="10627643" cy="4221276"/>
              <a:chOff x="-685177" y="1806374"/>
              <a:chExt cx="10627643" cy="4221276"/>
            </a:xfrm>
          </p:grpSpPr>
          <p:pic>
            <p:nvPicPr>
              <p:cNvPr id="512" name="Google Shape;512;p25"/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1996050" y="4165750"/>
                <a:ext cx="1866024" cy="1861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3" name="Google Shape;513;p25"/>
              <p:cNvSpPr/>
              <p:nvPr/>
            </p:nvSpPr>
            <p:spPr>
              <a:xfrm>
                <a:off x="-685177" y="3486527"/>
                <a:ext cx="2533366" cy="2433006"/>
              </a:xfrm>
              <a:custGeom>
                <a:avLst/>
                <a:gdLst/>
                <a:ahLst/>
                <a:cxnLst/>
                <a:rect l="l" t="t" r="r" b="b"/>
                <a:pathLst>
                  <a:path w="360365" h="346089" extrusionOk="0">
                    <a:moveTo>
                      <a:pt x="172081" y="337120"/>
                    </a:moveTo>
                    <a:lnTo>
                      <a:pt x="10634" y="186673"/>
                    </a:lnTo>
                    <a:cubicBezTo>
                      <a:pt x="-4063" y="172985"/>
                      <a:pt x="-3436" y="149505"/>
                      <a:pt x="11956" y="136600"/>
                    </a:cubicBezTo>
                    <a:lnTo>
                      <a:pt x="165696" y="7797"/>
                    </a:lnTo>
                    <a:cubicBezTo>
                      <a:pt x="178466" y="-2890"/>
                      <a:pt x="197151" y="-2554"/>
                      <a:pt x="209519" y="8581"/>
                    </a:cubicBezTo>
                    <a:lnTo>
                      <a:pt x="349300" y="134426"/>
                    </a:lnTo>
                    <a:cubicBezTo>
                      <a:pt x="362810" y="146592"/>
                      <a:pt x="364132" y="167294"/>
                      <a:pt x="352257" y="181072"/>
                    </a:cubicBezTo>
                    <a:lnTo>
                      <a:pt x="220183" y="334475"/>
                    </a:lnTo>
                    <a:cubicBezTo>
                      <a:pt x="207816" y="348859"/>
                      <a:pt x="185949" y="350047"/>
                      <a:pt x="172081" y="33712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4" name="Google Shape;514;p25"/>
              <p:cNvSpPr/>
              <p:nvPr/>
            </p:nvSpPr>
            <p:spPr>
              <a:xfrm>
                <a:off x="205175" y="2171234"/>
                <a:ext cx="859728" cy="859707"/>
              </a:xfrm>
              <a:custGeom>
                <a:avLst/>
                <a:gdLst/>
                <a:ahLst/>
                <a:cxnLst/>
                <a:rect l="l" t="t" r="r" b="b"/>
                <a:pathLst>
                  <a:path w="895550" h="895528" extrusionOk="0">
                    <a:moveTo>
                      <a:pt x="695075" y="349621"/>
                    </a:moveTo>
                    <a:lnTo>
                      <a:pt x="809517" y="178743"/>
                    </a:lnTo>
                    <a:lnTo>
                      <a:pt x="612985" y="239145"/>
                    </a:lnTo>
                    <a:lnTo>
                      <a:pt x="626450" y="33988"/>
                    </a:lnTo>
                    <a:lnTo>
                      <a:pt x="486355" y="184456"/>
                    </a:lnTo>
                    <a:lnTo>
                      <a:pt x="395551" y="0"/>
                    </a:lnTo>
                    <a:lnTo>
                      <a:pt x="349644" y="200475"/>
                    </a:lnTo>
                    <a:lnTo>
                      <a:pt x="178743" y="86033"/>
                    </a:lnTo>
                    <a:lnTo>
                      <a:pt x="239145" y="282565"/>
                    </a:lnTo>
                    <a:lnTo>
                      <a:pt x="33987" y="269100"/>
                    </a:lnTo>
                    <a:lnTo>
                      <a:pt x="184455" y="409195"/>
                    </a:lnTo>
                    <a:lnTo>
                      <a:pt x="0" y="499978"/>
                    </a:lnTo>
                    <a:lnTo>
                      <a:pt x="200475" y="545907"/>
                    </a:lnTo>
                    <a:lnTo>
                      <a:pt x="86033" y="716785"/>
                    </a:lnTo>
                    <a:lnTo>
                      <a:pt x="282565" y="656405"/>
                    </a:lnTo>
                    <a:lnTo>
                      <a:pt x="269099" y="861563"/>
                    </a:lnTo>
                    <a:lnTo>
                      <a:pt x="409195" y="711072"/>
                    </a:lnTo>
                    <a:lnTo>
                      <a:pt x="499977" y="895528"/>
                    </a:lnTo>
                    <a:lnTo>
                      <a:pt x="545906" y="695075"/>
                    </a:lnTo>
                    <a:lnTo>
                      <a:pt x="716785" y="809495"/>
                    </a:lnTo>
                    <a:lnTo>
                      <a:pt x="656405" y="612963"/>
                    </a:lnTo>
                    <a:lnTo>
                      <a:pt x="861563" y="626451"/>
                    </a:lnTo>
                    <a:lnTo>
                      <a:pt x="711072" y="486356"/>
                    </a:lnTo>
                    <a:lnTo>
                      <a:pt x="895550" y="395550"/>
                    </a:lnTo>
                    <a:lnTo>
                      <a:pt x="695075" y="34962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5" name="Google Shape;515;p25"/>
              <p:cNvSpPr/>
              <p:nvPr/>
            </p:nvSpPr>
            <p:spPr>
              <a:xfrm>
                <a:off x="8147725" y="1806374"/>
                <a:ext cx="1794741" cy="1919374"/>
              </a:xfrm>
              <a:custGeom>
                <a:avLst/>
                <a:gdLst/>
                <a:ahLst/>
                <a:cxnLst/>
                <a:rect l="l" t="t" r="r" b="b"/>
                <a:pathLst>
                  <a:path w="628081" h="671697" extrusionOk="0">
                    <a:moveTo>
                      <a:pt x="593960" y="129034"/>
                    </a:moveTo>
                    <a:lnTo>
                      <a:pt x="451625" y="18535"/>
                    </a:lnTo>
                    <a:cubicBezTo>
                      <a:pt x="426420" y="-1024"/>
                      <a:pt x="392612" y="-5460"/>
                      <a:pt x="363217" y="6930"/>
                    </a:cubicBezTo>
                    <a:lnTo>
                      <a:pt x="62997" y="133582"/>
                    </a:lnTo>
                    <a:cubicBezTo>
                      <a:pt x="31407" y="146913"/>
                      <a:pt x="10392" y="177316"/>
                      <a:pt x="9114" y="211572"/>
                    </a:cubicBezTo>
                    <a:lnTo>
                      <a:pt x="63" y="452420"/>
                    </a:lnTo>
                    <a:cubicBezTo>
                      <a:pt x="-788" y="474959"/>
                      <a:pt x="7031" y="496960"/>
                      <a:pt x="21885" y="513920"/>
                    </a:cubicBezTo>
                    <a:lnTo>
                      <a:pt x="133840" y="641625"/>
                    </a:lnTo>
                    <a:cubicBezTo>
                      <a:pt x="158552" y="669810"/>
                      <a:pt x="198387" y="679310"/>
                      <a:pt x="233159" y="665307"/>
                    </a:cubicBezTo>
                    <a:lnTo>
                      <a:pt x="572788" y="528550"/>
                    </a:lnTo>
                    <a:cubicBezTo>
                      <a:pt x="606193" y="515108"/>
                      <a:pt x="628082" y="482688"/>
                      <a:pt x="628082" y="446684"/>
                    </a:cubicBezTo>
                    <a:lnTo>
                      <a:pt x="628082" y="198735"/>
                    </a:lnTo>
                    <a:cubicBezTo>
                      <a:pt x="628082" y="171468"/>
                      <a:pt x="615491" y="145748"/>
                      <a:pt x="593938" y="12903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6" name="Google Shape;516;p25"/>
              <p:cNvSpPr/>
              <p:nvPr/>
            </p:nvSpPr>
            <p:spPr>
              <a:xfrm>
                <a:off x="8564563" y="4209000"/>
                <a:ext cx="151756" cy="151756"/>
              </a:xfrm>
              <a:custGeom>
                <a:avLst/>
                <a:gdLst/>
                <a:ahLst/>
                <a:cxnLst/>
                <a:rect l="l" t="t" r="r" b="b"/>
                <a:pathLst>
                  <a:path w="402002" h="402002" extrusionOk="0">
                    <a:moveTo>
                      <a:pt x="332549" y="172492"/>
                    </a:moveTo>
                    <a:cubicBezTo>
                      <a:pt x="275641" y="172492"/>
                      <a:pt x="229511" y="126361"/>
                      <a:pt x="229511" y="69454"/>
                    </a:cubicBezTo>
                    <a:lnTo>
                      <a:pt x="229511" y="0"/>
                    </a:lnTo>
                    <a:lnTo>
                      <a:pt x="172492" y="0"/>
                    </a:lnTo>
                    <a:lnTo>
                      <a:pt x="172492" y="69454"/>
                    </a:lnTo>
                    <a:cubicBezTo>
                      <a:pt x="172492" y="126361"/>
                      <a:pt x="126361" y="172492"/>
                      <a:pt x="69454" y="172492"/>
                    </a:cubicBezTo>
                    <a:lnTo>
                      <a:pt x="0" y="172492"/>
                    </a:lnTo>
                    <a:lnTo>
                      <a:pt x="0" y="229511"/>
                    </a:lnTo>
                    <a:lnTo>
                      <a:pt x="69454" y="229511"/>
                    </a:lnTo>
                    <a:cubicBezTo>
                      <a:pt x="126361" y="229511"/>
                      <a:pt x="172492" y="275642"/>
                      <a:pt x="172492" y="332549"/>
                    </a:cubicBezTo>
                    <a:lnTo>
                      <a:pt x="172492" y="402003"/>
                    </a:lnTo>
                    <a:lnTo>
                      <a:pt x="229511" y="402003"/>
                    </a:lnTo>
                    <a:lnTo>
                      <a:pt x="229511" y="332549"/>
                    </a:lnTo>
                    <a:cubicBezTo>
                      <a:pt x="229511" y="275642"/>
                      <a:pt x="275641" y="229511"/>
                      <a:pt x="332549" y="229511"/>
                    </a:cubicBezTo>
                    <a:lnTo>
                      <a:pt x="402003" y="229511"/>
                    </a:lnTo>
                    <a:lnTo>
                      <a:pt x="402003" y="172492"/>
                    </a:lnTo>
                    <a:lnTo>
                      <a:pt x="332549" y="17249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7" name="Google Shape;517;p25"/>
              <p:cNvSpPr/>
              <p:nvPr/>
            </p:nvSpPr>
            <p:spPr>
              <a:xfrm>
                <a:off x="373088" y="3301000"/>
                <a:ext cx="151756" cy="151756"/>
              </a:xfrm>
              <a:custGeom>
                <a:avLst/>
                <a:gdLst/>
                <a:ahLst/>
                <a:cxnLst/>
                <a:rect l="l" t="t" r="r" b="b"/>
                <a:pathLst>
                  <a:path w="402002" h="402002" extrusionOk="0">
                    <a:moveTo>
                      <a:pt x="332549" y="172492"/>
                    </a:moveTo>
                    <a:cubicBezTo>
                      <a:pt x="275641" y="172492"/>
                      <a:pt x="229511" y="126361"/>
                      <a:pt x="229511" y="69454"/>
                    </a:cubicBezTo>
                    <a:lnTo>
                      <a:pt x="229511" y="0"/>
                    </a:lnTo>
                    <a:lnTo>
                      <a:pt x="172492" y="0"/>
                    </a:lnTo>
                    <a:lnTo>
                      <a:pt x="172492" y="69454"/>
                    </a:lnTo>
                    <a:cubicBezTo>
                      <a:pt x="172492" y="126361"/>
                      <a:pt x="126361" y="172492"/>
                      <a:pt x="69454" y="172492"/>
                    </a:cubicBezTo>
                    <a:lnTo>
                      <a:pt x="0" y="172492"/>
                    </a:lnTo>
                    <a:lnTo>
                      <a:pt x="0" y="229511"/>
                    </a:lnTo>
                    <a:lnTo>
                      <a:pt x="69454" y="229511"/>
                    </a:lnTo>
                    <a:cubicBezTo>
                      <a:pt x="126361" y="229511"/>
                      <a:pt x="172492" y="275642"/>
                      <a:pt x="172492" y="332549"/>
                    </a:cubicBezTo>
                    <a:lnTo>
                      <a:pt x="172492" y="402003"/>
                    </a:lnTo>
                    <a:lnTo>
                      <a:pt x="229511" y="402003"/>
                    </a:lnTo>
                    <a:lnTo>
                      <a:pt x="229511" y="332549"/>
                    </a:lnTo>
                    <a:cubicBezTo>
                      <a:pt x="229511" y="275642"/>
                      <a:pt x="275641" y="229511"/>
                      <a:pt x="332549" y="229511"/>
                    </a:cubicBezTo>
                    <a:lnTo>
                      <a:pt x="402003" y="229511"/>
                    </a:lnTo>
                    <a:lnTo>
                      <a:pt x="402003" y="172492"/>
                    </a:lnTo>
                    <a:lnTo>
                      <a:pt x="332549" y="1724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8" name="Google Shape;518;p25"/>
              <p:cNvSpPr/>
              <p:nvPr/>
            </p:nvSpPr>
            <p:spPr>
              <a:xfrm>
                <a:off x="265563" y="1806375"/>
                <a:ext cx="151756" cy="151756"/>
              </a:xfrm>
              <a:custGeom>
                <a:avLst/>
                <a:gdLst/>
                <a:ahLst/>
                <a:cxnLst/>
                <a:rect l="l" t="t" r="r" b="b"/>
                <a:pathLst>
                  <a:path w="402002" h="402002" extrusionOk="0">
                    <a:moveTo>
                      <a:pt x="332549" y="172492"/>
                    </a:moveTo>
                    <a:cubicBezTo>
                      <a:pt x="275641" y="172492"/>
                      <a:pt x="229511" y="126361"/>
                      <a:pt x="229511" y="69454"/>
                    </a:cubicBezTo>
                    <a:lnTo>
                      <a:pt x="229511" y="0"/>
                    </a:lnTo>
                    <a:lnTo>
                      <a:pt x="172492" y="0"/>
                    </a:lnTo>
                    <a:lnTo>
                      <a:pt x="172492" y="69454"/>
                    </a:lnTo>
                    <a:cubicBezTo>
                      <a:pt x="172492" y="126361"/>
                      <a:pt x="126361" y="172492"/>
                      <a:pt x="69454" y="172492"/>
                    </a:cubicBezTo>
                    <a:lnTo>
                      <a:pt x="0" y="172492"/>
                    </a:lnTo>
                    <a:lnTo>
                      <a:pt x="0" y="229511"/>
                    </a:lnTo>
                    <a:lnTo>
                      <a:pt x="69454" y="229511"/>
                    </a:lnTo>
                    <a:cubicBezTo>
                      <a:pt x="126361" y="229511"/>
                      <a:pt x="172492" y="275642"/>
                      <a:pt x="172492" y="332549"/>
                    </a:cubicBezTo>
                    <a:lnTo>
                      <a:pt x="172492" y="402003"/>
                    </a:lnTo>
                    <a:lnTo>
                      <a:pt x="229511" y="402003"/>
                    </a:lnTo>
                    <a:lnTo>
                      <a:pt x="229511" y="332549"/>
                    </a:lnTo>
                    <a:cubicBezTo>
                      <a:pt x="229511" y="275642"/>
                      <a:pt x="275641" y="229511"/>
                      <a:pt x="332549" y="229511"/>
                    </a:cubicBezTo>
                    <a:lnTo>
                      <a:pt x="402003" y="229511"/>
                    </a:lnTo>
                    <a:lnTo>
                      <a:pt x="402003" y="172492"/>
                    </a:lnTo>
                    <a:lnTo>
                      <a:pt x="332549" y="17249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19" name="Google Shape;519;p25"/>
          <p:cNvSpPr txBox="1">
            <a:spLocks noGrp="1"/>
          </p:cNvSpPr>
          <p:nvPr>
            <p:ph type="ctrTitle"/>
          </p:nvPr>
        </p:nvSpPr>
        <p:spPr>
          <a:xfrm>
            <a:off x="1996050" y="540000"/>
            <a:ext cx="5151900" cy="232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1" name="Google Shape;521;p26"/>
          <p:cNvGrpSpPr/>
          <p:nvPr/>
        </p:nvGrpSpPr>
        <p:grpSpPr>
          <a:xfrm>
            <a:off x="-1291828" y="-1296800"/>
            <a:ext cx="11619523" cy="7464225"/>
            <a:chOff x="-1291828" y="-1296800"/>
            <a:chExt cx="11619523" cy="7464225"/>
          </a:xfrm>
        </p:grpSpPr>
        <p:sp>
          <p:nvSpPr>
            <p:cNvPr id="522" name="Google Shape;522;p26"/>
            <p:cNvSpPr/>
            <p:nvPr/>
          </p:nvSpPr>
          <p:spPr>
            <a:xfrm>
              <a:off x="8493699" y="3107002"/>
              <a:ext cx="1833997" cy="1961355"/>
            </a:xfrm>
            <a:custGeom>
              <a:avLst/>
              <a:gdLst/>
              <a:ahLst/>
              <a:cxnLst/>
              <a:rect l="l" t="t" r="r" b="b"/>
              <a:pathLst>
                <a:path w="628081" h="671697" extrusionOk="0">
                  <a:moveTo>
                    <a:pt x="593960" y="129034"/>
                  </a:moveTo>
                  <a:lnTo>
                    <a:pt x="451625" y="18535"/>
                  </a:lnTo>
                  <a:cubicBezTo>
                    <a:pt x="426420" y="-1024"/>
                    <a:pt x="392612" y="-5460"/>
                    <a:pt x="363217" y="6930"/>
                  </a:cubicBezTo>
                  <a:lnTo>
                    <a:pt x="62997" y="133582"/>
                  </a:lnTo>
                  <a:cubicBezTo>
                    <a:pt x="31407" y="146913"/>
                    <a:pt x="10392" y="177316"/>
                    <a:pt x="9114" y="211572"/>
                  </a:cubicBezTo>
                  <a:lnTo>
                    <a:pt x="63" y="452420"/>
                  </a:lnTo>
                  <a:cubicBezTo>
                    <a:pt x="-788" y="474959"/>
                    <a:pt x="7031" y="496960"/>
                    <a:pt x="21885" y="513920"/>
                  </a:cubicBezTo>
                  <a:lnTo>
                    <a:pt x="133840" y="641625"/>
                  </a:lnTo>
                  <a:cubicBezTo>
                    <a:pt x="158552" y="669810"/>
                    <a:pt x="198387" y="679310"/>
                    <a:pt x="233159" y="665307"/>
                  </a:cubicBezTo>
                  <a:lnTo>
                    <a:pt x="572788" y="528550"/>
                  </a:lnTo>
                  <a:cubicBezTo>
                    <a:pt x="606193" y="515108"/>
                    <a:pt x="628082" y="482688"/>
                    <a:pt x="628082" y="446684"/>
                  </a:cubicBezTo>
                  <a:lnTo>
                    <a:pt x="628082" y="198735"/>
                  </a:lnTo>
                  <a:cubicBezTo>
                    <a:pt x="628082" y="171468"/>
                    <a:pt x="615491" y="145748"/>
                    <a:pt x="593938" y="12903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26"/>
            <p:cNvSpPr/>
            <p:nvPr/>
          </p:nvSpPr>
          <p:spPr>
            <a:xfrm rot="4237959">
              <a:off x="-1067142" y="-764702"/>
              <a:ext cx="1890804" cy="1815899"/>
            </a:xfrm>
            <a:custGeom>
              <a:avLst/>
              <a:gdLst/>
              <a:ahLst/>
              <a:cxnLst/>
              <a:rect l="l" t="t" r="r" b="b"/>
              <a:pathLst>
                <a:path w="360365" h="346089" extrusionOk="0">
                  <a:moveTo>
                    <a:pt x="172081" y="337120"/>
                  </a:moveTo>
                  <a:lnTo>
                    <a:pt x="10634" y="186673"/>
                  </a:lnTo>
                  <a:cubicBezTo>
                    <a:pt x="-4063" y="172985"/>
                    <a:pt x="-3436" y="149505"/>
                    <a:pt x="11956" y="136600"/>
                  </a:cubicBezTo>
                  <a:lnTo>
                    <a:pt x="165696" y="7797"/>
                  </a:lnTo>
                  <a:cubicBezTo>
                    <a:pt x="178466" y="-2890"/>
                    <a:pt x="197151" y="-2554"/>
                    <a:pt x="209519" y="8581"/>
                  </a:cubicBezTo>
                  <a:lnTo>
                    <a:pt x="349300" y="134426"/>
                  </a:lnTo>
                  <a:cubicBezTo>
                    <a:pt x="362810" y="146592"/>
                    <a:pt x="364132" y="167294"/>
                    <a:pt x="352257" y="181072"/>
                  </a:cubicBezTo>
                  <a:lnTo>
                    <a:pt x="220183" y="334475"/>
                  </a:lnTo>
                  <a:cubicBezTo>
                    <a:pt x="207816" y="348859"/>
                    <a:pt x="185949" y="350047"/>
                    <a:pt x="172081" y="33712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24" name="Google Shape;524;p26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-660100" y="4305525"/>
              <a:ext cx="1866024" cy="1861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5" name="Google Shape;525;p26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5761600" y="-1296800"/>
              <a:ext cx="1866024" cy="1861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6" name="Google Shape;526;p26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7568984" y="-1296800"/>
              <a:ext cx="1866024" cy="18619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27" name="Google Shape;527;p26"/>
          <p:cNvSpPr txBox="1">
            <a:spLocks noGrp="1"/>
          </p:cNvSpPr>
          <p:nvPr>
            <p:ph type="title" hasCustomPrompt="1"/>
          </p:nvPr>
        </p:nvSpPr>
        <p:spPr>
          <a:xfrm>
            <a:off x="5035375" y="1493703"/>
            <a:ext cx="1312500" cy="10983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000" b="1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528" name="Google Shape;528;p26"/>
          <p:cNvSpPr txBox="1">
            <a:spLocks noGrp="1"/>
          </p:cNvSpPr>
          <p:nvPr>
            <p:ph type="title" idx="2"/>
          </p:nvPr>
        </p:nvSpPr>
        <p:spPr>
          <a:xfrm>
            <a:off x="4907625" y="2668200"/>
            <a:ext cx="3463500" cy="11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4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7"/>
          <p:cNvSpPr txBox="1">
            <a:spLocks noGrp="1"/>
          </p:cNvSpPr>
          <p:nvPr>
            <p:ph type="body" idx="1"/>
          </p:nvPr>
        </p:nvSpPr>
        <p:spPr>
          <a:xfrm>
            <a:off x="720000" y="1170000"/>
            <a:ext cx="3485100" cy="21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■"/>
              <a:defRPr/>
            </a:lvl9pPr>
          </a:lstStyle>
          <a:p>
            <a:endParaRPr/>
          </a:p>
        </p:txBody>
      </p:sp>
      <p:sp>
        <p:nvSpPr>
          <p:cNvPr id="531" name="Google Shape;531;p27"/>
          <p:cNvSpPr txBox="1">
            <a:spLocks noGrp="1"/>
          </p:cNvSpPr>
          <p:nvPr>
            <p:ph type="title"/>
          </p:nvPr>
        </p:nvSpPr>
        <p:spPr>
          <a:xfrm>
            <a:off x="720000" y="47485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532" name="Google Shape;532;p27"/>
          <p:cNvGrpSpPr/>
          <p:nvPr/>
        </p:nvGrpSpPr>
        <p:grpSpPr>
          <a:xfrm>
            <a:off x="-688124" y="-698594"/>
            <a:ext cx="11058057" cy="6229875"/>
            <a:chOff x="-688124" y="-698594"/>
            <a:chExt cx="11058057" cy="6229875"/>
          </a:xfrm>
        </p:grpSpPr>
        <p:sp>
          <p:nvSpPr>
            <p:cNvPr id="533" name="Google Shape;533;p27"/>
            <p:cNvSpPr/>
            <p:nvPr/>
          </p:nvSpPr>
          <p:spPr>
            <a:xfrm>
              <a:off x="-688124" y="3675718"/>
              <a:ext cx="1735074" cy="1855563"/>
            </a:xfrm>
            <a:custGeom>
              <a:avLst/>
              <a:gdLst/>
              <a:ahLst/>
              <a:cxnLst/>
              <a:rect l="l" t="t" r="r" b="b"/>
              <a:pathLst>
                <a:path w="628081" h="671697" extrusionOk="0">
                  <a:moveTo>
                    <a:pt x="593960" y="129034"/>
                  </a:moveTo>
                  <a:lnTo>
                    <a:pt x="451625" y="18535"/>
                  </a:lnTo>
                  <a:cubicBezTo>
                    <a:pt x="426420" y="-1024"/>
                    <a:pt x="392612" y="-5460"/>
                    <a:pt x="363217" y="6930"/>
                  </a:cubicBezTo>
                  <a:lnTo>
                    <a:pt x="62997" y="133582"/>
                  </a:lnTo>
                  <a:cubicBezTo>
                    <a:pt x="31407" y="146913"/>
                    <a:pt x="10392" y="177316"/>
                    <a:pt x="9114" y="211572"/>
                  </a:cubicBezTo>
                  <a:lnTo>
                    <a:pt x="63" y="452420"/>
                  </a:lnTo>
                  <a:cubicBezTo>
                    <a:pt x="-788" y="474959"/>
                    <a:pt x="7031" y="496960"/>
                    <a:pt x="21885" y="513920"/>
                  </a:cubicBezTo>
                  <a:lnTo>
                    <a:pt x="133840" y="641625"/>
                  </a:lnTo>
                  <a:cubicBezTo>
                    <a:pt x="158552" y="669810"/>
                    <a:pt x="198387" y="679310"/>
                    <a:pt x="233159" y="665307"/>
                  </a:cubicBezTo>
                  <a:lnTo>
                    <a:pt x="572788" y="528550"/>
                  </a:lnTo>
                  <a:cubicBezTo>
                    <a:pt x="606193" y="515108"/>
                    <a:pt x="628082" y="482688"/>
                    <a:pt x="628082" y="446684"/>
                  </a:cubicBezTo>
                  <a:lnTo>
                    <a:pt x="628082" y="198735"/>
                  </a:lnTo>
                  <a:cubicBezTo>
                    <a:pt x="628082" y="171468"/>
                    <a:pt x="615491" y="145748"/>
                    <a:pt x="593938" y="12903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27"/>
            <p:cNvSpPr/>
            <p:nvPr/>
          </p:nvSpPr>
          <p:spPr>
            <a:xfrm>
              <a:off x="7263002" y="-698594"/>
              <a:ext cx="1240898" cy="1173435"/>
            </a:xfrm>
            <a:custGeom>
              <a:avLst/>
              <a:gdLst/>
              <a:ahLst/>
              <a:cxnLst/>
              <a:rect l="l" t="t" r="r" b="b"/>
              <a:pathLst>
                <a:path w="534870" h="505791" extrusionOk="0">
                  <a:moveTo>
                    <a:pt x="534513" y="294201"/>
                  </a:moveTo>
                  <a:lnTo>
                    <a:pt x="524184" y="175345"/>
                  </a:lnTo>
                  <a:cubicBezTo>
                    <a:pt x="521429" y="143553"/>
                    <a:pt x="501712" y="115727"/>
                    <a:pt x="472632" y="102575"/>
                  </a:cubicBezTo>
                  <a:lnTo>
                    <a:pt x="263195" y="7849"/>
                  </a:lnTo>
                  <a:cubicBezTo>
                    <a:pt x="231963" y="-6288"/>
                    <a:pt x="195377" y="-1045"/>
                    <a:pt x="169343" y="21292"/>
                  </a:cubicBezTo>
                  <a:lnTo>
                    <a:pt x="42265" y="130357"/>
                  </a:lnTo>
                  <a:cubicBezTo>
                    <a:pt x="25148" y="145054"/>
                    <a:pt x="14304" y="165733"/>
                    <a:pt x="11974" y="188160"/>
                  </a:cubicBezTo>
                  <a:lnTo>
                    <a:pt x="481" y="298189"/>
                  </a:lnTo>
                  <a:cubicBezTo>
                    <a:pt x="-3418" y="335469"/>
                    <a:pt x="16679" y="371160"/>
                    <a:pt x="50577" y="387157"/>
                  </a:cubicBezTo>
                  <a:lnTo>
                    <a:pt x="283942" y="497342"/>
                  </a:lnTo>
                  <a:cubicBezTo>
                    <a:pt x="316495" y="512711"/>
                    <a:pt x="355143" y="506774"/>
                    <a:pt x="381580" y="482308"/>
                  </a:cubicBezTo>
                  <a:lnTo>
                    <a:pt x="506575" y="366589"/>
                  </a:lnTo>
                  <a:cubicBezTo>
                    <a:pt x="526582" y="348061"/>
                    <a:pt x="536910" y="321332"/>
                    <a:pt x="534535" y="2941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35" name="Google Shape;535;p27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503909" y="854000"/>
              <a:ext cx="1866024" cy="18619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28"/>
          <p:cNvSpPr txBox="1">
            <a:spLocks noGrp="1"/>
          </p:cNvSpPr>
          <p:nvPr>
            <p:ph type="title"/>
          </p:nvPr>
        </p:nvSpPr>
        <p:spPr>
          <a:xfrm>
            <a:off x="720000" y="47485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38" name="Google Shape;538;p28"/>
          <p:cNvSpPr txBox="1">
            <a:spLocks noGrp="1"/>
          </p:cNvSpPr>
          <p:nvPr>
            <p:ph type="subTitle" idx="1"/>
          </p:nvPr>
        </p:nvSpPr>
        <p:spPr>
          <a:xfrm>
            <a:off x="937907" y="1976700"/>
            <a:ext cx="3393900" cy="5325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sz="1800" b="1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9" name="Google Shape;539;p28"/>
          <p:cNvSpPr txBox="1">
            <a:spLocks noGrp="1"/>
          </p:cNvSpPr>
          <p:nvPr>
            <p:ph type="subTitle" idx="2"/>
          </p:nvPr>
        </p:nvSpPr>
        <p:spPr>
          <a:xfrm>
            <a:off x="4812192" y="1976700"/>
            <a:ext cx="3393900" cy="5325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 sz="1800" b="1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40" name="Google Shape;540;p28"/>
          <p:cNvSpPr txBox="1">
            <a:spLocks noGrp="1"/>
          </p:cNvSpPr>
          <p:nvPr>
            <p:ph type="subTitle" idx="3"/>
          </p:nvPr>
        </p:nvSpPr>
        <p:spPr>
          <a:xfrm>
            <a:off x="937900" y="2509200"/>
            <a:ext cx="3393900" cy="136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1" name="Google Shape;541;p28"/>
          <p:cNvSpPr txBox="1">
            <a:spLocks noGrp="1"/>
          </p:cNvSpPr>
          <p:nvPr>
            <p:ph type="subTitle" idx="4"/>
          </p:nvPr>
        </p:nvSpPr>
        <p:spPr>
          <a:xfrm>
            <a:off x="4812193" y="2509200"/>
            <a:ext cx="3393900" cy="136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42" name="Google Shape;542;p28"/>
          <p:cNvGrpSpPr/>
          <p:nvPr/>
        </p:nvGrpSpPr>
        <p:grpSpPr>
          <a:xfrm>
            <a:off x="-1716309" y="-8"/>
            <a:ext cx="11845234" cy="6589659"/>
            <a:chOff x="-1716309" y="-8"/>
            <a:chExt cx="11845234" cy="6589659"/>
          </a:xfrm>
        </p:grpSpPr>
        <p:sp>
          <p:nvSpPr>
            <p:cNvPr id="543" name="Google Shape;543;p28"/>
            <p:cNvSpPr/>
            <p:nvPr/>
          </p:nvSpPr>
          <p:spPr>
            <a:xfrm rot="6575188">
              <a:off x="-1377523" y="2697030"/>
              <a:ext cx="1976635" cy="2113899"/>
            </a:xfrm>
            <a:custGeom>
              <a:avLst/>
              <a:gdLst/>
              <a:ahLst/>
              <a:cxnLst/>
              <a:rect l="l" t="t" r="r" b="b"/>
              <a:pathLst>
                <a:path w="628081" h="671697" extrusionOk="0">
                  <a:moveTo>
                    <a:pt x="593960" y="129034"/>
                  </a:moveTo>
                  <a:lnTo>
                    <a:pt x="451625" y="18535"/>
                  </a:lnTo>
                  <a:cubicBezTo>
                    <a:pt x="426420" y="-1024"/>
                    <a:pt x="392612" y="-5460"/>
                    <a:pt x="363217" y="6930"/>
                  </a:cubicBezTo>
                  <a:lnTo>
                    <a:pt x="62997" y="133582"/>
                  </a:lnTo>
                  <a:cubicBezTo>
                    <a:pt x="31407" y="146913"/>
                    <a:pt x="10392" y="177316"/>
                    <a:pt x="9114" y="211572"/>
                  </a:cubicBezTo>
                  <a:lnTo>
                    <a:pt x="63" y="452420"/>
                  </a:lnTo>
                  <a:cubicBezTo>
                    <a:pt x="-788" y="474959"/>
                    <a:pt x="7031" y="496960"/>
                    <a:pt x="21885" y="513920"/>
                  </a:cubicBezTo>
                  <a:lnTo>
                    <a:pt x="133840" y="641625"/>
                  </a:lnTo>
                  <a:cubicBezTo>
                    <a:pt x="158552" y="669810"/>
                    <a:pt x="198387" y="679310"/>
                    <a:pt x="233159" y="665307"/>
                  </a:cubicBezTo>
                  <a:lnTo>
                    <a:pt x="572788" y="528550"/>
                  </a:lnTo>
                  <a:cubicBezTo>
                    <a:pt x="606193" y="515108"/>
                    <a:pt x="628082" y="482688"/>
                    <a:pt x="628082" y="446684"/>
                  </a:cubicBezTo>
                  <a:lnTo>
                    <a:pt x="628082" y="198735"/>
                  </a:lnTo>
                  <a:cubicBezTo>
                    <a:pt x="628082" y="171468"/>
                    <a:pt x="615491" y="145748"/>
                    <a:pt x="593938" y="12903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44" name="Google Shape;544;p28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91309" y="4727750"/>
              <a:ext cx="1866024" cy="1861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5" name="Google Shape;545;p28"/>
            <p:cNvSpPr/>
            <p:nvPr/>
          </p:nvSpPr>
          <p:spPr>
            <a:xfrm>
              <a:off x="8272238" y="4727750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28"/>
            <p:cNvSpPr/>
            <p:nvPr/>
          </p:nvSpPr>
          <p:spPr>
            <a:xfrm>
              <a:off x="8591174" y="4251152"/>
              <a:ext cx="1537751" cy="1454149"/>
            </a:xfrm>
            <a:custGeom>
              <a:avLst/>
              <a:gdLst/>
              <a:ahLst/>
              <a:cxnLst/>
              <a:rect l="l" t="t" r="r" b="b"/>
              <a:pathLst>
                <a:path w="534870" h="505791" extrusionOk="0">
                  <a:moveTo>
                    <a:pt x="534513" y="294201"/>
                  </a:moveTo>
                  <a:lnTo>
                    <a:pt x="524184" y="175345"/>
                  </a:lnTo>
                  <a:cubicBezTo>
                    <a:pt x="521429" y="143553"/>
                    <a:pt x="501712" y="115727"/>
                    <a:pt x="472632" y="102575"/>
                  </a:cubicBezTo>
                  <a:lnTo>
                    <a:pt x="263195" y="7849"/>
                  </a:lnTo>
                  <a:cubicBezTo>
                    <a:pt x="231963" y="-6288"/>
                    <a:pt x="195377" y="-1045"/>
                    <a:pt x="169343" y="21292"/>
                  </a:cubicBezTo>
                  <a:lnTo>
                    <a:pt x="42265" y="130357"/>
                  </a:lnTo>
                  <a:cubicBezTo>
                    <a:pt x="25148" y="145054"/>
                    <a:pt x="14304" y="165733"/>
                    <a:pt x="11974" y="188160"/>
                  </a:cubicBezTo>
                  <a:lnTo>
                    <a:pt x="481" y="298189"/>
                  </a:lnTo>
                  <a:cubicBezTo>
                    <a:pt x="-3418" y="335469"/>
                    <a:pt x="16679" y="371160"/>
                    <a:pt x="50577" y="387157"/>
                  </a:cubicBezTo>
                  <a:lnTo>
                    <a:pt x="283942" y="497342"/>
                  </a:lnTo>
                  <a:cubicBezTo>
                    <a:pt x="316495" y="512711"/>
                    <a:pt x="355143" y="506774"/>
                    <a:pt x="381580" y="482308"/>
                  </a:cubicBezTo>
                  <a:lnTo>
                    <a:pt x="506575" y="366589"/>
                  </a:lnTo>
                  <a:cubicBezTo>
                    <a:pt x="526582" y="348061"/>
                    <a:pt x="536910" y="321332"/>
                    <a:pt x="534535" y="2941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28"/>
            <p:cNvSpPr/>
            <p:nvPr/>
          </p:nvSpPr>
          <p:spPr>
            <a:xfrm>
              <a:off x="870163" y="4408225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28"/>
            <p:cNvSpPr/>
            <p:nvPr/>
          </p:nvSpPr>
          <p:spPr>
            <a:xfrm>
              <a:off x="8741388" y="4099400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49" name="Google Shape;549;p28"/>
            <p:cNvGrpSpPr/>
            <p:nvPr/>
          </p:nvGrpSpPr>
          <p:grpSpPr>
            <a:xfrm flipH="1">
              <a:off x="143602" y="3928782"/>
              <a:ext cx="824036" cy="1110635"/>
              <a:chOff x="4808533" y="-2"/>
              <a:chExt cx="267770" cy="360924"/>
            </a:xfrm>
          </p:grpSpPr>
          <p:sp>
            <p:nvSpPr>
              <p:cNvPr id="550" name="Google Shape;550;p28"/>
              <p:cNvSpPr/>
              <p:nvPr/>
            </p:nvSpPr>
            <p:spPr>
              <a:xfrm>
                <a:off x="4808533" y="-2"/>
                <a:ext cx="267770" cy="360924"/>
              </a:xfrm>
              <a:custGeom>
                <a:avLst/>
                <a:gdLst/>
                <a:ahLst/>
                <a:cxnLst/>
                <a:rect l="l" t="t" r="r" b="b"/>
                <a:pathLst>
                  <a:path w="357027" h="481232" extrusionOk="0">
                    <a:moveTo>
                      <a:pt x="338429" y="198640"/>
                    </a:moveTo>
                    <a:cubicBezTo>
                      <a:pt x="375598" y="136535"/>
                      <a:pt x="355300" y="55767"/>
                      <a:pt x="293194" y="18598"/>
                    </a:cubicBezTo>
                    <a:cubicBezTo>
                      <a:pt x="231089" y="-18571"/>
                      <a:pt x="150321" y="1728"/>
                      <a:pt x="113152" y="63833"/>
                    </a:cubicBezTo>
                    <a:cubicBezTo>
                      <a:pt x="80912" y="117716"/>
                      <a:pt x="91913" y="185623"/>
                      <a:pt x="135937" y="226960"/>
                    </a:cubicBezTo>
                    <a:lnTo>
                      <a:pt x="58732" y="341155"/>
                    </a:lnTo>
                    <a:lnTo>
                      <a:pt x="26200" y="389257"/>
                    </a:lnTo>
                    <a:lnTo>
                      <a:pt x="7000" y="417644"/>
                    </a:lnTo>
                    <a:cubicBezTo>
                      <a:pt x="-6107" y="437024"/>
                      <a:pt x="-237" y="463439"/>
                      <a:pt x="19838" y="475447"/>
                    </a:cubicBezTo>
                    <a:cubicBezTo>
                      <a:pt x="39240" y="487053"/>
                      <a:pt x="64243" y="480600"/>
                      <a:pt x="75714" y="461422"/>
                    </a:cubicBezTo>
                    <a:cubicBezTo>
                      <a:pt x="76095" y="460772"/>
                      <a:pt x="76476" y="460100"/>
                      <a:pt x="76835" y="459428"/>
                    </a:cubicBezTo>
                    <a:lnTo>
                      <a:pt x="92786" y="429093"/>
                    </a:lnTo>
                    <a:lnTo>
                      <a:pt x="119806" y="377674"/>
                    </a:lnTo>
                    <a:lnTo>
                      <a:pt x="183928" y="255660"/>
                    </a:lnTo>
                    <a:cubicBezTo>
                      <a:pt x="241149" y="274928"/>
                      <a:pt x="306189" y="252523"/>
                      <a:pt x="338451" y="198640"/>
                    </a:cubicBezTo>
                    <a:close/>
                    <a:moveTo>
                      <a:pt x="172412" y="220418"/>
                    </a:moveTo>
                    <a:cubicBezTo>
                      <a:pt x="123234" y="191001"/>
                      <a:pt x="107170" y="127058"/>
                      <a:pt x="136610" y="77880"/>
                    </a:cubicBezTo>
                    <a:cubicBezTo>
                      <a:pt x="166027" y="28703"/>
                      <a:pt x="229969" y="12639"/>
                      <a:pt x="279147" y="42056"/>
                    </a:cubicBezTo>
                    <a:cubicBezTo>
                      <a:pt x="328325" y="71473"/>
                      <a:pt x="344388" y="135415"/>
                      <a:pt x="314972" y="184593"/>
                    </a:cubicBezTo>
                    <a:cubicBezTo>
                      <a:pt x="285532" y="233771"/>
                      <a:pt x="221590" y="249835"/>
                      <a:pt x="172434" y="22041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1" name="Google Shape;551;p28"/>
              <p:cNvSpPr/>
              <p:nvPr/>
            </p:nvSpPr>
            <p:spPr>
              <a:xfrm>
                <a:off x="4881349" y="121337"/>
                <a:ext cx="119723" cy="76438"/>
              </a:xfrm>
              <a:custGeom>
                <a:avLst/>
                <a:gdLst/>
                <a:ahLst/>
                <a:cxnLst/>
                <a:rect l="l" t="t" r="r" b="b"/>
                <a:pathLst>
                  <a:path w="159631" h="101917" extrusionOk="0">
                    <a:moveTo>
                      <a:pt x="128489" y="101895"/>
                    </a:moveTo>
                    <a:cubicBezTo>
                      <a:pt x="104830" y="101895"/>
                      <a:pt x="81507" y="95510"/>
                      <a:pt x="60716" y="83076"/>
                    </a:cubicBezTo>
                    <a:cubicBezTo>
                      <a:pt x="29954" y="64682"/>
                      <a:pt x="8402" y="35354"/>
                      <a:pt x="0" y="515"/>
                    </a:cubicBezTo>
                    <a:lnTo>
                      <a:pt x="2173" y="0"/>
                    </a:lnTo>
                    <a:cubicBezTo>
                      <a:pt x="10440" y="34256"/>
                      <a:pt x="31635" y="63091"/>
                      <a:pt x="61858" y="81171"/>
                    </a:cubicBezTo>
                    <a:cubicBezTo>
                      <a:pt x="91253" y="98759"/>
                      <a:pt x="125801" y="104046"/>
                      <a:pt x="159116" y="96025"/>
                    </a:cubicBezTo>
                    <a:lnTo>
                      <a:pt x="159632" y="98199"/>
                    </a:lnTo>
                    <a:cubicBezTo>
                      <a:pt x="149303" y="100686"/>
                      <a:pt x="138863" y="101918"/>
                      <a:pt x="128467" y="10191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2" name="Google Shape;552;p28"/>
              <p:cNvSpPr/>
              <p:nvPr/>
            </p:nvSpPr>
            <p:spPr>
              <a:xfrm>
                <a:off x="4828166" y="255848"/>
                <a:ext cx="70204" cy="65969"/>
              </a:xfrm>
              <a:custGeom>
                <a:avLst/>
                <a:gdLst/>
                <a:ahLst/>
                <a:cxnLst/>
                <a:rect l="l" t="t" r="r" b="b"/>
                <a:pathLst>
                  <a:path w="93605" h="87959" extrusionOk="0">
                    <a:moveTo>
                      <a:pt x="66586" y="87960"/>
                    </a:moveTo>
                    <a:lnTo>
                      <a:pt x="0" y="48102"/>
                    </a:lnTo>
                    <a:lnTo>
                      <a:pt x="32554" y="0"/>
                    </a:lnTo>
                    <a:lnTo>
                      <a:pt x="93606" y="36542"/>
                    </a:lnTo>
                    <a:lnTo>
                      <a:pt x="66586" y="8796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3" name="Google Shape;553;p28"/>
              <p:cNvSpPr/>
              <p:nvPr/>
            </p:nvSpPr>
            <p:spPr>
              <a:xfrm>
                <a:off x="4890910" y="11421"/>
                <a:ext cx="173953" cy="173953"/>
              </a:xfrm>
              <a:custGeom>
                <a:avLst/>
                <a:gdLst/>
                <a:ahLst/>
                <a:cxnLst/>
                <a:rect l="l" t="t" r="r" b="b"/>
                <a:pathLst>
                  <a:path w="231937" h="231937" extrusionOk="0">
                    <a:moveTo>
                      <a:pt x="115742" y="231937"/>
                    </a:moveTo>
                    <a:cubicBezTo>
                      <a:pt x="95488" y="231937"/>
                      <a:pt x="74988" y="226650"/>
                      <a:pt x="56392" y="215515"/>
                    </a:cubicBezTo>
                    <a:cubicBezTo>
                      <a:pt x="1524" y="182692"/>
                      <a:pt x="-16400" y="111334"/>
                      <a:pt x="16423" y="56466"/>
                    </a:cubicBezTo>
                    <a:cubicBezTo>
                      <a:pt x="32330" y="29894"/>
                      <a:pt x="57625" y="11097"/>
                      <a:pt x="87669" y="3546"/>
                    </a:cubicBezTo>
                    <a:cubicBezTo>
                      <a:pt x="117713" y="-4004"/>
                      <a:pt x="148900" y="589"/>
                      <a:pt x="175472" y="16496"/>
                    </a:cubicBezTo>
                    <a:cubicBezTo>
                      <a:pt x="202044" y="32403"/>
                      <a:pt x="220841" y="57698"/>
                      <a:pt x="228391" y="87742"/>
                    </a:cubicBezTo>
                    <a:cubicBezTo>
                      <a:pt x="235942" y="117786"/>
                      <a:pt x="231349" y="148973"/>
                      <a:pt x="215441" y="175545"/>
                    </a:cubicBezTo>
                    <a:lnTo>
                      <a:pt x="215441" y="175545"/>
                    </a:lnTo>
                    <a:cubicBezTo>
                      <a:pt x="193732" y="211818"/>
                      <a:pt x="155218" y="231937"/>
                      <a:pt x="115742" y="231937"/>
                    </a:cubicBezTo>
                    <a:close/>
                    <a:moveTo>
                      <a:pt x="116145" y="2247"/>
                    </a:moveTo>
                    <a:cubicBezTo>
                      <a:pt x="106847" y="2247"/>
                      <a:pt x="97482" y="3389"/>
                      <a:pt x="88229" y="5719"/>
                    </a:cubicBezTo>
                    <a:cubicBezTo>
                      <a:pt x="58767" y="13113"/>
                      <a:pt x="33965" y="31552"/>
                      <a:pt x="18350" y="57631"/>
                    </a:cubicBezTo>
                    <a:cubicBezTo>
                      <a:pt x="-13845" y="111446"/>
                      <a:pt x="3742" y="181415"/>
                      <a:pt x="57535" y="213610"/>
                    </a:cubicBezTo>
                    <a:cubicBezTo>
                      <a:pt x="111350" y="245805"/>
                      <a:pt x="181319" y="228218"/>
                      <a:pt x="213515" y="174425"/>
                    </a:cubicBezTo>
                    <a:cubicBezTo>
                      <a:pt x="229108" y="148369"/>
                      <a:pt x="233612" y="117786"/>
                      <a:pt x="226218" y="88325"/>
                    </a:cubicBezTo>
                    <a:cubicBezTo>
                      <a:pt x="218824" y="58863"/>
                      <a:pt x="200386" y="34061"/>
                      <a:pt x="174307" y="18445"/>
                    </a:cubicBezTo>
                    <a:cubicBezTo>
                      <a:pt x="156428" y="7758"/>
                      <a:pt x="136421" y="2269"/>
                      <a:pt x="116123" y="226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4" name="Google Shape;554;p28"/>
              <p:cNvSpPr/>
              <p:nvPr/>
            </p:nvSpPr>
            <p:spPr>
              <a:xfrm rot="-3544142">
                <a:off x="4800339" y="262838"/>
                <a:ext cx="177412" cy="1678"/>
              </a:xfrm>
              <a:custGeom>
                <a:avLst/>
                <a:gdLst/>
                <a:ahLst/>
                <a:cxnLst/>
                <a:rect l="l" t="t" r="r" b="b"/>
                <a:pathLst>
                  <a:path w="236859" h="2240" extrusionOk="0">
                    <a:moveTo>
                      <a:pt x="0" y="0"/>
                    </a:moveTo>
                    <a:lnTo>
                      <a:pt x="236860" y="0"/>
                    </a:lnTo>
                    <a:lnTo>
                      <a:pt x="236860" y="2241"/>
                    </a:lnTo>
                    <a:lnTo>
                      <a:pt x="0" y="224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55" name="Google Shape;555;p28"/>
            <p:cNvGrpSpPr/>
            <p:nvPr/>
          </p:nvGrpSpPr>
          <p:grpSpPr>
            <a:xfrm>
              <a:off x="170181" y="2509192"/>
              <a:ext cx="287317" cy="256903"/>
              <a:chOff x="2957323" y="3936947"/>
              <a:chExt cx="194554" cy="173959"/>
            </a:xfrm>
          </p:grpSpPr>
          <p:sp>
            <p:nvSpPr>
              <p:cNvPr id="556" name="Google Shape;556;p28"/>
              <p:cNvSpPr/>
              <p:nvPr/>
            </p:nvSpPr>
            <p:spPr>
              <a:xfrm rot="-45834">
                <a:off x="3060432" y="3936962"/>
                <a:ext cx="3360" cy="173930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231886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231886"/>
                    </a:lnTo>
                    <a:lnTo>
                      <a:pt x="0" y="23188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7" name="Google Shape;557;p28"/>
              <p:cNvSpPr/>
              <p:nvPr/>
            </p:nvSpPr>
            <p:spPr>
              <a:xfrm rot="-206705">
                <a:off x="2957248" y="4012021"/>
                <a:ext cx="194704" cy="3355"/>
              </a:xfrm>
              <a:custGeom>
                <a:avLst/>
                <a:gdLst/>
                <a:ahLst/>
                <a:cxnLst/>
                <a:rect l="l" t="t" r="r" b="b"/>
                <a:pathLst>
                  <a:path w="260003" h="4480" extrusionOk="0">
                    <a:moveTo>
                      <a:pt x="0" y="0"/>
                    </a:moveTo>
                    <a:lnTo>
                      <a:pt x="260004" y="0"/>
                    </a:lnTo>
                    <a:lnTo>
                      <a:pt x="260004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8" name="Google Shape;558;p28"/>
              <p:cNvSpPr/>
              <p:nvPr/>
            </p:nvSpPr>
            <p:spPr>
              <a:xfrm rot="-2667569">
                <a:off x="2985839" y="4013185"/>
                <a:ext cx="150521" cy="3358"/>
              </a:xfrm>
              <a:custGeom>
                <a:avLst/>
                <a:gdLst/>
                <a:ahLst/>
                <a:cxnLst/>
                <a:rect l="l" t="t" r="r" b="b"/>
                <a:pathLst>
                  <a:path w="200811" h="4480" extrusionOk="0">
                    <a:moveTo>
                      <a:pt x="0" y="0"/>
                    </a:moveTo>
                    <a:lnTo>
                      <a:pt x="200811" y="0"/>
                    </a:lnTo>
                    <a:lnTo>
                      <a:pt x="200811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9" name="Google Shape;559;p28"/>
              <p:cNvSpPr/>
              <p:nvPr/>
            </p:nvSpPr>
            <p:spPr>
              <a:xfrm rot="-2716216">
                <a:off x="3069932" y="3955542"/>
                <a:ext cx="3358" cy="133807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78518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78518"/>
                    </a:lnTo>
                    <a:lnTo>
                      <a:pt x="0" y="1785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60" name="Google Shape;560;p28"/>
            <p:cNvGrpSpPr/>
            <p:nvPr/>
          </p:nvGrpSpPr>
          <p:grpSpPr>
            <a:xfrm rot="2066698" flipH="1">
              <a:off x="7898540" y="255758"/>
              <a:ext cx="1134762" cy="743194"/>
              <a:chOff x="3925143" y="3783342"/>
              <a:chExt cx="240326" cy="157397"/>
            </a:xfrm>
          </p:grpSpPr>
          <p:sp>
            <p:nvSpPr>
              <p:cNvPr id="561" name="Google Shape;561;p28"/>
              <p:cNvSpPr/>
              <p:nvPr/>
            </p:nvSpPr>
            <p:spPr>
              <a:xfrm>
                <a:off x="3955855" y="3817011"/>
                <a:ext cx="93460" cy="100786"/>
              </a:xfrm>
              <a:custGeom>
                <a:avLst/>
                <a:gdLst/>
                <a:ahLst/>
                <a:cxnLst/>
                <a:rect l="l" t="t" r="r" b="b"/>
                <a:pathLst>
                  <a:path w="124613" h="134381" extrusionOk="0">
                    <a:moveTo>
                      <a:pt x="70529" y="134382"/>
                    </a:moveTo>
                    <a:lnTo>
                      <a:pt x="8223" y="107900"/>
                    </a:lnTo>
                    <a:lnTo>
                      <a:pt x="0" y="40709"/>
                    </a:lnTo>
                    <a:lnTo>
                      <a:pt x="54084" y="0"/>
                    </a:lnTo>
                    <a:lnTo>
                      <a:pt x="116391" y="26482"/>
                    </a:lnTo>
                    <a:lnTo>
                      <a:pt x="124614" y="93673"/>
                    </a:lnTo>
                    <a:lnTo>
                      <a:pt x="70529" y="134382"/>
                    </a:lnTo>
                    <a:close/>
                    <a:moveTo>
                      <a:pt x="10306" y="106354"/>
                    </a:moveTo>
                    <a:lnTo>
                      <a:pt x="70216" y="131805"/>
                    </a:lnTo>
                    <a:lnTo>
                      <a:pt x="122216" y="92642"/>
                    </a:lnTo>
                    <a:lnTo>
                      <a:pt x="114308" y="28028"/>
                    </a:lnTo>
                    <a:lnTo>
                      <a:pt x="54398" y="2554"/>
                    </a:lnTo>
                    <a:lnTo>
                      <a:pt x="2397" y="41717"/>
                    </a:lnTo>
                    <a:lnTo>
                      <a:pt x="10306" y="1063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2" name="Google Shape;562;p28"/>
              <p:cNvSpPr/>
              <p:nvPr/>
            </p:nvSpPr>
            <p:spPr>
              <a:xfrm>
                <a:off x="4041468" y="3806543"/>
                <a:ext cx="93460" cy="100786"/>
              </a:xfrm>
              <a:custGeom>
                <a:avLst/>
                <a:gdLst/>
                <a:ahLst/>
                <a:cxnLst/>
                <a:rect l="l" t="t" r="r" b="b"/>
                <a:pathLst>
                  <a:path w="124613" h="134381" extrusionOk="0">
                    <a:moveTo>
                      <a:pt x="70529" y="134382"/>
                    </a:moveTo>
                    <a:lnTo>
                      <a:pt x="8222" y="107900"/>
                    </a:lnTo>
                    <a:lnTo>
                      <a:pt x="0" y="40709"/>
                    </a:lnTo>
                    <a:lnTo>
                      <a:pt x="54084" y="0"/>
                    </a:lnTo>
                    <a:lnTo>
                      <a:pt x="116391" y="26482"/>
                    </a:lnTo>
                    <a:lnTo>
                      <a:pt x="124614" y="93673"/>
                    </a:lnTo>
                    <a:lnTo>
                      <a:pt x="70552" y="134382"/>
                    </a:lnTo>
                    <a:close/>
                    <a:moveTo>
                      <a:pt x="10306" y="106354"/>
                    </a:moveTo>
                    <a:lnTo>
                      <a:pt x="70215" y="131805"/>
                    </a:lnTo>
                    <a:lnTo>
                      <a:pt x="122216" y="92642"/>
                    </a:lnTo>
                    <a:lnTo>
                      <a:pt x="114308" y="28028"/>
                    </a:lnTo>
                    <a:lnTo>
                      <a:pt x="54398" y="2576"/>
                    </a:lnTo>
                    <a:lnTo>
                      <a:pt x="2397" y="41739"/>
                    </a:lnTo>
                    <a:lnTo>
                      <a:pt x="10306" y="10635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3" name="Google Shape;563;p28"/>
              <p:cNvSpPr/>
              <p:nvPr/>
            </p:nvSpPr>
            <p:spPr>
              <a:xfrm rot="-413295">
                <a:off x="3993713" y="3783318"/>
                <a:ext cx="1681" cy="34667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46197" extrusionOk="0">
                    <a:moveTo>
                      <a:pt x="0" y="0"/>
                    </a:moveTo>
                    <a:lnTo>
                      <a:pt x="2241" y="0"/>
                    </a:lnTo>
                    <a:lnTo>
                      <a:pt x="2241" y="46198"/>
                    </a:lnTo>
                    <a:lnTo>
                      <a:pt x="0" y="4619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4" name="Google Shape;564;p28"/>
              <p:cNvSpPr/>
              <p:nvPr/>
            </p:nvSpPr>
            <p:spPr>
              <a:xfrm rot="-413295">
                <a:off x="4095626" y="3906097"/>
                <a:ext cx="1681" cy="34667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46197" extrusionOk="0">
                    <a:moveTo>
                      <a:pt x="0" y="0"/>
                    </a:moveTo>
                    <a:lnTo>
                      <a:pt x="2241" y="0"/>
                    </a:lnTo>
                    <a:lnTo>
                      <a:pt x="2241" y="46198"/>
                    </a:lnTo>
                    <a:lnTo>
                      <a:pt x="0" y="4619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5" name="Google Shape;565;p28"/>
              <p:cNvSpPr/>
              <p:nvPr/>
            </p:nvSpPr>
            <p:spPr>
              <a:xfrm rot="-4446430">
                <a:off x="4148738" y="3863950"/>
                <a:ext cx="1677" cy="32572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43509" extrusionOk="0">
                    <a:moveTo>
                      <a:pt x="0" y="0"/>
                    </a:moveTo>
                    <a:lnTo>
                      <a:pt x="2240" y="0"/>
                    </a:lnTo>
                    <a:lnTo>
                      <a:pt x="2240" y="43509"/>
                    </a:lnTo>
                    <a:lnTo>
                      <a:pt x="0" y="4350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6" name="Google Shape;566;p28"/>
              <p:cNvSpPr/>
              <p:nvPr/>
            </p:nvSpPr>
            <p:spPr>
              <a:xfrm rot="-4446430">
                <a:off x="3940198" y="3827192"/>
                <a:ext cx="1677" cy="32572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43509" extrusionOk="0">
                    <a:moveTo>
                      <a:pt x="0" y="0"/>
                    </a:moveTo>
                    <a:lnTo>
                      <a:pt x="2240" y="0"/>
                    </a:lnTo>
                    <a:lnTo>
                      <a:pt x="2240" y="43509"/>
                    </a:lnTo>
                    <a:lnTo>
                      <a:pt x="0" y="4350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67" name="Google Shape;567;p28"/>
            <p:cNvSpPr/>
            <p:nvPr/>
          </p:nvSpPr>
          <p:spPr>
            <a:xfrm>
              <a:off x="7516300" y="173725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9" name="Google Shape;569;p29"/>
          <p:cNvGrpSpPr/>
          <p:nvPr/>
        </p:nvGrpSpPr>
        <p:grpSpPr>
          <a:xfrm>
            <a:off x="-1351391" y="-119383"/>
            <a:ext cx="11480317" cy="5824685"/>
            <a:chOff x="-1351391" y="-119383"/>
            <a:chExt cx="11480317" cy="5824685"/>
          </a:xfrm>
        </p:grpSpPr>
        <p:sp>
          <p:nvSpPr>
            <p:cNvPr id="570" name="Google Shape;570;p29"/>
            <p:cNvSpPr/>
            <p:nvPr/>
          </p:nvSpPr>
          <p:spPr>
            <a:xfrm rot="6576553">
              <a:off x="-649181" y="2947226"/>
              <a:ext cx="1356837" cy="1451060"/>
            </a:xfrm>
            <a:custGeom>
              <a:avLst/>
              <a:gdLst/>
              <a:ahLst/>
              <a:cxnLst/>
              <a:rect l="l" t="t" r="r" b="b"/>
              <a:pathLst>
                <a:path w="628081" h="671697" extrusionOk="0">
                  <a:moveTo>
                    <a:pt x="593960" y="129034"/>
                  </a:moveTo>
                  <a:lnTo>
                    <a:pt x="451625" y="18535"/>
                  </a:lnTo>
                  <a:cubicBezTo>
                    <a:pt x="426420" y="-1024"/>
                    <a:pt x="392612" y="-5460"/>
                    <a:pt x="363217" y="6930"/>
                  </a:cubicBezTo>
                  <a:lnTo>
                    <a:pt x="62997" y="133582"/>
                  </a:lnTo>
                  <a:cubicBezTo>
                    <a:pt x="31407" y="146913"/>
                    <a:pt x="10392" y="177316"/>
                    <a:pt x="9114" y="211572"/>
                  </a:cubicBezTo>
                  <a:lnTo>
                    <a:pt x="63" y="452420"/>
                  </a:lnTo>
                  <a:cubicBezTo>
                    <a:pt x="-788" y="474959"/>
                    <a:pt x="7031" y="496960"/>
                    <a:pt x="21885" y="513920"/>
                  </a:cubicBezTo>
                  <a:lnTo>
                    <a:pt x="133840" y="641625"/>
                  </a:lnTo>
                  <a:cubicBezTo>
                    <a:pt x="158552" y="669810"/>
                    <a:pt x="198387" y="679310"/>
                    <a:pt x="233159" y="665307"/>
                  </a:cubicBezTo>
                  <a:lnTo>
                    <a:pt x="572788" y="528550"/>
                  </a:lnTo>
                  <a:cubicBezTo>
                    <a:pt x="606193" y="515108"/>
                    <a:pt x="628082" y="482688"/>
                    <a:pt x="628082" y="446684"/>
                  </a:cubicBezTo>
                  <a:lnTo>
                    <a:pt x="628082" y="198735"/>
                  </a:lnTo>
                  <a:cubicBezTo>
                    <a:pt x="628082" y="171468"/>
                    <a:pt x="615491" y="145748"/>
                    <a:pt x="593938" y="12903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71" name="Google Shape;571;p29"/>
            <p:cNvGrpSpPr/>
            <p:nvPr/>
          </p:nvGrpSpPr>
          <p:grpSpPr>
            <a:xfrm>
              <a:off x="-1351391" y="-119383"/>
              <a:ext cx="11480317" cy="5824685"/>
              <a:chOff x="-1351391" y="-119383"/>
              <a:chExt cx="11480317" cy="5824685"/>
            </a:xfrm>
          </p:grpSpPr>
          <p:pic>
            <p:nvPicPr>
              <p:cNvPr id="572" name="Google Shape;572;p29"/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-1351391" y="1469925"/>
                <a:ext cx="1866024" cy="1861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73" name="Google Shape;573;p29"/>
              <p:cNvSpPr/>
              <p:nvPr/>
            </p:nvSpPr>
            <p:spPr>
              <a:xfrm>
                <a:off x="8836013" y="3740325"/>
                <a:ext cx="151756" cy="151756"/>
              </a:xfrm>
              <a:custGeom>
                <a:avLst/>
                <a:gdLst/>
                <a:ahLst/>
                <a:cxnLst/>
                <a:rect l="l" t="t" r="r" b="b"/>
                <a:pathLst>
                  <a:path w="402002" h="402002" extrusionOk="0">
                    <a:moveTo>
                      <a:pt x="332549" y="172492"/>
                    </a:moveTo>
                    <a:cubicBezTo>
                      <a:pt x="275641" y="172492"/>
                      <a:pt x="229511" y="126361"/>
                      <a:pt x="229511" y="69454"/>
                    </a:cubicBezTo>
                    <a:lnTo>
                      <a:pt x="229511" y="0"/>
                    </a:lnTo>
                    <a:lnTo>
                      <a:pt x="172492" y="0"/>
                    </a:lnTo>
                    <a:lnTo>
                      <a:pt x="172492" y="69454"/>
                    </a:lnTo>
                    <a:cubicBezTo>
                      <a:pt x="172492" y="126361"/>
                      <a:pt x="126361" y="172492"/>
                      <a:pt x="69454" y="172492"/>
                    </a:cubicBezTo>
                    <a:lnTo>
                      <a:pt x="0" y="172492"/>
                    </a:lnTo>
                    <a:lnTo>
                      <a:pt x="0" y="229511"/>
                    </a:lnTo>
                    <a:lnTo>
                      <a:pt x="69454" y="229511"/>
                    </a:lnTo>
                    <a:cubicBezTo>
                      <a:pt x="126361" y="229511"/>
                      <a:pt x="172492" y="275642"/>
                      <a:pt x="172492" y="332549"/>
                    </a:cubicBezTo>
                    <a:lnTo>
                      <a:pt x="172492" y="402003"/>
                    </a:lnTo>
                    <a:lnTo>
                      <a:pt x="229511" y="402003"/>
                    </a:lnTo>
                    <a:lnTo>
                      <a:pt x="229511" y="332549"/>
                    </a:lnTo>
                    <a:cubicBezTo>
                      <a:pt x="229511" y="275642"/>
                      <a:pt x="275641" y="229511"/>
                      <a:pt x="332549" y="229511"/>
                    </a:cubicBezTo>
                    <a:lnTo>
                      <a:pt x="402003" y="229511"/>
                    </a:lnTo>
                    <a:lnTo>
                      <a:pt x="402003" y="172492"/>
                    </a:lnTo>
                    <a:lnTo>
                      <a:pt x="332549" y="1724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4" name="Google Shape;574;p29"/>
              <p:cNvSpPr/>
              <p:nvPr/>
            </p:nvSpPr>
            <p:spPr>
              <a:xfrm>
                <a:off x="8591174" y="4251152"/>
                <a:ext cx="1537751" cy="1454149"/>
              </a:xfrm>
              <a:custGeom>
                <a:avLst/>
                <a:gdLst/>
                <a:ahLst/>
                <a:cxnLst/>
                <a:rect l="l" t="t" r="r" b="b"/>
                <a:pathLst>
                  <a:path w="534870" h="505791" extrusionOk="0">
                    <a:moveTo>
                      <a:pt x="534513" y="294201"/>
                    </a:moveTo>
                    <a:lnTo>
                      <a:pt x="524184" y="175345"/>
                    </a:lnTo>
                    <a:cubicBezTo>
                      <a:pt x="521429" y="143553"/>
                      <a:pt x="501712" y="115727"/>
                      <a:pt x="472632" y="102575"/>
                    </a:cubicBezTo>
                    <a:lnTo>
                      <a:pt x="263195" y="7849"/>
                    </a:lnTo>
                    <a:cubicBezTo>
                      <a:pt x="231963" y="-6288"/>
                      <a:pt x="195377" y="-1045"/>
                      <a:pt x="169343" y="21292"/>
                    </a:cubicBezTo>
                    <a:lnTo>
                      <a:pt x="42265" y="130357"/>
                    </a:lnTo>
                    <a:cubicBezTo>
                      <a:pt x="25148" y="145054"/>
                      <a:pt x="14304" y="165733"/>
                      <a:pt x="11974" y="188160"/>
                    </a:cubicBezTo>
                    <a:lnTo>
                      <a:pt x="481" y="298189"/>
                    </a:lnTo>
                    <a:cubicBezTo>
                      <a:pt x="-3418" y="335469"/>
                      <a:pt x="16679" y="371160"/>
                      <a:pt x="50577" y="387157"/>
                    </a:cubicBezTo>
                    <a:lnTo>
                      <a:pt x="283942" y="497342"/>
                    </a:lnTo>
                    <a:cubicBezTo>
                      <a:pt x="316495" y="512711"/>
                      <a:pt x="355143" y="506774"/>
                      <a:pt x="381580" y="482308"/>
                    </a:cubicBezTo>
                    <a:lnTo>
                      <a:pt x="506575" y="366589"/>
                    </a:lnTo>
                    <a:cubicBezTo>
                      <a:pt x="526582" y="348061"/>
                      <a:pt x="536910" y="321332"/>
                      <a:pt x="534535" y="29417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5" name="Google Shape;575;p29"/>
              <p:cNvSpPr/>
              <p:nvPr/>
            </p:nvSpPr>
            <p:spPr>
              <a:xfrm>
                <a:off x="362863" y="4409400"/>
                <a:ext cx="151756" cy="151756"/>
              </a:xfrm>
              <a:custGeom>
                <a:avLst/>
                <a:gdLst/>
                <a:ahLst/>
                <a:cxnLst/>
                <a:rect l="l" t="t" r="r" b="b"/>
                <a:pathLst>
                  <a:path w="402002" h="402002" extrusionOk="0">
                    <a:moveTo>
                      <a:pt x="332549" y="172492"/>
                    </a:moveTo>
                    <a:cubicBezTo>
                      <a:pt x="275641" y="172492"/>
                      <a:pt x="229511" y="126361"/>
                      <a:pt x="229511" y="69454"/>
                    </a:cubicBezTo>
                    <a:lnTo>
                      <a:pt x="229511" y="0"/>
                    </a:lnTo>
                    <a:lnTo>
                      <a:pt x="172492" y="0"/>
                    </a:lnTo>
                    <a:lnTo>
                      <a:pt x="172492" y="69454"/>
                    </a:lnTo>
                    <a:cubicBezTo>
                      <a:pt x="172492" y="126361"/>
                      <a:pt x="126361" y="172492"/>
                      <a:pt x="69454" y="172492"/>
                    </a:cubicBezTo>
                    <a:lnTo>
                      <a:pt x="0" y="172492"/>
                    </a:lnTo>
                    <a:lnTo>
                      <a:pt x="0" y="229511"/>
                    </a:lnTo>
                    <a:lnTo>
                      <a:pt x="69454" y="229511"/>
                    </a:lnTo>
                    <a:cubicBezTo>
                      <a:pt x="126361" y="229511"/>
                      <a:pt x="172492" y="275642"/>
                      <a:pt x="172492" y="332549"/>
                    </a:cubicBezTo>
                    <a:lnTo>
                      <a:pt x="172492" y="402003"/>
                    </a:lnTo>
                    <a:lnTo>
                      <a:pt x="229511" y="402003"/>
                    </a:lnTo>
                    <a:lnTo>
                      <a:pt x="229511" y="332549"/>
                    </a:lnTo>
                    <a:cubicBezTo>
                      <a:pt x="229511" y="275642"/>
                      <a:pt x="275641" y="229511"/>
                      <a:pt x="332549" y="229511"/>
                    </a:cubicBezTo>
                    <a:lnTo>
                      <a:pt x="402003" y="229511"/>
                    </a:lnTo>
                    <a:lnTo>
                      <a:pt x="402003" y="172492"/>
                    </a:lnTo>
                    <a:lnTo>
                      <a:pt x="332549" y="17249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6" name="Google Shape;576;p29"/>
              <p:cNvSpPr/>
              <p:nvPr/>
            </p:nvSpPr>
            <p:spPr>
              <a:xfrm>
                <a:off x="8523963" y="3468650"/>
                <a:ext cx="151756" cy="151756"/>
              </a:xfrm>
              <a:custGeom>
                <a:avLst/>
                <a:gdLst/>
                <a:ahLst/>
                <a:cxnLst/>
                <a:rect l="l" t="t" r="r" b="b"/>
                <a:pathLst>
                  <a:path w="402002" h="402002" extrusionOk="0">
                    <a:moveTo>
                      <a:pt x="332549" y="172492"/>
                    </a:moveTo>
                    <a:cubicBezTo>
                      <a:pt x="275641" y="172492"/>
                      <a:pt x="229511" y="126361"/>
                      <a:pt x="229511" y="69454"/>
                    </a:cubicBezTo>
                    <a:lnTo>
                      <a:pt x="229511" y="0"/>
                    </a:lnTo>
                    <a:lnTo>
                      <a:pt x="172492" y="0"/>
                    </a:lnTo>
                    <a:lnTo>
                      <a:pt x="172492" y="69454"/>
                    </a:lnTo>
                    <a:cubicBezTo>
                      <a:pt x="172492" y="126361"/>
                      <a:pt x="126361" y="172492"/>
                      <a:pt x="69454" y="172492"/>
                    </a:cubicBezTo>
                    <a:lnTo>
                      <a:pt x="0" y="172492"/>
                    </a:lnTo>
                    <a:lnTo>
                      <a:pt x="0" y="229511"/>
                    </a:lnTo>
                    <a:lnTo>
                      <a:pt x="69454" y="229511"/>
                    </a:lnTo>
                    <a:cubicBezTo>
                      <a:pt x="126361" y="229511"/>
                      <a:pt x="172492" y="275642"/>
                      <a:pt x="172492" y="332549"/>
                    </a:cubicBezTo>
                    <a:lnTo>
                      <a:pt x="172492" y="402003"/>
                    </a:lnTo>
                    <a:lnTo>
                      <a:pt x="229511" y="402003"/>
                    </a:lnTo>
                    <a:lnTo>
                      <a:pt x="229511" y="332549"/>
                    </a:lnTo>
                    <a:cubicBezTo>
                      <a:pt x="229511" y="275642"/>
                      <a:pt x="275641" y="229511"/>
                      <a:pt x="332549" y="229511"/>
                    </a:cubicBezTo>
                    <a:lnTo>
                      <a:pt x="402003" y="229511"/>
                    </a:lnTo>
                    <a:lnTo>
                      <a:pt x="402003" y="172492"/>
                    </a:lnTo>
                    <a:lnTo>
                      <a:pt x="332549" y="17249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77" name="Google Shape;577;p29"/>
              <p:cNvGrpSpPr/>
              <p:nvPr/>
            </p:nvGrpSpPr>
            <p:grpSpPr>
              <a:xfrm>
                <a:off x="8011977" y="3892082"/>
                <a:ext cx="824036" cy="1110635"/>
                <a:chOff x="4808533" y="-2"/>
                <a:chExt cx="267770" cy="360924"/>
              </a:xfrm>
            </p:grpSpPr>
            <p:sp>
              <p:nvSpPr>
                <p:cNvPr id="578" name="Google Shape;578;p29"/>
                <p:cNvSpPr/>
                <p:nvPr/>
              </p:nvSpPr>
              <p:spPr>
                <a:xfrm>
                  <a:off x="4808533" y="-2"/>
                  <a:ext cx="267770" cy="3609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027" h="481232" extrusionOk="0">
                      <a:moveTo>
                        <a:pt x="338429" y="198640"/>
                      </a:moveTo>
                      <a:cubicBezTo>
                        <a:pt x="375598" y="136535"/>
                        <a:pt x="355300" y="55767"/>
                        <a:pt x="293194" y="18598"/>
                      </a:cubicBezTo>
                      <a:cubicBezTo>
                        <a:pt x="231089" y="-18571"/>
                        <a:pt x="150321" y="1728"/>
                        <a:pt x="113152" y="63833"/>
                      </a:cubicBezTo>
                      <a:cubicBezTo>
                        <a:pt x="80912" y="117716"/>
                        <a:pt x="91913" y="185623"/>
                        <a:pt x="135937" y="226960"/>
                      </a:cubicBezTo>
                      <a:lnTo>
                        <a:pt x="58732" y="341155"/>
                      </a:lnTo>
                      <a:lnTo>
                        <a:pt x="26200" y="389257"/>
                      </a:lnTo>
                      <a:lnTo>
                        <a:pt x="7000" y="417644"/>
                      </a:lnTo>
                      <a:cubicBezTo>
                        <a:pt x="-6107" y="437024"/>
                        <a:pt x="-237" y="463439"/>
                        <a:pt x="19838" y="475447"/>
                      </a:cubicBezTo>
                      <a:cubicBezTo>
                        <a:pt x="39240" y="487053"/>
                        <a:pt x="64243" y="480600"/>
                        <a:pt x="75714" y="461422"/>
                      </a:cubicBezTo>
                      <a:cubicBezTo>
                        <a:pt x="76095" y="460772"/>
                        <a:pt x="76476" y="460100"/>
                        <a:pt x="76835" y="459428"/>
                      </a:cubicBezTo>
                      <a:lnTo>
                        <a:pt x="92786" y="429093"/>
                      </a:lnTo>
                      <a:lnTo>
                        <a:pt x="119806" y="377674"/>
                      </a:lnTo>
                      <a:lnTo>
                        <a:pt x="183928" y="255660"/>
                      </a:lnTo>
                      <a:cubicBezTo>
                        <a:pt x="241149" y="274928"/>
                        <a:pt x="306189" y="252523"/>
                        <a:pt x="338451" y="198640"/>
                      </a:cubicBezTo>
                      <a:close/>
                      <a:moveTo>
                        <a:pt x="172412" y="220418"/>
                      </a:moveTo>
                      <a:cubicBezTo>
                        <a:pt x="123234" y="191001"/>
                        <a:pt x="107170" y="127058"/>
                        <a:pt x="136610" y="77880"/>
                      </a:cubicBezTo>
                      <a:cubicBezTo>
                        <a:pt x="166027" y="28703"/>
                        <a:pt x="229969" y="12639"/>
                        <a:pt x="279147" y="42056"/>
                      </a:cubicBezTo>
                      <a:cubicBezTo>
                        <a:pt x="328325" y="71473"/>
                        <a:pt x="344388" y="135415"/>
                        <a:pt x="314972" y="184593"/>
                      </a:cubicBezTo>
                      <a:cubicBezTo>
                        <a:pt x="285532" y="233771"/>
                        <a:pt x="221590" y="249835"/>
                        <a:pt x="172434" y="220418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9" name="Google Shape;579;p29"/>
                <p:cNvSpPr/>
                <p:nvPr/>
              </p:nvSpPr>
              <p:spPr>
                <a:xfrm>
                  <a:off x="4881349" y="121337"/>
                  <a:ext cx="119723" cy="76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9631" h="101917" extrusionOk="0">
                      <a:moveTo>
                        <a:pt x="128489" y="101895"/>
                      </a:moveTo>
                      <a:cubicBezTo>
                        <a:pt x="104830" y="101895"/>
                        <a:pt x="81507" y="95510"/>
                        <a:pt x="60716" y="83076"/>
                      </a:cubicBezTo>
                      <a:cubicBezTo>
                        <a:pt x="29954" y="64682"/>
                        <a:pt x="8402" y="35354"/>
                        <a:pt x="0" y="515"/>
                      </a:cubicBezTo>
                      <a:lnTo>
                        <a:pt x="2173" y="0"/>
                      </a:lnTo>
                      <a:cubicBezTo>
                        <a:pt x="10440" y="34256"/>
                        <a:pt x="31635" y="63091"/>
                        <a:pt x="61858" y="81171"/>
                      </a:cubicBezTo>
                      <a:cubicBezTo>
                        <a:pt x="91253" y="98759"/>
                        <a:pt x="125801" y="104046"/>
                        <a:pt x="159116" y="96025"/>
                      </a:cubicBezTo>
                      <a:lnTo>
                        <a:pt x="159632" y="98199"/>
                      </a:lnTo>
                      <a:cubicBezTo>
                        <a:pt x="149303" y="100686"/>
                        <a:pt x="138863" y="101918"/>
                        <a:pt x="128467" y="101918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80" name="Google Shape;580;p29"/>
                <p:cNvSpPr/>
                <p:nvPr/>
              </p:nvSpPr>
              <p:spPr>
                <a:xfrm>
                  <a:off x="4828166" y="255848"/>
                  <a:ext cx="70204" cy="65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605" h="87959" extrusionOk="0">
                      <a:moveTo>
                        <a:pt x="66586" y="87960"/>
                      </a:moveTo>
                      <a:lnTo>
                        <a:pt x="0" y="48102"/>
                      </a:lnTo>
                      <a:lnTo>
                        <a:pt x="32554" y="0"/>
                      </a:lnTo>
                      <a:lnTo>
                        <a:pt x="93606" y="36542"/>
                      </a:lnTo>
                      <a:lnTo>
                        <a:pt x="66586" y="8796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81" name="Google Shape;581;p29"/>
                <p:cNvSpPr/>
                <p:nvPr/>
              </p:nvSpPr>
              <p:spPr>
                <a:xfrm>
                  <a:off x="4890910" y="11421"/>
                  <a:ext cx="173953" cy="1739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937" h="231937" extrusionOk="0">
                      <a:moveTo>
                        <a:pt x="115742" y="231937"/>
                      </a:moveTo>
                      <a:cubicBezTo>
                        <a:pt x="95488" y="231937"/>
                        <a:pt x="74988" y="226650"/>
                        <a:pt x="56392" y="215515"/>
                      </a:cubicBezTo>
                      <a:cubicBezTo>
                        <a:pt x="1524" y="182692"/>
                        <a:pt x="-16400" y="111334"/>
                        <a:pt x="16423" y="56466"/>
                      </a:cubicBezTo>
                      <a:cubicBezTo>
                        <a:pt x="32330" y="29894"/>
                        <a:pt x="57625" y="11097"/>
                        <a:pt x="87669" y="3546"/>
                      </a:cubicBezTo>
                      <a:cubicBezTo>
                        <a:pt x="117713" y="-4004"/>
                        <a:pt x="148900" y="589"/>
                        <a:pt x="175472" y="16496"/>
                      </a:cubicBezTo>
                      <a:cubicBezTo>
                        <a:pt x="202044" y="32403"/>
                        <a:pt x="220841" y="57698"/>
                        <a:pt x="228391" y="87742"/>
                      </a:cubicBezTo>
                      <a:cubicBezTo>
                        <a:pt x="235942" y="117786"/>
                        <a:pt x="231349" y="148973"/>
                        <a:pt x="215441" y="175545"/>
                      </a:cubicBezTo>
                      <a:lnTo>
                        <a:pt x="215441" y="175545"/>
                      </a:lnTo>
                      <a:cubicBezTo>
                        <a:pt x="193732" y="211818"/>
                        <a:pt x="155218" y="231937"/>
                        <a:pt x="115742" y="231937"/>
                      </a:cubicBezTo>
                      <a:close/>
                      <a:moveTo>
                        <a:pt x="116145" y="2247"/>
                      </a:moveTo>
                      <a:cubicBezTo>
                        <a:pt x="106847" y="2247"/>
                        <a:pt x="97482" y="3389"/>
                        <a:pt x="88229" y="5719"/>
                      </a:cubicBezTo>
                      <a:cubicBezTo>
                        <a:pt x="58767" y="13113"/>
                        <a:pt x="33965" y="31552"/>
                        <a:pt x="18350" y="57631"/>
                      </a:cubicBezTo>
                      <a:cubicBezTo>
                        <a:pt x="-13845" y="111446"/>
                        <a:pt x="3742" y="181415"/>
                        <a:pt x="57535" y="213610"/>
                      </a:cubicBezTo>
                      <a:cubicBezTo>
                        <a:pt x="111350" y="245805"/>
                        <a:pt x="181319" y="228218"/>
                        <a:pt x="213515" y="174425"/>
                      </a:cubicBezTo>
                      <a:cubicBezTo>
                        <a:pt x="229108" y="148369"/>
                        <a:pt x="233612" y="117786"/>
                        <a:pt x="226218" y="88325"/>
                      </a:cubicBezTo>
                      <a:cubicBezTo>
                        <a:pt x="218824" y="58863"/>
                        <a:pt x="200386" y="34061"/>
                        <a:pt x="174307" y="18445"/>
                      </a:cubicBezTo>
                      <a:cubicBezTo>
                        <a:pt x="156428" y="7758"/>
                        <a:pt x="136421" y="2269"/>
                        <a:pt x="116123" y="226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82" name="Google Shape;582;p29"/>
                <p:cNvSpPr/>
                <p:nvPr/>
              </p:nvSpPr>
              <p:spPr>
                <a:xfrm rot="-3544142">
                  <a:off x="4800339" y="262838"/>
                  <a:ext cx="177412" cy="16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6859" h="2240" extrusionOk="0">
                      <a:moveTo>
                        <a:pt x="0" y="0"/>
                      </a:moveTo>
                      <a:lnTo>
                        <a:pt x="236860" y="0"/>
                      </a:lnTo>
                      <a:lnTo>
                        <a:pt x="236860" y="2241"/>
                      </a:lnTo>
                      <a:lnTo>
                        <a:pt x="0" y="224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83" name="Google Shape;583;p29"/>
              <p:cNvGrpSpPr/>
              <p:nvPr/>
            </p:nvGrpSpPr>
            <p:grpSpPr>
              <a:xfrm>
                <a:off x="8675731" y="3060467"/>
                <a:ext cx="287317" cy="256903"/>
                <a:chOff x="2957323" y="3936947"/>
                <a:chExt cx="194554" cy="173959"/>
              </a:xfrm>
            </p:grpSpPr>
            <p:sp>
              <p:nvSpPr>
                <p:cNvPr id="584" name="Google Shape;584;p29"/>
                <p:cNvSpPr/>
                <p:nvPr/>
              </p:nvSpPr>
              <p:spPr>
                <a:xfrm rot="-45834">
                  <a:off x="3060432" y="3936962"/>
                  <a:ext cx="3360" cy="1739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0" h="231886" extrusionOk="0">
                      <a:moveTo>
                        <a:pt x="0" y="0"/>
                      </a:moveTo>
                      <a:lnTo>
                        <a:pt x="4481" y="0"/>
                      </a:lnTo>
                      <a:lnTo>
                        <a:pt x="4481" y="231886"/>
                      </a:lnTo>
                      <a:lnTo>
                        <a:pt x="0" y="23188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85" name="Google Shape;585;p29"/>
                <p:cNvSpPr/>
                <p:nvPr/>
              </p:nvSpPr>
              <p:spPr>
                <a:xfrm rot="-206705">
                  <a:off x="2957248" y="4012021"/>
                  <a:ext cx="194704" cy="3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003" h="4480" extrusionOk="0">
                      <a:moveTo>
                        <a:pt x="0" y="0"/>
                      </a:moveTo>
                      <a:lnTo>
                        <a:pt x="260004" y="0"/>
                      </a:lnTo>
                      <a:lnTo>
                        <a:pt x="260004" y="4481"/>
                      </a:lnTo>
                      <a:lnTo>
                        <a:pt x="0" y="448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86" name="Google Shape;586;p29"/>
                <p:cNvSpPr/>
                <p:nvPr/>
              </p:nvSpPr>
              <p:spPr>
                <a:xfrm rot="-2667569">
                  <a:off x="2985839" y="4013185"/>
                  <a:ext cx="150521" cy="33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811" h="4480" extrusionOk="0">
                      <a:moveTo>
                        <a:pt x="0" y="0"/>
                      </a:moveTo>
                      <a:lnTo>
                        <a:pt x="200811" y="0"/>
                      </a:lnTo>
                      <a:lnTo>
                        <a:pt x="200811" y="4481"/>
                      </a:lnTo>
                      <a:lnTo>
                        <a:pt x="0" y="448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87" name="Google Shape;587;p29"/>
                <p:cNvSpPr/>
                <p:nvPr/>
              </p:nvSpPr>
              <p:spPr>
                <a:xfrm rot="-2716216">
                  <a:off x="3069932" y="3955542"/>
                  <a:ext cx="3358" cy="1338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0" h="178518" extrusionOk="0">
                      <a:moveTo>
                        <a:pt x="0" y="0"/>
                      </a:moveTo>
                      <a:lnTo>
                        <a:pt x="4481" y="0"/>
                      </a:lnTo>
                      <a:lnTo>
                        <a:pt x="4481" y="178518"/>
                      </a:lnTo>
                      <a:lnTo>
                        <a:pt x="0" y="17851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88" name="Google Shape;588;p29"/>
              <p:cNvGrpSpPr/>
              <p:nvPr/>
            </p:nvGrpSpPr>
            <p:grpSpPr>
              <a:xfrm rot="-2066698">
                <a:off x="44790" y="136383"/>
                <a:ext cx="1134762" cy="743194"/>
                <a:chOff x="3925143" y="3783342"/>
                <a:chExt cx="240326" cy="157397"/>
              </a:xfrm>
            </p:grpSpPr>
            <p:sp>
              <p:nvSpPr>
                <p:cNvPr id="589" name="Google Shape;589;p29"/>
                <p:cNvSpPr/>
                <p:nvPr/>
              </p:nvSpPr>
              <p:spPr>
                <a:xfrm>
                  <a:off x="3955855" y="3817011"/>
                  <a:ext cx="93460" cy="1007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613" h="134381" extrusionOk="0">
                      <a:moveTo>
                        <a:pt x="70529" y="134382"/>
                      </a:moveTo>
                      <a:lnTo>
                        <a:pt x="8223" y="107900"/>
                      </a:lnTo>
                      <a:lnTo>
                        <a:pt x="0" y="40709"/>
                      </a:lnTo>
                      <a:lnTo>
                        <a:pt x="54084" y="0"/>
                      </a:lnTo>
                      <a:lnTo>
                        <a:pt x="116391" y="26482"/>
                      </a:lnTo>
                      <a:lnTo>
                        <a:pt x="124614" y="93673"/>
                      </a:lnTo>
                      <a:lnTo>
                        <a:pt x="70529" y="134382"/>
                      </a:lnTo>
                      <a:close/>
                      <a:moveTo>
                        <a:pt x="10306" y="106354"/>
                      </a:moveTo>
                      <a:lnTo>
                        <a:pt x="70216" y="131805"/>
                      </a:lnTo>
                      <a:lnTo>
                        <a:pt x="122216" y="92642"/>
                      </a:lnTo>
                      <a:lnTo>
                        <a:pt x="114308" y="28028"/>
                      </a:lnTo>
                      <a:lnTo>
                        <a:pt x="54398" y="2554"/>
                      </a:lnTo>
                      <a:lnTo>
                        <a:pt x="2397" y="41717"/>
                      </a:lnTo>
                      <a:lnTo>
                        <a:pt x="10306" y="10633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0" name="Google Shape;590;p29"/>
                <p:cNvSpPr/>
                <p:nvPr/>
              </p:nvSpPr>
              <p:spPr>
                <a:xfrm>
                  <a:off x="4041468" y="3806543"/>
                  <a:ext cx="93460" cy="1007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613" h="134381" extrusionOk="0">
                      <a:moveTo>
                        <a:pt x="70529" y="134382"/>
                      </a:moveTo>
                      <a:lnTo>
                        <a:pt x="8222" y="107900"/>
                      </a:lnTo>
                      <a:lnTo>
                        <a:pt x="0" y="40709"/>
                      </a:lnTo>
                      <a:lnTo>
                        <a:pt x="54084" y="0"/>
                      </a:lnTo>
                      <a:lnTo>
                        <a:pt x="116391" y="26482"/>
                      </a:lnTo>
                      <a:lnTo>
                        <a:pt x="124614" y="93673"/>
                      </a:lnTo>
                      <a:lnTo>
                        <a:pt x="70552" y="134382"/>
                      </a:lnTo>
                      <a:close/>
                      <a:moveTo>
                        <a:pt x="10306" y="106354"/>
                      </a:moveTo>
                      <a:lnTo>
                        <a:pt x="70215" y="131805"/>
                      </a:lnTo>
                      <a:lnTo>
                        <a:pt x="122216" y="92642"/>
                      </a:lnTo>
                      <a:lnTo>
                        <a:pt x="114308" y="28028"/>
                      </a:lnTo>
                      <a:lnTo>
                        <a:pt x="54398" y="2576"/>
                      </a:lnTo>
                      <a:lnTo>
                        <a:pt x="2397" y="41739"/>
                      </a:lnTo>
                      <a:lnTo>
                        <a:pt x="10306" y="106354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1" name="Google Shape;591;p29"/>
                <p:cNvSpPr/>
                <p:nvPr/>
              </p:nvSpPr>
              <p:spPr>
                <a:xfrm rot="-413295">
                  <a:off x="3993713" y="3783318"/>
                  <a:ext cx="1681" cy="346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0" h="46197" extrusionOk="0">
                      <a:moveTo>
                        <a:pt x="0" y="0"/>
                      </a:moveTo>
                      <a:lnTo>
                        <a:pt x="2241" y="0"/>
                      </a:lnTo>
                      <a:lnTo>
                        <a:pt x="2241" y="46198"/>
                      </a:lnTo>
                      <a:lnTo>
                        <a:pt x="0" y="4619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2" name="Google Shape;592;p29"/>
                <p:cNvSpPr/>
                <p:nvPr/>
              </p:nvSpPr>
              <p:spPr>
                <a:xfrm rot="-413295">
                  <a:off x="4095626" y="3906097"/>
                  <a:ext cx="1681" cy="346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0" h="46197" extrusionOk="0">
                      <a:moveTo>
                        <a:pt x="0" y="0"/>
                      </a:moveTo>
                      <a:lnTo>
                        <a:pt x="2241" y="0"/>
                      </a:lnTo>
                      <a:lnTo>
                        <a:pt x="2241" y="46198"/>
                      </a:lnTo>
                      <a:lnTo>
                        <a:pt x="0" y="4619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3" name="Google Shape;593;p29"/>
                <p:cNvSpPr/>
                <p:nvPr/>
              </p:nvSpPr>
              <p:spPr>
                <a:xfrm rot="-4446430">
                  <a:off x="4148738" y="3863950"/>
                  <a:ext cx="1677" cy="32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0" h="43509" extrusionOk="0">
                      <a:moveTo>
                        <a:pt x="0" y="0"/>
                      </a:moveTo>
                      <a:lnTo>
                        <a:pt x="2240" y="0"/>
                      </a:lnTo>
                      <a:lnTo>
                        <a:pt x="2240" y="43509"/>
                      </a:lnTo>
                      <a:lnTo>
                        <a:pt x="0" y="4350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4" name="Google Shape;594;p29"/>
                <p:cNvSpPr/>
                <p:nvPr/>
              </p:nvSpPr>
              <p:spPr>
                <a:xfrm rot="-4446430">
                  <a:off x="3940198" y="3827192"/>
                  <a:ext cx="1677" cy="325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40" h="43509" extrusionOk="0">
                      <a:moveTo>
                        <a:pt x="0" y="0"/>
                      </a:moveTo>
                      <a:lnTo>
                        <a:pt x="2240" y="0"/>
                      </a:lnTo>
                      <a:lnTo>
                        <a:pt x="2240" y="43509"/>
                      </a:lnTo>
                      <a:lnTo>
                        <a:pt x="0" y="4350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595" name="Google Shape;595;p29"/>
          <p:cNvSpPr txBox="1">
            <a:spLocks noGrp="1"/>
          </p:cNvSpPr>
          <p:nvPr>
            <p:ph type="title"/>
          </p:nvPr>
        </p:nvSpPr>
        <p:spPr>
          <a:xfrm>
            <a:off x="720000" y="47485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30"/>
          <p:cNvSpPr txBox="1">
            <a:spLocks noGrp="1"/>
          </p:cNvSpPr>
          <p:nvPr>
            <p:ph type="subTitle" idx="1"/>
          </p:nvPr>
        </p:nvSpPr>
        <p:spPr>
          <a:xfrm>
            <a:off x="1279750" y="1859250"/>
            <a:ext cx="4536900" cy="21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598" name="Google Shape;598;p30"/>
          <p:cNvSpPr txBox="1">
            <a:spLocks noGrp="1"/>
          </p:cNvSpPr>
          <p:nvPr>
            <p:ph type="title"/>
          </p:nvPr>
        </p:nvSpPr>
        <p:spPr>
          <a:xfrm>
            <a:off x="1279750" y="1359450"/>
            <a:ext cx="4536900" cy="57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599" name="Google Shape;599;p30"/>
          <p:cNvGrpSpPr/>
          <p:nvPr/>
        </p:nvGrpSpPr>
        <p:grpSpPr>
          <a:xfrm>
            <a:off x="-1506000" y="-1273150"/>
            <a:ext cx="11796024" cy="8178296"/>
            <a:chOff x="-1506000" y="-1273150"/>
            <a:chExt cx="11796024" cy="8178296"/>
          </a:xfrm>
        </p:grpSpPr>
        <p:sp>
          <p:nvSpPr>
            <p:cNvPr id="600" name="Google Shape;600;p30"/>
            <p:cNvSpPr/>
            <p:nvPr/>
          </p:nvSpPr>
          <p:spPr>
            <a:xfrm rot="-4355368">
              <a:off x="7209471" y="3860854"/>
              <a:ext cx="2724873" cy="2685624"/>
            </a:xfrm>
            <a:custGeom>
              <a:avLst/>
              <a:gdLst/>
              <a:ahLst/>
              <a:cxnLst/>
              <a:rect l="l" t="t" r="r" b="b"/>
              <a:pathLst>
                <a:path w="360365" h="346089" extrusionOk="0">
                  <a:moveTo>
                    <a:pt x="172081" y="337120"/>
                  </a:moveTo>
                  <a:lnTo>
                    <a:pt x="10634" y="186673"/>
                  </a:lnTo>
                  <a:cubicBezTo>
                    <a:pt x="-4063" y="172985"/>
                    <a:pt x="-3436" y="149505"/>
                    <a:pt x="11956" y="136600"/>
                  </a:cubicBezTo>
                  <a:lnTo>
                    <a:pt x="165696" y="7797"/>
                  </a:lnTo>
                  <a:cubicBezTo>
                    <a:pt x="178466" y="-2890"/>
                    <a:pt x="197151" y="-2554"/>
                    <a:pt x="209519" y="8581"/>
                  </a:cubicBezTo>
                  <a:lnTo>
                    <a:pt x="349300" y="134426"/>
                  </a:lnTo>
                  <a:cubicBezTo>
                    <a:pt x="362810" y="146592"/>
                    <a:pt x="364132" y="167294"/>
                    <a:pt x="352257" y="181072"/>
                  </a:cubicBezTo>
                  <a:lnTo>
                    <a:pt x="220183" y="334475"/>
                  </a:lnTo>
                  <a:cubicBezTo>
                    <a:pt x="207816" y="348859"/>
                    <a:pt x="185949" y="350047"/>
                    <a:pt x="172081" y="33712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30"/>
            <p:cNvSpPr/>
            <p:nvPr/>
          </p:nvSpPr>
          <p:spPr>
            <a:xfrm rot="2574778">
              <a:off x="-1173855" y="-319370"/>
              <a:ext cx="1765522" cy="1669537"/>
            </a:xfrm>
            <a:custGeom>
              <a:avLst/>
              <a:gdLst/>
              <a:ahLst/>
              <a:cxnLst/>
              <a:rect l="l" t="t" r="r" b="b"/>
              <a:pathLst>
                <a:path w="534870" h="505791" extrusionOk="0">
                  <a:moveTo>
                    <a:pt x="534513" y="294201"/>
                  </a:moveTo>
                  <a:lnTo>
                    <a:pt x="524184" y="175345"/>
                  </a:lnTo>
                  <a:cubicBezTo>
                    <a:pt x="521429" y="143553"/>
                    <a:pt x="501712" y="115727"/>
                    <a:pt x="472632" y="102575"/>
                  </a:cubicBezTo>
                  <a:lnTo>
                    <a:pt x="263195" y="7849"/>
                  </a:lnTo>
                  <a:cubicBezTo>
                    <a:pt x="231963" y="-6288"/>
                    <a:pt x="195377" y="-1045"/>
                    <a:pt x="169343" y="21292"/>
                  </a:cubicBezTo>
                  <a:lnTo>
                    <a:pt x="42265" y="130357"/>
                  </a:lnTo>
                  <a:cubicBezTo>
                    <a:pt x="25148" y="145054"/>
                    <a:pt x="14304" y="165733"/>
                    <a:pt x="11974" y="188160"/>
                  </a:cubicBezTo>
                  <a:lnTo>
                    <a:pt x="481" y="298189"/>
                  </a:lnTo>
                  <a:cubicBezTo>
                    <a:pt x="-3418" y="335469"/>
                    <a:pt x="16679" y="371160"/>
                    <a:pt x="50577" y="387157"/>
                  </a:cubicBezTo>
                  <a:lnTo>
                    <a:pt x="283942" y="497342"/>
                  </a:lnTo>
                  <a:cubicBezTo>
                    <a:pt x="316495" y="512711"/>
                    <a:pt x="355143" y="506774"/>
                    <a:pt x="381580" y="482308"/>
                  </a:cubicBezTo>
                  <a:lnTo>
                    <a:pt x="506575" y="366589"/>
                  </a:lnTo>
                  <a:cubicBezTo>
                    <a:pt x="526582" y="348061"/>
                    <a:pt x="536910" y="321332"/>
                    <a:pt x="534535" y="2941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02" name="Google Shape;602;p3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424000" y="2628288"/>
              <a:ext cx="1866024" cy="1861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3" name="Google Shape;603;p30"/>
            <p:cNvSpPr/>
            <p:nvPr/>
          </p:nvSpPr>
          <p:spPr>
            <a:xfrm>
              <a:off x="3682775" y="4429128"/>
              <a:ext cx="1135110" cy="1135082"/>
            </a:xfrm>
            <a:custGeom>
              <a:avLst/>
              <a:gdLst/>
              <a:ahLst/>
              <a:cxnLst/>
              <a:rect l="l" t="t" r="r" b="b"/>
              <a:pathLst>
                <a:path w="895550" h="895528" extrusionOk="0">
                  <a:moveTo>
                    <a:pt x="695075" y="349621"/>
                  </a:moveTo>
                  <a:lnTo>
                    <a:pt x="809517" y="178743"/>
                  </a:lnTo>
                  <a:lnTo>
                    <a:pt x="612985" y="239145"/>
                  </a:lnTo>
                  <a:lnTo>
                    <a:pt x="626450" y="33988"/>
                  </a:lnTo>
                  <a:lnTo>
                    <a:pt x="486355" y="184456"/>
                  </a:lnTo>
                  <a:lnTo>
                    <a:pt x="395551" y="0"/>
                  </a:lnTo>
                  <a:lnTo>
                    <a:pt x="349644" y="200475"/>
                  </a:lnTo>
                  <a:lnTo>
                    <a:pt x="178743" y="86033"/>
                  </a:lnTo>
                  <a:lnTo>
                    <a:pt x="239145" y="282565"/>
                  </a:lnTo>
                  <a:lnTo>
                    <a:pt x="33987" y="269100"/>
                  </a:lnTo>
                  <a:lnTo>
                    <a:pt x="184455" y="409195"/>
                  </a:lnTo>
                  <a:lnTo>
                    <a:pt x="0" y="499978"/>
                  </a:lnTo>
                  <a:lnTo>
                    <a:pt x="200475" y="545907"/>
                  </a:lnTo>
                  <a:lnTo>
                    <a:pt x="86033" y="716785"/>
                  </a:lnTo>
                  <a:lnTo>
                    <a:pt x="282565" y="656405"/>
                  </a:lnTo>
                  <a:lnTo>
                    <a:pt x="269099" y="861563"/>
                  </a:lnTo>
                  <a:lnTo>
                    <a:pt x="409195" y="711072"/>
                  </a:lnTo>
                  <a:lnTo>
                    <a:pt x="499977" y="895528"/>
                  </a:lnTo>
                  <a:lnTo>
                    <a:pt x="545906" y="695075"/>
                  </a:lnTo>
                  <a:lnTo>
                    <a:pt x="716785" y="809495"/>
                  </a:lnTo>
                  <a:lnTo>
                    <a:pt x="656405" y="612963"/>
                  </a:lnTo>
                  <a:lnTo>
                    <a:pt x="861563" y="626451"/>
                  </a:lnTo>
                  <a:lnTo>
                    <a:pt x="711072" y="486356"/>
                  </a:lnTo>
                  <a:lnTo>
                    <a:pt x="895550" y="395550"/>
                  </a:lnTo>
                  <a:lnTo>
                    <a:pt x="695075" y="34962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04" name="Google Shape;604;p30"/>
            <p:cNvGrpSpPr/>
            <p:nvPr/>
          </p:nvGrpSpPr>
          <p:grpSpPr>
            <a:xfrm rot="2700000">
              <a:off x="7357447" y="3637182"/>
              <a:ext cx="1134764" cy="743195"/>
              <a:chOff x="3925143" y="3783342"/>
              <a:chExt cx="240326" cy="157397"/>
            </a:xfrm>
          </p:grpSpPr>
          <p:sp>
            <p:nvSpPr>
              <p:cNvPr id="605" name="Google Shape;605;p30"/>
              <p:cNvSpPr/>
              <p:nvPr/>
            </p:nvSpPr>
            <p:spPr>
              <a:xfrm>
                <a:off x="3955855" y="3817011"/>
                <a:ext cx="93460" cy="100786"/>
              </a:xfrm>
              <a:custGeom>
                <a:avLst/>
                <a:gdLst/>
                <a:ahLst/>
                <a:cxnLst/>
                <a:rect l="l" t="t" r="r" b="b"/>
                <a:pathLst>
                  <a:path w="124613" h="134381" extrusionOk="0">
                    <a:moveTo>
                      <a:pt x="70529" y="134382"/>
                    </a:moveTo>
                    <a:lnTo>
                      <a:pt x="8223" y="107900"/>
                    </a:lnTo>
                    <a:lnTo>
                      <a:pt x="0" y="40709"/>
                    </a:lnTo>
                    <a:lnTo>
                      <a:pt x="54084" y="0"/>
                    </a:lnTo>
                    <a:lnTo>
                      <a:pt x="116391" y="26482"/>
                    </a:lnTo>
                    <a:lnTo>
                      <a:pt x="124614" y="93673"/>
                    </a:lnTo>
                    <a:lnTo>
                      <a:pt x="70529" y="134382"/>
                    </a:lnTo>
                    <a:close/>
                    <a:moveTo>
                      <a:pt x="10306" y="106354"/>
                    </a:moveTo>
                    <a:lnTo>
                      <a:pt x="70216" y="131805"/>
                    </a:lnTo>
                    <a:lnTo>
                      <a:pt x="122216" y="92642"/>
                    </a:lnTo>
                    <a:lnTo>
                      <a:pt x="114308" y="28028"/>
                    </a:lnTo>
                    <a:lnTo>
                      <a:pt x="54398" y="2554"/>
                    </a:lnTo>
                    <a:lnTo>
                      <a:pt x="2397" y="41717"/>
                    </a:lnTo>
                    <a:lnTo>
                      <a:pt x="10306" y="1063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6" name="Google Shape;606;p30"/>
              <p:cNvSpPr/>
              <p:nvPr/>
            </p:nvSpPr>
            <p:spPr>
              <a:xfrm>
                <a:off x="4041468" y="3806543"/>
                <a:ext cx="93460" cy="100786"/>
              </a:xfrm>
              <a:custGeom>
                <a:avLst/>
                <a:gdLst/>
                <a:ahLst/>
                <a:cxnLst/>
                <a:rect l="l" t="t" r="r" b="b"/>
                <a:pathLst>
                  <a:path w="124613" h="134381" extrusionOk="0">
                    <a:moveTo>
                      <a:pt x="70529" y="134382"/>
                    </a:moveTo>
                    <a:lnTo>
                      <a:pt x="8222" y="107900"/>
                    </a:lnTo>
                    <a:lnTo>
                      <a:pt x="0" y="40709"/>
                    </a:lnTo>
                    <a:lnTo>
                      <a:pt x="54084" y="0"/>
                    </a:lnTo>
                    <a:lnTo>
                      <a:pt x="116391" y="26482"/>
                    </a:lnTo>
                    <a:lnTo>
                      <a:pt x="124614" y="93673"/>
                    </a:lnTo>
                    <a:lnTo>
                      <a:pt x="70552" y="134382"/>
                    </a:lnTo>
                    <a:close/>
                    <a:moveTo>
                      <a:pt x="10306" y="106354"/>
                    </a:moveTo>
                    <a:lnTo>
                      <a:pt x="70215" y="131805"/>
                    </a:lnTo>
                    <a:lnTo>
                      <a:pt x="122216" y="92642"/>
                    </a:lnTo>
                    <a:lnTo>
                      <a:pt x="114308" y="28028"/>
                    </a:lnTo>
                    <a:lnTo>
                      <a:pt x="54398" y="2576"/>
                    </a:lnTo>
                    <a:lnTo>
                      <a:pt x="2397" y="41739"/>
                    </a:lnTo>
                    <a:lnTo>
                      <a:pt x="10306" y="10635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7" name="Google Shape;607;p30"/>
              <p:cNvSpPr/>
              <p:nvPr/>
            </p:nvSpPr>
            <p:spPr>
              <a:xfrm rot="-413295">
                <a:off x="3993713" y="3783318"/>
                <a:ext cx="1681" cy="34667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46197" extrusionOk="0">
                    <a:moveTo>
                      <a:pt x="0" y="0"/>
                    </a:moveTo>
                    <a:lnTo>
                      <a:pt x="2241" y="0"/>
                    </a:lnTo>
                    <a:lnTo>
                      <a:pt x="2241" y="46198"/>
                    </a:lnTo>
                    <a:lnTo>
                      <a:pt x="0" y="4619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8" name="Google Shape;608;p30"/>
              <p:cNvSpPr/>
              <p:nvPr/>
            </p:nvSpPr>
            <p:spPr>
              <a:xfrm rot="-413295">
                <a:off x="4095626" y="3906097"/>
                <a:ext cx="1681" cy="34667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46197" extrusionOk="0">
                    <a:moveTo>
                      <a:pt x="0" y="0"/>
                    </a:moveTo>
                    <a:lnTo>
                      <a:pt x="2241" y="0"/>
                    </a:lnTo>
                    <a:lnTo>
                      <a:pt x="2241" y="46198"/>
                    </a:lnTo>
                    <a:lnTo>
                      <a:pt x="0" y="4619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9" name="Google Shape;609;p30"/>
              <p:cNvSpPr/>
              <p:nvPr/>
            </p:nvSpPr>
            <p:spPr>
              <a:xfrm rot="-4446430">
                <a:off x="4148738" y="3863950"/>
                <a:ext cx="1677" cy="32572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43509" extrusionOk="0">
                    <a:moveTo>
                      <a:pt x="0" y="0"/>
                    </a:moveTo>
                    <a:lnTo>
                      <a:pt x="2240" y="0"/>
                    </a:lnTo>
                    <a:lnTo>
                      <a:pt x="2240" y="43509"/>
                    </a:lnTo>
                    <a:lnTo>
                      <a:pt x="0" y="4350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0" name="Google Shape;610;p30"/>
              <p:cNvSpPr/>
              <p:nvPr/>
            </p:nvSpPr>
            <p:spPr>
              <a:xfrm rot="-4446430">
                <a:off x="3940198" y="3827192"/>
                <a:ext cx="1677" cy="32572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43509" extrusionOk="0">
                    <a:moveTo>
                      <a:pt x="0" y="0"/>
                    </a:moveTo>
                    <a:lnTo>
                      <a:pt x="2240" y="0"/>
                    </a:lnTo>
                    <a:lnTo>
                      <a:pt x="2240" y="43509"/>
                    </a:lnTo>
                    <a:lnTo>
                      <a:pt x="0" y="4350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1" name="Google Shape;611;p30"/>
            <p:cNvGrpSpPr/>
            <p:nvPr/>
          </p:nvGrpSpPr>
          <p:grpSpPr>
            <a:xfrm>
              <a:off x="8521257" y="1005277"/>
              <a:ext cx="494365" cy="743207"/>
              <a:chOff x="2993166" y="926240"/>
              <a:chExt cx="181226" cy="272437"/>
            </a:xfrm>
          </p:grpSpPr>
          <p:sp>
            <p:nvSpPr>
              <p:cNvPr id="612" name="Google Shape;612;p30"/>
              <p:cNvSpPr/>
              <p:nvPr/>
            </p:nvSpPr>
            <p:spPr>
              <a:xfrm>
                <a:off x="2993166" y="926240"/>
                <a:ext cx="181226" cy="272437"/>
              </a:xfrm>
              <a:custGeom>
                <a:avLst/>
                <a:gdLst/>
                <a:ahLst/>
                <a:cxnLst/>
                <a:rect l="l" t="t" r="r" b="b"/>
                <a:pathLst>
                  <a:path w="241634" h="363249" extrusionOk="0">
                    <a:moveTo>
                      <a:pt x="227216" y="140690"/>
                    </a:moveTo>
                    <a:lnTo>
                      <a:pt x="143670" y="132423"/>
                    </a:lnTo>
                    <a:lnTo>
                      <a:pt x="171227" y="19840"/>
                    </a:lnTo>
                    <a:cubicBezTo>
                      <a:pt x="175170" y="3709"/>
                      <a:pt x="154939" y="-6978"/>
                      <a:pt x="143826" y="5367"/>
                    </a:cubicBezTo>
                    <a:lnTo>
                      <a:pt x="4112" y="160787"/>
                    </a:lnTo>
                    <a:cubicBezTo>
                      <a:pt x="-4581" y="170466"/>
                      <a:pt x="1312" y="185925"/>
                      <a:pt x="14262" y="187336"/>
                    </a:cubicBezTo>
                    <a:lnTo>
                      <a:pt x="101101" y="196791"/>
                    </a:lnTo>
                    <a:lnTo>
                      <a:pt x="64089" y="344078"/>
                    </a:lnTo>
                    <a:cubicBezTo>
                      <a:pt x="60034" y="360231"/>
                      <a:pt x="80982" y="370380"/>
                      <a:pt x="91131" y="357184"/>
                    </a:cubicBezTo>
                    <a:lnTo>
                      <a:pt x="238620" y="165873"/>
                    </a:lnTo>
                    <a:cubicBezTo>
                      <a:pt x="245789" y="155880"/>
                      <a:pt x="239449" y="141877"/>
                      <a:pt x="227216" y="14066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3" name="Google Shape;613;p30"/>
              <p:cNvSpPr/>
              <p:nvPr/>
            </p:nvSpPr>
            <p:spPr>
              <a:xfrm>
                <a:off x="3043988" y="927157"/>
                <a:ext cx="120479" cy="135334"/>
              </a:xfrm>
              <a:custGeom>
                <a:avLst/>
                <a:gdLst/>
                <a:ahLst/>
                <a:cxnLst/>
                <a:rect l="l" t="t" r="r" b="b"/>
                <a:pathLst>
                  <a:path w="160639" h="180445" extrusionOk="0">
                    <a:moveTo>
                      <a:pt x="160214" y="180445"/>
                    </a:moveTo>
                    <a:lnTo>
                      <a:pt x="0" y="165255"/>
                    </a:lnTo>
                    <a:lnTo>
                      <a:pt x="94233" y="0"/>
                    </a:lnTo>
                    <a:lnTo>
                      <a:pt x="98131" y="2218"/>
                    </a:lnTo>
                    <a:lnTo>
                      <a:pt x="7326" y="161446"/>
                    </a:lnTo>
                    <a:lnTo>
                      <a:pt x="160640" y="175987"/>
                    </a:lnTo>
                    <a:lnTo>
                      <a:pt x="160214" y="18044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14" name="Google Shape;614;p30"/>
            <p:cNvGrpSpPr/>
            <p:nvPr/>
          </p:nvGrpSpPr>
          <p:grpSpPr>
            <a:xfrm rot="-765829">
              <a:off x="7727650" y="1951069"/>
              <a:ext cx="1194228" cy="982095"/>
              <a:chOff x="6450059" y="3493418"/>
              <a:chExt cx="375098" cy="308495"/>
            </a:xfrm>
          </p:grpSpPr>
          <p:sp>
            <p:nvSpPr>
              <p:cNvPr id="615" name="Google Shape;615;p30"/>
              <p:cNvSpPr/>
              <p:nvPr/>
            </p:nvSpPr>
            <p:spPr>
              <a:xfrm rot="-2700000">
                <a:off x="6526781" y="3538596"/>
                <a:ext cx="218139" cy="218139"/>
              </a:xfrm>
              <a:custGeom>
                <a:avLst/>
                <a:gdLst/>
                <a:ahLst/>
                <a:cxnLst/>
                <a:rect l="l" t="t" r="r" b="b"/>
                <a:pathLst>
                  <a:path w="291033" h="291033" extrusionOk="0">
                    <a:moveTo>
                      <a:pt x="291034" y="145517"/>
                    </a:moveTo>
                    <a:cubicBezTo>
                      <a:pt x="291034" y="225884"/>
                      <a:pt x="225884" y="291034"/>
                      <a:pt x="145517" y="291034"/>
                    </a:cubicBezTo>
                    <a:cubicBezTo>
                      <a:pt x="65150" y="291034"/>
                      <a:pt x="0" y="225884"/>
                      <a:pt x="0" y="145517"/>
                    </a:cubicBezTo>
                    <a:cubicBezTo>
                      <a:pt x="0" y="65150"/>
                      <a:pt x="65150" y="0"/>
                      <a:pt x="145517" y="0"/>
                    </a:cubicBezTo>
                    <a:cubicBezTo>
                      <a:pt x="225884" y="0"/>
                      <a:pt x="291034" y="65150"/>
                      <a:pt x="291034" y="14551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6" name="Google Shape;616;p30"/>
              <p:cNvSpPr/>
              <p:nvPr/>
            </p:nvSpPr>
            <p:spPr>
              <a:xfrm>
                <a:off x="6552423" y="3558567"/>
                <a:ext cx="172641" cy="178224"/>
              </a:xfrm>
              <a:custGeom>
                <a:avLst/>
                <a:gdLst/>
                <a:ahLst/>
                <a:cxnLst/>
                <a:rect l="l" t="t" r="r" b="b"/>
                <a:pathLst>
                  <a:path w="230188" h="237632" extrusionOk="0">
                    <a:moveTo>
                      <a:pt x="111283" y="237633"/>
                    </a:moveTo>
                    <a:cubicBezTo>
                      <a:pt x="94412" y="237633"/>
                      <a:pt x="77609" y="234003"/>
                      <a:pt x="61836" y="226767"/>
                    </a:cubicBezTo>
                    <a:cubicBezTo>
                      <a:pt x="33002" y="213548"/>
                      <a:pt x="11023" y="189889"/>
                      <a:pt x="0" y="160136"/>
                    </a:cubicBezTo>
                    <a:lnTo>
                      <a:pt x="2106" y="159351"/>
                    </a:lnTo>
                    <a:cubicBezTo>
                      <a:pt x="12927" y="188544"/>
                      <a:pt x="34480" y="211756"/>
                      <a:pt x="62777" y="224728"/>
                    </a:cubicBezTo>
                    <a:cubicBezTo>
                      <a:pt x="91074" y="237700"/>
                      <a:pt x="122732" y="238887"/>
                      <a:pt x="151924" y="228044"/>
                    </a:cubicBezTo>
                    <a:cubicBezTo>
                      <a:pt x="181117" y="217200"/>
                      <a:pt x="204328" y="195669"/>
                      <a:pt x="217301" y="167372"/>
                    </a:cubicBezTo>
                    <a:cubicBezTo>
                      <a:pt x="230273" y="139076"/>
                      <a:pt x="231460" y="107418"/>
                      <a:pt x="220616" y="78225"/>
                    </a:cubicBezTo>
                    <a:cubicBezTo>
                      <a:pt x="198257" y="17980"/>
                      <a:pt x="131044" y="-12826"/>
                      <a:pt x="70798" y="9533"/>
                    </a:cubicBezTo>
                    <a:lnTo>
                      <a:pt x="70014" y="7427"/>
                    </a:lnTo>
                    <a:cubicBezTo>
                      <a:pt x="131424" y="-15358"/>
                      <a:pt x="199915" y="16053"/>
                      <a:pt x="222700" y="77441"/>
                    </a:cubicBezTo>
                    <a:cubicBezTo>
                      <a:pt x="233745" y="107194"/>
                      <a:pt x="232535" y="139457"/>
                      <a:pt x="219317" y="168291"/>
                    </a:cubicBezTo>
                    <a:cubicBezTo>
                      <a:pt x="206098" y="197126"/>
                      <a:pt x="182439" y="219104"/>
                      <a:pt x="152686" y="230127"/>
                    </a:cubicBezTo>
                    <a:cubicBezTo>
                      <a:pt x="139221" y="235123"/>
                      <a:pt x="125241" y="237610"/>
                      <a:pt x="111283" y="23761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" name="Google Shape;617;p30"/>
              <p:cNvSpPr/>
              <p:nvPr/>
            </p:nvSpPr>
            <p:spPr>
              <a:xfrm>
                <a:off x="6450059" y="3577630"/>
                <a:ext cx="375098" cy="148996"/>
              </a:xfrm>
              <a:custGeom>
                <a:avLst/>
                <a:gdLst/>
                <a:ahLst/>
                <a:cxnLst/>
                <a:rect l="l" t="t" r="r" b="b"/>
                <a:pathLst>
                  <a:path w="500131" h="198661" extrusionOk="0">
                    <a:moveTo>
                      <a:pt x="20588" y="198662"/>
                    </a:moveTo>
                    <a:cubicBezTo>
                      <a:pt x="9744" y="198662"/>
                      <a:pt x="2148" y="196780"/>
                      <a:pt x="379" y="192008"/>
                    </a:cubicBezTo>
                    <a:cubicBezTo>
                      <a:pt x="-6052" y="174689"/>
                      <a:pt x="71064" y="135997"/>
                      <a:pt x="104537" y="120179"/>
                    </a:cubicBezTo>
                    <a:lnTo>
                      <a:pt x="105500" y="122195"/>
                    </a:lnTo>
                    <a:cubicBezTo>
                      <a:pt x="24822" y="160372"/>
                      <a:pt x="-607" y="182889"/>
                      <a:pt x="2485" y="191223"/>
                    </a:cubicBezTo>
                    <a:cubicBezTo>
                      <a:pt x="6450" y="201865"/>
                      <a:pt x="55785" y="195749"/>
                      <a:pt x="128218" y="175607"/>
                    </a:cubicBezTo>
                    <a:cubicBezTo>
                      <a:pt x="168838" y="164338"/>
                      <a:pt x="215147" y="149148"/>
                      <a:pt x="262107" y="131717"/>
                    </a:cubicBezTo>
                    <a:cubicBezTo>
                      <a:pt x="309067" y="114286"/>
                      <a:pt x="354033" y="95579"/>
                      <a:pt x="392187" y="77610"/>
                    </a:cubicBezTo>
                    <a:cubicBezTo>
                      <a:pt x="460208" y="45617"/>
                      <a:pt x="501611" y="18059"/>
                      <a:pt x="497645" y="7395"/>
                    </a:cubicBezTo>
                    <a:cubicBezTo>
                      <a:pt x="494553" y="-940"/>
                      <a:pt x="460588" y="-1410"/>
                      <a:pt x="374555" y="22294"/>
                    </a:cubicBezTo>
                    <a:lnTo>
                      <a:pt x="373950" y="20143"/>
                    </a:lnTo>
                    <a:cubicBezTo>
                      <a:pt x="409641" y="10307"/>
                      <a:pt x="493321" y="-10685"/>
                      <a:pt x="499751" y="6611"/>
                    </a:cubicBezTo>
                    <a:cubicBezTo>
                      <a:pt x="506271" y="24198"/>
                      <a:pt x="427362" y="63518"/>
                      <a:pt x="393128" y="79627"/>
                    </a:cubicBezTo>
                    <a:cubicBezTo>
                      <a:pt x="354929" y="97617"/>
                      <a:pt x="309874" y="116348"/>
                      <a:pt x="262869" y="133801"/>
                    </a:cubicBezTo>
                    <a:cubicBezTo>
                      <a:pt x="215842" y="151254"/>
                      <a:pt x="169487" y="166444"/>
                      <a:pt x="128801" y="177736"/>
                    </a:cubicBezTo>
                    <a:cubicBezTo>
                      <a:pt x="102252" y="185129"/>
                      <a:pt x="49691" y="198639"/>
                      <a:pt x="20588" y="1986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8" name="Google Shape;618;p30"/>
              <p:cNvSpPr/>
              <p:nvPr/>
            </p:nvSpPr>
            <p:spPr>
              <a:xfrm>
                <a:off x="6509341" y="3594800"/>
                <a:ext cx="248904" cy="94169"/>
              </a:xfrm>
              <a:custGeom>
                <a:avLst/>
                <a:gdLst/>
                <a:ahLst/>
                <a:cxnLst/>
                <a:rect l="l" t="t" r="r" b="b"/>
                <a:pathLst>
                  <a:path w="331872" h="125559" extrusionOk="0">
                    <a:moveTo>
                      <a:pt x="2798" y="125515"/>
                    </a:moveTo>
                    <a:cubicBezTo>
                      <a:pt x="602" y="125515"/>
                      <a:pt x="356" y="124865"/>
                      <a:pt x="154" y="124283"/>
                    </a:cubicBezTo>
                    <a:cubicBezTo>
                      <a:pt x="-384" y="122849"/>
                      <a:pt x="-1101" y="120900"/>
                      <a:pt x="27980" y="107815"/>
                    </a:cubicBezTo>
                    <a:lnTo>
                      <a:pt x="28899" y="109854"/>
                    </a:lnTo>
                    <a:cubicBezTo>
                      <a:pt x="9788" y="118457"/>
                      <a:pt x="4366" y="121975"/>
                      <a:pt x="2865" y="123297"/>
                    </a:cubicBezTo>
                    <a:cubicBezTo>
                      <a:pt x="4837" y="123409"/>
                      <a:pt x="11244" y="122423"/>
                      <a:pt x="30871" y="116643"/>
                    </a:cubicBezTo>
                    <a:cubicBezTo>
                      <a:pt x="34141" y="115679"/>
                      <a:pt x="37659" y="114604"/>
                      <a:pt x="41378" y="113461"/>
                    </a:cubicBezTo>
                    <a:cubicBezTo>
                      <a:pt x="73260" y="103626"/>
                      <a:pt x="119570" y="87584"/>
                      <a:pt x="168434" y="69437"/>
                    </a:cubicBezTo>
                    <a:cubicBezTo>
                      <a:pt x="217275" y="51311"/>
                      <a:pt x="262824" y="33253"/>
                      <a:pt x="293428" y="19900"/>
                    </a:cubicBezTo>
                    <a:cubicBezTo>
                      <a:pt x="296991" y="18332"/>
                      <a:pt x="300351" y="16854"/>
                      <a:pt x="303465" y="15464"/>
                    </a:cubicBezTo>
                    <a:cubicBezTo>
                      <a:pt x="322151" y="7018"/>
                      <a:pt x="327505" y="3545"/>
                      <a:pt x="329029" y="2223"/>
                    </a:cubicBezTo>
                    <a:lnTo>
                      <a:pt x="328962" y="2223"/>
                    </a:lnTo>
                    <a:cubicBezTo>
                      <a:pt x="326833" y="2223"/>
                      <a:pt x="320358" y="3164"/>
                      <a:pt x="300531" y="9056"/>
                    </a:cubicBezTo>
                    <a:lnTo>
                      <a:pt x="299881" y="6906"/>
                    </a:lnTo>
                    <a:cubicBezTo>
                      <a:pt x="330440" y="-2168"/>
                      <a:pt x="331180" y="-196"/>
                      <a:pt x="331717" y="1237"/>
                    </a:cubicBezTo>
                    <a:cubicBezTo>
                      <a:pt x="332255" y="2649"/>
                      <a:pt x="332972" y="4598"/>
                      <a:pt x="304384" y="17525"/>
                    </a:cubicBezTo>
                    <a:cubicBezTo>
                      <a:pt x="301270" y="18915"/>
                      <a:pt x="297887" y="20416"/>
                      <a:pt x="294325" y="21984"/>
                    </a:cubicBezTo>
                    <a:cubicBezTo>
                      <a:pt x="263697" y="35360"/>
                      <a:pt x="218082" y="53417"/>
                      <a:pt x="169218" y="71565"/>
                    </a:cubicBezTo>
                    <a:cubicBezTo>
                      <a:pt x="120309" y="89712"/>
                      <a:pt x="73954" y="105777"/>
                      <a:pt x="42050" y="115634"/>
                    </a:cubicBezTo>
                    <a:cubicBezTo>
                      <a:pt x="38309" y="116777"/>
                      <a:pt x="34791" y="117852"/>
                      <a:pt x="31520" y="118838"/>
                    </a:cubicBezTo>
                    <a:cubicBezTo>
                      <a:pt x="13574" y="124126"/>
                      <a:pt x="6069" y="125559"/>
                      <a:pt x="2820" y="12555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19" name="Google Shape;619;p30"/>
            <p:cNvSpPr/>
            <p:nvPr/>
          </p:nvSpPr>
          <p:spPr>
            <a:xfrm>
              <a:off x="7196988" y="3483375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30"/>
            <p:cNvSpPr/>
            <p:nvPr/>
          </p:nvSpPr>
          <p:spPr>
            <a:xfrm>
              <a:off x="5986113" y="4874425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21" name="Google Shape;621;p30"/>
            <p:cNvGrpSpPr/>
            <p:nvPr/>
          </p:nvGrpSpPr>
          <p:grpSpPr>
            <a:xfrm>
              <a:off x="5128445" y="4011773"/>
              <a:ext cx="417843" cy="373630"/>
              <a:chOff x="2957323" y="3936947"/>
              <a:chExt cx="194554" cy="173959"/>
            </a:xfrm>
          </p:grpSpPr>
          <p:sp>
            <p:nvSpPr>
              <p:cNvPr id="622" name="Google Shape;622;p30"/>
              <p:cNvSpPr/>
              <p:nvPr/>
            </p:nvSpPr>
            <p:spPr>
              <a:xfrm rot="-45834">
                <a:off x="3060432" y="3936962"/>
                <a:ext cx="3360" cy="173930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231886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231886"/>
                    </a:lnTo>
                    <a:lnTo>
                      <a:pt x="0" y="23188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3" name="Google Shape;623;p30"/>
              <p:cNvSpPr/>
              <p:nvPr/>
            </p:nvSpPr>
            <p:spPr>
              <a:xfrm rot="-206705">
                <a:off x="2957248" y="4012021"/>
                <a:ext cx="194704" cy="3355"/>
              </a:xfrm>
              <a:custGeom>
                <a:avLst/>
                <a:gdLst/>
                <a:ahLst/>
                <a:cxnLst/>
                <a:rect l="l" t="t" r="r" b="b"/>
                <a:pathLst>
                  <a:path w="260003" h="4480" extrusionOk="0">
                    <a:moveTo>
                      <a:pt x="0" y="0"/>
                    </a:moveTo>
                    <a:lnTo>
                      <a:pt x="260004" y="0"/>
                    </a:lnTo>
                    <a:lnTo>
                      <a:pt x="260004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4" name="Google Shape;624;p30"/>
              <p:cNvSpPr/>
              <p:nvPr/>
            </p:nvSpPr>
            <p:spPr>
              <a:xfrm rot="-2667569">
                <a:off x="2985839" y="4013185"/>
                <a:ext cx="150521" cy="3358"/>
              </a:xfrm>
              <a:custGeom>
                <a:avLst/>
                <a:gdLst/>
                <a:ahLst/>
                <a:cxnLst/>
                <a:rect l="l" t="t" r="r" b="b"/>
                <a:pathLst>
                  <a:path w="200811" h="4480" extrusionOk="0">
                    <a:moveTo>
                      <a:pt x="0" y="0"/>
                    </a:moveTo>
                    <a:lnTo>
                      <a:pt x="200811" y="0"/>
                    </a:lnTo>
                    <a:lnTo>
                      <a:pt x="200811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5" name="Google Shape;625;p30"/>
              <p:cNvSpPr/>
              <p:nvPr/>
            </p:nvSpPr>
            <p:spPr>
              <a:xfrm rot="-2716216">
                <a:off x="3069932" y="3955542"/>
                <a:ext cx="3358" cy="133807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78518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78518"/>
                    </a:lnTo>
                    <a:lnTo>
                      <a:pt x="0" y="1785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26" name="Google Shape;626;p30"/>
            <p:cNvGrpSpPr/>
            <p:nvPr/>
          </p:nvGrpSpPr>
          <p:grpSpPr>
            <a:xfrm>
              <a:off x="7127301" y="2628295"/>
              <a:ext cx="599775" cy="483248"/>
              <a:chOff x="4528496" y="3602214"/>
              <a:chExt cx="116631" cy="93997"/>
            </a:xfrm>
          </p:grpSpPr>
          <p:sp>
            <p:nvSpPr>
              <p:cNvPr id="627" name="Google Shape;627;p30"/>
              <p:cNvSpPr/>
              <p:nvPr/>
            </p:nvSpPr>
            <p:spPr>
              <a:xfrm>
                <a:off x="4579124" y="3602214"/>
                <a:ext cx="66003" cy="54913"/>
              </a:xfrm>
              <a:custGeom>
                <a:avLst/>
                <a:gdLst/>
                <a:ahLst/>
                <a:cxnLst/>
                <a:rect l="l" t="t" r="r" b="b"/>
                <a:pathLst>
                  <a:path w="88004" h="73217" extrusionOk="0">
                    <a:moveTo>
                      <a:pt x="16378" y="73218"/>
                    </a:moveTo>
                    <a:lnTo>
                      <a:pt x="0" y="56840"/>
                    </a:lnTo>
                    <a:lnTo>
                      <a:pt x="1591" y="55249"/>
                    </a:lnTo>
                    <a:lnTo>
                      <a:pt x="16378" y="70036"/>
                    </a:lnTo>
                    <a:lnTo>
                      <a:pt x="86437" y="0"/>
                    </a:lnTo>
                    <a:lnTo>
                      <a:pt x="88005" y="1591"/>
                    </a:lnTo>
                    <a:lnTo>
                      <a:pt x="16378" y="732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8" name="Google Shape;628;p30"/>
              <p:cNvSpPr/>
              <p:nvPr/>
            </p:nvSpPr>
            <p:spPr>
              <a:xfrm>
                <a:off x="4528496" y="3692851"/>
                <a:ext cx="3360" cy="3360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4480" extrusionOk="0">
                    <a:moveTo>
                      <a:pt x="2240" y="4481"/>
                    </a:moveTo>
                    <a:cubicBezTo>
                      <a:pt x="1635" y="4481"/>
                      <a:pt x="1075" y="4257"/>
                      <a:pt x="672" y="3831"/>
                    </a:cubicBezTo>
                    <a:cubicBezTo>
                      <a:pt x="246" y="3406"/>
                      <a:pt x="0" y="2845"/>
                      <a:pt x="0" y="2240"/>
                    </a:cubicBezTo>
                    <a:cubicBezTo>
                      <a:pt x="0" y="1949"/>
                      <a:pt x="67" y="1658"/>
                      <a:pt x="179" y="1389"/>
                    </a:cubicBezTo>
                    <a:cubicBezTo>
                      <a:pt x="291" y="1120"/>
                      <a:pt x="448" y="874"/>
                      <a:pt x="672" y="672"/>
                    </a:cubicBezTo>
                    <a:cubicBezTo>
                      <a:pt x="874" y="448"/>
                      <a:pt x="1120" y="292"/>
                      <a:pt x="1389" y="179"/>
                    </a:cubicBezTo>
                    <a:cubicBezTo>
                      <a:pt x="1792" y="0"/>
                      <a:pt x="2240" y="-45"/>
                      <a:pt x="2689" y="45"/>
                    </a:cubicBezTo>
                    <a:cubicBezTo>
                      <a:pt x="2823" y="67"/>
                      <a:pt x="2980" y="112"/>
                      <a:pt x="3114" y="179"/>
                    </a:cubicBezTo>
                    <a:cubicBezTo>
                      <a:pt x="3249" y="224"/>
                      <a:pt x="3361" y="292"/>
                      <a:pt x="3495" y="381"/>
                    </a:cubicBezTo>
                    <a:cubicBezTo>
                      <a:pt x="3607" y="470"/>
                      <a:pt x="3719" y="560"/>
                      <a:pt x="3831" y="672"/>
                    </a:cubicBezTo>
                    <a:cubicBezTo>
                      <a:pt x="4033" y="874"/>
                      <a:pt x="4212" y="1120"/>
                      <a:pt x="4324" y="1389"/>
                    </a:cubicBezTo>
                    <a:cubicBezTo>
                      <a:pt x="4436" y="1658"/>
                      <a:pt x="4481" y="1949"/>
                      <a:pt x="4481" y="2240"/>
                    </a:cubicBezTo>
                    <a:cubicBezTo>
                      <a:pt x="4481" y="2845"/>
                      <a:pt x="4257" y="3406"/>
                      <a:pt x="3831" y="3831"/>
                    </a:cubicBezTo>
                    <a:cubicBezTo>
                      <a:pt x="3406" y="4257"/>
                      <a:pt x="2845" y="4481"/>
                      <a:pt x="2240" y="448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9" name="Google Shape;629;p30"/>
              <p:cNvSpPr/>
              <p:nvPr/>
            </p:nvSpPr>
            <p:spPr>
              <a:xfrm>
                <a:off x="4535196" y="3652687"/>
                <a:ext cx="36841" cy="36837"/>
              </a:xfrm>
              <a:custGeom>
                <a:avLst/>
                <a:gdLst/>
                <a:ahLst/>
                <a:cxnLst/>
                <a:rect l="l" t="t" r="r" b="b"/>
                <a:pathLst>
                  <a:path w="49121" h="49116" extrusionOk="0">
                    <a:moveTo>
                      <a:pt x="655" y="48444"/>
                    </a:moveTo>
                    <a:cubicBezTo>
                      <a:pt x="-218" y="47570"/>
                      <a:pt x="-218" y="46159"/>
                      <a:pt x="655" y="45285"/>
                    </a:cubicBezTo>
                    <a:lnTo>
                      <a:pt x="655" y="45285"/>
                    </a:lnTo>
                    <a:cubicBezTo>
                      <a:pt x="1529" y="44412"/>
                      <a:pt x="2941" y="44412"/>
                      <a:pt x="3837" y="45285"/>
                    </a:cubicBezTo>
                    <a:lnTo>
                      <a:pt x="3837" y="45285"/>
                    </a:lnTo>
                    <a:cubicBezTo>
                      <a:pt x="4688" y="46159"/>
                      <a:pt x="4688" y="47570"/>
                      <a:pt x="3837" y="48444"/>
                    </a:cubicBezTo>
                    <a:lnTo>
                      <a:pt x="3837" y="48444"/>
                    </a:lnTo>
                    <a:cubicBezTo>
                      <a:pt x="3389" y="48892"/>
                      <a:pt x="2806" y="49116"/>
                      <a:pt x="2246" y="49116"/>
                    </a:cubicBezTo>
                    <a:lnTo>
                      <a:pt x="2246" y="49116"/>
                    </a:lnTo>
                    <a:cubicBezTo>
                      <a:pt x="1663" y="49116"/>
                      <a:pt x="1103" y="48892"/>
                      <a:pt x="655" y="48444"/>
                    </a:cubicBezTo>
                    <a:close/>
                    <a:moveTo>
                      <a:pt x="9572" y="39527"/>
                    </a:moveTo>
                    <a:cubicBezTo>
                      <a:pt x="8698" y="38653"/>
                      <a:pt x="8698" y="37242"/>
                      <a:pt x="9572" y="36346"/>
                    </a:cubicBezTo>
                    <a:lnTo>
                      <a:pt x="9572" y="36346"/>
                    </a:lnTo>
                    <a:cubicBezTo>
                      <a:pt x="10446" y="35472"/>
                      <a:pt x="11880" y="35472"/>
                      <a:pt x="12754" y="36346"/>
                    </a:cubicBezTo>
                    <a:lnTo>
                      <a:pt x="12754" y="36346"/>
                    </a:lnTo>
                    <a:cubicBezTo>
                      <a:pt x="13628" y="37242"/>
                      <a:pt x="13628" y="38653"/>
                      <a:pt x="12754" y="39527"/>
                    </a:cubicBezTo>
                    <a:lnTo>
                      <a:pt x="12754" y="39527"/>
                    </a:lnTo>
                    <a:cubicBezTo>
                      <a:pt x="12306" y="39953"/>
                      <a:pt x="11745" y="40177"/>
                      <a:pt x="11163" y="40177"/>
                    </a:cubicBezTo>
                    <a:lnTo>
                      <a:pt x="11163" y="40177"/>
                    </a:lnTo>
                    <a:cubicBezTo>
                      <a:pt x="10603" y="40177"/>
                      <a:pt x="10020" y="39953"/>
                      <a:pt x="9572" y="39527"/>
                    </a:cubicBezTo>
                    <a:close/>
                    <a:moveTo>
                      <a:pt x="18512" y="30610"/>
                    </a:moveTo>
                    <a:cubicBezTo>
                      <a:pt x="17638" y="29714"/>
                      <a:pt x="17638" y="28302"/>
                      <a:pt x="18512" y="27429"/>
                    </a:cubicBezTo>
                    <a:lnTo>
                      <a:pt x="18512" y="27429"/>
                    </a:lnTo>
                    <a:cubicBezTo>
                      <a:pt x="19385" y="26555"/>
                      <a:pt x="20797" y="26555"/>
                      <a:pt x="21671" y="27429"/>
                    </a:cubicBezTo>
                    <a:lnTo>
                      <a:pt x="21671" y="27429"/>
                    </a:lnTo>
                    <a:cubicBezTo>
                      <a:pt x="22545" y="28302"/>
                      <a:pt x="22545" y="29714"/>
                      <a:pt x="21671" y="30610"/>
                    </a:cubicBezTo>
                    <a:lnTo>
                      <a:pt x="21671" y="30610"/>
                    </a:lnTo>
                    <a:cubicBezTo>
                      <a:pt x="21245" y="31036"/>
                      <a:pt x="20662" y="31260"/>
                      <a:pt x="20102" y="31260"/>
                    </a:cubicBezTo>
                    <a:lnTo>
                      <a:pt x="20102" y="31260"/>
                    </a:lnTo>
                    <a:cubicBezTo>
                      <a:pt x="19520" y="31260"/>
                      <a:pt x="18937" y="31036"/>
                      <a:pt x="18512" y="30610"/>
                    </a:cubicBezTo>
                    <a:close/>
                    <a:moveTo>
                      <a:pt x="27429" y="21671"/>
                    </a:moveTo>
                    <a:cubicBezTo>
                      <a:pt x="26555" y="20797"/>
                      <a:pt x="26555" y="19385"/>
                      <a:pt x="27429" y="18512"/>
                    </a:cubicBezTo>
                    <a:lnTo>
                      <a:pt x="27429" y="18512"/>
                    </a:lnTo>
                    <a:cubicBezTo>
                      <a:pt x="28302" y="17638"/>
                      <a:pt x="29736" y="17638"/>
                      <a:pt x="30610" y="18512"/>
                    </a:cubicBezTo>
                    <a:lnTo>
                      <a:pt x="30610" y="18512"/>
                    </a:lnTo>
                    <a:cubicBezTo>
                      <a:pt x="31484" y="19385"/>
                      <a:pt x="31484" y="20797"/>
                      <a:pt x="30610" y="21671"/>
                    </a:cubicBezTo>
                    <a:lnTo>
                      <a:pt x="30610" y="21671"/>
                    </a:lnTo>
                    <a:cubicBezTo>
                      <a:pt x="30162" y="22119"/>
                      <a:pt x="29602" y="22320"/>
                      <a:pt x="29019" y="22320"/>
                    </a:cubicBezTo>
                    <a:lnTo>
                      <a:pt x="29019" y="22320"/>
                    </a:lnTo>
                    <a:cubicBezTo>
                      <a:pt x="28437" y="22320"/>
                      <a:pt x="27877" y="22119"/>
                      <a:pt x="27429" y="21671"/>
                    </a:cubicBezTo>
                    <a:close/>
                    <a:moveTo>
                      <a:pt x="36368" y="12754"/>
                    </a:moveTo>
                    <a:cubicBezTo>
                      <a:pt x="35494" y="11880"/>
                      <a:pt x="35494" y="10446"/>
                      <a:pt x="36368" y="9572"/>
                    </a:cubicBezTo>
                    <a:lnTo>
                      <a:pt x="36368" y="9572"/>
                    </a:lnTo>
                    <a:cubicBezTo>
                      <a:pt x="37242" y="8698"/>
                      <a:pt x="38653" y="8698"/>
                      <a:pt x="39527" y="9572"/>
                    </a:cubicBezTo>
                    <a:lnTo>
                      <a:pt x="39527" y="9572"/>
                    </a:lnTo>
                    <a:cubicBezTo>
                      <a:pt x="40401" y="10446"/>
                      <a:pt x="40401" y="11880"/>
                      <a:pt x="39527" y="12754"/>
                    </a:cubicBezTo>
                    <a:lnTo>
                      <a:pt x="39527" y="12754"/>
                    </a:lnTo>
                    <a:cubicBezTo>
                      <a:pt x="39101" y="13179"/>
                      <a:pt x="38519" y="13404"/>
                      <a:pt x="37959" y="13404"/>
                    </a:cubicBezTo>
                    <a:lnTo>
                      <a:pt x="37959" y="13404"/>
                    </a:lnTo>
                    <a:cubicBezTo>
                      <a:pt x="37376" y="13404"/>
                      <a:pt x="36794" y="13179"/>
                      <a:pt x="36368" y="12754"/>
                    </a:cubicBezTo>
                    <a:close/>
                    <a:moveTo>
                      <a:pt x="45285" y="3814"/>
                    </a:moveTo>
                    <a:cubicBezTo>
                      <a:pt x="44411" y="2941"/>
                      <a:pt x="44411" y="1529"/>
                      <a:pt x="45285" y="656"/>
                    </a:cubicBezTo>
                    <a:lnTo>
                      <a:pt x="45285" y="656"/>
                    </a:lnTo>
                    <a:cubicBezTo>
                      <a:pt x="46159" y="-219"/>
                      <a:pt x="47593" y="-219"/>
                      <a:pt x="48466" y="656"/>
                    </a:cubicBezTo>
                    <a:lnTo>
                      <a:pt x="48466" y="656"/>
                    </a:lnTo>
                    <a:cubicBezTo>
                      <a:pt x="49340" y="1529"/>
                      <a:pt x="49340" y="2941"/>
                      <a:pt x="48466" y="3814"/>
                    </a:cubicBezTo>
                    <a:lnTo>
                      <a:pt x="48466" y="3814"/>
                    </a:lnTo>
                    <a:cubicBezTo>
                      <a:pt x="48018" y="4262"/>
                      <a:pt x="47458" y="4464"/>
                      <a:pt x="46876" y="4464"/>
                    </a:cubicBezTo>
                    <a:lnTo>
                      <a:pt x="46876" y="4464"/>
                    </a:lnTo>
                    <a:cubicBezTo>
                      <a:pt x="46293" y="4464"/>
                      <a:pt x="45733" y="4262"/>
                      <a:pt x="45285" y="381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0" name="Google Shape;630;p30"/>
              <p:cNvSpPr/>
              <p:nvPr/>
            </p:nvSpPr>
            <p:spPr>
              <a:xfrm>
                <a:off x="4575377" y="3646008"/>
                <a:ext cx="3343" cy="3339"/>
              </a:xfrm>
              <a:custGeom>
                <a:avLst/>
                <a:gdLst/>
                <a:ahLst/>
                <a:cxnLst/>
                <a:rect l="l" t="t" r="r" b="b"/>
                <a:pathLst>
                  <a:path w="4458" h="4452" extrusionOk="0">
                    <a:moveTo>
                      <a:pt x="2218" y="4453"/>
                    </a:moveTo>
                    <a:cubicBezTo>
                      <a:pt x="1927" y="4453"/>
                      <a:pt x="1635" y="4386"/>
                      <a:pt x="1367" y="4274"/>
                    </a:cubicBezTo>
                    <a:cubicBezTo>
                      <a:pt x="1098" y="4161"/>
                      <a:pt x="851" y="4005"/>
                      <a:pt x="650" y="3803"/>
                    </a:cubicBezTo>
                    <a:cubicBezTo>
                      <a:pt x="426" y="3579"/>
                      <a:pt x="269" y="3333"/>
                      <a:pt x="157" y="3064"/>
                    </a:cubicBezTo>
                    <a:cubicBezTo>
                      <a:pt x="45" y="2795"/>
                      <a:pt x="0" y="2504"/>
                      <a:pt x="0" y="2213"/>
                    </a:cubicBezTo>
                    <a:cubicBezTo>
                      <a:pt x="0" y="1921"/>
                      <a:pt x="45" y="1630"/>
                      <a:pt x="157" y="1361"/>
                    </a:cubicBezTo>
                    <a:cubicBezTo>
                      <a:pt x="269" y="1070"/>
                      <a:pt x="426" y="846"/>
                      <a:pt x="650" y="622"/>
                    </a:cubicBezTo>
                    <a:cubicBezTo>
                      <a:pt x="1479" y="-207"/>
                      <a:pt x="2980" y="-207"/>
                      <a:pt x="3809" y="622"/>
                    </a:cubicBezTo>
                    <a:cubicBezTo>
                      <a:pt x="4010" y="846"/>
                      <a:pt x="4190" y="1070"/>
                      <a:pt x="4302" y="1361"/>
                    </a:cubicBezTo>
                    <a:cubicBezTo>
                      <a:pt x="4414" y="1630"/>
                      <a:pt x="4458" y="1921"/>
                      <a:pt x="4458" y="2213"/>
                    </a:cubicBezTo>
                    <a:cubicBezTo>
                      <a:pt x="4458" y="2504"/>
                      <a:pt x="4414" y="2795"/>
                      <a:pt x="4302" y="3064"/>
                    </a:cubicBezTo>
                    <a:cubicBezTo>
                      <a:pt x="4190" y="3333"/>
                      <a:pt x="4033" y="3579"/>
                      <a:pt x="3809" y="3803"/>
                    </a:cubicBezTo>
                    <a:cubicBezTo>
                      <a:pt x="3607" y="4005"/>
                      <a:pt x="3361" y="4161"/>
                      <a:pt x="3092" y="4274"/>
                    </a:cubicBezTo>
                    <a:cubicBezTo>
                      <a:pt x="2823" y="4386"/>
                      <a:pt x="2532" y="4453"/>
                      <a:pt x="2218" y="44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31" name="Google Shape;631;p30"/>
            <p:cNvSpPr/>
            <p:nvPr/>
          </p:nvSpPr>
          <p:spPr>
            <a:xfrm>
              <a:off x="-344132" y="1506331"/>
              <a:ext cx="830637" cy="888319"/>
            </a:xfrm>
            <a:custGeom>
              <a:avLst/>
              <a:gdLst/>
              <a:ahLst/>
              <a:cxnLst/>
              <a:rect l="l" t="t" r="r" b="b"/>
              <a:pathLst>
                <a:path w="628081" h="671697" extrusionOk="0">
                  <a:moveTo>
                    <a:pt x="593960" y="129034"/>
                  </a:moveTo>
                  <a:lnTo>
                    <a:pt x="451625" y="18535"/>
                  </a:lnTo>
                  <a:cubicBezTo>
                    <a:pt x="426420" y="-1024"/>
                    <a:pt x="392612" y="-5460"/>
                    <a:pt x="363217" y="6930"/>
                  </a:cubicBezTo>
                  <a:lnTo>
                    <a:pt x="62997" y="133582"/>
                  </a:lnTo>
                  <a:cubicBezTo>
                    <a:pt x="31407" y="146913"/>
                    <a:pt x="10392" y="177316"/>
                    <a:pt x="9114" y="211572"/>
                  </a:cubicBezTo>
                  <a:lnTo>
                    <a:pt x="63" y="452420"/>
                  </a:lnTo>
                  <a:cubicBezTo>
                    <a:pt x="-788" y="474959"/>
                    <a:pt x="7031" y="496960"/>
                    <a:pt x="21885" y="513920"/>
                  </a:cubicBezTo>
                  <a:lnTo>
                    <a:pt x="133840" y="641625"/>
                  </a:lnTo>
                  <a:cubicBezTo>
                    <a:pt x="158552" y="669810"/>
                    <a:pt x="198387" y="679310"/>
                    <a:pt x="233159" y="665307"/>
                  </a:cubicBezTo>
                  <a:lnTo>
                    <a:pt x="572788" y="528550"/>
                  </a:lnTo>
                  <a:cubicBezTo>
                    <a:pt x="606193" y="515108"/>
                    <a:pt x="628082" y="482688"/>
                    <a:pt x="628082" y="446684"/>
                  </a:cubicBezTo>
                  <a:lnTo>
                    <a:pt x="628082" y="198735"/>
                  </a:lnTo>
                  <a:cubicBezTo>
                    <a:pt x="628082" y="171468"/>
                    <a:pt x="615491" y="145748"/>
                    <a:pt x="593938" y="12903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32" name="Google Shape;632;p30"/>
            <p:cNvGrpSpPr/>
            <p:nvPr/>
          </p:nvGrpSpPr>
          <p:grpSpPr>
            <a:xfrm rot="-1196313">
              <a:off x="5897923" y="3455706"/>
              <a:ext cx="1446030" cy="1485771"/>
              <a:chOff x="7297991" y="3693711"/>
              <a:chExt cx="592827" cy="609120"/>
            </a:xfrm>
          </p:grpSpPr>
          <p:sp>
            <p:nvSpPr>
              <p:cNvPr id="633" name="Google Shape;633;p30"/>
              <p:cNvSpPr/>
              <p:nvPr/>
            </p:nvSpPr>
            <p:spPr>
              <a:xfrm>
                <a:off x="7354299" y="3786237"/>
                <a:ext cx="480221" cy="424068"/>
              </a:xfrm>
              <a:custGeom>
                <a:avLst/>
                <a:gdLst/>
                <a:ahLst/>
                <a:cxnLst/>
                <a:rect l="l" t="t" r="r" b="b"/>
                <a:pathLst>
                  <a:path w="280012" h="247270" extrusionOk="0">
                    <a:moveTo>
                      <a:pt x="261427" y="247271"/>
                    </a:moveTo>
                    <a:cubicBezTo>
                      <a:pt x="259052" y="247271"/>
                      <a:pt x="256611" y="246800"/>
                      <a:pt x="254280" y="245837"/>
                    </a:cubicBezTo>
                    <a:cubicBezTo>
                      <a:pt x="206469" y="226233"/>
                      <a:pt x="157269" y="195180"/>
                      <a:pt x="111990" y="156017"/>
                    </a:cubicBezTo>
                    <a:cubicBezTo>
                      <a:pt x="66710" y="116855"/>
                      <a:pt x="28891" y="72628"/>
                      <a:pt x="2634" y="28133"/>
                    </a:cubicBezTo>
                    <a:cubicBezTo>
                      <a:pt x="-1489" y="21142"/>
                      <a:pt x="-727" y="12651"/>
                      <a:pt x="4605" y="6490"/>
                    </a:cubicBezTo>
                    <a:cubicBezTo>
                      <a:pt x="9937" y="329"/>
                      <a:pt x="18227" y="-1643"/>
                      <a:pt x="25733" y="1427"/>
                    </a:cubicBezTo>
                    <a:lnTo>
                      <a:pt x="25733" y="1427"/>
                    </a:lnTo>
                    <a:cubicBezTo>
                      <a:pt x="73544" y="21031"/>
                      <a:pt x="122744" y="52083"/>
                      <a:pt x="168023" y="91246"/>
                    </a:cubicBezTo>
                    <a:cubicBezTo>
                      <a:pt x="213303" y="130409"/>
                      <a:pt x="251122" y="174635"/>
                      <a:pt x="277379" y="219131"/>
                    </a:cubicBezTo>
                    <a:cubicBezTo>
                      <a:pt x="281502" y="226121"/>
                      <a:pt x="280740" y="234612"/>
                      <a:pt x="275408" y="240773"/>
                    </a:cubicBezTo>
                    <a:cubicBezTo>
                      <a:pt x="271734" y="245008"/>
                      <a:pt x="266670" y="247271"/>
                      <a:pt x="261427" y="247271"/>
                    </a:cubicBezTo>
                    <a:close/>
                    <a:moveTo>
                      <a:pt x="18586" y="2233"/>
                    </a:moveTo>
                    <a:cubicBezTo>
                      <a:pt x="13970" y="2233"/>
                      <a:pt x="9512" y="4227"/>
                      <a:pt x="6286" y="7946"/>
                    </a:cubicBezTo>
                    <a:cubicBezTo>
                      <a:pt x="1603" y="13368"/>
                      <a:pt x="908" y="20829"/>
                      <a:pt x="4538" y="26990"/>
                    </a:cubicBezTo>
                    <a:cubicBezTo>
                      <a:pt x="30684" y="71284"/>
                      <a:pt x="68346" y="115308"/>
                      <a:pt x="113446" y="154315"/>
                    </a:cubicBezTo>
                    <a:cubicBezTo>
                      <a:pt x="158546" y="193321"/>
                      <a:pt x="207522" y="224261"/>
                      <a:pt x="255131" y="243753"/>
                    </a:cubicBezTo>
                    <a:cubicBezTo>
                      <a:pt x="261741" y="246464"/>
                      <a:pt x="269045" y="244716"/>
                      <a:pt x="273727" y="239295"/>
                    </a:cubicBezTo>
                    <a:cubicBezTo>
                      <a:pt x="278410" y="233873"/>
                      <a:pt x="279105" y="226412"/>
                      <a:pt x="275475" y="220251"/>
                    </a:cubicBezTo>
                    <a:cubicBezTo>
                      <a:pt x="249329" y="175957"/>
                      <a:pt x="211667" y="131933"/>
                      <a:pt x="166567" y="92926"/>
                    </a:cubicBezTo>
                    <a:cubicBezTo>
                      <a:pt x="121489" y="53920"/>
                      <a:pt x="72490" y="22980"/>
                      <a:pt x="24881" y="3488"/>
                    </a:cubicBezTo>
                    <a:lnTo>
                      <a:pt x="24881" y="3488"/>
                    </a:lnTo>
                    <a:cubicBezTo>
                      <a:pt x="22820" y="2637"/>
                      <a:pt x="20692" y="2233"/>
                      <a:pt x="18586" y="22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4" name="Google Shape;634;p30"/>
              <p:cNvSpPr/>
              <p:nvPr/>
            </p:nvSpPr>
            <p:spPr>
              <a:xfrm>
                <a:off x="7512173" y="3693711"/>
                <a:ext cx="164544" cy="609120"/>
              </a:xfrm>
              <a:custGeom>
                <a:avLst/>
                <a:gdLst/>
                <a:ahLst/>
                <a:cxnLst/>
                <a:rect l="l" t="t" r="r" b="b"/>
                <a:pathLst>
                  <a:path w="95944" h="355172" extrusionOk="0">
                    <a:moveTo>
                      <a:pt x="26341" y="355173"/>
                    </a:moveTo>
                    <a:cubicBezTo>
                      <a:pt x="25467" y="355173"/>
                      <a:pt x="24571" y="355106"/>
                      <a:pt x="23697" y="354994"/>
                    </a:cubicBezTo>
                    <a:cubicBezTo>
                      <a:pt x="15632" y="353896"/>
                      <a:pt x="9426" y="348026"/>
                      <a:pt x="7924" y="340050"/>
                    </a:cubicBezTo>
                    <a:cubicBezTo>
                      <a:pt x="-1754" y="289281"/>
                      <a:pt x="-2583" y="231097"/>
                      <a:pt x="5527" y="171792"/>
                    </a:cubicBezTo>
                    <a:cubicBezTo>
                      <a:pt x="13637" y="112488"/>
                      <a:pt x="30060" y="56656"/>
                      <a:pt x="53002" y="10346"/>
                    </a:cubicBezTo>
                    <a:cubicBezTo>
                      <a:pt x="56609" y="3064"/>
                      <a:pt x="64160" y="-901"/>
                      <a:pt x="72225" y="174"/>
                    </a:cubicBezTo>
                    <a:cubicBezTo>
                      <a:pt x="80291" y="1272"/>
                      <a:pt x="86497" y="7142"/>
                      <a:pt x="88020" y="15118"/>
                    </a:cubicBezTo>
                    <a:lnTo>
                      <a:pt x="88020" y="15118"/>
                    </a:lnTo>
                    <a:cubicBezTo>
                      <a:pt x="97699" y="65887"/>
                      <a:pt x="98528" y="124071"/>
                      <a:pt x="90417" y="183375"/>
                    </a:cubicBezTo>
                    <a:cubicBezTo>
                      <a:pt x="82307" y="242680"/>
                      <a:pt x="65907" y="298512"/>
                      <a:pt x="42943" y="344822"/>
                    </a:cubicBezTo>
                    <a:cubicBezTo>
                      <a:pt x="39739" y="351297"/>
                      <a:pt x="33421" y="355173"/>
                      <a:pt x="26385" y="355173"/>
                    </a:cubicBezTo>
                    <a:close/>
                    <a:moveTo>
                      <a:pt x="69559" y="2236"/>
                    </a:moveTo>
                    <a:cubicBezTo>
                      <a:pt x="63375" y="2236"/>
                      <a:pt x="57796" y="5641"/>
                      <a:pt x="54996" y="11332"/>
                    </a:cubicBezTo>
                    <a:cubicBezTo>
                      <a:pt x="32166" y="57418"/>
                      <a:pt x="15811" y="113003"/>
                      <a:pt x="7745" y="172083"/>
                    </a:cubicBezTo>
                    <a:cubicBezTo>
                      <a:pt x="-321" y="231164"/>
                      <a:pt x="486" y="289079"/>
                      <a:pt x="10120" y="339624"/>
                    </a:cubicBezTo>
                    <a:cubicBezTo>
                      <a:pt x="11464" y="346637"/>
                      <a:pt x="16908" y="351789"/>
                      <a:pt x="24011" y="352776"/>
                    </a:cubicBezTo>
                    <a:cubicBezTo>
                      <a:pt x="31113" y="353739"/>
                      <a:pt x="37745" y="350244"/>
                      <a:pt x="40926" y="343836"/>
                    </a:cubicBezTo>
                    <a:cubicBezTo>
                      <a:pt x="63779" y="297750"/>
                      <a:pt x="80111" y="242165"/>
                      <a:pt x="88177" y="183084"/>
                    </a:cubicBezTo>
                    <a:cubicBezTo>
                      <a:pt x="96243" y="124004"/>
                      <a:pt x="95436" y="66088"/>
                      <a:pt x="85802" y="15544"/>
                    </a:cubicBezTo>
                    <a:lnTo>
                      <a:pt x="85802" y="15544"/>
                    </a:lnTo>
                    <a:cubicBezTo>
                      <a:pt x="84458" y="8531"/>
                      <a:pt x="79013" y="3378"/>
                      <a:pt x="71911" y="2392"/>
                    </a:cubicBezTo>
                    <a:cubicBezTo>
                      <a:pt x="71128" y="2280"/>
                      <a:pt x="70343" y="2236"/>
                      <a:pt x="69581" y="223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5" name="Google Shape;635;p30"/>
              <p:cNvSpPr/>
              <p:nvPr/>
            </p:nvSpPr>
            <p:spPr>
              <a:xfrm>
                <a:off x="7420485" y="3892425"/>
                <a:ext cx="342239" cy="96750"/>
              </a:xfrm>
              <a:custGeom>
                <a:avLst/>
                <a:gdLst/>
                <a:ahLst/>
                <a:cxnLst/>
                <a:rect l="l" t="t" r="r" b="b"/>
                <a:pathLst>
                  <a:path w="199556" h="56414" extrusionOk="0">
                    <a:moveTo>
                      <a:pt x="963" y="56392"/>
                    </a:moveTo>
                    <a:lnTo>
                      <a:pt x="0" y="54376"/>
                    </a:lnTo>
                    <a:cubicBezTo>
                      <a:pt x="28006" y="40978"/>
                      <a:pt x="58162" y="29619"/>
                      <a:pt x="89573" y="20567"/>
                    </a:cubicBezTo>
                    <a:cubicBezTo>
                      <a:pt x="126563" y="9925"/>
                      <a:pt x="163508" y="3002"/>
                      <a:pt x="199377" y="0"/>
                    </a:cubicBezTo>
                    <a:lnTo>
                      <a:pt x="199557" y="2240"/>
                    </a:lnTo>
                    <a:cubicBezTo>
                      <a:pt x="163821" y="5220"/>
                      <a:pt x="127033" y="12121"/>
                      <a:pt x="90178" y="22740"/>
                    </a:cubicBezTo>
                    <a:cubicBezTo>
                      <a:pt x="58879" y="31747"/>
                      <a:pt x="28857" y="43084"/>
                      <a:pt x="963" y="5641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6" name="Google Shape;636;p30"/>
              <p:cNvSpPr/>
              <p:nvPr/>
            </p:nvSpPr>
            <p:spPr>
              <a:xfrm>
                <a:off x="7297991" y="3889514"/>
                <a:ext cx="592827" cy="217467"/>
              </a:xfrm>
              <a:custGeom>
                <a:avLst/>
                <a:gdLst/>
                <a:ahLst/>
                <a:cxnLst/>
                <a:rect l="l" t="t" r="r" b="b"/>
                <a:pathLst>
                  <a:path w="345672" h="126803" extrusionOk="0">
                    <a:moveTo>
                      <a:pt x="36028" y="126804"/>
                    </a:moveTo>
                    <a:cubicBezTo>
                      <a:pt x="29889" y="126804"/>
                      <a:pt x="23795" y="126670"/>
                      <a:pt x="17813" y="126401"/>
                    </a:cubicBezTo>
                    <a:cubicBezTo>
                      <a:pt x="9703" y="126043"/>
                      <a:pt x="3004" y="120755"/>
                      <a:pt x="763" y="112936"/>
                    </a:cubicBezTo>
                    <a:cubicBezTo>
                      <a:pt x="-1500" y="105117"/>
                      <a:pt x="1368" y="97073"/>
                      <a:pt x="8045" y="92458"/>
                    </a:cubicBezTo>
                    <a:cubicBezTo>
                      <a:pt x="15976" y="86991"/>
                      <a:pt x="24400" y="81592"/>
                      <a:pt x="33093" y="76461"/>
                    </a:cubicBezTo>
                    <a:lnTo>
                      <a:pt x="34235" y="78388"/>
                    </a:lnTo>
                    <a:cubicBezTo>
                      <a:pt x="25588" y="83497"/>
                      <a:pt x="17208" y="88851"/>
                      <a:pt x="9322" y="94295"/>
                    </a:cubicBezTo>
                    <a:cubicBezTo>
                      <a:pt x="3452" y="98350"/>
                      <a:pt x="920" y="105430"/>
                      <a:pt x="2914" y="112308"/>
                    </a:cubicBezTo>
                    <a:cubicBezTo>
                      <a:pt x="4886" y="119187"/>
                      <a:pt x="10778" y="123847"/>
                      <a:pt x="17925" y="124160"/>
                    </a:cubicBezTo>
                    <a:cubicBezTo>
                      <a:pt x="69321" y="126401"/>
                      <a:pt x="126766" y="118895"/>
                      <a:pt x="184054" y="102406"/>
                    </a:cubicBezTo>
                    <a:cubicBezTo>
                      <a:pt x="241365" y="85916"/>
                      <a:pt x="294015" y="61741"/>
                      <a:pt x="336337" y="32504"/>
                    </a:cubicBezTo>
                    <a:cubicBezTo>
                      <a:pt x="342207" y="28449"/>
                      <a:pt x="344739" y="21369"/>
                      <a:pt x="342745" y="14491"/>
                    </a:cubicBezTo>
                    <a:cubicBezTo>
                      <a:pt x="340773" y="7612"/>
                      <a:pt x="334881" y="2952"/>
                      <a:pt x="327734" y="2639"/>
                    </a:cubicBezTo>
                    <a:cubicBezTo>
                      <a:pt x="323007" y="2437"/>
                      <a:pt x="318167" y="2303"/>
                      <a:pt x="313373" y="2258"/>
                    </a:cubicBezTo>
                    <a:cubicBezTo>
                      <a:pt x="309004" y="2213"/>
                      <a:pt x="304523" y="2258"/>
                      <a:pt x="300042" y="2348"/>
                    </a:cubicBezTo>
                    <a:lnTo>
                      <a:pt x="299997" y="107"/>
                    </a:lnTo>
                    <a:cubicBezTo>
                      <a:pt x="304478" y="18"/>
                      <a:pt x="309004" y="-27"/>
                      <a:pt x="313395" y="18"/>
                    </a:cubicBezTo>
                    <a:cubicBezTo>
                      <a:pt x="318212" y="62"/>
                      <a:pt x="323074" y="196"/>
                      <a:pt x="327846" y="398"/>
                    </a:cubicBezTo>
                    <a:cubicBezTo>
                      <a:pt x="335956" y="757"/>
                      <a:pt x="342655" y="6044"/>
                      <a:pt x="344918" y="13863"/>
                    </a:cubicBezTo>
                    <a:cubicBezTo>
                      <a:pt x="347159" y="21683"/>
                      <a:pt x="344313" y="29726"/>
                      <a:pt x="337637" y="34341"/>
                    </a:cubicBezTo>
                    <a:cubicBezTo>
                      <a:pt x="295113" y="63713"/>
                      <a:pt x="242239" y="87977"/>
                      <a:pt x="184704" y="104534"/>
                    </a:cubicBezTo>
                    <a:cubicBezTo>
                      <a:pt x="133868" y="119164"/>
                      <a:pt x="82876" y="126759"/>
                      <a:pt x="36073" y="12675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7" name="Google Shape;637;p30"/>
              <p:cNvSpPr/>
              <p:nvPr/>
            </p:nvSpPr>
            <p:spPr>
              <a:xfrm>
                <a:off x="7560551" y="3964449"/>
                <a:ext cx="67629" cy="67629"/>
              </a:xfrm>
              <a:custGeom>
                <a:avLst/>
                <a:gdLst/>
                <a:ahLst/>
                <a:cxnLst/>
                <a:rect l="l" t="t" r="r" b="b"/>
                <a:pathLst>
                  <a:path w="39434" h="39434" extrusionOk="0">
                    <a:moveTo>
                      <a:pt x="32611" y="4807"/>
                    </a:moveTo>
                    <a:cubicBezTo>
                      <a:pt x="24389" y="-2318"/>
                      <a:pt x="11932" y="-1422"/>
                      <a:pt x="4807" y="6824"/>
                    </a:cubicBezTo>
                    <a:cubicBezTo>
                      <a:pt x="-2318" y="15046"/>
                      <a:pt x="-1421" y="27503"/>
                      <a:pt x="6823" y="34627"/>
                    </a:cubicBezTo>
                    <a:cubicBezTo>
                      <a:pt x="15046" y="41752"/>
                      <a:pt x="27503" y="40856"/>
                      <a:pt x="34627" y="32611"/>
                    </a:cubicBezTo>
                    <a:cubicBezTo>
                      <a:pt x="41752" y="24388"/>
                      <a:pt x="40856" y="11931"/>
                      <a:pt x="32611" y="480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8" name="Google Shape;638;p30"/>
              <p:cNvSpPr/>
              <p:nvPr/>
            </p:nvSpPr>
            <p:spPr>
              <a:xfrm>
                <a:off x="7370132" y="3960683"/>
                <a:ext cx="67629" cy="67629"/>
              </a:xfrm>
              <a:custGeom>
                <a:avLst/>
                <a:gdLst/>
                <a:ahLst/>
                <a:cxnLst/>
                <a:rect l="l" t="t" r="r" b="b"/>
                <a:pathLst>
                  <a:path w="39434" h="39434" extrusionOk="0">
                    <a:moveTo>
                      <a:pt x="32611" y="4807"/>
                    </a:moveTo>
                    <a:cubicBezTo>
                      <a:pt x="24388" y="-2317"/>
                      <a:pt x="11931" y="-1422"/>
                      <a:pt x="4807" y="6823"/>
                    </a:cubicBezTo>
                    <a:cubicBezTo>
                      <a:pt x="-2317" y="15046"/>
                      <a:pt x="-1422" y="27503"/>
                      <a:pt x="6823" y="34627"/>
                    </a:cubicBezTo>
                    <a:cubicBezTo>
                      <a:pt x="15046" y="41752"/>
                      <a:pt x="27502" y="40856"/>
                      <a:pt x="34627" y="32611"/>
                    </a:cubicBezTo>
                    <a:cubicBezTo>
                      <a:pt x="41752" y="24388"/>
                      <a:pt x="40855" y="11931"/>
                      <a:pt x="32611" y="480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9" name="Google Shape;639;p30"/>
              <p:cNvSpPr/>
              <p:nvPr/>
            </p:nvSpPr>
            <p:spPr>
              <a:xfrm>
                <a:off x="7577957" y="4168242"/>
                <a:ext cx="67629" cy="67629"/>
              </a:xfrm>
              <a:custGeom>
                <a:avLst/>
                <a:gdLst/>
                <a:ahLst/>
                <a:cxnLst/>
                <a:rect l="l" t="t" r="r" b="b"/>
                <a:pathLst>
                  <a:path w="39434" h="39434" extrusionOk="0">
                    <a:moveTo>
                      <a:pt x="32611" y="4807"/>
                    </a:moveTo>
                    <a:cubicBezTo>
                      <a:pt x="24388" y="-2317"/>
                      <a:pt x="11932" y="-1422"/>
                      <a:pt x="4807" y="6823"/>
                    </a:cubicBezTo>
                    <a:cubicBezTo>
                      <a:pt x="-2318" y="15046"/>
                      <a:pt x="-1421" y="27502"/>
                      <a:pt x="6823" y="34627"/>
                    </a:cubicBezTo>
                    <a:cubicBezTo>
                      <a:pt x="15046" y="41752"/>
                      <a:pt x="27503" y="40856"/>
                      <a:pt x="34627" y="32611"/>
                    </a:cubicBezTo>
                    <a:cubicBezTo>
                      <a:pt x="41752" y="24388"/>
                      <a:pt x="40856" y="11931"/>
                      <a:pt x="32611" y="480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0" name="Google Shape;640;p30"/>
              <p:cNvSpPr/>
              <p:nvPr/>
            </p:nvSpPr>
            <p:spPr>
              <a:xfrm>
                <a:off x="7728075" y="3858745"/>
                <a:ext cx="67629" cy="67629"/>
              </a:xfrm>
              <a:custGeom>
                <a:avLst/>
                <a:gdLst/>
                <a:ahLst/>
                <a:cxnLst/>
                <a:rect l="l" t="t" r="r" b="b"/>
                <a:pathLst>
                  <a:path w="39434" h="39434" extrusionOk="0">
                    <a:moveTo>
                      <a:pt x="32611" y="4807"/>
                    </a:moveTo>
                    <a:cubicBezTo>
                      <a:pt x="24388" y="-2318"/>
                      <a:pt x="11931" y="-1422"/>
                      <a:pt x="4807" y="6824"/>
                    </a:cubicBezTo>
                    <a:cubicBezTo>
                      <a:pt x="-2318" y="15046"/>
                      <a:pt x="-1422" y="27503"/>
                      <a:pt x="6824" y="34627"/>
                    </a:cubicBezTo>
                    <a:cubicBezTo>
                      <a:pt x="15046" y="41752"/>
                      <a:pt x="27503" y="40856"/>
                      <a:pt x="34627" y="32611"/>
                    </a:cubicBezTo>
                    <a:cubicBezTo>
                      <a:pt x="41752" y="24388"/>
                      <a:pt x="40856" y="11931"/>
                      <a:pt x="32611" y="480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41" name="Google Shape;641;p30"/>
            <p:cNvSpPr/>
            <p:nvPr/>
          </p:nvSpPr>
          <p:spPr>
            <a:xfrm>
              <a:off x="8787838" y="2315375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42" name="Google Shape;642;p3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0" y="-1273150"/>
              <a:ext cx="1866024" cy="18619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31"/>
          <p:cNvSpPr txBox="1">
            <a:spLocks noGrp="1"/>
          </p:cNvSpPr>
          <p:nvPr>
            <p:ph type="title"/>
          </p:nvPr>
        </p:nvSpPr>
        <p:spPr>
          <a:xfrm>
            <a:off x="2025450" y="1568100"/>
            <a:ext cx="5093100" cy="200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36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645" name="Google Shape;645;p31"/>
          <p:cNvGrpSpPr/>
          <p:nvPr/>
        </p:nvGrpSpPr>
        <p:grpSpPr>
          <a:xfrm>
            <a:off x="-1587679" y="-933911"/>
            <a:ext cx="11864692" cy="7538782"/>
            <a:chOff x="-1587679" y="-933911"/>
            <a:chExt cx="11864692" cy="7538782"/>
          </a:xfrm>
        </p:grpSpPr>
        <p:pic>
          <p:nvPicPr>
            <p:cNvPr id="646" name="Google Shape;646;p31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-782800" y="180675"/>
              <a:ext cx="1866024" cy="1861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7" name="Google Shape;647;p31"/>
            <p:cNvSpPr/>
            <p:nvPr/>
          </p:nvSpPr>
          <p:spPr>
            <a:xfrm>
              <a:off x="-1587679" y="3821400"/>
              <a:ext cx="2919372" cy="2783471"/>
            </a:xfrm>
            <a:custGeom>
              <a:avLst/>
              <a:gdLst/>
              <a:ahLst/>
              <a:cxnLst/>
              <a:rect l="l" t="t" r="r" b="b"/>
              <a:pathLst>
                <a:path w="864999" h="824732" extrusionOk="0">
                  <a:moveTo>
                    <a:pt x="41272" y="594188"/>
                  </a:moveTo>
                  <a:cubicBezTo>
                    <a:pt x="-57554" y="390823"/>
                    <a:pt x="27179" y="145876"/>
                    <a:pt x="230544" y="47050"/>
                  </a:cubicBezTo>
                  <a:cubicBezTo>
                    <a:pt x="433910" y="-51777"/>
                    <a:pt x="733681" y="6318"/>
                    <a:pt x="832507" y="209683"/>
                  </a:cubicBezTo>
                  <a:cubicBezTo>
                    <a:pt x="931333" y="413026"/>
                    <a:pt x="791776" y="684635"/>
                    <a:pt x="588433" y="783461"/>
                  </a:cubicBezTo>
                  <a:cubicBezTo>
                    <a:pt x="385068" y="882287"/>
                    <a:pt x="140120" y="797554"/>
                    <a:pt x="41294" y="59418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31"/>
            <p:cNvSpPr/>
            <p:nvPr/>
          </p:nvSpPr>
          <p:spPr>
            <a:xfrm>
              <a:off x="7984738" y="820900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31"/>
            <p:cNvSpPr/>
            <p:nvPr/>
          </p:nvSpPr>
          <p:spPr>
            <a:xfrm>
              <a:off x="324063" y="3464450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31"/>
            <p:cNvSpPr/>
            <p:nvPr/>
          </p:nvSpPr>
          <p:spPr>
            <a:xfrm>
              <a:off x="1220763" y="4003675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31"/>
            <p:cNvSpPr/>
            <p:nvPr/>
          </p:nvSpPr>
          <p:spPr>
            <a:xfrm>
              <a:off x="1372528" y="4224154"/>
              <a:ext cx="722293" cy="772452"/>
            </a:xfrm>
            <a:custGeom>
              <a:avLst/>
              <a:gdLst/>
              <a:ahLst/>
              <a:cxnLst/>
              <a:rect l="l" t="t" r="r" b="b"/>
              <a:pathLst>
                <a:path w="628081" h="671697" extrusionOk="0">
                  <a:moveTo>
                    <a:pt x="593960" y="129034"/>
                  </a:moveTo>
                  <a:lnTo>
                    <a:pt x="451625" y="18535"/>
                  </a:lnTo>
                  <a:cubicBezTo>
                    <a:pt x="426420" y="-1024"/>
                    <a:pt x="392612" y="-5460"/>
                    <a:pt x="363217" y="6930"/>
                  </a:cubicBezTo>
                  <a:lnTo>
                    <a:pt x="62997" y="133582"/>
                  </a:lnTo>
                  <a:cubicBezTo>
                    <a:pt x="31407" y="146913"/>
                    <a:pt x="10392" y="177316"/>
                    <a:pt x="9114" y="211572"/>
                  </a:cubicBezTo>
                  <a:lnTo>
                    <a:pt x="63" y="452420"/>
                  </a:lnTo>
                  <a:cubicBezTo>
                    <a:pt x="-788" y="474959"/>
                    <a:pt x="7031" y="496960"/>
                    <a:pt x="21885" y="513920"/>
                  </a:cubicBezTo>
                  <a:lnTo>
                    <a:pt x="133840" y="641625"/>
                  </a:lnTo>
                  <a:cubicBezTo>
                    <a:pt x="158552" y="669810"/>
                    <a:pt x="198387" y="679310"/>
                    <a:pt x="233159" y="665307"/>
                  </a:cubicBezTo>
                  <a:lnTo>
                    <a:pt x="572788" y="528550"/>
                  </a:lnTo>
                  <a:cubicBezTo>
                    <a:pt x="606193" y="515108"/>
                    <a:pt x="628082" y="482688"/>
                    <a:pt x="628082" y="446684"/>
                  </a:cubicBezTo>
                  <a:lnTo>
                    <a:pt x="628082" y="198735"/>
                  </a:lnTo>
                  <a:cubicBezTo>
                    <a:pt x="628082" y="171468"/>
                    <a:pt x="615491" y="145748"/>
                    <a:pt x="593938" y="12903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31"/>
            <p:cNvSpPr/>
            <p:nvPr/>
          </p:nvSpPr>
          <p:spPr>
            <a:xfrm rot="2574778">
              <a:off x="8179345" y="-556245"/>
              <a:ext cx="1765522" cy="1669537"/>
            </a:xfrm>
            <a:custGeom>
              <a:avLst/>
              <a:gdLst/>
              <a:ahLst/>
              <a:cxnLst/>
              <a:rect l="l" t="t" r="r" b="b"/>
              <a:pathLst>
                <a:path w="534870" h="505791" extrusionOk="0">
                  <a:moveTo>
                    <a:pt x="534513" y="294201"/>
                  </a:moveTo>
                  <a:lnTo>
                    <a:pt x="524184" y="175345"/>
                  </a:lnTo>
                  <a:cubicBezTo>
                    <a:pt x="521429" y="143553"/>
                    <a:pt x="501712" y="115727"/>
                    <a:pt x="472632" y="102575"/>
                  </a:cubicBezTo>
                  <a:lnTo>
                    <a:pt x="263195" y="7849"/>
                  </a:lnTo>
                  <a:cubicBezTo>
                    <a:pt x="231963" y="-6288"/>
                    <a:pt x="195377" y="-1045"/>
                    <a:pt x="169343" y="21292"/>
                  </a:cubicBezTo>
                  <a:lnTo>
                    <a:pt x="42265" y="130357"/>
                  </a:lnTo>
                  <a:cubicBezTo>
                    <a:pt x="25148" y="145054"/>
                    <a:pt x="14304" y="165733"/>
                    <a:pt x="11974" y="188160"/>
                  </a:cubicBezTo>
                  <a:lnTo>
                    <a:pt x="481" y="298189"/>
                  </a:lnTo>
                  <a:cubicBezTo>
                    <a:pt x="-3418" y="335469"/>
                    <a:pt x="16679" y="371160"/>
                    <a:pt x="50577" y="387157"/>
                  </a:cubicBezTo>
                  <a:lnTo>
                    <a:pt x="283942" y="497342"/>
                  </a:lnTo>
                  <a:cubicBezTo>
                    <a:pt x="316495" y="512711"/>
                    <a:pt x="355143" y="506774"/>
                    <a:pt x="381580" y="482308"/>
                  </a:cubicBezTo>
                  <a:lnTo>
                    <a:pt x="506575" y="366589"/>
                  </a:lnTo>
                  <a:cubicBezTo>
                    <a:pt x="526582" y="348061"/>
                    <a:pt x="536910" y="321332"/>
                    <a:pt x="534535" y="2941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31"/>
            <p:cNvSpPr/>
            <p:nvPr/>
          </p:nvSpPr>
          <p:spPr>
            <a:xfrm rot="-1990368">
              <a:off x="7758524" y="202715"/>
              <a:ext cx="471164" cy="431933"/>
            </a:xfrm>
            <a:custGeom>
              <a:avLst/>
              <a:gdLst/>
              <a:ahLst/>
              <a:cxnLst/>
              <a:rect l="l" t="t" r="r" b="b"/>
              <a:pathLst>
                <a:path w="146065" h="133903" extrusionOk="0">
                  <a:moveTo>
                    <a:pt x="143251" y="51634"/>
                  </a:moveTo>
                  <a:cubicBezTo>
                    <a:pt x="135700" y="34025"/>
                    <a:pt x="115290" y="25869"/>
                    <a:pt x="97680" y="33442"/>
                  </a:cubicBezTo>
                  <a:lnTo>
                    <a:pt x="75925" y="42784"/>
                  </a:lnTo>
                  <a:lnTo>
                    <a:pt x="66583" y="21030"/>
                  </a:lnTo>
                  <a:cubicBezTo>
                    <a:pt x="62819" y="12225"/>
                    <a:pt x="55828" y="5773"/>
                    <a:pt x="47561" y="2479"/>
                  </a:cubicBezTo>
                  <a:cubicBezTo>
                    <a:pt x="39317" y="-814"/>
                    <a:pt x="29817" y="-949"/>
                    <a:pt x="21012" y="2815"/>
                  </a:cubicBezTo>
                  <a:cubicBezTo>
                    <a:pt x="3402" y="10365"/>
                    <a:pt x="-4731" y="30776"/>
                    <a:pt x="2820" y="48386"/>
                  </a:cubicBezTo>
                  <a:lnTo>
                    <a:pt x="12162" y="70141"/>
                  </a:lnTo>
                  <a:lnTo>
                    <a:pt x="39540" y="133903"/>
                  </a:lnTo>
                  <a:lnTo>
                    <a:pt x="103303" y="106525"/>
                  </a:lnTo>
                  <a:lnTo>
                    <a:pt x="125058" y="97183"/>
                  </a:lnTo>
                  <a:cubicBezTo>
                    <a:pt x="133863" y="93396"/>
                    <a:pt x="140293" y="86406"/>
                    <a:pt x="143586" y="78184"/>
                  </a:cubicBezTo>
                  <a:cubicBezTo>
                    <a:pt x="146880" y="69939"/>
                    <a:pt x="147014" y="60439"/>
                    <a:pt x="143251" y="516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54" name="Google Shape;654;p31"/>
            <p:cNvGrpSpPr/>
            <p:nvPr/>
          </p:nvGrpSpPr>
          <p:grpSpPr>
            <a:xfrm>
              <a:off x="577545" y="3242560"/>
              <a:ext cx="417843" cy="373630"/>
              <a:chOff x="2957323" y="3936947"/>
              <a:chExt cx="194554" cy="173959"/>
            </a:xfrm>
          </p:grpSpPr>
          <p:sp>
            <p:nvSpPr>
              <p:cNvPr id="655" name="Google Shape;655;p31"/>
              <p:cNvSpPr/>
              <p:nvPr/>
            </p:nvSpPr>
            <p:spPr>
              <a:xfrm rot="-45834">
                <a:off x="3060432" y="3936962"/>
                <a:ext cx="3360" cy="173930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231886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231886"/>
                    </a:lnTo>
                    <a:lnTo>
                      <a:pt x="0" y="23188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6" name="Google Shape;656;p31"/>
              <p:cNvSpPr/>
              <p:nvPr/>
            </p:nvSpPr>
            <p:spPr>
              <a:xfrm rot="-206705">
                <a:off x="2957248" y="4012021"/>
                <a:ext cx="194704" cy="3355"/>
              </a:xfrm>
              <a:custGeom>
                <a:avLst/>
                <a:gdLst/>
                <a:ahLst/>
                <a:cxnLst/>
                <a:rect l="l" t="t" r="r" b="b"/>
                <a:pathLst>
                  <a:path w="260003" h="4480" extrusionOk="0">
                    <a:moveTo>
                      <a:pt x="0" y="0"/>
                    </a:moveTo>
                    <a:lnTo>
                      <a:pt x="260004" y="0"/>
                    </a:lnTo>
                    <a:lnTo>
                      <a:pt x="260004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7" name="Google Shape;657;p31"/>
              <p:cNvSpPr/>
              <p:nvPr/>
            </p:nvSpPr>
            <p:spPr>
              <a:xfrm rot="-2667569">
                <a:off x="2985839" y="4013185"/>
                <a:ext cx="150521" cy="3358"/>
              </a:xfrm>
              <a:custGeom>
                <a:avLst/>
                <a:gdLst/>
                <a:ahLst/>
                <a:cxnLst/>
                <a:rect l="l" t="t" r="r" b="b"/>
                <a:pathLst>
                  <a:path w="200811" h="4480" extrusionOk="0">
                    <a:moveTo>
                      <a:pt x="0" y="0"/>
                    </a:moveTo>
                    <a:lnTo>
                      <a:pt x="200811" y="0"/>
                    </a:lnTo>
                    <a:lnTo>
                      <a:pt x="200811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8" name="Google Shape;658;p31"/>
              <p:cNvSpPr/>
              <p:nvPr/>
            </p:nvSpPr>
            <p:spPr>
              <a:xfrm rot="-2716216">
                <a:off x="3069932" y="3955542"/>
                <a:ext cx="3358" cy="133807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78518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78518"/>
                    </a:lnTo>
                    <a:lnTo>
                      <a:pt x="0" y="1785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59" name="Google Shape;659;p31"/>
            <p:cNvGrpSpPr/>
            <p:nvPr/>
          </p:nvGrpSpPr>
          <p:grpSpPr>
            <a:xfrm rot="4036775">
              <a:off x="8459083" y="1344106"/>
              <a:ext cx="417835" cy="373628"/>
              <a:chOff x="2957323" y="3936947"/>
              <a:chExt cx="194554" cy="173959"/>
            </a:xfrm>
          </p:grpSpPr>
          <p:sp>
            <p:nvSpPr>
              <p:cNvPr id="660" name="Google Shape;660;p31"/>
              <p:cNvSpPr/>
              <p:nvPr/>
            </p:nvSpPr>
            <p:spPr>
              <a:xfrm rot="-45834">
                <a:off x="3060432" y="3936962"/>
                <a:ext cx="3360" cy="173930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231886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231886"/>
                    </a:lnTo>
                    <a:lnTo>
                      <a:pt x="0" y="23188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1" name="Google Shape;661;p31"/>
              <p:cNvSpPr/>
              <p:nvPr/>
            </p:nvSpPr>
            <p:spPr>
              <a:xfrm rot="-206705">
                <a:off x="2957248" y="4012021"/>
                <a:ext cx="194704" cy="3355"/>
              </a:xfrm>
              <a:custGeom>
                <a:avLst/>
                <a:gdLst/>
                <a:ahLst/>
                <a:cxnLst/>
                <a:rect l="l" t="t" r="r" b="b"/>
                <a:pathLst>
                  <a:path w="260003" h="4480" extrusionOk="0">
                    <a:moveTo>
                      <a:pt x="0" y="0"/>
                    </a:moveTo>
                    <a:lnTo>
                      <a:pt x="260004" y="0"/>
                    </a:lnTo>
                    <a:lnTo>
                      <a:pt x="260004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2" name="Google Shape;662;p31"/>
              <p:cNvSpPr/>
              <p:nvPr/>
            </p:nvSpPr>
            <p:spPr>
              <a:xfrm rot="-2667569">
                <a:off x="2985839" y="4013185"/>
                <a:ext cx="150521" cy="3358"/>
              </a:xfrm>
              <a:custGeom>
                <a:avLst/>
                <a:gdLst/>
                <a:ahLst/>
                <a:cxnLst/>
                <a:rect l="l" t="t" r="r" b="b"/>
                <a:pathLst>
                  <a:path w="200811" h="4480" extrusionOk="0">
                    <a:moveTo>
                      <a:pt x="0" y="0"/>
                    </a:moveTo>
                    <a:lnTo>
                      <a:pt x="200811" y="0"/>
                    </a:lnTo>
                    <a:lnTo>
                      <a:pt x="200811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3" name="Google Shape;663;p31"/>
              <p:cNvSpPr/>
              <p:nvPr/>
            </p:nvSpPr>
            <p:spPr>
              <a:xfrm rot="-2716216">
                <a:off x="3069932" y="3955542"/>
                <a:ext cx="3358" cy="133807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78518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78518"/>
                    </a:lnTo>
                    <a:lnTo>
                      <a:pt x="0" y="1785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64" name="Google Shape;664;p31"/>
            <p:cNvSpPr/>
            <p:nvPr/>
          </p:nvSpPr>
          <p:spPr>
            <a:xfrm rot="-229376">
              <a:off x="8258982" y="621004"/>
              <a:ext cx="471012" cy="431794"/>
            </a:xfrm>
            <a:custGeom>
              <a:avLst/>
              <a:gdLst/>
              <a:ahLst/>
              <a:cxnLst/>
              <a:rect l="l" t="t" r="r" b="b"/>
              <a:pathLst>
                <a:path w="146065" h="133903" extrusionOk="0">
                  <a:moveTo>
                    <a:pt x="143251" y="51634"/>
                  </a:moveTo>
                  <a:cubicBezTo>
                    <a:pt x="135700" y="34025"/>
                    <a:pt x="115290" y="25869"/>
                    <a:pt x="97680" y="33442"/>
                  </a:cubicBezTo>
                  <a:lnTo>
                    <a:pt x="75925" y="42784"/>
                  </a:lnTo>
                  <a:lnTo>
                    <a:pt x="66583" y="21030"/>
                  </a:lnTo>
                  <a:cubicBezTo>
                    <a:pt x="62819" y="12225"/>
                    <a:pt x="55828" y="5773"/>
                    <a:pt x="47561" y="2479"/>
                  </a:cubicBezTo>
                  <a:cubicBezTo>
                    <a:pt x="39317" y="-814"/>
                    <a:pt x="29817" y="-949"/>
                    <a:pt x="21012" y="2815"/>
                  </a:cubicBezTo>
                  <a:cubicBezTo>
                    <a:pt x="3402" y="10365"/>
                    <a:pt x="-4731" y="30776"/>
                    <a:pt x="2820" y="48386"/>
                  </a:cubicBezTo>
                  <a:lnTo>
                    <a:pt x="12162" y="70141"/>
                  </a:lnTo>
                  <a:lnTo>
                    <a:pt x="39540" y="133903"/>
                  </a:lnTo>
                  <a:lnTo>
                    <a:pt x="103303" y="106525"/>
                  </a:lnTo>
                  <a:lnTo>
                    <a:pt x="125058" y="97183"/>
                  </a:lnTo>
                  <a:cubicBezTo>
                    <a:pt x="133863" y="93396"/>
                    <a:pt x="140293" y="86406"/>
                    <a:pt x="143586" y="78184"/>
                  </a:cubicBezTo>
                  <a:cubicBezTo>
                    <a:pt x="146880" y="69939"/>
                    <a:pt x="147014" y="60439"/>
                    <a:pt x="143251" y="5163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65" name="Google Shape;665;p31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148600" y="3079575"/>
              <a:ext cx="1866024" cy="18619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32"/>
          <p:cNvSpPr txBox="1">
            <a:spLocks noGrp="1"/>
          </p:cNvSpPr>
          <p:nvPr>
            <p:ph type="title"/>
          </p:nvPr>
        </p:nvSpPr>
        <p:spPr>
          <a:xfrm>
            <a:off x="2135550" y="12653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9pPr>
          </a:lstStyle>
          <a:p>
            <a:endParaRPr/>
          </a:p>
        </p:txBody>
      </p:sp>
      <p:sp>
        <p:nvSpPr>
          <p:cNvPr id="668" name="Google Shape;668;p32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69" name="Google Shape;669;p32"/>
          <p:cNvGrpSpPr/>
          <p:nvPr/>
        </p:nvGrpSpPr>
        <p:grpSpPr>
          <a:xfrm>
            <a:off x="-1060800" y="-1378675"/>
            <a:ext cx="12196856" cy="7669688"/>
            <a:chOff x="-1060800" y="-1378675"/>
            <a:chExt cx="12196856" cy="7669688"/>
          </a:xfrm>
        </p:grpSpPr>
        <p:pic>
          <p:nvPicPr>
            <p:cNvPr id="670" name="Google Shape;670;p32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816750" y="4429113"/>
              <a:ext cx="1866024" cy="1861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1" name="Google Shape;671;p32"/>
            <p:cNvSpPr/>
            <p:nvPr/>
          </p:nvSpPr>
          <p:spPr>
            <a:xfrm rot="-5655989">
              <a:off x="8333420" y="3345947"/>
              <a:ext cx="2724703" cy="2685376"/>
            </a:xfrm>
            <a:custGeom>
              <a:avLst/>
              <a:gdLst/>
              <a:ahLst/>
              <a:cxnLst/>
              <a:rect l="l" t="t" r="r" b="b"/>
              <a:pathLst>
                <a:path w="360365" h="346089" extrusionOk="0">
                  <a:moveTo>
                    <a:pt x="172081" y="337120"/>
                  </a:moveTo>
                  <a:lnTo>
                    <a:pt x="10634" y="186673"/>
                  </a:lnTo>
                  <a:cubicBezTo>
                    <a:pt x="-4063" y="172985"/>
                    <a:pt x="-3436" y="149505"/>
                    <a:pt x="11956" y="136600"/>
                  </a:cubicBezTo>
                  <a:lnTo>
                    <a:pt x="165696" y="7797"/>
                  </a:lnTo>
                  <a:cubicBezTo>
                    <a:pt x="178466" y="-2890"/>
                    <a:pt x="197151" y="-2554"/>
                    <a:pt x="209519" y="8581"/>
                  </a:cubicBezTo>
                  <a:lnTo>
                    <a:pt x="349300" y="134426"/>
                  </a:lnTo>
                  <a:cubicBezTo>
                    <a:pt x="362810" y="146592"/>
                    <a:pt x="364132" y="167294"/>
                    <a:pt x="352257" y="181072"/>
                  </a:cubicBezTo>
                  <a:lnTo>
                    <a:pt x="220183" y="334475"/>
                  </a:lnTo>
                  <a:cubicBezTo>
                    <a:pt x="207816" y="348859"/>
                    <a:pt x="185949" y="350047"/>
                    <a:pt x="172081" y="33712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32"/>
            <p:cNvSpPr/>
            <p:nvPr/>
          </p:nvSpPr>
          <p:spPr>
            <a:xfrm rot="2574778">
              <a:off x="-728655" y="4012780"/>
              <a:ext cx="1765522" cy="1669537"/>
            </a:xfrm>
            <a:custGeom>
              <a:avLst/>
              <a:gdLst/>
              <a:ahLst/>
              <a:cxnLst/>
              <a:rect l="l" t="t" r="r" b="b"/>
              <a:pathLst>
                <a:path w="534870" h="505791" extrusionOk="0">
                  <a:moveTo>
                    <a:pt x="534513" y="294201"/>
                  </a:moveTo>
                  <a:lnTo>
                    <a:pt x="524184" y="175345"/>
                  </a:lnTo>
                  <a:cubicBezTo>
                    <a:pt x="521429" y="143553"/>
                    <a:pt x="501712" y="115727"/>
                    <a:pt x="472632" y="102575"/>
                  </a:cubicBezTo>
                  <a:lnTo>
                    <a:pt x="263195" y="7849"/>
                  </a:lnTo>
                  <a:cubicBezTo>
                    <a:pt x="231963" y="-6288"/>
                    <a:pt x="195377" y="-1045"/>
                    <a:pt x="169343" y="21292"/>
                  </a:cubicBezTo>
                  <a:lnTo>
                    <a:pt x="42265" y="130357"/>
                  </a:lnTo>
                  <a:cubicBezTo>
                    <a:pt x="25148" y="145054"/>
                    <a:pt x="14304" y="165733"/>
                    <a:pt x="11974" y="188160"/>
                  </a:cubicBezTo>
                  <a:lnTo>
                    <a:pt x="481" y="298189"/>
                  </a:lnTo>
                  <a:cubicBezTo>
                    <a:pt x="-3418" y="335469"/>
                    <a:pt x="16679" y="371160"/>
                    <a:pt x="50577" y="387157"/>
                  </a:cubicBezTo>
                  <a:lnTo>
                    <a:pt x="283942" y="497342"/>
                  </a:lnTo>
                  <a:cubicBezTo>
                    <a:pt x="316495" y="512711"/>
                    <a:pt x="355143" y="506774"/>
                    <a:pt x="381580" y="482308"/>
                  </a:cubicBezTo>
                  <a:lnTo>
                    <a:pt x="506575" y="366589"/>
                  </a:lnTo>
                  <a:cubicBezTo>
                    <a:pt x="526582" y="348061"/>
                    <a:pt x="536910" y="321332"/>
                    <a:pt x="534535" y="2941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32"/>
            <p:cNvSpPr/>
            <p:nvPr/>
          </p:nvSpPr>
          <p:spPr>
            <a:xfrm>
              <a:off x="7016475" y="4656878"/>
              <a:ext cx="1135110" cy="1135082"/>
            </a:xfrm>
            <a:custGeom>
              <a:avLst/>
              <a:gdLst/>
              <a:ahLst/>
              <a:cxnLst/>
              <a:rect l="l" t="t" r="r" b="b"/>
              <a:pathLst>
                <a:path w="895550" h="895528" extrusionOk="0">
                  <a:moveTo>
                    <a:pt x="695075" y="349621"/>
                  </a:moveTo>
                  <a:lnTo>
                    <a:pt x="809517" y="178743"/>
                  </a:lnTo>
                  <a:lnTo>
                    <a:pt x="612985" y="239145"/>
                  </a:lnTo>
                  <a:lnTo>
                    <a:pt x="626450" y="33988"/>
                  </a:lnTo>
                  <a:lnTo>
                    <a:pt x="486355" y="184456"/>
                  </a:lnTo>
                  <a:lnTo>
                    <a:pt x="395551" y="0"/>
                  </a:lnTo>
                  <a:lnTo>
                    <a:pt x="349644" y="200475"/>
                  </a:lnTo>
                  <a:lnTo>
                    <a:pt x="178743" y="86033"/>
                  </a:lnTo>
                  <a:lnTo>
                    <a:pt x="239145" y="282565"/>
                  </a:lnTo>
                  <a:lnTo>
                    <a:pt x="33987" y="269100"/>
                  </a:lnTo>
                  <a:lnTo>
                    <a:pt x="184455" y="409195"/>
                  </a:lnTo>
                  <a:lnTo>
                    <a:pt x="0" y="499978"/>
                  </a:lnTo>
                  <a:lnTo>
                    <a:pt x="200475" y="545907"/>
                  </a:lnTo>
                  <a:lnTo>
                    <a:pt x="86033" y="716785"/>
                  </a:lnTo>
                  <a:lnTo>
                    <a:pt x="282565" y="656405"/>
                  </a:lnTo>
                  <a:lnTo>
                    <a:pt x="269099" y="861563"/>
                  </a:lnTo>
                  <a:lnTo>
                    <a:pt x="409195" y="711072"/>
                  </a:lnTo>
                  <a:lnTo>
                    <a:pt x="499977" y="895528"/>
                  </a:lnTo>
                  <a:lnTo>
                    <a:pt x="545906" y="695075"/>
                  </a:lnTo>
                  <a:lnTo>
                    <a:pt x="716785" y="809495"/>
                  </a:lnTo>
                  <a:lnTo>
                    <a:pt x="656405" y="612963"/>
                  </a:lnTo>
                  <a:lnTo>
                    <a:pt x="861563" y="626451"/>
                  </a:lnTo>
                  <a:lnTo>
                    <a:pt x="711072" y="486356"/>
                  </a:lnTo>
                  <a:lnTo>
                    <a:pt x="895550" y="395550"/>
                  </a:lnTo>
                  <a:lnTo>
                    <a:pt x="695075" y="34962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74" name="Google Shape;674;p32"/>
            <p:cNvGrpSpPr/>
            <p:nvPr/>
          </p:nvGrpSpPr>
          <p:grpSpPr>
            <a:xfrm>
              <a:off x="292307" y="3187652"/>
              <a:ext cx="494365" cy="743207"/>
              <a:chOff x="2993166" y="926240"/>
              <a:chExt cx="181226" cy="272437"/>
            </a:xfrm>
          </p:grpSpPr>
          <p:sp>
            <p:nvSpPr>
              <p:cNvPr id="675" name="Google Shape;675;p32"/>
              <p:cNvSpPr/>
              <p:nvPr/>
            </p:nvSpPr>
            <p:spPr>
              <a:xfrm>
                <a:off x="2993166" y="926240"/>
                <a:ext cx="181226" cy="272437"/>
              </a:xfrm>
              <a:custGeom>
                <a:avLst/>
                <a:gdLst/>
                <a:ahLst/>
                <a:cxnLst/>
                <a:rect l="l" t="t" r="r" b="b"/>
                <a:pathLst>
                  <a:path w="241634" h="363249" extrusionOk="0">
                    <a:moveTo>
                      <a:pt x="227216" y="140690"/>
                    </a:moveTo>
                    <a:lnTo>
                      <a:pt x="143670" y="132423"/>
                    </a:lnTo>
                    <a:lnTo>
                      <a:pt x="171227" y="19840"/>
                    </a:lnTo>
                    <a:cubicBezTo>
                      <a:pt x="175170" y="3709"/>
                      <a:pt x="154939" y="-6978"/>
                      <a:pt x="143826" y="5367"/>
                    </a:cubicBezTo>
                    <a:lnTo>
                      <a:pt x="4112" y="160787"/>
                    </a:lnTo>
                    <a:cubicBezTo>
                      <a:pt x="-4581" y="170466"/>
                      <a:pt x="1312" y="185925"/>
                      <a:pt x="14262" y="187336"/>
                    </a:cubicBezTo>
                    <a:lnTo>
                      <a:pt x="101101" y="196791"/>
                    </a:lnTo>
                    <a:lnTo>
                      <a:pt x="64089" y="344078"/>
                    </a:lnTo>
                    <a:cubicBezTo>
                      <a:pt x="60034" y="360231"/>
                      <a:pt x="80982" y="370380"/>
                      <a:pt x="91131" y="357184"/>
                    </a:cubicBezTo>
                    <a:lnTo>
                      <a:pt x="238620" y="165873"/>
                    </a:lnTo>
                    <a:cubicBezTo>
                      <a:pt x="245789" y="155880"/>
                      <a:pt x="239449" y="141877"/>
                      <a:pt x="227216" y="14066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6" name="Google Shape;676;p32"/>
              <p:cNvSpPr/>
              <p:nvPr/>
            </p:nvSpPr>
            <p:spPr>
              <a:xfrm>
                <a:off x="3043988" y="927157"/>
                <a:ext cx="120479" cy="135334"/>
              </a:xfrm>
              <a:custGeom>
                <a:avLst/>
                <a:gdLst/>
                <a:ahLst/>
                <a:cxnLst/>
                <a:rect l="l" t="t" r="r" b="b"/>
                <a:pathLst>
                  <a:path w="160639" h="180445" extrusionOk="0">
                    <a:moveTo>
                      <a:pt x="160214" y="180445"/>
                    </a:moveTo>
                    <a:lnTo>
                      <a:pt x="0" y="165255"/>
                    </a:lnTo>
                    <a:lnTo>
                      <a:pt x="94233" y="0"/>
                    </a:lnTo>
                    <a:lnTo>
                      <a:pt x="98131" y="2218"/>
                    </a:lnTo>
                    <a:lnTo>
                      <a:pt x="7326" y="161446"/>
                    </a:lnTo>
                    <a:lnTo>
                      <a:pt x="160640" y="175987"/>
                    </a:lnTo>
                    <a:lnTo>
                      <a:pt x="160214" y="18044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77" name="Google Shape;677;p32"/>
            <p:cNvSpPr/>
            <p:nvPr/>
          </p:nvSpPr>
          <p:spPr>
            <a:xfrm>
              <a:off x="7828538" y="4385400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32"/>
            <p:cNvSpPr/>
            <p:nvPr/>
          </p:nvSpPr>
          <p:spPr>
            <a:xfrm>
              <a:off x="6814688" y="4830163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79" name="Google Shape;679;p32"/>
            <p:cNvGrpSpPr/>
            <p:nvPr/>
          </p:nvGrpSpPr>
          <p:grpSpPr>
            <a:xfrm>
              <a:off x="1101020" y="4055498"/>
              <a:ext cx="417843" cy="373630"/>
              <a:chOff x="2957323" y="3936947"/>
              <a:chExt cx="194554" cy="173959"/>
            </a:xfrm>
          </p:grpSpPr>
          <p:sp>
            <p:nvSpPr>
              <p:cNvPr id="680" name="Google Shape;680;p32"/>
              <p:cNvSpPr/>
              <p:nvPr/>
            </p:nvSpPr>
            <p:spPr>
              <a:xfrm rot="-45834">
                <a:off x="3060432" y="3936962"/>
                <a:ext cx="3360" cy="173930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231886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231886"/>
                    </a:lnTo>
                    <a:lnTo>
                      <a:pt x="0" y="23188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1" name="Google Shape;681;p32"/>
              <p:cNvSpPr/>
              <p:nvPr/>
            </p:nvSpPr>
            <p:spPr>
              <a:xfrm rot="-206705">
                <a:off x="2957248" y="4012021"/>
                <a:ext cx="194704" cy="3355"/>
              </a:xfrm>
              <a:custGeom>
                <a:avLst/>
                <a:gdLst/>
                <a:ahLst/>
                <a:cxnLst/>
                <a:rect l="l" t="t" r="r" b="b"/>
                <a:pathLst>
                  <a:path w="260003" h="4480" extrusionOk="0">
                    <a:moveTo>
                      <a:pt x="0" y="0"/>
                    </a:moveTo>
                    <a:lnTo>
                      <a:pt x="260004" y="0"/>
                    </a:lnTo>
                    <a:lnTo>
                      <a:pt x="260004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2" name="Google Shape;682;p32"/>
              <p:cNvSpPr/>
              <p:nvPr/>
            </p:nvSpPr>
            <p:spPr>
              <a:xfrm rot="-2667569">
                <a:off x="2985839" y="4013185"/>
                <a:ext cx="150521" cy="3358"/>
              </a:xfrm>
              <a:custGeom>
                <a:avLst/>
                <a:gdLst/>
                <a:ahLst/>
                <a:cxnLst/>
                <a:rect l="l" t="t" r="r" b="b"/>
                <a:pathLst>
                  <a:path w="200811" h="4480" extrusionOk="0">
                    <a:moveTo>
                      <a:pt x="0" y="0"/>
                    </a:moveTo>
                    <a:lnTo>
                      <a:pt x="200811" y="0"/>
                    </a:lnTo>
                    <a:lnTo>
                      <a:pt x="200811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3" name="Google Shape;683;p32"/>
              <p:cNvSpPr/>
              <p:nvPr/>
            </p:nvSpPr>
            <p:spPr>
              <a:xfrm rot="-2716216">
                <a:off x="3069932" y="3955542"/>
                <a:ext cx="3358" cy="133807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78518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78518"/>
                    </a:lnTo>
                    <a:lnTo>
                      <a:pt x="0" y="1785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4" name="Google Shape;684;p32"/>
            <p:cNvGrpSpPr/>
            <p:nvPr/>
          </p:nvGrpSpPr>
          <p:grpSpPr>
            <a:xfrm>
              <a:off x="8193701" y="3483370"/>
              <a:ext cx="599775" cy="483248"/>
              <a:chOff x="4528496" y="3602214"/>
              <a:chExt cx="116631" cy="93997"/>
            </a:xfrm>
          </p:grpSpPr>
          <p:sp>
            <p:nvSpPr>
              <p:cNvPr id="685" name="Google Shape;685;p32"/>
              <p:cNvSpPr/>
              <p:nvPr/>
            </p:nvSpPr>
            <p:spPr>
              <a:xfrm>
                <a:off x="4579124" y="3602214"/>
                <a:ext cx="66003" cy="54913"/>
              </a:xfrm>
              <a:custGeom>
                <a:avLst/>
                <a:gdLst/>
                <a:ahLst/>
                <a:cxnLst/>
                <a:rect l="l" t="t" r="r" b="b"/>
                <a:pathLst>
                  <a:path w="88004" h="73217" extrusionOk="0">
                    <a:moveTo>
                      <a:pt x="16378" y="73218"/>
                    </a:moveTo>
                    <a:lnTo>
                      <a:pt x="0" y="56840"/>
                    </a:lnTo>
                    <a:lnTo>
                      <a:pt x="1591" y="55249"/>
                    </a:lnTo>
                    <a:lnTo>
                      <a:pt x="16378" y="70036"/>
                    </a:lnTo>
                    <a:lnTo>
                      <a:pt x="86437" y="0"/>
                    </a:lnTo>
                    <a:lnTo>
                      <a:pt x="88005" y="1591"/>
                    </a:lnTo>
                    <a:lnTo>
                      <a:pt x="16378" y="732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6" name="Google Shape;686;p32"/>
              <p:cNvSpPr/>
              <p:nvPr/>
            </p:nvSpPr>
            <p:spPr>
              <a:xfrm>
                <a:off x="4528496" y="3692851"/>
                <a:ext cx="3360" cy="3360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4480" extrusionOk="0">
                    <a:moveTo>
                      <a:pt x="2240" y="4481"/>
                    </a:moveTo>
                    <a:cubicBezTo>
                      <a:pt x="1635" y="4481"/>
                      <a:pt x="1075" y="4257"/>
                      <a:pt x="672" y="3831"/>
                    </a:cubicBezTo>
                    <a:cubicBezTo>
                      <a:pt x="246" y="3406"/>
                      <a:pt x="0" y="2845"/>
                      <a:pt x="0" y="2240"/>
                    </a:cubicBezTo>
                    <a:cubicBezTo>
                      <a:pt x="0" y="1949"/>
                      <a:pt x="67" y="1658"/>
                      <a:pt x="179" y="1389"/>
                    </a:cubicBezTo>
                    <a:cubicBezTo>
                      <a:pt x="291" y="1120"/>
                      <a:pt x="448" y="874"/>
                      <a:pt x="672" y="672"/>
                    </a:cubicBezTo>
                    <a:cubicBezTo>
                      <a:pt x="874" y="448"/>
                      <a:pt x="1120" y="292"/>
                      <a:pt x="1389" y="179"/>
                    </a:cubicBezTo>
                    <a:cubicBezTo>
                      <a:pt x="1792" y="0"/>
                      <a:pt x="2240" y="-45"/>
                      <a:pt x="2689" y="45"/>
                    </a:cubicBezTo>
                    <a:cubicBezTo>
                      <a:pt x="2823" y="67"/>
                      <a:pt x="2980" y="112"/>
                      <a:pt x="3114" y="179"/>
                    </a:cubicBezTo>
                    <a:cubicBezTo>
                      <a:pt x="3249" y="224"/>
                      <a:pt x="3361" y="292"/>
                      <a:pt x="3495" y="381"/>
                    </a:cubicBezTo>
                    <a:cubicBezTo>
                      <a:pt x="3607" y="470"/>
                      <a:pt x="3719" y="560"/>
                      <a:pt x="3831" y="672"/>
                    </a:cubicBezTo>
                    <a:cubicBezTo>
                      <a:pt x="4033" y="874"/>
                      <a:pt x="4212" y="1120"/>
                      <a:pt x="4324" y="1389"/>
                    </a:cubicBezTo>
                    <a:cubicBezTo>
                      <a:pt x="4436" y="1658"/>
                      <a:pt x="4481" y="1949"/>
                      <a:pt x="4481" y="2240"/>
                    </a:cubicBezTo>
                    <a:cubicBezTo>
                      <a:pt x="4481" y="2845"/>
                      <a:pt x="4257" y="3406"/>
                      <a:pt x="3831" y="3831"/>
                    </a:cubicBezTo>
                    <a:cubicBezTo>
                      <a:pt x="3406" y="4257"/>
                      <a:pt x="2845" y="4481"/>
                      <a:pt x="2240" y="448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7" name="Google Shape;687;p32"/>
              <p:cNvSpPr/>
              <p:nvPr/>
            </p:nvSpPr>
            <p:spPr>
              <a:xfrm>
                <a:off x="4535196" y="3652687"/>
                <a:ext cx="36841" cy="36837"/>
              </a:xfrm>
              <a:custGeom>
                <a:avLst/>
                <a:gdLst/>
                <a:ahLst/>
                <a:cxnLst/>
                <a:rect l="l" t="t" r="r" b="b"/>
                <a:pathLst>
                  <a:path w="49121" h="49116" extrusionOk="0">
                    <a:moveTo>
                      <a:pt x="655" y="48444"/>
                    </a:moveTo>
                    <a:cubicBezTo>
                      <a:pt x="-218" y="47570"/>
                      <a:pt x="-218" y="46159"/>
                      <a:pt x="655" y="45285"/>
                    </a:cubicBezTo>
                    <a:lnTo>
                      <a:pt x="655" y="45285"/>
                    </a:lnTo>
                    <a:cubicBezTo>
                      <a:pt x="1529" y="44412"/>
                      <a:pt x="2941" y="44412"/>
                      <a:pt x="3837" y="45285"/>
                    </a:cubicBezTo>
                    <a:lnTo>
                      <a:pt x="3837" y="45285"/>
                    </a:lnTo>
                    <a:cubicBezTo>
                      <a:pt x="4688" y="46159"/>
                      <a:pt x="4688" y="47570"/>
                      <a:pt x="3837" y="48444"/>
                    </a:cubicBezTo>
                    <a:lnTo>
                      <a:pt x="3837" y="48444"/>
                    </a:lnTo>
                    <a:cubicBezTo>
                      <a:pt x="3389" y="48892"/>
                      <a:pt x="2806" y="49116"/>
                      <a:pt x="2246" y="49116"/>
                    </a:cubicBezTo>
                    <a:lnTo>
                      <a:pt x="2246" y="49116"/>
                    </a:lnTo>
                    <a:cubicBezTo>
                      <a:pt x="1663" y="49116"/>
                      <a:pt x="1103" y="48892"/>
                      <a:pt x="655" y="48444"/>
                    </a:cubicBezTo>
                    <a:close/>
                    <a:moveTo>
                      <a:pt x="9572" y="39527"/>
                    </a:moveTo>
                    <a:cubicBezTo>
                      <a:pt x="8698" y="38653"/>
                      <a:pt x="8698" y="37242"/>
                      <a:pt x="9572" y="36346"/>
                    </a:cubicBezTo>
                    <a:lnTo>
                      <a:pt x="9572" y="36346"/>
                    </a:lnTo>
                    <a:cubicBezTo>
                      <a:pt x="10446" y="35472"/>
                      <a:pt x="11880" y="35472"/>
                      <a:pt x="12754" y="36346"/>
                    </a:cubicBezTo>
                    <a:lnTo>
                      <a:pt x="12754" y="36346"/>
                    </a:lnTo>
                    <a:cubicBezTo>
                      <a:pt x="13628" y="37242"/>
                      <a:pt x="13628" y="38653"/>
                      <a:pt x="12754" y="39527"/>
                    </a:cubicBezTo>
                    <a:lnTo>
                      <a:pt x="12754" y="39527"/>
                    </a:lnTo>
                    <a:cubicBezTo>
                      <a:pt x="12306" y="39953"/>
                      <a:pt x="11745" y="40177"/>
                      <a:pt x="11163" y="40177"/>
                    </a:cubicBezTo>
                    <a:lnTo>
                      <a:pt x="11163" y="40177"/>
                    </a:lnTo>
                    <a:cubicBezTo>
                      <a:pt x="10603" y="40177"/>
                      <a:pt x="10020" y="39953"/>
                      <a:pt x="9572" y="39527"/>
                    </a:cubicBezTo>
                    <a:close/>
                    <a:moveTo>
                      <a:pt x="18512" y="30610"/>
                    </a:moveTo>
                    <a:cubicBezTo>
                      <a:pt x="17638" y="29714"/>
                      <a:pt x="17638" y="28302"/>
                      <a:pt x="18512" y="27429"/>
                    </a:cubicBezTo>
                    <a:lnTo>
                      <a:pt x="18512" y="27429"/>
                    </a:lnTo>
                    <a:cubicBezTo>
                      <a:pt x="19385" y="26555"/>
                      <a:pt x="20797" y="26555"/>
                      <a:pt x="21671" y="27429"/>
                    </a:cubicBezTo>
                    <a:lnTo>
                      <a:pt x="21671" y="27429"/>
                    </a:lnTo>
                    <a:cubicBezTo>
                      <a:pt x="22545" y="28302"/>
                      <a:pt x="22545" y="29714"/>
                      <a:pt x="21671" y="30610"/>
                    </a:cubicBezTo>
                    <a:lnTo>
                      <a:pt x="21671" y="30610"/>
                    </a:lnTo>
                    <a:cubicBezTo>
                      <a:pt x="21245" y="31036"/>
                      <a:pt x="20662" y="31260"/>
                      <a:pt x="20102" y="31260"/>
                    </a:cubicBezTo>
                    <a:lnTo>
                      <a:pt x="20102" y="31260"/>
                    </a:lnTo>
                    <a:cubicBezTo>
                      <a:pt x="19520" y="31260"/>
                      <a:pt x="18937" y="31036"/>
                      <a:pt x="18512" y="30610"/>
                    </a:cubicBezTo>
                    <a:close/>
                    <a:moveTo>
                      <a:pt x="27429" y="21671"/>
                    </a:moveTo>
                    <a:cubicBezTo>
                      <a:pt x="26555" y="20797"/>
                      <a:pt x="26555" y="19385"/>
                      <a:pt x="27429" y="18512"/>
                    </a:cubicBezTo>
                    <a:lnTo>
                      <a:pt x="27429" y="18512"/>
                    </a:lnTo>
                    <a:cubicBezTo>
                      <a:pt x="28302" y="17638"/>
                      <a:pt x="29736" y="17638"/>
                      <a:pt x="30610" y="18512"/>
                    </a:cubicBezTo>
                    <a:lnTo>
                      <a:pt x="30610" y="18512"/>
                    </a:lnTo>
                    <a:cubicBezTo>
                      <a:pt x="31484" y="19385"/>
                      <a:pt x="31484" y="20797"/>
                      <a:pt x="30610" y="21671"/>
                    </a:cubicBezTo>
                    <a:lnTo>
                      <a:pt x="30610" y="21671"/>
                    </a:lnTo>
                    <a:cubicBezTo>
                      <a:pt x="30162" y="22119"/>
                      <a:pt x="29602" y="22320"/>
                      <a:pt x="29019" y="22320"/>
                    </a:cubicBezTo>
                    <a:lnTo>
                      <a:pt x="29019" y="22320"/>
                    </a:lnTo>
                    <a:cubicBezTo>
                      <a:pt x="28437" y="22320"/>
                      <a:pt x="27877" y="22119"/>
                      <a:pt x="27429" y="21671"/>
                    </a:cubicBezTo>
                    <a:close/>
                    <a:moveTo>
                      <a:pt x="36368" y="12754"/>
                    </a:moveTo>
                    <a:cubicBezTo>
                      <a:pt x="35494" y="11880"/>
                      <a:pt x="35494" y="10446"/>
                      <a:pt x="36368" y="9572"/>
                    </a:cubicBezTo>
                    <a:lnTo>
                      <a:pt x="36368" y="9572"/>
                    </a:lnTo>
                    <a:cubicBezTo>
                      <a:pt x="37242" y="8698"/>
                      <a:pt x="38653" y="8698"/>
                      <a:pt x="39527" y="9572"/>
                    </a:cubicBezTo>
                    <a:lnTo>
                      <a:pt x="39527" y="9572"/>
                    </a:lnTo>
                    <a:cubicBezTo>
                      <a:pt x="40401" y="10446"/>
                      <a:pt x="40401" y="11880"/>
                      <a:pt x="39527" y="12754"/>
                    </a:cubicBezTo>
                    <a:lnTo>
                      <a:pt x="39527" y="12754"/>
                    </a:lnTo>
                    <a:cubicBezTo>
                      <a:pt x="39101" y="13179"/>
                      <a:pt x="38519" y="13404"/>
                      <a:pt x="37959" y="13404"/>
                    </a:cubicBezTo>
                    <a:lnTo>
                      <a:pt x="37959" y="13404"/>
                    </a:lnTo>
                    <a:cubicBezTo>
                      <a:pt x="37376" y="13404"/>
                      <a:pt x="36794" y="13179"/>
                      <a:pt x="36368" y="12754"/>
                    </a:cubicBezTo>
                    <a:close/>
                    <a:moveTo>
                      <a:pt x="45285" y="3814"/>
                    </a:moveTo>
                    <a:cubicBezTo>
                      <a:pt x="44411" y="2941"/>
                      <a:pt x="44411" y="1529"/>
                      <a:pt x="45285" y="656"/>
                    </a:cubicBezTo>
                    <a:lnTo>
                      <a:pt x="45285" y="656"/>
                    </a:lnTo>
                    <a:cubicBezTo>
                      <a:pt x="46159" y="-219"/>
                      <a:pt x="47593" y="-219"/>
                      <a:pt x="48466" y="656"/>
                    </a:cubicBezTo>
                    <a:lnTo>
                      <a:pt x="48466" y="656"/>
                    </a:lnTo>
                    <a:cubicBezTo>
                      <a:pt x="49340" y="1529"/>
                      <a:pt x="49340" y="2941"/>
                      <a:pt x="48466" y="3814"/>
                    </a:cubicBezTo>
                    <a:lnTo>
                      <a:pt x="48466" y="3814"/>
                    </a:lnTo>
                    <a:cubicBezTo>
                      <a:pt x="48018" y="4262"/>
                      <a:pt x="47458" y="4464"/>
                      <a:pt x="46876" y="4464"/>
                    </a:cubicBezTo>
                    <a:lnTo>
                      <a:pt x="46876" y="4464"/>
                    </a:lnTo>
                    <a:cubicBezTo>
                      <a:pt x="46293" y="4464"/>
                      <a:pt x="45733" y="4262"/>
                      <a:pt x="45285" y="381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8" name="Google Shape;688;p32"/>
              <p:cNvSpPr/>
              <p:nvPr/>
            </p:nvSpPr>
            <p:spPr>
              <a:xfrm>
                <a:off x="4575377" y="3646008"/>
                <a:ext cx="3343" cy="3339"/>
              </a:xfrm>
              <a:custGeom>
                <a:avLst/>
                <a:gdLst/>
                <a:ahLst/>
                <a:cxnLst/>
                <a:rect l="l" t="t" r="r" b="b"/>
                <a:pathLst>
                  <a:path w="4458" h="4452" extrusionOk="0">
                    <a:moveTo>
                      <a:pt x="2218" y="4453"/>
                    </a:moveTo>
                    <a:cubicBezTo>
                      <a:pt x="1927" y="4453"/>
                      <a:pt x="1635" y="4386"/>
                      <a:pt x="1367" y="4274"/>
                    </a:cubicBezTo>
                    <a:cubicBezTo>
                      <a:pt x="1098" y="4161"/>
                      <a:pt x="851" y="4005"/>
                      <a:pt x="650" y="3803"/>
                    </a:cubicBezTo>
                    <a:cubicBezTo>
                      <a:pt x="426" y="3579"/>
                      <a:pt x="269" y="3333"/>
                      <a:pt x="157" y="3064"/>
                    </a:cubicBezTo>
                    <a:cubicBezTo>
                      <a:pt x="45" y="2795"/>
                      <a:pt x="0" y="2504"/>
                      <a:pt x="0" y="2213"/>
                    </a:cubicBezTo>
                    <a:cubicBezTo>
                      <a:pt x="0" y="1921"/>
                      <a:pt x="45" y="1630"/>
                      <a:pt x="157" y="1361"/>
                    </a:cubicBezTo>
                    <a:cubicBezTo>
                      <a:pt x="269" y="1070"/>
                      <a:pt x="426" y="846"/>
                      <a:pt x="650" y="622"/>
                    </a:cubicBezTo>
                    <a:cubicBezTo>
                      <a:pt x="1479" y="-207"/>
                      <a:pt x="2980" y="-207"/>
                      <a:pt x="3809" y="622"/>
                    </a:cubicBezTo>
                    <a:cubicBezTo>
                      <a:pt x="4010" y="846"/>
                      <a:pt x="4190" y="1070"/>
                      <a:pt x="4302" y="1361"/>
                    </a:cubicBezTo>
                    <a:cubicBezTo>
                      <a:pt x="4414" y="1630"/>
                      <a:pt x="4458" y="1921"/>
                      <a:pt x="4458" y="2213"/>
                    </a:cubicBezTo>
                    <a:cubicBezTo>
                      <a:pt x="4458" y="2504"/>
                      <a:pt x="4414" y="2795"/>
                      <a:pt x="4302" y="3064"/>
                    </a:cubicBezTo>
                    <a:cubicBezTo>
                      <a:pt x="4190" y="3333"/>
                      <a:pt x="4033" y="3579"/>
                      <a:pt x="3809" y="3803"/>
                    </a:cubicBezTo>
                    <a:cubicBezTo>
                      <a:pt x="3607" y="4005"/>
                      <a:pt x="3361" y="4161"/>
                      <a:pt x="3092" y="4274"/>
                    </a:cubicBezTo>
                    <a:cubicBezTo>
                      <a:pt x="2823" y="4386"/>
                      <a:pt x="2532" y="4453"/>
                      <a:pt x="2218" y="44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89" name="Google Shape;689;p32"/>
            <p:cNvSpPr/>
            <p:nvPr/>
          </p:nvSpPr>
          <p:spPr>
            <a:xfrm>
              <a:off x="8588793" y="-222669"/>
              <a:ext cx="830637" cy="888319"/>
            </a:xfrm>
            <a:custGeom>
              <a:avLst/>
              <a:gdLst/>
              <a:ahLst/>
              <a:cxnLst/>
              <a:rect l="l" t="t" r="r" b="b"/>
              <a:pathLst>
                <a:path w="628081" h="671697" extrusionOk="0">
                  <a:moveTo>
                    <a:pt x="593960" y="129034"/>
                  </a:moveTo>
                  <a:lnTo>
                    <a:pt x="451625" y="18535"/>
                  </a:lnTo>
                  <a:cubicBezTo>
                    <a:pt x="426420" y="-1024"/>
                    <a:pt x="392612" y="-5460"/>
                    <a:pt x="363217" y="6930"/>
                  </a:cubicBezTo>
                  <a:lnTo>
                    <a:pt x="62997" y="133582"/>
                  </a:lnTo>
                  <a:cubicBezTo>
                    <a:pt x="31407" y="146913"/>
                    <a:pt x="10392" y="177316"/>
                    <a:pt x="9114" y="211572"/>
                  </a:cubicBezTo>
                  <a:lnTo>
                    <a:pt x="63" y="452420"/>
                  </a:lnTo>
                  <a:cubicBezTo>
                    <a:pt x="-788" y="474959"/>
                    <a:pt x="7031" y="496960"/>
                    <a:pt x="21885" y="513920"/>
                  </a:cubicBezTo>
                  <a:lnTo>
                    <a:pt x="133840" y="641625"/>
                  </a:lnTo>
                  <a:cubicBezTo>
                    <a:pt x="158552" y="669810"/>
                    <a:pt x="198387" y="679310"/>
                    <a:pt x="233159" y="665307"/>
                  </a:cubicBezTo>
                  <a:lnTo>
                    <a:pt x="572788" y="528550"/>
                  </a:lnTo>
                  <a:cubicBezTo>
                    <a:pt x="606193" y="515108"/>
                    <a:pt x="628082" y="482688"/>
                    <a:pt x="628082" y="446684"/>
                  </a:cubicBezTo>
                  <a:lnTo>
                    <a:pt x="628082" y="198735"/>
                  </a:lnTo>
                  <a:cubicBezTo>
                    <a:pt x="628082" y="171468"/>
                    <a:pt x="615491" y="145748"/>
                    <a:pt x="593938" y="12903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90" name="Google Shape;690;p32"/>
            <p:cNvGrpSpPr/>
            <p:nvPr/>
          </p:nvGrpSpPr>
          <p:grpSpPr>
            <a:xfrm rot="-1196313">
              <a:off x="67598" y="-4869"/>
              <a:ext cx="1446030" cy="1485771"/>
              <a:chOff x="7297991" y="3693711"/>
              <a:chExt cx="592827" cy="609120"/>
            </a:xfrm>
          </p:grpSpPr>
          <p:sp>
            <p:nvSpPr>
              <p:cNvPr id="691" name="Google Shape;691;p32"/>
              <p:cNvSpPr/>
              <p:nvPr/>
            </p:nvSpPr>
            <p:spPr>
              <a:xfrm>
                <a:off x="7354299" y="3786237"/>
                <a:ext cx="480221" cy="424068"/>
              </a:xfrm>
              <a:custGeom>
                <a:avLst/>
                <a:gdLst/>
                <a:ahLst/>
                <a:cxnLst/>
                <a:rect l="l" t="t" r="r" b="b"/>
                <a:pathLst>
                  <a:path w="280012" h="247270" extrusionOk="0">
                    <a:moveTo>
                      <a:pt x="261427" y="247271"/>
                    </a:moveTo>
                    <a:cubicBezTo>
                      <a:pt x="259052" y="247271"/>
                      <a:pt x="256611" y="246800"/>
                      <a:pt x="254280" y="245837"/>
                    </a:cubicBezTo>
                    <a:cubicBezTo>
                      <a:pt x="206469" y="226233"/>
                      <a:pt x="157269" y="195180"/>
                      <a:pt x="111990" y="156017"/>
                    </a:cubicBezTo>
                    <a:cubicBezTo>
                      <a:pt x="66710" y="116855"/>
                      <a:pt x="28891" y="72628"/>
                      <a:pt x="2634" y="28133"/>
                    </a:cubicBezTo>
                    <a:cubicBezTo>
                      <a:pt x="-1489" y="21142"/>
                      <a:pt x="-727" y="12651"/>
                      <a:pt x="4605" y="6490"/>
                    </a:cubicBezTo>
                    <a:cubicBezTo>
                      <a:pt x="9937" y="329"/>
                      <a:pt x="18227" y="-1643"/>
                      <a:pt x="25733" y="1427"/>
                    </a:cubicBezTo>
                    <a:lnTo>
                      <a:pt x="25733" y="1427"/>
                    </a:lnTo>
                    <a:cubicBezTo>
                      <a:pt x="73544" y="21031"/>
                      <a:pt x="122744" y="52083"/>
                      <a:pt x="168023" y="91246"/>
                    </a:cubicBezTo>
                    <a:cubicBezTo>
                      <a:pt x="213303" y="130409"/>
                      <a:pt x="251122" y="174635"/>
                      <a:pt x="277379" y="219131"/>
                    </a:cubicBezTo>
                    <a:cubicBezTo>
                      <a:pt x="281502" y="226121"/>
                      <a:pt x="280740" y="234612"/>
                      <a:pt x="275408" y="240773"/>
                    </a:cubicBezTo>
                    <a:cubicBezTo>
                      <a:pt x="271734" y="245008"/>
                      <a:pt x="266670" y="247271"/>
                      <a:pt x="261427" y="247271"/>
                    </a:cubicBezTo>
                    <a:close/>
                    <a:moveTo>
                      <a:pt x="18586" y="2233"/>
                    </a:moveTo>
                    <a:cubicBezTo>
                      <a:pt x="13970" y="2233"/>
                      <a:pt x="9512" y="4227"/>
                      <a:pt x="6286" y="7946"/>
                    </a:cubicBezTo>
                    <a:cubicBezTo>
                      <a:pt x="1603" y="13368"/>
                      <a:pt x="908" y="20829"/>
                      <a:pt x="4538" y="26990"/>
                    </a:cubicBezTo>
                    <a:cubicBezTo>
                      <a:pt x="30684" y="71284"/>
                      <a:pt x="68346" y="115308"/>
                      <a:pt x="113446" y="154315"/>
                    </a:cubicBezTo>
                    <a:cubicBezTo>
                      <a:pt x="158546" y="193321"/>
                      <a:pt x="207522" y="224261"/>
                      <a:pt x="255131" y="243753"/>
                    </a:cubicBezTo>
                    <a:cubicBezTo>
                      <a:pt x="261741" y="246464"/>
                      <a:pt x="269045" y="244716"/>
                      <a:pt x="273727" y="239295"/>
                    </a:cubicBezTo>
                    <a:cubicBezTo>
                      <a:pt x="278410" y="233873"/>
                      <a:pt x="279105" y="226412"/>
                      <a:pt x="275475" y="220251"/>
                    </a:cubicBezTo>
                    <a:cubicBezTo>
                      <a:pt x="249329" y="175957"/>
                      <a:pt x="211667" y="131933"/>
                      <a:pt x="166567" y="92926"/>
                    </a:cubicBezTo>
                    <a:cubicBezTo>
                      <a:pt x="121489" y="53920"/>
                      <a:pt x="72490" y="22980"/>
                      <a:pt x="24881" y="3488"/>
                    </a:cubicBezTo>
                    <a:lnTo>
                      <a:pt x="24881" y="3488"/>
                    </a:lnTo>
                    <a:cubicBezTo>
                      <a:pt x="22820" y="2637"/>
                      <a:pt x="20692" y="2233"/>
                      <a:pt x="18586" y="22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2" name="Google Shape;692;p32"/>
              <p:cNvSpPr/>
              <p:nvPr/>
            </p:nvSpPr>
            <p:spPr>
              <a:xfrm>
                <a:off x="7512173" y="3693711"/>
                <a:ext cx="164544" cy="609120"/>
              </a:xfrm>
              <a:custGeom>
                <a:avLst/>
                <a:gdLst/>
                <a:ahLst/>
                <a:cxnLst/>
                <a:rect l="l" t="t" r="r" b="b"/>
                <a:pathLst>
                  <a:path w="95944" h="355172" extrusionOk="0">
                    <a:moveTo>
                      <a:pt x="26341" y="355173"/>
                    </a:moveTo>
                    <a:cubicBezTo>
                      <a:pt x="25467" y="355173"/>
                      <a:pt x="24571" y="355106"/>
                      <a:pt x="23697" y="354994"/>
                    </a:cubicBezTo>
                    <a:cubicBezTo>
                      <a:pt x="15632" y="353896"/>
                      <a:pt x="9426" y="348026"/>
                      <a:pt x="7924" y="340050"/>
                    </a:cubicBezTo>
                    <a:cubicBezTo>
                      <a:pt x="-1754" y="289281"/>
                      <a:pt x="-2583" y="231097"/>
                      <a:pt x="5527" y="171792"/>
                    </a:cubicBezTo>
                    <a:cubicBezTo>
                      <a:pt x="13637" y="112488"/>
                      <a:pt x="30060" y="56656"/>
                      <a:pt x="53002" y="10346"/>
                    </a:cubicBezTo>
                    <a:cubicBezTo>
                      <a:pt x="56609" y="3064"/>
                      <a:pt x="64160" y="-901"/>
                      <a:pt x="72225" y="174"/>
                    </a:cubicBezTo>
                    <a:cubicBezTo>
                      <a:pt x="80291" y="1272"/>
                      <a:pt x="86497" y="7142"/>
                      <a:pt x="88020" y="15118"/>
                    </a:cubicBezTo>
                    <a:lnTo>
                      <a:pt x="88020" y="15118"/>
                    </a:lnTo>
                    <a:cubicBezTo>
                      <a:pt x="97699" y="65887"/>
                      <a:pt x="98528" y="124071"/>
                      <a:pt x="90417" y="183375"/>
                    </a:cubicBezTo>
                    <a:cubicBezTo>
                      <a:pt x="82307" y="242680"/>
                      <a:pt x="65907" y="298512"/>
                      <a:pt x="42943" y="344822"/>
                    </a:cubicBezTo>
                    <a:cubicBezTo>
                      <a:pt x="39739" y="351297"/>
                      <a:pt x="33421" y="355173"/>
                      <a:pt x="26385" y="355173"/>
                    </a:cubicBezTo>
                    <a:close/>
                    <a:moveTo>
                      <a:pt x="69559" y="2236"/>
                    </a:moveTo>
                    <a:cubicBezTo>
                      <a:pt x="63375" y="2236"/>
                      <a:pt x="57796" y="5641"/>
                      <a:pt x="54996" y="11332"/>
                    </a:cubicBezTo>
                    <a:cubicBezTo>
                      <a:pt x="32166" y="57418"/>
                      <a:pt x="15811" y="113003"/>
                      <a:pt x="7745" y="172083"/>
                    </a:cubicBezTo>
                    <a:cubicBezTo>
                      <a:pt x="-321" y="231164"/>
                      <a:pt x="486" y="289079"/>
                      <a:pt x="10120" y="339624"/>
                    </a:cubicBezTo>
                    <a:cubicBezTo>
                      <a:pt x="11464" y="346637"/>
                      <a:pt x="16908" y="351789"/>
                      <a:pt x="24011" y="352776"/>
                    </a:cubicBezTo>
                    <a:cubicBezTo>
                      <a:pt x="31113" y="353739"/>
                      <a:pt x="37745" y="350244"/>
                      <a:pt x="40926" y="343836"/>
                    </a:cubicBezTo>
                    <a:cubicBezTo>
                      <a:pt x="63779" y="297750"/>
                      <a:pt x="80111" y="242165"/>
                      <a:pt x="88177" y="183084"/>
                    </a:cubicBezTo>
                    <a:cubicBezTo>
                      <a:pt x="96243" y="124004"/>
                      <a:pt x="95436" y="66088"/>
                      <a:pt x="85802" y="15544"/>
                    </a:cubicBezTo>
                    <a:lnTo>
                      <a:pt x="85802" y="15544"/>
                    </a:lnTo>
                    <a:cubicBezTo>
                      <a:pt x="84458" y="8531"/>
                      <a:pt x="79013" y="3378"/>
                      <a:pt x="71911" y="2392"/>
                    </a:cubicBezTo>
                    <a:cubicBezTo>
                      <a:pt x="71128" y="2280"/>
                      <a:pt x="70343" y="2236"/>
                      <a:pt x="69581" y="223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3" name="Google Shape;693;p32"/>
              <p:cNvSpPr/>
              <p:nvPr/>
            </p:nvSpPr>
            <p:spPr>
              <a:xfrm>
                <a:off x="7420485" y="3892425"/>
                <a:ext cx="342239" cy="96750"/>
              </a:xfrm>
              <a:custGeom>
                <a:avLst/>
                <a:gdLst/>
                <a:ahLst/>
                <a:cxnLst/>
                <a:rect l="l" t="t" r="r" b="b"/>
                <a:pathLst>
                  <a:path w="199556" h="56414" extrusionOk="0">
                    <a:moveTo>
                      <a:pt x="963" y="56392"/>
                    </a:moveTo>
                    <a:lnTo>
                      <a:pt x="0" y="54376"/>
                    </a:lnTo>
                    <a:cubicBezTo>
                      <a:pt x="28006" y="40978"/>
                      <a:pt x="58162" y="29619"/>
                      <a:pt x="89573" y="20567"/>
                    </a:cubicBezTo>
                    <a:cubicBezTo>
                      <a:pt x="126563" y="9925"/>
                      <a:pt x="163508" y="3002"/>
                      <a:pt x="199377" y="0"/>
                    </a:cubicBezTo>
                    <a:lnTo>
                      <a:pt x="199557" y="2240"/>
                    </a:lnTo>
                    <a:cubicBezTo>
                      <a:pt x="163821" y="5220"/>
                      <a:pt x="127033" y="12121"/>
                      <a:pt x="90178" y="22740"/>
                    </a:cubicBezTo>
                    <a:cubicBezTo>
                      <a:pt x="58879" y="31747"/>
                      <a:pt x="28857" y="43084"/>
                      <a:pt x="963" y="5641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4" name="Google Shape;694;p32"/>
              <p:cNvSpPr/>
              <p:nvPr/>
            </p:nvSpPr>
            <p:spPr>
              <a:xfrm>
                <a:off x="7297991" y="3889514"/>
                <a:ext cx="592827" cy="217467"/>
              </a:xfrm>
              <a:custGeom>
                <a:avLst/>
                <a:gdLst/>
                <a:ahLst/>
                <a:cxnLst/>
                <a:rect l="l" t="t" r="r" b="b"/>
                <a:pathLst>
                  <a:path w="345672" h="126803" extrusionOk="0">
                    <a:moveTo>
                      <a:pt x="36028" y="126804"/>
                    </a:moveTo>
                    <a:cubicBezTo>
                      <a:pt x="29889" y="126804"/>
                      <a:pt x="23795" y="126670"/>
                      <a:pt x="17813" y="126401"/>
                    </a:cubicBezTo>
                    <a:cubicBezTo>
                      <a:pt x="9703" y="126043"/>
                      <a:pt x="3004" y="120755"/>
                      <a:pt x="763" y="112936"/>
                    </a:cubicBezTo>
                    <a:cubicBezTo>
                      <a:pt x="-1500" y="105117"/>
                      <a:pt x="1368" y="97073"/>
                      <a:pt x="8045" y="92458"/>
                    </a:cubicBezTo>
                    <a:cubicBezTo>
                      <a:pt x="15976" y="86991"/>
                      <a:pt x="24400" y="81592"/>
                      <a:pt x="33093" y="76461"/>
                    </a:cubicBezTo>
                    <a:lnTo>
                      <a:pt x="34235" y="78388"/>
                    </a:lnTo>
                    <a:cubicBezTo>
                      <a:pt x="25588" y="83497"/>
                      <a:pt x="17208" y="88851"/>
                      <a:pt x="9322" y="94295"/>
                    </a:cubicBezTo>
                    <a:cubicBezTo>
                      <a:pt x="3452" y="98350"/>
                      <a:pt x="920" y="105430"/>
                      <a:pt x="2914" y="112308"/>
                    </a:cubicBezTo>
                    <a:cubicBezTo>
                      <a:pt x="4886" y="119187"/>
                      <a:pt x="10778" y="123847"/>
                      <a:pt x="17925" y="124160"/>
                    </a:cubicBezTo>
                    <a:cubicBezTo>
                      <a:pt x="69321" y="126401"/>
                      <a:pt x="126766" y="118895"/>
                      <a:pt x="184054" y="102406"/>
                    </a:cubicBezTo>
                    <a:cubicBezTo>
                      <a:pt x="241365" y="85916"/>
                      <a:pt x="294015" y="61741"/>
                      <a:pt x="336337" y="32504"/>
                    </a:cubicBezTo>
                    <a:cubicBezTo>
                      <a:pt x="342207" y="28449"/>
                      <a:pt x="344739" y="21369"/>
                      <a:pt x="342745" y="14491"/>
                    </a:cubicBezTo>
                    <a:cubicBezTo>
                      <a:pt x="340773" y="7612"/>
                      <a:pt x="334881" y="2952"/>
                      <a:pt x="327734" y="2639"/>
                    </a:cubicBezTo>
                    <a:cubicBezTo>
                      <a:pt x="323007" y="2437"/>
                      <a:pt x="318167" y="2303"/>
                      <a:pt x="313373" y="2258"/>
                    </a:cubicBezTo>
                    <a:cubicBezTo>
                      <a:pt x="309004" y="2213"/>
                      <a:pt x="304523" y="2258"/>
                      <a:pt x="300042" y="2348"/>
                    </a:cubicBezTo>
                    <a:lnTo>
                      <a:pt x="299997" y="107"/>
                    </a:lnTo>
                    <a:cubicBezTo>
                      <a:pt x="304478" y="18"/>
                      <a:pt x="309004" y="-27"/>
                      <a:pt x="313395" y="18"/>
                    </a:cubicBezTo>
                    <a:cubicBezTo>
                      <a:pt x="318212" y="62"/>
                      <a:pt x="323074" y="196"/>
                      <a:pt x="327846" y="398"/>
                    </a:cubicBezTo>
                    <a:cubicBezTo>
                      <a:pt x="335956" y="757"/>
                      <a:pt x="342655" y="6044"/>
                      <a:pt x="344918" y="13863"/>
                    </a:cubicBezTo>
                    <a:cubicBezTo>
                      <a:pt x="347159" y="21683"/>
                      <a:pt x="344313" y="29726"/>
                      <a:pt x="337637" y="34341"/>
                    </a:cubicBezTo>
                    <a:cubicBezTo>
                      <a:pt x="295113" y="63713"/>
                      <a:pt x="242239" y="87977"/>
                      <a:pt x="184704" y="104534"/>
                    </a:cubicBezTo>
                    <a:cubicBezTo>
                      <a:pt x="133868" y="119164"/>
                      <a:pt x="82876" y="126759"/>
                      <a:pt x="36073" y="12675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5" name="Google Shape;695;p32"/>
              <p:cNvSpPr/>
              <p:nvPr/>
            </p:nvSpPr>
            <p:spPr>
              <a:xfrm>
                <a:off x="7560551" y="3964449"/>
                <a:ext cx="67629" cy="67629"/>
              </a:xfrm>
              <a:custGeom>
                <a:avLst/>
                <a:gdLst/>
                <a:ahLst/>
                <a:cxnLst/>
                <a:rect l="l" t="t" r="r" b="b"/>
                <a:pathLst>
                  <a:path w="39434" h="39434" extrusionOk="0">
                    <a:moveTo>
                      <a:pt x="32611" y="4807"/>
                    </a:moveTo>
                    <a:cubicBezTo>
                      <a:pt x="24389" y="-2318"/>
                      <a:pt x="11932" y="-1422"/>
                      <a:pt x="4807" y="6824"/>
                    </a:cubicBezTo>
                    <a:cubicBezTo>
                      <a:pt x="-2318" y="15046"/>
                      <a:pt x="-1421" y="27503"/>
                      <a:pt x="6823" y="34627"/>
                    </a:cubicBezTo>
                    <a:cubicBezTo>
                      <a:pt x="15046" y="41752"/>
                      <a:pt x="27503" y="40856"/>
                      <a:pt x="34627" y="32611"/>
                    </a:cubicBezTo>
                    <a:cubicBezTo>
                      <a:pt x="41752" y="24388"/>
                      <a:pt x="40856" y="11931"/>
                      <a:pt x="32611" y="480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6" name="Google Shape;696;p32"/>
              <p:cNvSpPr/>
              <p:nvPr/>
            </p:nvSpPr>
            <p:spPr>
              <a:xfrm>
                <a:off x="7370132" y="3960683"/>
                <a:ext cx="67629" cy="67629"/>
              </a:xfrm>
              <a:custGeom>
                <a:avLst/>
                <a:gdLst/>
                <a:ahLst/>
                <a:cxnLst/>
                <a:rect l="l" t="t" r="r" b="b"/>
                <a:pathLst>
                  <a:path w="39434" h="39434" extrusionOk="0">
                    <a:moveTo>
                      <a:pt x="32611" y="4807"/>
                    </a:moveTo>
                    <a:cubicBezTo>
                      <a:pt x="24388" y="-2317"/>
                      <a:pt x="11931" y="-1422"/>
                      <a:pt x="4807" y="6823"/>
                    </a:cubicBezTo>
                    <a:cubicBezTo>
                      <a:pt x="-2317" y="15046"/>
                      <a:pt x="-1422" y="27503"/>
                      <a:pt x="6823" y="34627"/>
                    </a:cubicBezTo>
                    <a:cubicBezTo>
                      <a:pt x="15046" y="41752"/>
                      <a:pt x="27502" y="40856"/>
                      <a:pt x="34627" y="32611"/>
                    </a:cubicBezTo>
                    <a:cubicBezTo>
                      <a:pt x="41752" y="24388"/>
                      <a:pt x="40855" y="11931"/>
                      <a:pt x="32611" y="480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7" name="Google Shape;697;p32"/>
              <p:cNvSpPr/>
              <p:nvPr/>
            </p:nvSpPr>
            <p:spPr>
              <a:xfrm>
                <a:off x="7577957" y="4168242"/>
                <a:ext cx="67629" cy="67629"/>
              </a:xfrm>
              <a:custGeom>
                <a:avLst/>
                <a:gdLst/>
                <a:ahLst/>
                <a:cxnLst/>
                <a:rect l="l" t="t" r="r" b="b"/>
                <a:pathLst>
                  <a:path w="39434" h="39434" extrusionOk="0">
                    <a:moveTo>
                      <a:pt x="32611" y="4807"/>
                    </a:moveTo>
                    <a:cubicBezTo>
                      <a:pt x="24388" y="-2317"/>
                      <a:pt x="11932" y="-1422"/>
                      <a:pt x="4807" y="6823"/>
                    </a:cubicBezTo>
                    <a:cubicBezTo>
                      <a:pt x="-2318" y="15046"/>
                      <a:pt x="-1421" y="27502"/>
                      <a:pt x="6823" y="34627"/>
                    </a:cubicBezTo>
                    <a:cubicBezTo>
                      <a:pt x="15046" y="41752"/>
                      <a:pt x="27503" y="40856"/>
                      <a:pt x="34627" y="32611"/>
                    </a:cubicBezTo>
                    <a:cubicBezTo>
                      <a:pt x="41752" y="24388"/>
                      <a:pt x="40856" y="11931"/>
                      <a:pt x="32611" y="480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8" name="Google Shape;698;p32"/>
              <p:cNvSpPr/>
              <p:nvPr/>
            </p:nvSpPr>
            <p:spPr>
              <a:xfrm>
                <a:off x="7728075" y="3858745"/>
                <a:ext cx="67629" cy="67629"/>
              </a:xfrm>
              <a:custGeom>
                <a:avLst/>
                <a:gdLst/>
                <a:ahLst/>
                <a:cxnLst/>
                <a:rect l="l" t="t" r="r" b="b"/>
                <a:pathLst>
                  <a:path w="39434" h="39434" extrusionOk="0">
                    <a:moveTo>
                      <a:pt x="32611" y="4807"/>
                    </a:moveTo>
                    <a:cubicBezTo>
                      <a:pt x="24388" y="-2318"/>
                      <a:pt x="11931" y="-1422"/>
                      <a:pt x="4807" y="6824"/>
                    </a:cubicBezTo>
                    <a:cubicBezTo>
                      <a:pt x="-2318" y="15046"/>
                      <a:pt x="-1422" y="27503"/>
                      <a:pt x="6824" y="34627"/>
                    </a:cubicBezTo>
                    <a:cubicBezTo>
                      <a:pt x="15046" y="41752"/>
                      <a:pt x="27503" y="40856"/>
                      <a:pt x="34627" y="32611"/>
                    </a:cubicBezTo>
                    <a:cubicBezTo>
                      <a:pt x="41752" y="24388"/>
                      <a:pt x="40856" y="11931"/>
                      <a:pt x="32611" y="480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99" name="Google Shape;699;p32"/>
            <p:cNvSpPr/>
            <p:nvPr/>
          </p:nvSpPr>
          <p:spPr>
            <a:xfrm>
              <a:off x="1147000" y="4771675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00" name="Google Shape;700;p32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5398050" y="-1378675"/>
              <a:ext cx="1866024" cy="1861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701" name="Google Shape;701;p32"/>
            <p:cNvGrpSpPr/>
            <p:nvPr/>
          </p:nvGrpSpPr>
          <p:grpSpPr>
            <a:xfrm rot="1994211">
              <a:off x="7520184" y="246968"/>
              <a:ext cx="1194207" cy="982085"/>
              <a:chOff x="6450059" y="3493418"/>
              <a:chExt cx="375098" cy="308495"/>
            </a:xfrm>
          </p:grpSpPr>
          <p:sp>
            <p:nvSpPr>
              <p:cNvPr id="702" name="Google Shape;702;p32"/>
              <p:cNvSpPr/>
              <p:nvPr/>
            </p:nvSpPr>
            <p:spPr>
              <a:xfrm rot="-2700000">
                <a:off x="6526781" y="3538596"/>
                <a:ext cx="218139" cy="218139"/>
              </a:xfrm>
              <a:custGeom>
                <a:avLst/>
                <a:gdLst/>
                <a:ahLst/>
                <a:cxnLst/>
                <a:rect l="l" t="t" r="r" b="b"/>
                <a:pathLst>
                  <a:path w="291033" h="291033" extrusionOk="0">
                    <a:moveTo>
                      <a:pt x="291034" y="145517"/>
                    </a:moveTo>
                    <a:cubicBezTo>
                      <a:pt x="291034" y="225884"/>
                      <a:pt x="225884" y="291034"/>
                      <a:pt x="145517" y="291034"/>
                    </a:cubicBezTo>
                    <a:cubicBezTo>
                      <a:pt x="65150" y="291034"/>
                      <a:pt x="0" y="225884"/>
                      <a:pt x="0" y="145517"/>
                    </a:cubicBezTo>
                    <a:cubicBezTo>
                      <a:pt x="0" y="65150"/>
                      <a:pt x="65150" y="0"/>
                      <a:pt x="145517" y="0"/>
                    </a:cubicBezTo>
                    <a:cubicBezTo>
                      <a:pt x="225884" y="0"/>
                      <a:pt x="291034" y="65150"/>
                      <a:pt x="291034" y="1455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3" name="Google Shape;703;p32"/>
              <p:cNvSpPr/>
              <p:nvPr/>
            </p:nvSpPr>
            <p:spPr>
              <a:xfrm>
                <a:off x="6552423" y="3558567"/>
                <a:ext cx="172641" cy="178224"/>
              </a:xfrm>
              <a:custGeom>
                <a:avLst/>
                <a:gdLst/>
                <a:ahLst/>
                <a:cxnLst/>
                <a:rect l="l" t="t" r="r" b="b"/>
                <a:pathLst>
                  <a:path w="230188" h="237632" extrusionOk="0">
                    <a:moveTo>
                      <a:pt x="111283" y="237633"/>
                    </a:moveTo>
                    <a:cubicBezTo>
                      <a:pt x="94412" y="237633"/>
                      <a:pt x="77609" y="234003"/>
                      <a:pt x="61836" y="226767"/>
                    </a:cubicBezTo>
                    <a:cubicBezTo>
                      <a:pt x="33002" y="213548"/>
                      <a:pt x="11023" y="189889"/>
                      <a:pt x="0" y="160136"/>
                    </a:cubicBezTo>
                    <a:lnTo>
                      <a:pt x="2106" y="159351"/>
                    </a:lnTo>
                    <a:cubicBezTo>
                      <a:pt x="12927" y="188544"/>
                      <a:pt x="34480" y="211756"/>
                      <a:pt x="62777" y="224728"/>
                    </a:cubicBezTo>
                    <a:cubicBezTo>
                      <a:pt x="91074" y="237700"/>
                      <a:pt x="122732" y="238887"/>
                      <a:pt x="151924" y="228044"/>
                    </a:cubicBezTo>
                    <a:cubicBezTo>
                      <a:pt x="181117" y="217200"/>
                      <a:pt x="204328" y="195669"/>
                      <a:pt x="217301" y="167372"/>
                    </a:cubicBezTo>
                    <a:cubicBezTo>
                      <a:pt x="230273" y="139076"/>
                      <a:pt x="231460" y="107418"/>
                      <a:pt x="220616" y="78225"/>
                    </a:cubicBezTo>
                    <a:cubicBezTo>
                      <a:pt x="198257" y="17980"/>
                      <a:pt x="131044" y="-12826"/>
                      <a:pt x="70798" y="9533"/>
                    </a:cubicBezTo>
                    <a:lnTo>
                      <a:pt x="70014" y="7427"/>
                    </a:lnTo>
                    <a:cubicBezTo>
                      <a:pt x="131424" y="-15358"/>
                      <a:pt x="199915" y="16053"/>
                      <a:pt x="222700" y="77441"/>
                    </a:cubicBezTo>
                    <a:cubicBezTo>
                      <a:pt x="233745" y="107194"/>
                      <a:pt x="232535" y="139457"/>
                      <a:pt x="219317" y="168291"/>
                    </a:cubicBezTo>
                    <a:cubicBezTo>
                      <a:pt x="206098" y="197126"/>
                      <a:pt x="182439" y="219104"/>
                      <a:pt x="152686" y="230127"/>
                    </a:cubicBezTo>
                    <a:cubicBezTo>
                      <a:pt x="139221" y="235123"/>
                      <a:pt x="125241" y="237610"/>
                      <a:pt x="111283" y="23761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4" name="Google Shape;704;p32"/>
              <p:cNvSpPr/>
              <p:nvPr/>
            </p:nvSpPr>
            <p:spPr>
              <a:xfrm>
                <a:off x="6450059" y="3577630"/>
                <a:ext cx="375098" cy="148996"/>
              </a:xfrm>
              <a:custGeom>
                <a:avLst/>
                <a:gdLst/>
                <a:ahLst/>
                <a:cxnLst/>
                <a:rect l="l" t="t" r="r" b="b"/>
                <a:pathLst>
                  <a:path w="500131" h="198661" extrusionOk="0">
                    <a:moveTo>
                      <a:pt x="20588" y="198662"/>
                    </a:moveTo>
                    <a:cubicBezTo>
                      <a:pt x="9744" y="198662"/>
                      <a:pt x="2148" y="196780"/>
                      <a:pt x="379" y="192008"/>
                    </a:cubicBezTo>
                    <a:cubicBezTo>
                      <a:pt x="-6052" y="174689"/>
                      <a:pt x="71064" y="135997"/>
                      <a:pt x="104537" y="120179"/>
                    </a:cubicBezTo>
                    <a:lnTo>
                      <a:pt x="105500" y="122195"/>
                    </a:lnTo>
                    <a:cubicBezTo>
                      <a:pt x="24822" y="160372"/>
                      <a:pt x="-607" y="182889"/>
                      <a:pt x="2485" y="191223"/>
                    </a:cubicBezTo>
                    <a:cubicBezTo>
                      <a:pt x="6450" y="201865"/>
                      <a:pt x="55785" y="195749"/>
                      <a:pt x="128218" y="175607"/>
                    </a:cubicBezTo>
                    <a:cubicBezTo>
                      <a:pt x="168838" y="164338"/>
                      <a:pt x="215147" y="149148"/>
                      <a:pt x="262107" y="131717"/>
                    </a:cubicBezTo>
                    <a:cubicBezTo>
                      <a:pt x="309067" y="114286"/>
                      <a:pt x="354033" y="95579"/>
                      <a:pt x="392187" y="77610"/>
                    </a:cubicBezTo>
                    <a:cubicBezTo>
                      <a:pt x="460208" y="45617"/>
                      <a:pt x="501611" y="18059"/>
                      <a:pt x="497645" y="7395"/>
                    </a:cubicBezTo>
                    <a:cubicBezTo>
                      <a:pt x="494553" y="-940"/>
                      <a:pt x="460588" y="-1410"/>
                      <a:pt x="374555" y="22294"/>
                    </a:cubicBezTo>
                    <a:lnTo>
                      <a:pt x="373950" y="20143"/>
                    </a:lnTo>
                    <a:cubicBezTo>
                      <a:pt x="409641" y="10307"/>
                      <a:pt x="493321" y="-10685"/>
                      <a:pt x="499751" y="6611"/>
                    </a:cubicBezTo>
                    <a:cubicBezTo>
                      <a:pt x="506271" y="24198"/>
                      <a:pt x="427362" y="63518"/>
                      <a:pt x="393128" y="79627"/>
                    </a:cubicBezTo>
                    <a:cubicBezTo>
                      <a:pt x="354929" y="97617"/>
                      <a:pt x="309874" y="116348"/>
                      <a:pt x="262869" y="133801"/>
                    </a:cubicBezTo>
                    <a:cubicBezTo>
                      <a:pt x="215842" y="151254"/>
                      <a:pt x="169487" y="166444"/>
                      <a:pt x="128801" y="177736"/>
                    </a:cubicBezTo>
                    <a:cubicBezTo>
                      <a:pt x="102252" y="185129"/>
                      <a:pt x="49691" y="198639"/>
                      <a:pt x="20588" y="1986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5" name="Google Shape;705;p32"/>
              <p:cNvSpPr/>
              <p:nvPr/>
            </p:nvSpPr>
            <p:spPr>
              <a:xfrm>
                <a:off x="6509341" y="3594800"/>
                <a:ext cx="248904" cy="94169"/>
              </a:xfrm>
              <a:custGeom>
                <a:avLst/>
                <a:gdLst/>
                <a:ahLst/>
                <a:cxnLst/>
                <a:rect l="l" t="t" r="r" b="b"/>
                <a:pathLst>
                  <a:path w="331872" h="125559" extrusionOk="0">
                    <a:moveTo>
                      <a:pt x="2798" y="125515"/>
                    </a:moveTo>
                    <a:cubicBezTo>
                      <a:pt x="602" y="125515"/>
                      <a:pt x="356" y="124865"/>
                      <a:pt x="154" y="124283"/>
                    </a:cubicBezTo>
                    <a:cubicBezTo>
                      <a:pt x="-384" y="122849"/>
                      <a:pt x="-1101" y="120900"/>
                      <a:pt x="27980" y="107815"/>
                    </a:cubicBezTo>
                    <a:lnTo>
                      <a:pt x="28899" y="109854"/>
                    </a:lnTo>
                    <a:cubicBezTo>
                      <a:pt x="9788" y="118457"/>
                      <a:pt x="4366" y="121975"/>
                      <a:pt x="2865" y="123297"/>
                    </a:cubicBezTo>
                    <a:cubicBezTo>
                      <a:pt x="4837" y="123409"/>
                      <a:pt x="11244" y="122423"/>
                      <a:pt x="30871" y="116643"/>
                    </a:cubicBezTo>
                    <a:cubicBezTo>
                      <a:pt x="34141" y="115679"/>
                      <a:pt x="37659" y="114604"/>
                      <a:pt x="41378" y="113461"/>
                    </a:cubicBezTo>
                    <a:cubicBezTo>
                      <a:pt x="73260" y="103626"/>
                      <a:pt x="119570" y="87584"/>
                      <a:pt x="168434" y="69437"/>
                    </a:cubicBezTo>
                    <a:cubicBezTo>
                      <a:pt x="217275" y="51311"/>
                      <a:pt x="262824" y="33253"/>
                      <a:pt x="293428" y="19900"/>
                    </a:cubicBezTo>
                    <a:cubicBezTo>
                      <a:pt x="296991" y="18332"/>
                      <a:pt x="300351" y="16854"/>
                      <a:pt x="303465" y="15464"/>
                    </a:cubicBezTo>
                    <a:cubicBezTo>
                      <a:pt x="322151" y="7018"/>
                      <a:pt x="327505" y="3545"/>
                      <a:pt x="329029" y="2223"/>
                    </a:cubicBezTo>
                    <a:lnTo>
                      <a:pt x="328962" y="2223"/>
                    </a:lnTo>
                    <a:cubicBezTo>
                      <a:pt x="326833" y="2223"/>
                      <a:pt x="320358" y="3164"/>
                      <a:pt x="300531" y="9056"/>
                    </a:cubicBezTo>
                    <a:lnTo>
                      <a:pt x="299881" y="6906"/>
                    </a:lnTo>
                    <a:cubicBezTo>
                      <a:pt x="330440" y="-2168"/>
                      <a:pt x="331180" y="-196"/>
                      <a:pt x="331717" y="1237"/>
                    </a:cubicBezTo>
                    <a:cubicBezTo>
                      <a:pt x="332255" y="2649"/>
                      <a:pt x="332972" y="4598"/>
                      <a:pt x="304384" y="17525"/>
                    </a:cubicBezTo>
                    <a:cubicBezTo>
                      <a:pt x="301270" y="18915"/>
                      <a:pt x="297887" y="20416"/>
                      <a:pt x="294325" y="21984"/>
                    </a:cubicBezTo>
                    <a:cubicBezTo>
                      <a:pt x="263697" y="35360"/>
                      <a:pt x="218082" y="53417"/>
                      <a:pt x="169218" y="71565"/>
                    </a:cubicBezTo>
                    <a:cubicBezTo>
                      <a:pt x="120309" y="89712"/>
                      <a:pt x="73954" y="105777"/>
                      <a:pt x="42050" y="115634"/>
                    </a:cubicBezTo>
                    <a:cubicBezTo>
                      <a:pt x="38309" y="116777"/>
                      <a:pt x="34791" y="117852"/>
                      <a:pt x="31520" y="118838"/>
                    </a:cubicBezTo>
                    <a:cubicBezTo>
                      <a:pt x="13574" y="124126"/>
                      <a:pt x="6069" y="125559"/>
                      <a:pt x="2820" y="12555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06" name="Google Shape;706;p32"/>
            <p:cNvGrpSpPr/>
            <p:nvPr/>
          </p:nvGrpSpPr>
          <p:grpSpPr>
            <a:xfrm rot="5400000">
              <a:off x="1701520" y="100548"/>
              <a:ext cx="417843" cy="373630"/>
              <a:chOff x="2957323" y="3936947"/>
              <a:chExt cx="194554" cy="173959"/>
            </a:xfrm>
          </p:grpSpPr>
          <p:sp>
            <p:nvSpPr>
              <p:cNvPr id="707" name="Google Shape;707;p32"/>
              <p:cNvSpPr/>
              <p:nvPr/>
            </p:nvSpPr>
            <p:spPr>
              <a:xfrm rot="-45834">
                <a:off x="3060432" y="3936962"/>
                <a:ext cx="3360" cy="173930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231886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231886"/>
                    </a:lnTo>
                    <a:lnTo>
                      <a:pt x="0" y="23188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8" name="Google Shape;708;p32"/>
              <p:cNvSpPr/>
              <p:nvPr/>
            </p:nvSpPr>
            <p:spPr>
              <a:xfrm rot="-206705">
                <a:off x="2957248" y="4012021"/>
                <a:ext cx="194704" cy="3355"/>
              </a:xfrm>
              <a:custGeom>
                <a:avLst/>
                <a:gdLst/>
                <a:ahLst/>
                <a:cxnLst/>
                <a:rect l="l" t="t" r="r" b="b"/>
                <a:pathLst>
                  <a:path w="260003" h="4480" extrusionOk="0">
                    <a:moveTo>
                      <a:pt x="0" y="0"/>
                    </a:moveTo>
                    <a:lnTo>
                      <a:pt x="260004" y="0"/>
                    </a:lnTo>
                    <a:lnTo>
                      <a:pt x="260004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9" name="Google Shape;709;p32"/>
              <p:cNvSpPr/>
              <p:nvPr/>
            </p:nvSpPr>
            <p:spPr>
              <a:xfrm rot="-2667569">
                <a:off x="2985839" y="4013185"/>
                <a:ext cx="150521" cy="3358"/>
              </a:xfrm>
              <a:custGeom>
                <a:avLst/>
                <a:gdLst/>
                <a:ahLst/>
                <a:cxnLst/>
                <a:rect l="l" t="t" r="r" b="b"/>
                <a:pathLst>
                  <a:path w="200811" h="4480" extrusionOk="0">
                    <a:moveTo>
                      <a:pt x="0" y="0"/>
                    </a:moveTo>
                    <a:lnTo>
                      <a:pt x="200811" y="0"/>
                    </a:lnTo>
                    <a:lnTo>
                      <a:pt x="200811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0" name="Google Shape;710;p32"/>
              <p:cNvSpPr/>
              <p:nvPr/>
            </p:nvSpPr>
            <p:spPr>
              <a:xfrm rot="-2716216">
                <a:off x="3069932" y="3955542"/>
                <a:ext cx="3358" cy="133807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78518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78518"/>
                    </a:lnTo>
                    <a:lnTo>
                      <a:pt x="0" y="1785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33"/>
          <p:cNvSpPr>
            <a:spLocks noGrp="1"/>
          </p:cNvSpPr>
          <p:nvPr>
            <p:ph type="pic" idx="2"/>
          </p:nvPr>
        </p:nvSpPr>
        <p:spPr>
          <a:xfrm>
            <a:off x="-1125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13" name="Google Shape;713;p33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Font typeface="Montserrat"/>
              <a:buNone/>
              <a:defRPr sz="30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34"/>
          <p:cNvSpPr txBox="1">
            <a:spLocks noGrp="1"/>
          </p:cNvSpPr>
          <p:nvPr>
            <p:ph type="title" hasCustomPrompt="1"/>
          </p:nvPr>
        </p:nvSpPr>
        <p:spPr>
          <a:xfrm>
            <a:off x="3283300" y="1667175"/>
            <a:ext cx="2577300" cy="13119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 b="1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Montserrat"/>
              <a:buNone/>
              <a:defRPr sz="6000" b="1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Montserrat"/>
              <a:buNone/>
              <a:defRPr sz="6000" b="1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Montserrat"/>
              <a:buNone/>
              <a:defRPr sz="6000" b="1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Montserrat"/>
              <a:buNone/>
              <a:defRPr sz="6000" b="1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Montserrat"/>
              <a:buNone/>
              <a:defRPr sz="6000" b="1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Montserrat"/>
              <a:buNone/>
              <a:defRPr sz="6000" b="1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Montserrat"/>
              <a:buNone/>
              <a:defRPr sz="6000" b="1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Montserrat"/>
              <a:buNone/>
              <a:defRPr sz="6000" b="1">
                <a:solidFill>
                  <a:schemeClr val="accent5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716" name="Google Shape;716;p34"/>
          <p:cNvSpPr txBox="1">
            <a:spLocks noGrp="1"/>
          </p:cNvSpPr>
          <p:nvPr>
            <p:ph type="subTitle" idx="1"/>
          </p:nvPr>
        </p:nvSpPr>
        <p:spPr>
          <a:xfrm>
            <a:off x="1284000" y="2979225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9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grpSp>
        <p:nvGrpSpPr>
          <p:cNvPr id="717" name="Google Shape;717;p34"/>
          <p:cNvGrpSpPr/>
          <p:nvPr/>
        </p:nvGrpSpPr>
        <p:grpSpPr>
          <a:xfrm>
            <a:off x="-2227089" y="-1002425"/>
            <a:ext cx="11824186" cy="7488200"/>
            <a:chOff x="-2227089" y="-1002425"/>
            <a:chExt cx="11824186" cy="7488200"/>
          </a:xfrm>
        </p:grpSpPr>
        <p:pic>
          <p:nvPicPr>
            <p:cNvPr id="718" name="Google Shape;718;p34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7664350" y="-1002425"/>
              <a:ext cx="1866024" cy="1861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9" name="Google Shape;719;p34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799550" y="4623875"/>
              <a:ext cx="1866024" cy="1861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0" name="Google Shape;720;p34"/>
            <p:cNvSpPr/>
            <p:nvPr/>
          </p:nvSpPr>
          <p:spPr>
            <a:xfrm rot="2700000">
              <a:off x="-1737989" y="1887260"/>
              <a:ext cx="2532876" cy="2432535"/>
            </a:xfrm>
            <a:custGeom>
              <a:avLst/>
              <a:gdLst/>
              <a:ahLst/>
              <a:cxnLst/>
              <a:rect l="l" t="t" r="r" b="b"/>
              <a:pathLst>
                <a:path w="360365" h="346089" extrusionOk="0">
                  <a:moveTo>
                    <a:pt x="172081" y="337120"/>
                  </a:moveTo>
                  <a:lnTo>
                    <a:pt x="10634" y="186673"/>
                  </a:lnTo>
                  <a:cubicBezTo>
                    <a:pt x="-4063" y="172985"/>
                    <a:pt x="-3436" y="149505"/>
                    <a:pt x="11956" y="136600"/>
                  </a:cubicBezTo>
                  <a:lnTo>
                    <a:pt x="165696" y="7797"/>
                  </a:lnTo>
                  <a:cubicBezTo>
                    <a:pt x="178466" y="-2890"/>
                    <a:pt x="197151" y="-2554"/>
                    <a:pt x="209519" y="8581"/>
                  </a:cubicBezTo>
                  <a:lnTo>
                    <a:pt x="349300" y="134426"/>
                  </a:lnTo>
                  <a:cubicBezTo>
                    <a:pt x="362810" y="146592"/>
                    <a:pt x="364132" y="167294"/>
                    <a:pt x="352257" y="181072"/>
                  </a:cubicBezTo>
                  <a:lnTo>
                    <a:pt x="220183" y="334475"/>
                  </a:lnTo>
                  <a:cubicBezTo>
                    <a:pt x="207816" y="348859"/>
                    <a:pt x="185949" y="350047"/>
                    <a:pt x="172081" y="33712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34"/>
            <p:cNvSpPr/>
            <p:nvPr/>
          </p:nvSpPr>
          <p:spPr>
            <a:xfrm>
              <a:off x="4019887" y="4735684"/>
              <a:ext cx="859728" cy="859707"/>
            </a:xfrm>
            <a:custGeom>
              <a:avLst/>
              <a:gdLst/>
              <a:ahLst/>
              <a:cxnLst/>
              <a:rect l="l" t="t" r="r" b="b"/>
              <a:pathLst>
                <a:path w="895550" h="895528" extrusionOk="0">
                  <a:moveTo>
                    <a:pt x="695075" y="349621"/>
                  </a:moveTo>
                  <a:lnTo>
                    <a:pt x="809517" y="178743"/>
                  </a:lnTo>
                  <a:lnTo>
                    <a:pt x="612985" y="239145"/>
                  </a:lnTo>
                  <a:lnTo>
                    <a:pt x="626450" y="33988"/>
                  </a:lnTo>
                  <a:lnTo>
                    <a:pt x="486355" y="184456"/>
                  </a:lnTo>
                  <a:lnTo>
                    <a:pt x="395551" y="0"/>
                  </a:lnTo>
                  <a:lnTo>
                    <a:pt x="349644" y="200475"/>
                  </a:lnTo>
                  <a:lnTo>
                    <a:pt x="178743" y="86033"/>
                  </a:lnTo>
                  <a:lnTo>
                    <a:pt x="239145" y="282565"/>
                  </a:lnTo>
                  <a:lnTo>
                    <a:pt x="33987" y="269100"/>
                  </a:lnTo>
                  <a:lnTo>
                    <a:pt x="184455" y="409195"/>
                  </a:lnTo>
                  <a:lnTo>
                    <a:pt x="0" y="499978"/>
                  </a:lnTo>
                  <a:lnTo>
                    <a:pt x="200475" y="545907"/>
                  </a:lnTo>
                  <a:lnTo>
                    <a:pt x="86033" y="716785"/>
                  </a:lnTo>
                  <a:lnTo>
                    <a:pt x="282565" y="656405"/>
                  </a:lnTo>
                  <a:lnTo>
                    <a:pt x="269099" y="861563"/>
                  </a:lnTo>
                  <a:lnTo>
                    <a:pt x="409195" y="711072"/>
                  </a:lnTo>
                  <a:lnTo>
                    <a:pt x="499977" y="895528"/>
                  </a:lnTo>
                  <a:lnTo>
                    <a:pt x="545906" y="695075"/>
                  </a:lnTo>
                  <a:lnTo>
                    <a:pt x="716785" y="809495"/>
                  </a:lnTo>
                  <a:lnTo>
                    <a:pt x="656405" y="612963"/>
                  </a:lnTo>
                  <a:lnTo>
                    <a:pt x="861563" y="626451"/>
                  </a:lnTo>
                  <a:lnTo>
                    <a:pt x="711072" y="486356"/>
                  </a:lnTo>
                  <a:lnTo>
                    <a:pt x="895550" y="395550"/>
                  </a:lnTo>
                  <a:lnTo>
                    <a:pt x="695075" y="34962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34"/>
            <p:cNvSpPr/>
            <p:nvPr/>
          </p:nvSpPr>
          <p:spPr>
            <a:xfrm rot="4997782">
              <a:off x="8673888" y="1368573"/>
              <a:ext cx="847422" cy="906270"/>
            </a:xfrm>
            <a:custGeom>
              <a:avLst/>
              <a:gdLst/>
              <a:ahLst/>
              <a:cxnLst/>
              <a:rect l="l" t="t" r="r" b="b"/>
              <a:pathLst>
                <a:path w="628081" h="671697" extrusionOk="0">
                  <a:moveTo>
                    <a:pt x="593960" y="129034"/>
                  </a:moveTo>
                  <a:lnTo>
                    <a:pt x="451625" y="18535"/>
                  </a:lnTo>
                  <a:cubicBezTo>
                    <a:pt x="426420" y="-1024"/>
                    <a:pt x="392612" y="-5460"/>
                    <a:pt x="363217" y="6930"/>
                  </a:cubicBezTo>
                  <a:lnTo>
                    <a:pt x="62997" y="133582"/>
                  </a:lnTo>
                  <a:cubicBezTo>
                    <a:pt x="31407" y="146913"/>
                    <a:pt x="10392" y="177316"/>
                    <a:pt x="9114" y="211572"/>
                  </a:cubicBezTo>
                  <a:lnTo>
                    <a:pt x="63" y="452420"/>
                  </a:lnTo>
                  <a:cubicBezTo>
                    <a:pt x="-788" y="474959"/>
                    <a:pt x="7031" y="496960"/>
                    <a:pt x="21885" y="513920"/>
                  </a:cubicBezTo>
                  <a:lnTo>
                    <a:pt x="133840" y="641625"/>
                  </a:lnTo>
                  <a:cubicBezTo>
                    <a:pt x="158552" y="669810"/>
                    <a:pt x="198387" y="679310"/>
                    <a:pt x="233159" y="665307"/>
                  </a:cubicBezTo>
                  <a:lnTo>
                    <a:pt x="572788" y="528550"/>
                  </a:lnTo>
                  <a:cubicBezTo>
                    <a:pt x="606193" y="515108"/>
                    <a:pt x="628082" y="482688"/>
                    <a:pt x="628082" y="446684"/>
                  </a:cubicBezTo>
                  <a:lnTo>
                    <a:pt x="628082" y="198735"/>
                  </a:lnTo>
                  <a:cubicBezTo>
                    <a:pt x="628082" y="171468"/>
                    <a:pt x="615491" y="145748"/>
                    <a:pt x="593938" y="12903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23" name="Google Shape;723;p34"/>
            <p:cNvGrpSpPr/>
            <p:nvPr/>
          </p:nvGrpSpPr>
          <p:grpSpPr>
            <a:xfrm rot="-9000000">
              <a:off x="6461225" y="287630"/>
              <a:ext cx="1134770" cy="743199"/>
              <a:chOff x="3925143" y="3783342"/>
              <a:chExt cx="240326" cy="157397"/>
            </a:xfrm>
          </p:grpSpPr>
          <p:sp>
            <p:nvSpPr>
              <p:cNvPr id="724" name="Google Shape;724;p34"/>
              <p:cNvSpPr/>
              <p:nvPr/>
            </p:nvSpPr>
            <p:spPr>
              <a:xfrm>
                <a:off x="3955855" y="3817011"/>
                <a:ext cx="93460" cy="100786"/>
              </a:xfrm>
              <a:custGeom>
                <a:avLst/>
                <a:gdLst/>
                <a:ahLst/>
                <a:cxnLst/>
                <a:rect l="l" t="t" r="r" b="b"/>
                <a:pathLst>
                  <a:path w="124613" h="134381" extrusionOk="0">
                    <a:moveTo>
                      <a:pt x="70529" y="134382"/>
                    </a:moveTo>
                    <a:lnTo>
                      <a:pt x="8223" y="107900"/>
                    </a:lnTo>
                    <a:lnTo>
                      <a:pt x="0" y="40709"/>
                    </a:lnTo>
                    <a:lnTo>
                      <a:pt x="54084" y="0"/>
                    </a:lnTo>
                    <a:lnTo>
                      <a:pt x="116391" y="26482"/>
                    </a:lnTo>
                    <a:lnTo>
                      <a:pt x="124614" y="93673"/>
                    </a:lnTo>
                    <a:lnTo>
                      <a:pt x="70529" y="134382"/>
                    </a:lnTo>
                    <a:close/>
                    <a:moveTo>
                      <a:pt x="10306" y="106354"/>
                    </a:moveTo>
                    <a:lnTo>
                      <a:pt x="70216" y="131805"/>
                    </a:lnTo>
                    <a:lnTo>
                      <a:pt x="122216" y="92642"/>
                    </a:lnTo>
                    <a:lnTo>
                      <a:pt x="114308" y="28028"/>
                    </a:lnTo>
                    <a:lnTo>
                      <a:pt x="54398" y="2554"/>
                    </a:lnTo>
                    <a:lnTo>
                      <a:pt x="2397" y="41717"/>
                    </a:lnTo>
                    <a:lnTo>
                      <a:pt x="10306" y="1063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5" name="Google Shape;725;p34"/>
              <p:cNvSpPr/>
              <p:nvPr/>
            </p:nvSpPr>
            <p:spPr>
              <a:xfrm>
                <a:off x="4041468" y="3806543"/>
                <a:ext cx="93460" cy="100786"/>
              </a:xfrm>
              <a:custGeom>
                <a:avLst/>
                <a:gdLst/>
                <a:ahLst/>
                <a:cxnLst/>
                <a:rect l="l" t="t" r="r" b="b"/>
                <a:pathLst>
                  <a:path w="124613" h="134381" extrusionOk="0">
                    <a:moveTo>
                      <a:pt x="70529" y="134382"/>
                    </a:moveTo>
                    <a:lnTo>
                      <a:pt x="8222" y="107900"/>
                    </a:lnTo>
                    <a:lnTo>
                      <a:pt x="0" y="40709"/>
                    </a:lnTo>
                    <a:lnTo>
                      <a:pt x="54084" y="0"/>
                    </a:lnTo>
                    <a:lnTo>
                      <a:pt x="116391" y="26482"/>
                    </a:lnTo>
                    <a:lnTo>
                      <a:pt x="124614" y="93673"/>
                    </a:lnTo>
                    <a:lnTo>
                      <a:pt x="70552" y="134382"/>
                    </a:lnTo>
                    <a:close/>
                    <a:moveTo>
                      <a:pt x="10306" y="106354"/>
                    </a:moveTo>
                    <a:lnTo>
                      <a:pt x="70215" y="131805"/>
                    </a:lnTo>
                    <a:lnTo>
                      <a:pt x="122216" y="92642"/>
                    </a:lnTo>
                    <a:lnTo>
                      <a:pt x="114308" y="28028"/>
                    </a:lnTo>
                    <a:lnTo>
                      <a:pt x="54398" y="2576"/>
                    </a:lnTo>
                    <a:lnTo>
                      <a:pt x="2397" y="41739"/>
                    </a:lnTo>
                    <a:lnTo>
                      <a:pt x="10306" y="10635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6" name="Google Shape;726;p34"/>
              <p:cNvSpPr/>
              <p:nvPr/>
            </p:nvSpPr>
            <p:spPr>
              <a:xfrm rot="-413295">
                <a:off x="3993713" y="3783318"/>
                <a:ext cx="1681" cy="34667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46197" extrusionOk="0">
                    <a:moveTo>
                      <a:pt x="0" y="0"/>
                    </a:moveTo>
                    <a:lnTo>
                      <a:pt x="2241" y="0"/>
                    </a:lnTo>
                    <a:lnTo>
                      <a:pt x="2241" y="46198"/>
                    </a:lnTo>
                    <a:lnTo>
                      <a:pt x="0" y="4619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7" name="Google Shape;727;p34"/>
              <p:cNvSpPr/>
              <p:nvPr/>
            </p:nvSpPr>
            <p:spPr>
              <a:xfrm rot="-413295">
                <a:off x="4095626" y="3906097"/>
                <a:ext cx="1681" cy="34667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46197" extrusionOk="0">
                    <a:moveTo>
                      <a:pt x="0" y="0"/>
                    </a:moveTo>
                    <a:lnTo>
                      <a:pt x="2241" y="0"/>
                    </a:lnTo>
                    <a:lnTo>
                      <a:pt x="2241" y="46198"/>
                    </a:lnTo>
                    <a:lnTo>
                      <a:pt x="0" y="4619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8" name="Google Shape;728;p34"/>
              <p:cNvSpPr/>
              <p:nvPr/>
            </p:nvSpPr>
            <p:spPr>
              <a:xfrm rot="-4446430">
                <a:off x="4148738" y="3863950"/>
                <a:ext cx="1677" cy="32572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43509" extrusionOk="0">
                    <a:moveTo>
                      <a:pt x="0" y="0"/>
                    </a:moveTo>
                    <a:lnTo>
                      <a:pt x="2240" y="0"/>
                    </a:lnTo>
                    <a:lnTo>
                      <a:pt x="2240" y="43509"/>
                    </a:lnTo>
                    <a:lnTo>
                      <a:pt x="0" y="4350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9" name="Google Shape;729;p34"/>
              <p:cNvSpPr/>
              <p:nvPr/>
            </p:nvSpPr>
            <p:spPr>
              <a:xfrm rot="-4446430">
                <a:off x="3940198" y="3827192"/>
                <a:ext cx="1677" cy="32572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43509" extrusionOk="0">
                    <a:moveTo>
                      <a:pt x="0" y="0"/>
                    </a:moveTo>
                    <a:lnTo>
                      <a:pt x="2240" y="0"/>
                    </a:lnTo>
                    <a:lnTo>
                      <a:pt x="2240" y="43509"/>
                    </a:lnTo>
                    <a:lnTo>
                      <a:pt x="0" y="4350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30" name="Google Shape;730;p34"/>
            <p:cNvGrpSpPr/>
            <p:nvPr/>
          </p:nvGrpSpPr>
          <p:grpSpPr>
            <a:xfrm>
              <a:off x="8297464" y="985170"/>
              <a:ext cx="599775" cy="483248"/>
              <a:chOff x="4528496" y="3602214"/>
              <a:chExt cx="116631" cy="93997"/>
            </a:xfrm>
          </p:grpSpPr>
          <p:sp>
            <p:nvSpPr>
              <p:cNvPr id="731" name="Google Shape;731;p34"/>
              <p:cNvSpPr/>
              <p:nvPr/>
            </p:nvSpPr>
            <p:spPr>
              <a:xfrm>
                <a:off x="4579124" y="3602214"/>
                <a:ext cx="66003" cy="54913"/>
              </a:xfrm>
              <a:custGeom>
                <a:avLst/>
                <a:gdLst/>
                <a:ahLst/>
                <a:cxnLst/>
                <a:rect l="l" t="t" r="r" b="b"/>
                <a:pathLst>
                  <a:path w="88004" h="73217" extrusionOk="0">
                    <a:moveTo>
                      <a:pt x="16378" y="73218"/>
                    </a:moveTo>
                    <a:lnTo>
                      <a:pt x="0" y="56840"/>
                    </a:lnTo>
                    <a:lnTo>
                      <a:pt x="1591" y="55249"/>
                    </a:lnTo>
                    <a:lnTo>
                      <a:pt x="16378" y="70036"/>
                    </a:lnTo>
                    <a:lnTo>
                      <a:pt x="86437" y="0"/>
                    </a:lnTo>
                    <a:lnTo>
                      <a:pt x="88005" y="1591"/>
                    </a:lnTo>
                    <a:lnTo>
                      <a:pt x="16378" y="732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2" name="Google Shape;732;p34"/>
              <p:cNvSpPr/>
              <p:nvPr/>
            </p:nvSpPr>
            <p:spPr>
              <a:xfrm>
                <a:off x="4528496" y="3692851"/>
                <a:ext cx="3360" cy="3360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4480" extrusionOk="0">
                    <a:moveTo>
                      <a:pt x="2240" y="4481"/>
                    </a:moveTo>
                    <a:cubicBezTo>
                      <a:pt x="1635" y="4481"/>
                      <a:pt x="1075" y="4257"/>
                      <a:pt x="672" y="3831"/>
                    </a:cubicBezTo>
                    <a:cubicBezTo>
                      <a:pt x="246" y="3406"/>
                      <a:pt x="0" y="2845"/>
                      <a:pt x="0" y="2240"/>
                    </a:cubicBezTo>
                    <a:cubicBezTo>
                      <a:pt x="0" y="1949"/>
                      <a:pt x="67" y="1658"/>
                      <a:pt x="179" y="1389"/>
                    </a:cubicBezTo>
                    <a:cubicBezTo>
                      <a:pt x="291" y="1120"/>
                      <a:pt x="448" y="874"/>
                      <a:pt x="672" y="672"/>
                    </a:cubicBezTo>
                    <a:cubicBezTo>
                      <a:pt x="874" y="448"/>
                      <a:pt x="1120" y="292"/>
                      <a:pt x="1389" y="179"/>
                    </a:cubicBezTo>
                    <a:cubicBezTo>
                      <a:pt x="1792" y="0"/>
                      <a:pt x="2240" y="-45"/>
                      <a:pt x="2689" y="45"/>
                    </a:cubicBezTo>
                    <a:cubicBezTo>
                      <a:pt x="2823" y="67"/>
                      <a:pt x="2980" y="112"/>
                      <a:pt x="3114" y="179"/>
                    </a:cubicBezTo>
                    <a:cubicBezTo>
                      <a:pt x="3249" y="224"/>
                      <a:pt x="3361" y="292"/>
                      <a:pt x="3495" y="381"/>
                    </a:cubicBezTo>
                    <a:cubicBezTo>
                      <a:pt x="3607" y="470"/>
                      <a:pt x="3719" y="560"/>
                      <a:pt x="3831" y="672"/>
                    </a:cubicBezTo>
                    <a:cubicBezTo>
                      <a:pt x="4033" y="874"/>
                      <a:pt x="4212" y="1120"/>
                      <a:pt x="4324" y="1389"/>
                    </a:cubicBezTo>
                    <a:cubicBezTo>
                      <a:pt x="4436" y="1658"/>
                      <a:pt x="4481" y="1949"/>
                      <a:pt x="4481" y="2240"/>
                    </a:cubicBezTo>
                    <a:cubicBezTo>
                      <a:pt x="4481" y="2845"/>
                      <a:pt x="4257" y="3406"/>
                      <a:pt x="3831" y="3831"/>
                    </a:cubicBezTo>
                    <a:cubicBezTo>
                      <a:pt x="3406" y="4257"/>
                      <a:pt x="2845" y="4481"/>
                      <a:pt x="2240" y="448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3" name="Google Shape;733;p34"/>
              <p:cNvSpPr/>
              <p:nvPr/>
            </p:nvSpPr>
            <p:spPr>
              <a:xfrm>
                <a:off x="4535196" y="3652687"/>
                <a:ext cx="36841" cy="36837"/>
              </a:xfrm>
              <a:custGeom>
                <a:avLst/>
                <a:gdLst/>
                <a:ahLst/>
                <a:cxnLst/>
                <a:rect l="l" t="t" r="r" b="b"/>
                <a:pathLst>
                  <a:path w="49121" h="49116" extrusionOk="0">
                    <a:moveTo>
                      <a:pt x="655" y="48444"/>
                    </a:moveTo>
                    <a:cubicBezTo>
                      <a:pt x="-218" y="47570"/>
                      <a:pt x="-218" y="46159"/>
                      <a:pt x="655" y="45285"/>
                    </a:cubicBezTo>
                    <a:lnTo>
                      <a:pt x="655" y="45285"/>
                    </a:lnTo>
                    <a:cubicBezTo>
                      <a:pt x="1529" y="44412"/>
                      <a:pt x="2941" y="44412"/>
                      <a:pt x="3837" y="45285"/>
                    </a:cubicBezTo>
                    <a:lnTo>
                      <a:pt x="3837" y="45285"/>
                    </a:lnTo>
                    <a:cubicBezTo>
                      <a:pt x="4688" y="46159"/>
                      <a:pt x="4688" y="47570"/>
                      <a:pt x="3837" y="48444"/>
                    </a:cubicBezTo>
                    <a:lnTo>
                      <a:pt x="3837" y="48444"/>
                    </a:lnTo>
                    <a:cubicBezTo>
                      <a:pt x="3389" y="48892"/>
                      <a:pt x="2806" y="49116"/>
                      <a:pt x="2246" y="49116"/>
                    </a:cubicBezTo>
                    <a:lnTo>
                      <a:pt x="2246" y="49116"/>
                    </a:lnTo>
                    <a:cubicBezTo>
                      <a:pt x="1663" y="49116"/>
                      <a:pt x="1103" y="48892"/>
                      <a:pt x="655" y="48444"/>
                    </a:cubicBezTo>
                    <a:close/>
                    <a:moveTo>
                      <a:pt x="9572" y="39527"/>
                    </a:moveTo>
                    <a:cubicBezTo>
                      <a:pt x="8698" y="38653"/>
                      <a:pt x="8698" y="37242"/>
                      <a:pt x="9572" y="36346"/>
                    </a:cubicBezTo>
                    <a:lnTo>
                      <a:pt x="9572" y="36346"/>
                    </a:lnTo>
                    <a:cubicBezTo>
                      <a:pt x="10446" y="35472"/>
                      <a:pt x="11880" y="35472"/>
                      <a:pt x="12754" y="36346"/>
                    </a:cubicBezTo>
                    <a:lnTo>
                      <a:pt x="12754" y="36346"/>
                    </a:lnTo>
                    <a:cubicBezTo>
                      <a:pt x="13628" y="37242"/>
                      <a:pt x="13628" y="38653"/>
                      <a:pt x="12754" y="39527"/>
                    </a:cubicBezTo>
                    <a:lnTo>
                      <a:pt x="12754" y="39527"/>
                    </a:lnTo>
                    <a:cubicBezTo>
                      <a:pt x="12306" y="39953"/>
                      <a:pt x="11745" y="40177"/>
                      <a:pt x="11163" y="40177"/>
                    </a:cubicBezTo>
                    <a:lnTo>
                      <a:pt x="11163" y="40177"/>
                    </a:lnTo>
                    <a:cubicBezTo>
                      <a:pt x="10603" y="40177"/>
                      <a:pt x="10020" y="39953"/>
                      <a:pt x="9572" y="39527"/>
                    </a:cubicBezTo>
                    <a:close/>
                    <a:moveTo>
                      <a:pt x="18512" y="30610"/>
                    </a:moveTo>
                    <a:cubicBezTo>
                      <a:pt x="17638" y="29714"/>
                      <a:pt x="17638" y="28302"/>
                      <a:pt x="18512" y="27429"/>
                    </a:cubicBezTo>
                    <a:lnTo>
                      <a:pt x="18512" y="27429"/>
                    </a:lnTo>
                    <a:cubicBezTo>
                      <a:pt x="19385" y="26555"/>
                      <a:pt x="20797" y="26555"/>
                      <a:pt x="21671" y="27429"/>
                    </a:cubicBezTo>
                    <a:lnTo>
                      <a:pt x="21671" y="27429"/>
                    </a:lnTo>
                    <a:cubicBezTo>
                      <a:pt x="22545" y="28302"/>
                      <a:pt x="22545" y="29714"/>
                      <a:pt x="21671" y="30610"/>
                    </a:cubicBezTo>
                    <a:lnTo>
                      <a:pt x="21671" y="30610"/>
                    </a:lnTo>
                    <a:cubicBezTo>
                      <a:pt x="21245" y="31036"/>
                      <a:pt x="20662" y="31260"/>
                      <a:pt x="20102" y="31260"/>
                    </a:cubicBezTo>
                    <a:lnTo>
                      <a:pt x="20102" y="31260"/>
                    </a:lnTo>
                    <a:cubicBezTo>
                      <a:pt x="19520" y="31260"/>
                      <a:pt x="18937" y="31036"/>
                      <a:pt x="18512" y="30610"/>
                    </a:cubicBezTo>
                    <a:close/>
                    <a:moveTo>
                      <a:pt x="27429" y="21671"/>
                    </a:moveTo>
                    <a:cubicBezTo>
                      <a:pt x="26555" y="20797"/>
                      <a:pt x="26555" y="19385"/>
                      <a:pt x="27429" y="18512"/>
                    </a:cubicBezTo>
                    <a:lnTo>
                      <a:pt x="27429" y="18512"/>
                    </a:lnTo>
                    <a:cubicBezTo>
                      <a:pt x="28302" y="17638"/>
                      <a:pt x="29736" y="17638"/>
                      <a:pt x="30610" y="18512"/>
                    </a:cubicBezTo>
                    <a:lnTo>
                      <a:pt x="30610" y="18512"/>
                    </a:lnTo>
                    <a:cubicBezTo>
                      <a:pt x="31484" y="19385"/>
                      <a:pt x="31484" y="20797"/>
                      <a:pt x="30610" y="21671"/>
                    </a:cubicBezTo>
                    <a:lnTo>
                      <a:pt x="30610" y="21671"/>
                    </a:lnTo>
                    <a:cubicBezTo>
                      <a:pt x="30162" y="22119"/>
                      <a:pt x="29602" y="22320"/>
                      <a:pt x="29019" y="22320"/>
                    </a:cubicBezTo>
                    <a:lnTo>
                      <a:pt x="29019" y="22320"/>
                    </a:lnTo>
                    <a:cubicBezTo>
                      <a:pt x="28437" y="22320"/>
                      <a:pt x="27877" y="22119"/>
                      <a:pt x="27429" y="21671"/>
                    </a:cubicBezTo>
                    <a:close/>
                    <a:moveTo>
                      <a:pt x="36368" y="12754"/>
                    </a:moveTo>
                    <a:cubicBezTo>
                      <a:pt x="35494" y="11880"/>
                      <a:pt x="35494" y="10446"/>
                      <a:pt x="36368" y="9572"/>
                    </a:cubicBezTo>
                    <a:lnTo>
                      <a:pt x="36368" y="9572"/>
                    </a:lnTo>
                    <a:cubicBezTo>
                      <a:pt x="37242" y="8698"/>
                      <a:pt x="38653" y="8698"/>
                      <a:pt x="39527" y="9572"/>
                    </a:cubicBezTo>
                    <a:lnTo>
                      <a:pt x="39527" y="9572"/>
                    </a:lnTo>
                    <a:cubicBezTo>
                      <a:pt x="40401" y="10446"/>
                      <a:pt x="40401" y="11880"/>
                      <a:pt x="39527" y="12754"/>
                    </a:cubicBezTo>
                    <a:lnTo>
                      <a:pt x="39527" y="12754"/>
                    </a:lnTo>
                    <a:cubicBezTo>
                      <a:pt x="39101" y="13179"/>
                      <a:pt x="38519" y="13404"/>
                      <a:pt x="37959" y="13404"/>
                    </a:cubicBezTo>
                    <a:lnTo>
                      <a:pt x="37959" y="13404"/>
                    </a:lnTo>
                    <a:cubicBezTo>
                      <a:pt x="37376" y="13404"/>
                      <a:pt x="36794" y="13179"/>
                      <a:pt x="36368" y="12754"/>
                    </a:cubicBezTo>
                    <a:close/>
                    <a:moveTo>
                      <a:pt x="45285" y="3814"/>
                    </a:moveTo>
                    <a:cubicBezTo>
                      <a:pt x="44411" y="2941"/>
                      <a:pt x="44411" y="1529"/>
                      <a:pt x="45285" y="656"/>
                    </a:cubicBezTo>
                    <a:lnTo>
                      <a:pt x="45285" y="656"/>
                    </a:lnTo>
                    <a:cubicBezTo>
                      <a:pt x="46159" y="-219"/>
                      <a:pt x="47593" y="-219"/>
                      <a:pt x="48466" y="656"/>
                    </a:cubicBezTo>
                    <a:lnTo>
                      <a:pt x="48466" y="656"/>
                    </a:lnTo>
                    <a:cubicBezTo>
                      <a:pt x="49340" y="1529"/>
                      <a:pt x="49340" y="2941"/>
                      <a:pt x="48466" y="3814"/>
                    </a:cubicBezTo>
                    <a:lnTo>
                      <a:pt x="48466" y="3814"/>
                    </a:lnTo>
                    <a:cubicBezTo>
                      <a:pt x="48018" y="4262"/>
                      <a:pt x="47458" y="4464"/>
                      <a:pt x="46876" y="4464"/>
                    </a:cubicBezTo>
                    <a:lnTo>
                      <a:pt x="46876" y="4464"/>
                    </a:lnTo>
                    <a:cubicBezTo>
                      <a:pt x="46293" y="4464"/>
                      <a:pt x="45733" y="4262"/>
                      <a:pt x="45285" y="381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4" name="Google Shape;734;p34"/>
              <p:cNvSpPr/>
              <p:nvPr/>
            </p:nvSpPr>
            <p:spPr>
              <a:xfrm>
                <a:off x="4575377" y="3646008"/>
                <a:ext cx="3343" cy="3339"/>
              </a:xfrm>
              <a:custGeom>
                <a:avLst/>
                <a:gdLst/>
                <a:ahLst/>
                <a:cxnLst/>
                <a:rect l="l" t="t" r="r" b="b"/>
                <a:pathLst>
                  <a:path w="4458" h="4452" extrusionOk="0">
                    <a:moveTo>
                      <a:pt x="2218" y="4453"/>
                    </a:moveTo>
                    <a:cubicBezTo>
                      <a:pt x="1927" y="4453"/>
                      <a:pt x="1635" y="4386"/>
                      <a:pt x="1367" y="4274"/>
                    </a:cubicBezTo>
                    <a:cubicBezTo>
                      <a:pt x="1098" y="4161"/>
                      <a:pt x="851" y="4005"/>
                      <a:pt x="650" y="3803"/>
                    </a:cubicBezTo>
                    <a:cubicBezTo>
                      <a:pt x="426" y="3579"/>
                      <a:pt x="269" y="3333"/>
                      <a:pt x="157" y="3064"/>
                    </a:cubicBezTo>
                    <a:cubicBezTo>
                      <a:pt x="45" y="2795"/>
                      <a:pt x="0" y="2504"/>
                      <a:pt x="0" y="2213"/>
                    </a:cubicBezTo>
                    <a:cubicBezTo>
                      <a:pt x="0" y="1921"/>
                      <a:pt x="45" y="1630"/>
                      <a:pt x="157" y="1361"/>
                    </a:cubicBezTo>
                    <a:cubicBezTo>
                      <a:pt x="269" y="1070"/>
                      <a:pt x="426" y="846"/>
                      <a:pt x="650" y="622"/>
                    </a:cubicBezTo>
                    <a:cubicBezTo>
                      <a:pt x="1479" y="-207"/>
                      <a:pt x="2980" y="-207"/>
                      <a:pt x="3809" y="622"/>
                    </a:cubicBezTo>
                    <a:cubicBezTo>
                      <a:pt x="4010" y="846"/>
                      <a:pt x="4190" y="1070"/>
                      <a:pt x="4302" y="1361"/>
                    </a:cubicBezTo>
                    <a:cubicBezTo>
                      <a:pt x="4414" y="1630"/>
                      <a:pt x="4458" y="1921"/>
                      <a:pt x="4458" y="2213"/>
                    </a:cubicBezTo>
                    <a:cubicBezTo>
                      <a:pt x="4458" y="2504"/>
                      <a:pt x="4414" y="2795"/>
                      <a:pt x="4302" y="3064"/>
                    </a:cubicBezTo>
                    <a:cubicBezTo>
                      <a:pt x="4190" y="3333"/>
                      <a:pt x="4033" y="3579"/>
                      <a:pt x="3809" y="3803"/>
                    </a:cubicBezTo>
                    <a:cubicBezTo>
                      <a:pt x="3607" y="4005"/>
                      <a:pt x="3361" y="4161"/>
                      <a:pt x="3092" y="4274"/>
                    </a:cubicBezTo>
                    <a:cubicBezTo>
                      <a:pt x="2823" y="4386"/>
                      <a:pt x="2532" y="4453"/>
                      <a:pt x="2218" y="44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35" name="Google Shape;735;p34"/>
            <p:cNvSpPr/>
            <p:nvPr/>
          </p:nvSpPr>
          <p:spPr>
            <a:xfrm>
              <a:off x="6134588" y="201888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34"/>
            <p:cNvSpPr/>
            <p:nvPr/>
          </p:nvSpPr>
          <p:spPr>
            <a:xfrm>
              <a:off x="663338" y="4583925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34"/>
            <p:cNvSpPr/>
            <p:nvPr/>
          </p:nvSpPr>
          <p:spPr>
            <a:xfrm>
              <a:off x="394138" y="1833275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38" name="Google Shape;738;p34"/>
            <p:cNvGrpSpPr/>
            <p:nvPr/>
          </p:nvGrpSpPr>
          <p:grpSpPr>
            <a:xfrm>
              <a:off x="179820" y="4362035"/>
              <a:ext cx="417843" cy="373630"/>
              <a:chOff x="2957323" y="3936947"/>
              <a:chExt cx="194554" cy="173959"/>
            </a:xfrm>
          </p:grpSpPr>
          <p:sp>
            <p:nvSpPr>
              <p:cNvPr id="739" name="Google Shape;739;p34"/>
              <p:cNvSpPr/>
              <p:nvPr/>
            </p:nvSpPr>
            <p:spPr>
              <a:xfrm rot="-45834">
                <a:off x="3060432" y="3936962"/>
                <a:ext cx="3360" cy="173930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231886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231886"/>
                    </a:lnTo>
                    <a:lnTo>
                      <a:pt x="0" y="23188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0" name="Google Shape;740;p34"/>
              <p:cNvSpPr/>
              <p:nvPr/>
            </p:nvSpPr>
            <p:spPr>
              <a:xfrm rot="-206705">
                <a:off x="2957248" y="4012021"/>
                <a:ext cx="194704" cy="3355"/>
              </a:xfrm>
              <a:custGeom>
                <a:avLst/>
                <a:gdLst/>
                <a:ahLst/>
                <a:cxnLst/>
                <a:rect l="l" t="t" r="r" b="b"/>
                <a:pathLst>
                  <a:path w="260003" h="4480" extrusionOk="0">
                    <a:moveTo>
                      <a:pt x="0" y="0"/>
                    </a:moveTo>
                    <a:lnTo>
                      <a:pt x="260004" y="0"/>
                    </a:lnTo>
                    <a:lnTo>
                      <a:pt x="260004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1" name="Google Shape;741;p34"/>
              <p:cNvSpPr/>
              <p:nvPr/>
            </p:nvSpPr>
            <p:spPr>
              <a:xfrm rot="-2667569">
                <a:off x="2985839" y="4013185"/>
                <a:ext cx="150521" cy="3358"/>
              </a:xfrm>
              <a:custGeom>
                <a:avLst/>
                <a:gdLst/>
                <a:ahLst/>
                <a:cxnLst/>
                <a:rect l="l" t="t" r="r" b="b"/>
                <a:pathLst>
                  <a:path w="200811" h="4480" extrusionOk="0">
                    <a:moveTo>
                      <a:pt x="0" y="0"/>
                    </a:moveTo>
                    <a:lnTo>
                      <a:pt x="200811" y="0"/>
                    </a:lnTo>
                    <a:lnTo>
                      <a:pt x="200811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2" name="Google Shape;742;p34"/>
              <p:cNvSpPr/>
              <p:nvPr/>
            </p:nvSpPr>
            <p:spPr>
              <a:xfrm rot="-2716216">
                <a:off x="3069932" y="3955542"/>
                <a:ext cx="3358" cy="133807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78518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78518"/>
                    </a:lnTo>
                    <a:lnTo>
                      <a:pt x="0" y="1785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43" name="Google Shape;743;p34"/>
            <p:cNvGrpSpPr/>
            <p:nvPr/>
          </p:nvGrpSpPr>
          <p:grpSpPr>
            <a:xfrm rot="3887502">
              <a:off x="8578321" y="2449177"/>
              <a:ext cx="413400" cy="369671"/>
              <a:chOff x="2957323" y="3936947"/>
              <a:chExt cx="194554" cy="173959"/>
            </a:xfrm>
          </p:grpSpPr>
          <p:sp>
            <p:nvSpPr>
              <p:cNvPr id="744" name="Google Shape;744;p34"/>
              <p:cNvSpPr/>
              <p:nvPr/>
            </p:nvSpPr>
            <p:spPr>
              <a:xfrm rot="-45834">
                <a:off x="3060432" y="3936962"/>
                <a:ext cx="3360" cy="173930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231886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231886"/>
                    </a:lnTo>
                    <a:lnTo>
                      <a:pt x="0" y="23188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5" name="Google Shape;745;p34"/>
              <p:cNvSpPr/>
              <p:nvPr/>
            </p:nvSpPr>
            <p:spPr>
              <a:xfrm rot="-206705">
                <a:off x="2957248" y="4012021"/>
                <a:ext cx="194704" cy="3355"/>
              </a:xfrm>
              <a:custGeom>
                <a:avLst/>
                <a:gdLst/>
                <a:ahLst/>
                <a:cxnLst/>
                <a:rect l="l" t="t" r="r" b="b"/>
                <a:pathLst>
                  <a:path w="260003" h="4480" extrusionOk="0">
                    <a:moveTo>
                      <a:pt x="0" y="0"/>
                    </a:moveTo>
                    <a:lnTo>
                      <a:pt x="260004" y="0"/>
                    </a:lnTo>
                    <a:lnTo>
                      <a:pt x="260004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6" name="Google Shape;746;p34"/>
              <p:cNvSpPr/>
              <p:nvPr/>
            </p:nvSpPr>
            <p:spPr>
              <a:xfrm rot="-2667569">
                <a:off x="2985839" y="4013185"/>
                <a:ext cx="150521" cy="3358"/>
              </a:xfrm>
              <a:custGeom>
                <a:avLst/>
                <a:gdLst/>
                <a:ahLst/>
                <a:cxnLst/>
                <a:rect l="l" t="t" r="r" b="b"/>
                <a:pathLst>
                  <a:path w="200811" h="4480" extrusionOk="0">
                    <a:moveTo>
                      <a:pt x="0" y="0"/>
                    </a:moveTo>
                    <a:lnTo>
                      <a:pt x="200811" y="0"/>
                    </a:lnTo>
                    <a:lnTo>
                      <a:pt x="200811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7" name="Google Shape;747;p34"/>
              <p:cNvSpPr/>
              <p:nvPr/>
            </p:nvSpPr>
            <p:spPr>
              <a:xfrm rot="-2716216">
                <a:off x="3069932" y="3955542"/>
                <a:ext cx="3358" cy="133807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78518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78518"/>
                    </a:lnTo>
                    <a:lnTo>
                      <a:pt x="0" y="1785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0" name="Google Shape;750;p36"/>
          <p:cNvGrpSpPr/>
          <p:nvPr/>
        </p:nvGrpSpPr>
        <p:grpSpPr>
          <a:xfrm>
            <a:off x="-882175" y="-1471546"/>
            <a:ext cx="11413942" cy="7070421"/>
            <a:chOff x="-882175" y="-1471546"/>
            <a:chExt cx="11413942" cy="7070421"/>
          </a:xfrm>
        </p:grpSpPr>
        <p:grpSp>
          <p:nvGrpSpPr>
            <p:cNvPr id="751" name="Google Shape;751;p36"/>
            <p:cNvGrpSpPr/>
            <p:nvPr/>
          </p:nvGrpSpPr>
          <p:grpSpPr>
            <a:xfrm>
              <a:off x="-882175" y="3736975"/>
              <a:ext cx="3674845" cy="1861900"/>
              <a:chOff x="-882175" y="3736975"/>
              <a:chExt cx="3674845" cy="1861900"/>
            </a:xfrm>
          </p:grpSpPr>
          <p:pic>
            <p:nvPicPr>
              <p:cNvPr id="752" name="Google Shape;752;p36"/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-882175" y="3736975"/>
                <a:ext cx="1866024" cy="18619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53" name="Google Shape;753;p36"/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926645" y="3736975"/>
                <a:ext cx="1866024" cy="1861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754" name="Google Shape;754;p36"/>
            <p:cNvSpPr/>
            <p:nvPr/>
          </p:nvSpPr>
          <p:spPr>
            <a:xfrm>
              <a:off x="2877769" y="4270205"/>
              <a:ext cx="1311981" cy="1311949"/>
            </a:xfrm>
            <a:custGeom>
              <a:avLst/>
              <a:gdLst/>
              <a:ahLst/>
              <a:cxnLst/>
              <a:rect l="l" t="t" r="r" b="b"/>
              <a:pathLst>
                <a:path w="895550" h="895528" extrusionOk="0">
                  <a:moveTo>
                    <a:pt x="695075" y="349621"/>
                  </a:moveTo>
                  <a:lnTo>
                    <a:pt x="809517" y="178743"/>
                  </a:lnTo>
                  <a:lnTo>
                    <a:pt x="612985" y="239145"/>
                  </a:lnTo>
                  <a:lnTo>
                    <a:pt x="626450" y="33988"/>
                  </a:lnTo>
                  <a:lnTo>
                    <a:pt x="486355" y="184456"/>
                  </a:lnTo>
                  <a:lnTo>
                    <a:pt x="395551" y="0"/>
                  </a:lnTo>
                  <a:lnTo>
                    <a:pt x="349644" y="200475"/>
                  </a:lnTo>
                  <a:lnTo>
                    <a:pt x="178743" y="86033"/>
                  </a:lnTo>
                  <a:lnTo>
                    <a:pt x="239145" y="282565"/>
                  </a:lnTo>
                  <a:lnTo>
                    <a:pt x="33987" y="269100"/>
                  </a:lnTo>
                  <a:lnTo>
                    <a:pt x="184455" y="409195"/>
                  </a:lnTo>
                  <a:lnTo>
                    <a:pt x="0" y="499978"/>
                  </a:lnTo>
                  <a:lnTo>
                    <a:pt x="200475" y="545907"/>
                  </a:lnTo>
                  <a:lnTo>
                    <a:pt x="86033" y="716785"/>
                  </a:lnTo>
                  <a:lnTo>
                    <a:pt x="282565" y="656405"/>
                  </a:lnTo>
                  <a:lnTo>
                    <a:pt x="269099" y="861563"/>
                  </a:lnTo>
                  <a:lnTo>
                    <a:pt x="409195" y="711072"/>
                  </a:lnTo>
                  <a:lnTo>
                    <a:pt x="499977" y="895528"/>
                  </a:lnTo>
                  <a:lnTo>
                    <a:pt x="545906" y="695075"/>
                  </a:lnTo>
                  <a:lnTo>
                    <a:pt x="716785" y="809495"/>
                  </a:lnTo>
                  <a:lnTo>
                    <a:pt x="656405" y="612963"/>
                  </a:lnTo>
                  <a:lnTo>
                    <a:pt x="861563" y="626451"/>
                  </a:lnTo>
                  <a:lnTo>
                    <a:pt x="711072" y="486356"/>
                  </a:lnTo>
                  <a:lnTo>
                    <a:pt x="895550" y="395550"/>
                  </a:lnTo>
                  <a:lnTo>
                    <a:pt x="695075" y="34962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36"/>
            <p:cNvSpPr/>
            <p:nvPr/>
          </p:nvSpPr>
          <p:spPr>
            <a:xfrm rot="3333570">
              <a:off x="7742391" y="-979321"/>
              <a:ext cx="2378565" cy="2249251"/>
            </a:xfrm>
            <a:custGeom>
              <a:avLst/>
              <a:gdLst/>
              <a:ahLst/>
              <a:cxnLst/>
              <a:rect l="l" t="t" r="r" b="b"/>
              <a:pathLst>
                <a:path w="534870" h="505791" extrusionOk="0">
                  <a:moveTo>
                    <a:pt x="534513" y="294201"/>
                  </a:moveTo>
                  <a:lnTo>
                    <a:pt x="524184" y="175345"/>
                  </a:lnTo>
                  <a:cubicBezTo>
                    <a:pt x="521429" y="143553"/>
                    <a:pt x="501712" y="115727"/>
                    <a:pt x="472632" y="102575"/>
                  </a:cubicBezTo>
                  <a:lnTo>
                    <a:pt x="263195" y="7849"/>
                  </a:lnTo>
                  <a:cubicBezTo>
                    <a:pt x="231963" y="-6288"/>
                    <a:pt x="195377" y="-1045"/>
                    <a:pt x="169343" y="21292"/>
                  </a:cubicBezTo>
                  <a:lnTo>
                    <a:pt x="42265" y="130357"/>
                  </a:lnTo>
                  <a:cubicBezTo>
                    <a:pt x="25148" y="145054"/>
                    <a:pt x="14304" y="165733"/>
                    <a:pt x="11974" y="188160"/>
                  </a:cubicBezTo>
                  <a:lnTo>
                    <a:pt x="481" y="298189"/>
                  </a:lnTo>
                  <a:cubicBezTo>
                    <a:pt x="-3418" y="335469"/>
                    <a:pt x="16679" y="371160"/>
                    <a:pt x="50577" y="387157"/>
                  </a:cubicBezTo>
                  <a:lnTo>
                    <a:pt x="283942" y="497342"/>
                  </a:lnTo>
                  <a:cubicBezTo>
                    <a:pt x="316495" y="512711"/>
                    <a:pt x="355143" y="506774"/>
                    <a:pt x="381580" y="482308"/>
                  </a:cubicBezTo>
                  <a:lnTo>
                    <a:pt x="506575" y="366589"/>
                  </a:lnTo>
                  <a:cubicBezTo>
                    <a:pt x="526582" y="348061"/>
                    <a:pt x="536910" y="321332"/>
                    <a:pt x="534535" y="2941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56" name="Google Shape;756;p36"/>
          <p:cNvSpPr txBox="1">
            <a:spLocks noGrp="1"/>
          </p:cNvSpPr>
          <p:nvPr>
            <p:ph type="title" hasCustomPrompt="1"/>
          </p:nvPr>
        </p:nvSpPr>
        <p:spPr>
          <a:xfrm>
            <a:off x="849450" y="767725"/>
            <a:ext cx="1312500" cy="10983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000" b="1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57" name="Google Shape;757;p36"/>
          <p:cNvSpPr txBox="1">
            <a:spLocks noGrp="1"/>
          </p:cNvSpPr>
          <p:nvPr>
            <p:ph type="title" idx="2"/>
          </p:nvPr>
        </p:nvSpPr>
        <p:spPr>
          <a:xfrm>
            <a:off x="720000" y="1942225"/>
            <a:ext cx="4705200" cy="11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4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_2"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9" name="Google Shape;759;p37"/>
          <p:cNvGrpSpPr/>
          <p:nvPr/>
        </p:nvGrpSpPr>
        <p:grpSpPr>
          <a:xfrm>
            <a:off x="-1141896" y="-2386533"/>
            <a:ext cx="12104920" cy="7413201"/>
            <a:chOff x="-1141896" y="-2386533"/>
            <a:chExt cx="12104920" cy="7413201"/>
          </a:xfrm>
        </p:grpSpPr>
        <p:sp>
          <p:nvSpPr>
            <p:cNvPr id="760" name="Google Shape;760;p37"/>
            <p:cNvSpPr/>
            <p:nvPr/>
          </p:nvSpPr>
          <p:spPr>
            <a:xfrm rot="4237959">
              <a:off x="-86180" y="-958252"/>
              <a:ext cx="1890804" cy="1815899"/>
            </a:xfrm>
            <a:custGeom>
              <a:avLst/>
              <a:gdLst/>
              <a:ahLst/>
              <a:cxnLst/>
              <a:rect l="l" t="t" r="r" b="b"/>
              <a:pathLst>
                <a:path w="360365" h="346089" extrusionOk="0">
                  <a:moveTo>
                    <a:pt x="172081" y="337120"/>
                  </a:moveTo>
                  <a:lnTo>
                    <a:pt x="10634" y="186673"/>
                  </a:lnTo>
                  <a:cubicBezTo>
                    <a:pt x="-4063" y="172985"/>
                    <a:pt x="-3436" y="149505"/>
                    <a:pt x="11956" y="136600"/>
                  </a:cubicBezTo>
                  <a:lnTo>
                    <a:pt x="165696" y="7797"/>
                  </a:lnTo>
                  <a:cubicBezTo>
                    <a:pt x="178466" y="-2890"/>
                    <a:pt x="197151" y="-2554"/>
                    <a:pt x="209519" y="8581"/>
                  </a:cubicBezTo>
                  <a:lnTo>
                    <a:pt x="349300" y="134426"/>
                  </a:lnTo>
                  <a:cubicBezTo>
                    <a:pt x="362810" y="146592"/>
                    <a:pt x="364132" y="167294"/>
                    <a:pt x="352257" y="181072"/>
                  </a:cubicBezTo>
                  <a:lnTo>
                    <a:pt x="220183" y="334475"/>
                  </a:lnTo>
                  <a:cubicBezTo>
                    <a:pt x="207816" y="348859"/>
                    <a:pt x="185949" y="350047"/>
                    <a:pt x="172081" y="33712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61" name="Google Shape;761;p37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424000" y="2821075"/>
              <a:ext cx="1866024" cy="1861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2" name="Google Shape;762;p37"/>
            <p:cNvSpPr/>
            <p:nvPr/>
          </p:nvSpPr>
          <p:spPr>
            <a:xfrm rot="3239606">
              <a:off x="7059156" y="-1748317"/>
              <a:ext cx="3248201" cy="3274198"/>
            </a:xfrm>
            <a:custGeom>
              <a:avLst/>
              <a:gdLst/>
              <a:ahLst/>
              <a:cxnLst/>
              <a:rect l="l" t="t" r="r" b="b"/>
              <a:pathLst>
                <a:path w="1604660" h="1563415" extrusionOk="0">
                  <a:moveTo>
                    <a:pt x="1604302" y="987125"/>
                  </a:moveTo>
                  <a:lnTo>
                    <a:pt x="1557500" y="448858"/>
                  </a:lnTo>
                  <a:cubicBezTo>
                    <a:pt x="1554744" y="417066"/>
                    <a:pt x="1535028" y="389240"/>
                    <a:pt x="1505947" y="376089"/>
                  </a:cubicBezTo>
                  <a:lnTo>
                    <a:pt x="691725" y="7849"/>
                  </a:lnTo>
                  <a:cubicBezTo>
                    <a:pt x="660493" y="-6288"/>
                    <a:pt x="623907" y="-1045"/>
                    <a:pt x="597872" y="21292"/>
                  </a:cubicBezTo>
                  <a:lnTo>
                    <a:pt x="84811" y="461629"/>
                  </a:lnTo>
                  <a:cubicBezTo>
                    <a:pt x="67694" y="476326"/>
                    <a:pt x="56850" y="497005"/>
                    <a:pt x="54520" y="519432"/>
                  </a:cubicBezTo>
                  <a:lnTo>
                    <a:pt x="481" y="1036706"/>
                  </a:lnTo>
                  <a:cubicBezTo>
                    <a:pt x="-3418" y="1073987"/>
                    <a:pt x="16679" y="1109677"/>
                    <a:pt x="50577" y="1125674"/>
                  </a:cubicBezTo>
                  <a:lnTo>
                    <a:pt x="959772" y="1554966"/>
                  </a:lnTo>
                  <a:cubicBezTo>
                    <a:pt x="992325" y="1570335"/>
                    <a:pt x="1030973" y="1564398"/>
                    <a:pt x="1057410" y="1539932"/>
                  </a:cubicBezTo>
                  <a:lnTo>
                    <a:pt x="1576364" y="1059536"/>
                  </a:lnTo>
                  <a:cubicBezTo>
                    <a:pt x="1596372" y="1041008"/>
                    <a:pt x="1606700" y="1014279"/>
                    <a:pt x="1604325" y="98712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37"/>
            <p:cNvSpPr/>
            <p:nvPr/>
          </p:nvSpPr>
          <p:spPr>
            <a:xfrm>
              <a:off x="397525" y="3787325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37"/>
            <p:cNvSpPr/>
            <p:nvPr/>
          </p:nvSpPr>
          <p:spPr>
            <a:xfrm>
              <a:off x="324312" y="4180329"/>
              <a:ext cx="791382" cy="846338"/>
            </a:xfrm>
            <a:custGeom>
              <a:avLst/>
              <a:gdLst/>
              <a:ahLst/>
              <a:cxnLst/>
              <a:rect l="l" t="t" r="r" b="b"/>
              <a:pathLst>
                <a:path w="628081" h="671697" extrusionOk="0">
                  <a:moveTo>
                    <a:pt x="593960" y="129034"/>
                  </a:moveTo>
                  <a:lnTo>
                    <a:pt x="451625" y="18535"/>
                  </a:lnTo>
                  <a:cubicBezTo>
                    <a:pt x="426420" y="-1024"/>
                    <a:pt x="392612" y="-5460"/>
                    <a:pt x="363217" y="6930"/>
                  </a:cubicBezTo>
                  <a:lnTo>
                    <a:pt x="62997" y="133582"/>
                  </a:lnTo>
                  <a:cubicBezTo>
                    <a:pt x="31407" y="146913"/>
                    <a:pt x="10392" y="177316"/>
                    <a:pt x="9114" y="211572"/>
                  </a:cubicBezTo>
                  <a:lnTo>
                    <a:pt x="63" y="452420"/>
                  </a:lnTo>
                  <a:cubicBezTo>
                    <a:pt x="-788" y="474959"/>
                    <a:pt x="7031" y="496960"/>
                    <a:pt x="21885" y="513920"/>
                  </a:cubicBezTo>
                  <a:lnTo>
                    <a:pt x="133840" y="641625"/>
                  </a:lnTo>
                  <a:cubicBezTo>
                    <a:pt x="158552" y="669810"/>
                    <a:pt x="198387" y="679310"/>
                    <a:pt x="233159" y="665307"/>
                  </a:cubicBezTo>
                  <a:lnTo>
                    <a:pt x="572788" y="528550"/>
                  </a:lnTo>
                  <a:cubicBezTo>
                    <a:pt x="606193" y="515108"/>
                    <a:pt x="628082" y="482688"/>
                    <a:pt x="628082" y="446684"/>
                  </a:cubicBezTo>
                  <a:lnTo>
                    <a:pt x="628082" y="198735"/>
                  </a:lnTo>
                  <a:cubicBezTo>
                    <a:pt x="628082" y="171468"/>
                    <a:pt x="615491" y="145748"/>
                    <a:pt x="593938" y="12903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65" name="Google Shape;765;p37"/>
            <p:cNvGrpSpPr/>
            <p:nvPr/>
          </p:nvGrpSpPr>
          <p:grpSpPr>
            <a:xfrm rot="5400000">
              <a:off x="-2047650" y="634875"/>
              <a:ext cx="3673408" cy="1861900"/>
              <a:chOff x="5761600" y="-1296800"/>
              <a:chExt cx="3673408" cy="1861900"/>
            </a:xfrm>
          </p:grpSpPr>
          <p:pic>
            <p:nvPicPr>
              <p:cNvPr id="766" name="Google Shape;766;p37"/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5761600" y="-1296800"/>
                <a:ext cx="1866024" cy="18619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67" name="Google Shape;767;p37"/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7568984" y="-1296800"/>
                <a:ext cx="1866024" cy="1861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68" name="Google Shape;768;p37"/>
            <p:cNvGrpSpPr/>
            <p:nvPr/>
          </p:nvGrpSpPr>
          <p:grpSpPr>
            <a:xfrm rot="-3680103">
              <a:off x="2330101" y="4662710"/>
              <a:ext cx="287316" cy="256903"/>
              <a:chOff x="2957323" y="3936947"/>
              <a:chExt cx="194554" cy="173959"/>
            </a:xfrm>
          </p:grpSpPr>
          <p:sp>
            <p:nvSpPr>
              <p:cNvPr id="769" name="Google Shape;769;p37"/>
              <p:cNvSpPr/>
              <p:nvPr/>
            </p:nvSpPr>
            <p:spPr>
              <a:xfrm rot="-45834">
                <a:off x="3060432" y="3936962"/>
                <a:ext cx="3360" cy="173930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231886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231886"/>
                    </a:lnTo>
                    <a:lnTo>
                      <a:pt x="0" y="23188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0" name="Google Shape;770;p37"/>
              <p:cNvSpPr/>
              <p:nvPr/>
            </p:nvSpPr>
            <p:spPr>
              <a:xfrm rot="-206705">
                <a:off x="2957248" y="4012021"/>
                <a:ext cx="194704" cy="3355"/>
              </a:xfrm>
              <a:custGeom>
                <a:avLst/>
                <a:gdLst/>
                <a:ahLst/>
                <a:cxnLst/>
                <a:rect l="l" t="t" r="r" b="b"/>
                <a:pathLst>
                  <a:path w="260003" h="4480" extrusionOk="0">
                    <a:moveTo>
                      <a:pt x="0" y="0"/>
                    </a:moveTo>
                    <a:lnTo>
                      <a:pt x="260004" y="0"/>
                    </a:lnTo>
                    <a:lnTo>
                      <a:pt x="260004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1" name="Google Shape;771;p37"/>
              <p:cNvSpPr/>
              <p:nvPr/>
            </p:nvSpPr>
            <p:spPr>
              <a:xfrm rot="-2667569">
                <a:off x="2985839" y="4013185"/>
                <a:ext cx="150521" cy="3358"/>
              </a:xfrm>
              <a:custGeom>
                <a:avLst/>
                <a:gdLst/>
                <a:ahLst/>
                <a:cxnLst/>
                <a:rect l="l" t="t" r="r" b="b"/>
                <a:pathLst>
                  <a:path w="200811" h="4480" extrusionOk="0">
                    <a:moveTo>
                      <a:pt x="0" y="0"/>
                    </a:moveTo>
                    <a:lnTo>
                      <a:pt x="200811" y="0"/>
                    </a:lnTo>
                    <a:lnTo>
                      <a:pt x="200811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2" name="Google Shape;772;p37"/>
              <p:cNvSpPr/>
              <p:nvPr/>
            </p:nvSpPr>
            <p:spPr>
              <a:xfrm rot="-2716216">
                <a:off x="3069932" y="3955542"/>
                <a:ext cx="3358" cy="133807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78518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78518"/>
                    </a:lnTo>
                    <a:lnTo>
                      <a:pt x="0" y="1785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773" name="Google Shape;773;p37"/>
          <p:cNvSpPr txBox="1">
            <a:spLocks noGrp="1"/>
          </p:cNvSpPr>
          <p:nvPr>
            <p:ph type="title" hasCustomPrompt="1"/>
          </p:nvPr>
        </p:nvSpPr>
        <p:spPr>
          <a:xfrm>
            <a:off x="3915775" y="1243500"/>
            <a:ext cx="1312500" cy="10983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5000" b="1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74" name="Google Shape;774;p37"/>
          <p:cNvSpPr txBox="1">
            <a:spLocks noGrp="1"/>
          </p:cNvSpPr>
          <p:nvPr>
            <p:ph type="title" idx="2"/>
          </p:nvPr>
        </p:nvSpPr>
        <p:spPr>
          <a:xfrm>
            <a:off x="2244900" y="2418000"/>
            <a:ext cx="4654200" cy="18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4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6" name="Google Shape;776;p38"/>
          <p:cNvGrpSpPr/>
          <p:nvPr/>
        </p:nvGrpSpPr>
        <p:grpSpPr>
          <a:xfrm>
            <a:off x="-1050829" y="-692965"/>
            <a:ext cx="12030687" cy="5698140"/>
            <a:chOff x="-1050829" y="-692965"/>
            <a:chExt cx="12030687" cy="5698140"/>
          </a:xfrm>
        </p:grpSpPr>
        <p:sp>
          <p:nvSpPr>
            <p:cNvPr id="777" name="Google Shape;777;p38"/>
            <p:cNvSpPr/>
            <p:nvPr/>
          </p:nvSpPr>
          <p:spPr>
            <a:xfrm rot="-4238602" flipH="1">
              <a:off x="8483233" y="1554753"/>
              <a:ext cx="2231575" cy="2143170"/>
            </a:xfrm>
            <a:custGeom>
              <a:avLst/>
              <a:gdLst/>
              <a:ahLst/>
              <a:cxnLst/>
              <a:rect l="l" t="t" r="r" b="b"/>
              <a:pathLst>
                <a:path w="360365" h="346089" extrusionOk="0">
                  <a:moveTo>
                    <a:pt x="172081" y="337120"/>
                  </a:moveTo>
                  <a:lnTo>
                    <a:pt x="10634" y="186673"/>
                  </a:lnTo>
                  <a:cubicBezTo>
                    <a:pt x="-4063" y="172985"/>
                    <a:pt x="-3436" y="149505"/>
                    <a:pt x="11956" y="136600"/>
                  </a:cubicBezTo>
                  <a:lnTo>
                    <a:pt x="165696" y="7797"/>
                  </a:lnTo>
                  <a:cubicBezTo>
                    <a:pt x="178466" y="-2890"/>
                    <a:pt x="197151" y="-2554"/>
                    <a:pt x="209519" y="8581"/>
                  </a:cubicBezTo>
                  <a:lnTo>
                    <a:pt x="349300" y="134426"/>
                  </a:lnTo>
                  <a:cubicBezTo>
                    <a:pt x="362810" y="146592"/>
                    <a:pt x="364132" y="167294"/>
                    <a:pt x="352257" y="181072"/>
                  </a:cubicBezTo>
                  <a:lnTo>
                    <a:pt x="220183" y="334475"/>
                  </a:lnTo>
                  <a:cubicBezTo>
                    <a:pt x="207816" y="348859"/>
                    <a:pt x="185949" y="350047"/>
                    <a:pt x="172081" y="33712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78" name="Google Shape;778;p38"/>
            <p:cNvGrpSpPr/>
            <p:nvPr/>
          </p:nvGrpSpPr>
          <p:grpSpPr>
            <a:xfrm>
              <a:off x="-1050829" y="-692965"/>
              <a:ext cx="11582849" cy="5698140"/>
              <a:chOff x="-1050829" y="-692965"/>
              <a:chExt cx="11582849" cy="5698140"/>
            </a:xfrm>
          </p:grpSpPr>
          <p:pic>
            <p:nvPicPr>
              <p:cNvPr id="779" name="Google Shape;779;p38"/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 flipH="1">
                <a:off x="8665996" y="2439325"/>
                <a:ext cx="1866024" cy="1861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80" name="Google Shape;780;p38"/>
              <p:cNvSpPr/>
              <p:nvPr/>
            </p:nvSpPr>
            <p:spPr>
              <a:xfrm rot="-3591020" flipH="1">
                <a:off x="-762234" y="-411488"/>
                <a:ext cx="1549515" cy="1558644"/>
              </a:xfrm>
              <a:custGeom>
                <a:avLst/>
                <a:gdLst/>
                <a:ahLst/>
                <a:cxnLst/>
                <a:rect l="l" t="t" r="r" b="b"/>
                <a:pathLst>
                  <a:path w="1604660" h="1563415" extrusionOk="0">
                    <a:moveTo>
                      <a:pt x="1604302" y="987125"/>
                    </a:moveTo>
                    <a:lnTo>
                      <a:pt x="1557500" y="448858"/>
                    </a:lnTo>
                    <a:cubicBezTo>
                      <a:pt x="1554744" y="417066"/>
                      <a:pt x="1535028" y="389240"/>
                      <a:pt x="1505947" y="376089"/>
                    </a:cubicBezTo>
                    <a:lnTo>
                      <a:pt x="691725" y="7849"/>
                    </a:lnTo>
                    <a:cubicBezTo>
                      <a:pt x="660493" y="-6288"/>
                      <a:pt x="623907" y="-1045"/>
                      <a:pt x="597872" y="21292"/>
                    </a:cubicBezTo>
                    <a:lnTo>
                      <a:pt x="84811" y="461629"/>
                    </a:lnTo>
                    <a:cubicBezTo>
                      <a:pt x="67694" y="476326"/>
                      <a:pt x="56850" y="497005"/>
                      <a:pt x="54520" y="519432"/>
                    </a:cubicBezTo>
                    <a:lnTo>
                      <a:pt x="481" y="1036706"/>
                    </a:lnTo>
                    <a:cubicBezTo>
                      <a:pt x="-3418" y="1073987"/>
                      <a:pt x="16679" y="1109677"/>
                      <a:pt x="50577" y="1125674"/>
                    </a:cubicBezTo>
                    <a:lnTo>
                      <a:pt x="959772" y="1554966"/>
                    </a:lnTo>
                    <a:cubicBezTo>
                      <a:pt x="992325" y="1570335"/>
                      <a:pt x="1030973" y="1564398"/>
                      <a:pt x="1057410" y="1539932"/>
                    </a:cubicBezTo>
                    <a:lnTo>
                      <a:pt x="1576364" y="1059536"/>
                    </a:lnTo>
                    <a:cubicBezTo>
                      <a:pt x="1596372" y="1041008"/>
                      <a:pt x="1606700" y="1014279"/>
                      <a:pt x="1604325" y="98712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81" name="Google Shape;781;p38"/>
              <p:cNvGrpSpPr/>
              <p:nvPr/>
            </p:nvGrpSpPr>
            <p:grpSpPr>
              <a:xfrm rot="-467346" flipH="1">
                <a:off x="8213445" y="4231907"/>
                <a:ext cx="494359" cy="743195"/>
                <a:chOff x="2993166" y="926240"/>
                <a:chExt cx="181226" cy="272437"/>
              </a:xfrm>
            </p:grpSpPr>
            <p:sp>
              <p:nvSpPr>
                <p:cNvPr id="782" name="Google Shape;782;p38"/>
                <p:cNvSpPr/>
                <p:nvPr/>
              </p:nvSpPr>
              <p:spPr>
                <a:xfrm>
                  <a:off x="2993166" y="926240"/>
                  <a:ext cx="181226" cy="2724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634" h="363249" extrusionOk="0">
                      <a:moveTo>
                        <a:pt x="227216" y="140690"/>
                      </a:moveTo>
                      <a:lnTo>
                        <a:pt x="143670" y="132423"/>
                      </a:lnTo>
                      <a:lnTo>
                        <a:pt x="171227" y="19840"/>
                      </a:lnTo>
                      <a:cubicBezTo>
                        <a:pt x="175170" y="3709"/>
                        <a:pt x="154939" y="-6978"/>
                        <a:pt x="143826" y="5367"/>
                      </a:cubicBezTo>
                      <a:lnTo>
                        <a:pt x="4112" y="160787"/>
                      </a:lnTo>
                      <a:cubicBezTo>
                        <a:pt x="-4581" y="170466"/>
                        <a:pt x="1312" y="185925"/>
                        <a:pt x="14262" y="187336"/>
                      </a:cubicBezTo>
                      <a:lnTo>
                        <a:pt x="101101" y="196791"/>
                      </a:lnTo>
                      <a:lnTo>
                        <a:pt x="64089" y="344078"/>
                      </a:lnTo>
                      <a:cubicBezTo>
                        <a:pt x="60034" y="360231"/>
                        <a:pt x="80982" y="370380"/>
                        <a:pt x="91131" y="357184"/>
                      </a:cubicBezTo>
                      <a:lnTo>
                        <a:pt x="238620" y="165873"/>
                      </a:lnTo>
                      <a:cubicBezTo>
                        <a:pt x="245789" y="155880"/>
                        <a:pt x="239449" y="141877"/>
                        <a:pt x="227216" y="14066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3" name="Google Shape;783;p38"/>
                <p:cNvSpPr/>
                <p:nvPr/>
              </p:nvSpPr>
              <p:spPr>
                <a:xfrm>
                  <a:off x="3043988" y="927157"/>
                  <a:ext cx="120479" cy="1353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639" h="180445" extrusionOk="0">
                      <a:moveTo>
                        <a:pt x="160214" y="180445"/>
                      </a:moveTo>
                      <a:lnTo>
                        <a:pt x="0" y="165255"/>
                      </a:lnTo>
                      <a:lnTo>
                        <a:pt x="94233" y="0"/>
                      </a:lnTo>
                      <a:lnTo>
                        <a:pt x="98131" y="2218"/>
                      </a:lnTo>
                      <a:lnTo>
                        <a:pt x="7326" y="161446"/>
                      </a:lnTo>
                      <a:lnTo>
                        <a:pt x="160640" y="175987"/>
                      </a:lnTo>
                      <a:lnTo>
                        <a:pt x="160214" y="180445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84" name="Google Shape;784;p38"/>
              <p:cNvSpPr/>
              <p:nvPr/>
            </p:nvSpPr>
            <p:spPr>
              <a:xfrm flipH="1">
                <a:off x="8881298" y="4687875"/>
                <a:ext cx="151756" cy="151756"/>
              </a:xfrm>
              <a:custGeom>
                <a:avLst/>
                <a:gdLst/>
                <a:ahLst/>
                <a:cxnLst/>
                <a:rect l="l" t="t" r="r" b="b"/>
                <a:pathLst>
                  <a:path w="402002" h="402002" extrusionOk="0">
                    <a:moveTo>
                      <a:pt x="332549" y="172492"/>
                    </a:moveTo>
                    <a:cubicBezTo>
                      <a:pt x="275641" y="172492"/>
                      <a:pt x="229511" y="126361"/>
                      <a:pt x="229511" y="69454"/>
                    </a:cubicBezTo>
                    <a:lnTo>
                      <a:pt x="229511" y="0"/>
                    </a:lnTo>
                    <a:lnTo>
                      <a:pt x="172492" y="0"/>
                    </a:lnTo>
                    <a:lnTo>
                      <a:pt x="172492" y="69454"/>
                    </a:lnTo>
                    <a:cubicBezTo>
                      <a:pt x="172492" y="126361"/>
                      <a:pt x="126361" y="172492"/>
                      <a:pt x="69454" y="172492"/>
                    </a:cubicBezTo>
                    <a:lnTo>
                      <a:pt x="0" y="172492"/>
                    </a:lnTo>
                    <a:lnTo>
                      <a:pt x="0" y="229511"/>
                    </a:lnTo>
                    <a:lnTo>
                      <a:pt x="69454" y="229511"/>
                    </a:lnTo>
                    <a:cubicBezTo>
                      <a:pt x="126361" y="229511"/>
                      <a:pt x="172492" y="275642"/>
                      <a:pt x="172492" y="332549"/>
                    </a:cubicBezTo>
                    <a:lnTo>
                      <a:pt x="172492" y="402003"/>
                    </a:lnTo>
                    <a:lnTo>
                      <a:pt x="229511" y="402003"/>
                    </a:lnTo>
                    <a:lnTo>
                      <a:pt x="229511" y="332549"/>
                    </a:lnTo>
                    <a:cubicBezTo>
                      <a:pt x="229511" y="275642"/>
                      <a:pt x="275641" y="229511"/>
                      <a:pt x="332549" y="229511"/>
                    </a:cubicBezTo>
                    <a:lnTo>
                      <a:pt x="402003" y="229511"/>
                    </a:lnTo>
                    <a:lnTo>
                      <a:pt x="402003" y="172492"/>
                    </a:lnTo>
                    <a:lnTo>
                      <a:pt x="332549" y="17249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5" name="Google Shape;785;p38"/>
              <p:cNvSpPr/>
              <p:nvPr/>
            </p:nvSpPr>
            <p:spPr>
              <a:xfrm flipH="1">
                <a:off x="1630860" y="167075"/>
                <a:ext cx="151756" cy="151756"/>
              </a:xfrm>
              <a:custGeom>
                <a:avLst/>
                <a:gdLst/>
                <a:ahLst/>
                <a:cxnLst/>
                <a:rect l="l" t="t" r="r" b="b"/>
                <a:pathLst>
                  <a:path w="402002" h="402002" extrusionOk="0">
                    <a:moveTo>
                      <a:pt x="332549" y="172492"/>
                    </a:moveTo>
                    <a:cubicBezTo>
                      <a:pt x="275641" y="172492"/>
                      <a:pt x="229511" y="126361"/>
                      <a:pt x="229511" y="69454"/>
                    </a:cubicBezTo>
                    <a:lnTo>
                      <a:pt x="229511" y="0"/>
                    </a:lnTo>
                    <a:lnTo>
                      <a:pt x="172492" y="0"/>
                    </a:lnTo>
                    <a:lnTo>
                      <a:pt x="172492" y="69454"/>
                    </a:lnTo>
                    <a:cubicBezTo>
                      <a:pt x="172492" y="126361"/>
                      <a:pt x="126361" y="172492"/>
                      <a:pt x="69454" y="172492"/>
                    </a:cubicBezTo>
                    <a:lnTo>
                      <a:pt x="0" y="172492"/>
                    </a:lnTo>
                    <a:lnTo>
                      <a:pt x="0" y="229511"/>
                    </a:lnTo>
                    <a:lnTo>
                      <a:pt x="69454" y="229511"/>
                    </a:lnTo>
                    <a:cubicBezTo>
                      <a:pt x="126361" y="229511"/>
                      <a:pt x="172492" y="275642"/>
                      <a:pt x="172492" y="332549"/>
                    </a:cubicBezTo>
                    <a:lnTo>
                      <a:pt x="172492" y="402003"/>
                    </a:lnTo>
                    <a:lnTo>
                      <a:pt x="229511" y="402003"/>
                    </a:lnTo>
                    <a:lnTo>
                      <a:pt x="229511" y="332549"/>
                    </a:lnTo>
                    <a:cubicBezTo>
                      <a:pt x="229511" y="275642"/>
                      <a:pt x="275641" y="229511"/>
                      <a:pt x="332549" y="229511"/>
                    </a:cubicBezTo>
                    <a:lnTo>
                      <a:pt x="402003" y="229511"/>
                    </a:lnTo>
                    <a:lnTo>
                      <a:pt x="402003" y="172492"/>
                    </a:lnTo>
                    <a:lnTo>
                      <a:pt x="332549" y="17249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6" name="Google Shape;786;p38"/>
              <p:cNvSpPr/>
              <p:nvPr/>
            </p:nvSpPr>
            <p:spPr>
              <a:xfrm flipH="1">
                <a:off x="158598" y="1430950"/>
                <a:ext cx="151756" cy="151756"/>
              </a:xfrm>
              <a:custGeom>
                <a:avLst/>
                <a:gdLst/>
                <a:ahLst/>
                <a:cxnLst/>
                <a:rect l="l" t="t" r="r" b="b"/>
                <a:pathLst>
                  <a:path w="402002" h="402002" extrusionOk="0">
                    <a:moveTo>
                      <a:pt x="332549" y="172492"/>
                    </a:moveTo>
                    <a:cubicBezTo>
                      <a:pt x="275641" y="172492"/>
                      <a:pt x="229511" y="126361"/>
                      <a:pt x="229511" y="69454"/>
                    </a:cubicBezTo>
                    <a:lnTo>
                      <a:pt x="229511" y="0"/>
                    </a:lnTo>
                    <a:lnTo>
                      <a:pt x="172492" y="0"/>
                    </a:lnTo>
                    <a:lnTo>
                      <a:pt x="172492" y="69454"/>
                    </a:lnTo>
                    <a:cubicBezTo>
                      <a:pt x="172492" y="126361"/>
                      <a:pt x="126361" y="172492"/>
                      <a:pt x="69454" y="172492"/>
                    </a:cubicBezTo>
                    <a:lnTo>
                      <a:pt x="0" y="172492"/>
                    </a:lnTo>
                    <a:lnTo>
                      <a:pt x="0" y="229511"/>
                    </a:lnTo>
                    <a:lnTo>
                      <a:pt x="69454" y="229511"/>
                    </a:lnTo>
                    <a:cubicBezTo>
                      <a:pt x="126361" y="229511"/>
                      <a:pt x="172492" y="275642"/>
                      <a:pt x="172492" y="332549"/>
                    </a:cubicBezTo>
                    <a:lnTo>
                      <a:pt x="172492" y="402003"/>
                    </a:lnTo>
                    <a:lnTo>
                      <a:pt x="229511" y="402003"/>
                    </a:lnTo>
                    <a:lnTo>
                      <a:pt x="229511" y="332549"/>
                    </a:lnTo>
                    <a:cubicBezTo>
                      <a:pt x="229511" y="275642"/>
                      <a:pt x="275641" y="229511"/>
                      <a:pt x="332549" y="229511"/>
                    </a:cubicBezTo>
                    <a:lnTo>
                      <a:pt x="402003" y="229511"/>
                    </a:lnTo>
                    <a:lnTo>
                      <a:pt x="402003" y="172492"/>
                    </a:lnTo>
                    <a:lnTo>
                      <a:pt x="332549" y="17249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87" name="Google Shape;787;p38"/>
              <p:cNvGrpSpPr/>
              <p:nvPr/>
            </p:nvGrpSpPr>
            <p:grpSpPr>
              <a:xfrm rot="-2320970" flipH="1">
                <a:off x="389835" y="1143179"/>
                <a:ext cx="287313" cy="256899"/>
                <a:chOff x="2957323" y="3936947"/>
                <a:chExt cx="194554" cy="173959"/>
              </a:xfrm>
            </p:grpSpPr>
            <p:sp>
              <p:nvSpPr>
                <p:cNvPr id="788" name="Google Shape;788;p38"/>
                <p:cNvSpPr/>
                <p:nvPr/>
              </p:nvSpPr>
              <p:spPr>
                <a:xfrm rot="-45834">
                  <a:off x="3060432" y="3936962"/>
                  <a:ext cx="3360" cy="1739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0" h="231886" extrusionOk="0">
                      <a:moveTo>
                        <a:pt x="0" y="0"/>
                      </a:moveTo>
                      <a:lnTo>
                        <a:pt x="4481" y="0"/>
                      </a:lnTo>
                      <a:lnTo>
                        <a:pt x="4481" y="231886"/>
                      </a:lnTo>
                      <a:lnTo>
                        <a:pt x="0" y="23188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9" name="Google Shape;789;p38"/>
                <p:cNvSpPr/>
                <p:nvPr/>
              </p:nvSpPr>
              <p:spPr>
                <a:xfrm rot="-206705">
                  <a:off x="2957248" y="4012021"/>
                  <a:ext cx="194704" cy="3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003" h="4480" extrusionOk="0">
                      <a:moveTo>
                        <a:pt x="0" y="0"/>
                      </a:moveTo>
                      <a:lnTo>
                        <a:pt x="260004" y="0"/>
                      </a:lnTo>
                      <a:lnTo>
                        <a:pt x="260004" y="4481"/>
                      </a:lnTo>
                      <a:lnTo>
                        <a:pt x="0" y="448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0" name="Google Shape;790;p38"/>
                <p:cNvSpPr/>
                <p:nvPr/>
              </p:nvSpPr>
              <p:spPr>
                <a:xfrm rot="-2667569">
                  <a:off x="2985839" y="4013185"/>
                  <a:ext cx="150521" cy="33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811" h="4480" extrusionOk="0">
                      <a:moveTo>
                        <a:pt x="0" y="0"/>
                      </a:moveTo>
                      <a:lnTo>
                        <a:pt x="200811" y="0"/>
                      </a:lnTo>
                      <a:lnTo>
                        <a:pt x="200811" y="4481"/>
                      </a:lnTo>
                      <a:lnTo>
                        <a:pt x="0" y="448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1" name="Google Shape;791;p38"/>
                <p:cNvSpPr/>
                <p:nvPr/>
              </p:nvSpPr>
              <p:spPr>
                <a:xfrm rot="-2716216">
                  <a:off x="3069932" y="3955542"/>
                  <a:ext cx="3358" cy="1338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0" h="178518" extrusionOk="0">
                      <a:moveTo>
                        <a:pt x="0" y="0"/>
                      </a:moveTo>
                      <a:lnTo>
                        <a:pt x="4481" y="0"/>
                      </a:lnTo>
                      <a:lnTo>
                        <a:pt x="4481" y="178518"/>
                      </a:lnTo>
                      <a:lnTo>
                        <a:pt x="0" y="17851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92" name="Google Shape;792;p38"/>
              <p:cNvGrpSpPr/>
              <p:nvPr/>
            </p:nvGrpSpPr>
            <p:grpSpPr>
              <a:xfrm rot="3680103" flipH="1">
                <a:off x="8556037" y="1841060"/>
                <a:ext cx="287316" cy="256903"/>
                <a:chOff x="2957323" y="3936947"/>
                <a:chExt cx="194554" cy="173959"/>
              </a:xfrm>
            </p:grpSpPr>
            <p:sp>
              <p:nvSpPr>
                <p:cNvPr id="793" name="Google Shape;793;p38"/>
                <p:cNvSpPr/>
                <p:nvPr/>
              </p:nvSpPr>
              <p:spPr>
                <a:xfrm rot="-45834">
                  <a:off x="3060432" y="3936962"/>
                  <a:ext cx="3360" cy="1739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0" h="231886" extrusionOk="0">
                      <a:moveTo>
                        <a:pt x="0" y="0"/>
                      </a:moveTo>
                      <a:lnTo>
                        <a:pt x="4481" y="0"/>
                      </a:lnTo>
                      <a:lnTo>
                        <a:pt x="4481" y="231886"/>
                      </a:lnTo>
                      <a:lnTo>
                        <a:pt x="0" y="23188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4" name="Google Shape;794;p38"/>
                <p:cNvSpPr/>
                <p:nvPr/>
              </p:nvSpPr>
              <p:spPr>
                <a:xfrm rot="-206705">
                  <a:off x="2957248" y="4012021"/>
                  <a:ext cx="194704" cy="3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003" h="4480" extrusionOk="0">
                      <a:moveTo>
                        <a:pt x="0" y="0"/>
                      </a:moveTo>
                      <a:lnTo>
                        <a:pt x="260004" y="0"/>
                      </a:lnTo>
                      <a:lnTo>
                        <a:pt x="260004" y="4481"/>
                      </a:lnTo>
                      <a:lnTo>
                        <a:pt x="0" y="448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5" name="Google Shape;795;p38"/>
                <p:cNvSpPr/>
                <p:nvPr/>
              </p:nvSpPr>
              <p:spPr>
                <a:xfrm rot="-2667569">
                  <a:off x="2985839" y="4013185"/>
                  <a:ext cx="150521" cy="33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811" h="4480" extrusionOk="0">
                      <a:moveTo>
                        <a:pt x="0" y="0"/>
                      </a:moveTo>
                      <a:lnTo>
                        <a:pt x="200811" y="0"/>
                      </a:lnTo>
                      <a:lnTo>
                        <a:pt x="200811" y="4481"/>
                      </a:lnTo>
                      <a:lnTo>
                        <a:pt x="0" y="448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6" name="Google Shape;796;p38"/>
                <p:cNvSpPr/>
                <p:nvPr/>
              </p:nvSpPr>
              <p:spPr>
                <a:xfrm rot="-2716216">
                  <a:off x="3069932" y="3955542"/>
                  <a:ext cx="3358" cy="1338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0" h="178518" extrusionOk="0">
                      <a:moveTo>
                        <a:pt x="0" y="0"/>
                      </a:moveTo>
                      <a:lnTo>
                        <a:pt x="4481" y="0"/>
                      </a:lnTo>
                      <a:lnTo>
                        <a:pt x="4481" y="178518"/>
                      </a:lnTo>
                      <a:lnTo>
                        <a:pt x="0" y="17851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97" name="Google Shape;797;p38"/>
              <p:cNvGrpSpPr/>
              <p:nvPr/>
            </p:nvGrpSpPr>
            <p:grpSpPr>
              <a:xfrm>
                <a:off x="-25875" y="-4"/>
                <a:ext cx="1044986" cy="859405"/>
                <a:chOff x="6450059" y="3493418"/>
                <a:chExt cx="375098" cy="308495"/>
              </a:xfrm>
            </p:grpSpPr>
            <p:sp>
              <p:nvSpPr>
                <p:cNvPr id="798" name="Google Shape;798;p38"/>
                <p:cNvSpPr/>
                <p:nvPr/>
              </p:nvSpPr>
              <p:spPr>
                <a:xfrm rot="-2700000">
                  <a:off x="6526781" y="3538596"/>
                  <a:ext cx="218139" cy="2181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033" h="291033" extrusionOk="0">
                      <a:moveTo>
                        <a:pt x="291034" y="145517"/>
                      </a:moveTo>
                      <a:cubicBezTo>
                        <a:pt x="291034" y="225884"/>
                        <a:pt x="225884" y="291034"/>
                        <a:pt x="145517" y="291034"/>
                      </a:cubicBezTo>
                      <a:cubicBezTo>
                        <a:pt x="65150" y="291034"/>
                        <a:pt x="0" y="225884"/>
                        <a:pt x="0" y="145517"/>
                      </a:cubicBezTo>
                      <a:cubicBezTo>
                        <a:pt x="0" y="65150"/>
                        <a:pt x="65150" y="0"/>
                        <a:pt x="145517" y="0"/>
                      </a:cubicBezTo>
                      <a:cubicBezTo>
                        <a:pt x="225884" y="0"/>
                        <a:pt x="291034" y="65150"/>
                        <a:pt x="291034" y="14551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9" name="Google Shape;799;p38"/>
                <p:cNvSpPr/>
                <p:nvPr/>
              </p:nvSpPr>
              <p:spPr>
                <a:xfrm>
                  <a:off x="6552423" y="3558567"/>
                  <a:ext cx="172641" cy="1782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188" h="237632" extrusionOk="0">
                      <a:moveTo>
                        <a:pt x="111283" y="237633"/>
                      </a:moveTo>
                      <a:cubicBezTo>
                        <a:pt x="94412" y="237633"/>
                        <a:pt x="77609" y="234003"/>
                        <a:pt x="61836" y="226767"/>
                      </a:cubicBezTo>
                      <a:cubicBezTo>
                        <a:pt x="33002" y="213548"/>
                        <a:pt x="11023" y="189889"/>
                        <a:pt x="0" y="160136"/>
                      </a:cubicBezTo>
                      <a:lnTo>
                        <a:pt x="2106" y="159351"/>
                      </a:lnTo>
                      <a:cubicBezTo>
                        <a:pt x="12927" y="188544"/>
                        <a:pt x="34480" y="211756"/>
                        <a:pt x="62777" y="224728"/>
                      </a:cubicBezTo>
                      <a:cubicBezTo>
                        <a:pt x="91074" y="237700"/>
                        <a:pt x="122732" y="238887"/>
                        <a:pt x="151924" y="228044"/>
                      </a:cubicBezTo>
                      <a:cubicBezTo>
                        <a:pt x="181117" y="217200"/>
                        <a:pt x="204328" y="195669"/>
                        <a:pt x="217301" y="167372"/>
                      </a:cubicBezTo>
                      <a:cubicBezTo>
                        <a:pt x="230273" y="139076"/>
                        <a:pt x="231460" y="107418"/>
                        <a:pt x="220616" y="78225"/>
                      </a:cubicBezTo>
                      <a:cubicBezTo>
                        <a:pt x="198257" y="17980"/>
                        <a:pt x="131044" y="-12826"/>
                        <a:pt x="70798" y="9533"/>
                      </a:cubicBezTo>
                      <a:lnTo>
                        <a:pt x="70014" y="7427"/>
                      </a:lnTo>
                      <a:cubicBezTo>
                        <a:pt x="131424" y="-15358"/>
                        <a:pt x="199915" y="16053"/>
                        <a:pt x="222700" y="77441"/>
                      </a:cubicBezTo>
                      <a:cubicBezTo>
                        <a:pt x="233745" y="107194"/>
                        <a:pt x="232535" y="139457"/>
                        <a:pt x="219317" y="168291"/>
                      </a:cubicBezTo>
                      <a:cubicBezTo>
                        <a:pt x="206098" y="197126"/>
                        <a:pt x="182439" y="219104"/>
                        <a:pt x="152686" y="230127"/>
                      </a:cubicBezTo>
                      <a:cubicBezTo>
                        <a:pt x="139221" y="235123"/>
                        <a:pt x="125241" y="237610"/>
                        <a:pt x="111283" y="23761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0" name="Google Shape;800;p38"/>
                <p:cNvSpPr/>
                <p:nvPr/>
              </p:nvSpPr>
              <p:spPr>
                <a:xfrm>
                  <a:off x="6450059" y="3577630"/>
                  <a:ext cx="375098" cy="1489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0131" h="198661" extrusionOk="0">
                      <a:moveTo>
                        <a:pt x="20588" y="198662"/>
                      </a:moveTo>
                      <a:cubicBezTo>
                        <a:pt x="9744" y="198662"/>
                        <a:pt x="2148" y="196780"/>
                        <a:pt x="379" y="192008"/>
                      </a:cubicBezTo>
                      <a:cubicBezTo>
                        <a:pt x="-6052" y="174689"/>
                        <a:pt x="71064" y="135997"/>
                        <a:pt x="104537" y="120179"/>
                      </a:cubicBezTo>
                      <a:lnTo>
                        <a:pt x="105500" y="122195"/>
                      </a:lnTo>
                      <a:cubicBezTo>
                        <a:pt x="24822" y="160372"/>
                        <a:pt x="-607" y="182889"/>
                        <a:pt x="2485" y="191223"/>
                      </a:cubicBezTo>
                      <a:cubicBezTo>
                        <a:pt x="6450" y="201865"/>
                        <a:pt x="55785" y="195749"/>
                        <a:pt x="128218" y="175607"/>
                      </a:cubicBezTo>
                      <a:cubicBezTo>
                        <a:pt x="168838" y="164338"/>
                        <a:pt x="215147" y="149148"/>
                        <a:pt x="262107" y="131717"/>
                      </a:cubicBezTo>
                      <a:cubicBezTo>
                        <a:pt x="309067" y="114286"/>
                        <a:pt x="354033" y="95579"/>
                        <a:pt x="392187" y="77610"/>
                      </a:cubicBezTo>
                      <a:cubicBezTo>
                        <a:pt x="460208" y="45617"/>
                        <a:pt x="501611" y="18059"/>
                        <a:pt x="497645" y="7395"/>
                      </a:cubicBezTo>
                      <a:cubicBezTo>
                        <a:pt x="494553" y="-940"/>
                        <a:pt x="460588" y="-1410"/>
                        <a:pt x="374555" y="22294"/>
                      </a:cubicBezTo>
                      <a:lnTo>
                        <a:pt x="373950" y="20143"/>
                      </a:lnTo>
                      <a:cubicBezTo>
                        <a:pt x="409641" y="10307"/>
                        <a:pt x="493321" y="-10685"/>
                        <a:pt x="499751" y="6611"/>
                      </a:cubicBezTo>
                      <a:cubicBezTo>
                        <a:pt x="506271" y="24198"/>
                        <a:pt x="427362" y="63518"/>
                        <a:pt x="393128" y="79627"/>
                      </a:cubicBezTo>
                      <a:cubicBezTo>
                        <a:pt x="354929" y="97617"/>
                        <a:pt x="309874" y="116348"/>
                        <a:pt x="262869" y="133801"/>
                      </a:cubicBezTo>
                      <a:cubicBezTo>
                        <a:pt x="215842" y="151254"/>
                        <a:pt x="169487" y="166444"/>
                        <a:pt x="128801" y="177736"/>
                      </a:cubicBezTo>
                      <a:cubicBezTo>
                        <a:pt x="102252" y="185129"/>
                        <a:pt x="49691" y="198639"/>
                        <a:pt x="20588" y="19863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1" name="Google Shape;801;p38"/>
                <p:cNvSpPr/>
                <p:nvPr/>
              </p:nvSpPr>
              <p:spPr>
                <a:xfrm>
                  <a:off x="6509341" y="3594800"/>
                  <a:ext cx="248904" cy="941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872" h="125559" extrusionOk="0">
                      <a:moveTo>
                        <a:pt x="2798" y="125515"/>
                      </a:moveTo>
                      <a:cubicBezTo>
                        <a:pt x="602" y="125515"/>
                        <a:pt x="356" y="124865"/>
                        <a:pt x="154" y="124283"/>
                      </a:cubicBezTo>
                      <a:cubicBezTo>
                        <a:pt x="-384" y="122849"/>
                        <a:pt x="-1101" y="120900"/>
                        <a:pt x="27980" y="107815"/>
                      </a:cubicBezTo>
                      <a:lnTo>
                        <a:pt x="28899" y="109854"/>
                      </a:lnTo>
                      <a:cubicBezTo>
                        <a:pt x="9788" y="118457"/>
                        <a:pt x="4366" y="121975"/>
                        <a:pt x="2865" y="123297"/>
                      </a:cubicBezTo>
                      <a:cubicBezTo>
                        <a:pt x="4837" y="123409"/>
                        <a:pt x="11244" y="122423"/>
                        <a:pt x="30871" y="116643"/>
                      </a:cubicBezTo>
                      <a:cubicBezTo>
                        <a:pt x="34141" y="115679"/>
                        <a:pt x="37659" y="114604"/>
                        <a:pt x="41378" y="113461"/>
                      </a:cubicBezTo>
                      <a:cubicBezTo>
                        <a:pt x="73260" y="103626"/>
                        <a:pt x="119570" y="87584"/>
                        <a:pt x="168434" y="69437"/>
                      </a:cubicBezTo>
                      <a:cubicBezTo>
                        <a:pt x="217275" y="51311"/>
                        <a:pt x="262824" y="33253"/>
                        <a:pt x="293428" y="19900"/>
                      </a:cubicBezTo>
                      <a:cubicBezTo>
                        <a:pt x="296991" y="18332"/>
                        <a:pt x="300351" y="16854"/>
                        <a:pt x="303465" y="15464"/>
                      </a:cubicBezTo>
                      <a:cubicBezTo>
                        <a:pt x="322151" y="7018"/>
                        <a:pt x="327505" y="3545"/>
                        <a:pt x="329029" y="2223"/>
                      </a:cubicBezTo>
                      <a:lnTo>
                        <a:pt x="328962" y="2223"/>
                      </a:lnTo>
                      <a:cubicBezTo>
                        <a:pt x="326833" y="2223"/>
                        <a:pt x="320358" y="3164"/>
                        <a:pt x="300531" y="9056"/>
                      </a:cubicBezTo>
                      <a:lnTo>
                        <a:pt x="299881" y="6906"/>
                      </a:lnTo>
                      <a:cubicBezTo>
                        <a:pt x="330440" y="-2168"/>
                        <a:pt x="331180" y="-196"/>
                        <a:pt x="331717" y="1237"/>
                      </a:cubicBezTo>
                      <a:cubicBezTo>
                        <a:pt x="332255" y="2649"/>
                        <a:pt x="332972" y="4598"/>
                        <a:pt x="304384" y="17525"/>
                      </a:cubicBezTo>
                      <a:cubicBezTo>
                        <a:pt x="301270" y="18915"/>
                        <a:pt x="297887" y="20416"/>
                        <a:pt x="294325" y="21984"/>
                      </a:cubicBezTo>
                      <a:cubicBezTo>
                        <a:pt x="263697" y="35360"/>
                        <a:pt x="218082" y="53417"/>
                        <a:pt x="169218" y="71565"/>
                      </a:cubicBezTo>
                      <a:cubicBezTo>
                        <a:pt x="120309" y="89712"/>
                        <a:pt x="73954" y="105777"/>
                        <a:pt x="42050" y="115634"/>
                      </a:cubicBezTo>
                      <a:cubicBezTo>
                        <a:pt x="38309" y="116777"/>
                        <a:pt x="34791" y="117852"/>
                        <a:pt x="31520" y="118838"/>
                      </a:cubicBezTo>
                      <a:cubicBezTo>
                        <a:pt x="13574" y="124126"/>
                        <a:pt x="6069" y="125559"/>
                        <a:pt x="2820" y="12555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802" name="Google Shape;802;p38"/>
          <p:cNvSpPr txBox="1">
            <a:spLocks noGrp="1"/>
          </p:cNvSpPr>
          <p:nvPr>
            <p:ph type="title"/>
          </p:nvPr>
        </p:nvSpPr>
        <p:spPr>
          <a:xfrm>
            <a:off x="720000" y="47485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1"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4" name="Google Shape;804;p39"/>
          <p:cNvGrpSpPr/>
          <p:nvPr/>
        </p:nvGrpSpPr>
        <p:grpSpPr>
          <a:xfrm>
            <a:off x="155600" y="-2361850"/>
            <a:ext cx="9419295" cy="8858526"/>
            <a:chOff x="155600" y="-2361850"/>
            <a:chExt cx="9419295" cy="8858526"/>
          </a:xfrm>
        </p:grpSpPr>
        <p:sp>
          <p:nvSpPr>
            <p:cNvPr id="805" name="Google Shape;805;p39"/>
            <p:cNvSpPr/>
            <p:nvPr/>
          </p:nvSpPr>
          <p:spPr>
            <a:xfrm rot="2209089">
              <a:off x="6704267" y="-1858685"/>
              <a:ext cx="2434129" cy="2265970"/>
            </a:xfrm>
            <a:custGeom>
              <a:avLst/>
              <a:gdLst/>
              <a:ahLst/>
              <a:cxnLst/>
              <a:rect l="l" t="t" r="r" b="b"/>
              <a:pathLst>
                <a:path w="628081" h="671697" extrusionOk="0">
                  <a:moveTo>
                    <a:pt x="593960" y="129034"/>
                  </a:moveTo>
                  <a:lnTo>
                    <a:pt x="451625" y="18535"/>
                  </a:lnTo>
                  <a:cubicBezTo>
                    <a:pt x="426420" y="-1024"/>
                    <a:pt x="392612" y="-5460"/>
                    <a:pt x="363217" y="6930"/>
                  </a:cubicBezTo>
                  <a:lnTo>
                    <a:pt x="62997" y="133582"/>
                  </a:lnTo>
                  <a:cubicBezTo>
                    <a:pt x="31407" y="146913"/>
                    <a:pt x="10392" y="177316"/>
                    <a:pt x="9114" y="211572"/>
                  </a:cubicBezTo>
                  <a:lnTo>
                    <a:pt x="63" y="452420"/>
                  </a:lnTo>
                  <a:cubicBezTo>
                    <a:pt x="-788" y="474959"/>
                    <a:pt x="7031" y="496960"/>
                    <a:pt x="21885" y="513920"/>
                  </a:cubicBezTo>
                  <a:lnTo>
                    <a:pt x="133840" y="641625"/>
                  </a:lnTo>
                  <a:cubicBezTo>
                    <a:pt x="158552" y="669810"/>
                    <a:pt x="198387" y="679310"/>
                    <a:pt x="233159" y="665307"/>
                  </a:cubicBezTo>
                  <a:lnTo>
                    <a:pt x="572788" y="528550"/>
                  </a:lnTo>
                  <a:cubicBezTo>
                    <a:pt x="606193" y="515108"/>
                    <a:pt x="628082" y="482688"/>
                    <a:pt x="628082" y="446684"/>
                  </a:cubicBezTo>
                  <a:lnTo>
                    <a:pt x="628082" y="198735"/>
                  </a:lnTo>
                  <a:cubicBezTo>
                    <a:pt x="628082" y="171468"/>
                    <a:pt x="615491" y="145748"/>
                    <a:pt x="593938" y="12903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06" name="Google Shape;806;p39"/>
            <p:cNvGrpSpPr/>
            <p:nvPr/>
          </p:nvGrpSpPr>
          <p:grpSpPr>
            <a:xfrm>
              <a:off x="524500" y="4634775"/>
              <a:ext cx="3673408" cy="1861900"/>
              <a:chOff x="5761600" y="-1296800"/>
              <a:chExt cx="3673408" cy="1861900"/>
            </a:xfrm>
          </p:grpSpPr>
          <p:pic>
            <p:nvPicPr>
              <p:cNvPr id="807" name="Google Shape;807;p39"/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5761600" y="-1296800"/>
                <a:ext cx="1866024" cy="18619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08" name="Google Shape;808;p39"/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7568984" y="-1296800"/>
                <a:ext cx="1866024" cy="18619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809" name="Google Shape;809;p39"/>
            <p:cNvSpPr/>
            <p:nvPr/>
          </p:nvSpPr>
          <p:spPr>
            <a:xfrm>
              <a:off x="155600" y="4710038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39"/>
            <p:cNvSpPr/>
            <p:nvPr/>
          </p:nvSpPr>
          <p:spPr>
            <a:xfrm>
              <a:off x="7845438" y="103925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39"/>
            <p:cNvSpPr/>
            <p:nvPr/>
          </p:nvSpPr>
          <p:spPr>
            <a:xfrm>
              <a:off x="8587650" y="1654188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12" name="Google Shape;812;p39"/>
            <p:cNvGrpSpPr/>
            <p:nvPr/>
          </p:nvGrpSpPr>
          <p:grpSpPr>
            <a:xfrm rot="9471542">
              <a:off x="8582899" y="144632"/>
              <a:ext cx="396156" cy="920683"/>
              <a:chOff x="6450863" y="906773"/>
              <a:chExt cx="162927" cy="378648"/>
            </a:xfrm>
          </p:grpSpPr>
          <p:sp>
            <p:nvSpPr>
              <p:cNvPr id="813" name="Google Shape;813;p39"/>
              <p:cNvSpPr/>
              <p:nvPr/>
            </p:nvSpPr>
            <p:spPr>
              <a:xfrm rot="-4858661">
                <a:off x="6556562" y="887465"/>
                <a:ext cx="3357" cy="85244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13769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13770"/>
                    </a:lnTo>
                    <a:lnTo>
                      <a:pt x="0" y="1137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4" name="Google Shape;814;p39"/>
              <p:cNvSpPr/>
              <p:nvPr/>
            </p:nvSpPr>
            <p:spPr>
              <a:xfrm rot="-4858661">
                <a:off x="6553937" y="904055"/>
                <a:ext cx="3357" cy="85244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13769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13770"/>
                    </a:lnTo>
                    <a:lnTo>
                      <a:pt x="0" y="1137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5" name="Google Shape;815;p39"/>
              <p:cNvSpPr/>
              <p:nvPr/>
            </p:nvSpPr>
            <p:spPr>
              <a:xfrm rot="-4858661">
                <a:off x="6551348" y="920632"/>
                <a:ext cx="3357" cy="85244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13769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13770"/>
                    </a:lnTo>
                    <a:lnTo>
                      <a:pt x="0" y="1137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6" name="Google Shape;816;p39"/>
              <p:cNvSpPr/>
              <p:nvPr/>
            </p:nvSpPr>
            <p:spPr>
              <a:xfrm rot="-4858661">
                <a:off x="6548742" y="937192"/>
                <a:ext cx="3357" cy="85244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13769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13770"/>
                    </a:lnTo>
                    <a:lnTo>
                      <a:pt x="0" y="1137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7" name="Google Shape;817;p39"/>
              <p:cNvSpPr/>
              <p:nvPr/>
            </p:nvSpPr>
            <p:spPr>
              <a:xfrm rot="-4858661">
                <a:off x="6512135" y="1169752"/>
                <a:ext cx="3357" cy="85244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13769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13770"/>
                    </a:lnTo>
                    <a:lnTo>
                      <a:pt x="0" y="11377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8" name="Google Shape;818;p39"/>
              <p:cNvSpPr/>
              <p:nvPr/>
            </p:nvSpPr>
            <p:spPr>
              <a:xfrm rot="-4858661">
                <a:off x="6509529" y="1186328"/>
                <a:ext cx="3357" cy="85244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13769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13770"/>
                    </a:lnTo>
                    <a:lnTo>
                      <a:pt x="0" y="11377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9" name="Google Shape;819;p39"/>
              <p:cNvSpPr/>
              <p:nvPr/>
            </p:nvSpPr>
            <p:spPr>
              <a:xfrm rot="-4858661">
                <a:off x="6506940" y="1202905"/>
                <a:ext cx="3357" cy="85244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13769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13770"/>
                    </a:lnTo>
                    <a:lnTo>
                      <a:pt x="0" y="11377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0" name="Google Shape;820;p39"/>
              <p:cNvSpPr/>
              <p:nvPr/>
            </p:nvSpPr>
            <p:spPr>
              <a:xfrm rot="-4858661">
                <a:off x="6504368" y="1219496"/>
                <a:ext cx="3357" cy="85244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13769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13770"/>
                    </a:lnTo>
                    <a:lnTo>
                      <a:pt x="0" y="11377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1" name="Google Shape;821;p39"/>
              <p:cNvSpPr/>
              <p:nvPr/>
            </p:nvSpPr>
            <p:spPr>
              <a:xfrm rot="-4858661">
                <a:off x="6534357" y="1028601"/>
                <a:ext cx="3357" cy="85244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13769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13770"/>
                    </a:lnTo>
                    <a:lnTo>
                      <a:pt x="0" y="11377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2" name="Google Shape;822;p39"/>
              <p:cNvSpPr/>
              <p:nvPr/>
            </p:nvSpPr>
            <p:spPr>
              <a:xfrm rot="-4858661">
                <a:off x="6531735" y="1045175"/>
                <a:ext cx="3357" cy="85244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13769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13770"/>
                    </a:lnTo>
                    <a:lnTo>
                      <a:pt x="0" y="11377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3" name="Google Shape;823;p39"/>
              <p:cNvSpPr/>
              <p:nvPr/>
            </p:nvSpPr>
            <p:spPr>
              <a:xfrm rot="-4858661">
                <a:off x="6529194" y="1061785"/>
                <a:ext cx="3357" cy="85244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13769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13770"/>
                    </a:lnTo>
                    <a:lnTo>
                      <a:pt x="0" y="11377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4" name="Google Shape;824;p39"/>
              <p:cNvSpPr/>
              <p:nvPr/>
            </p:nvSpPr>
            <p:spPr>
              <a:xfrm rot="-4858661">
                <a:off x="6526521" y="1078342"/>
                <a:ext cx="3357" cy="85244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13769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13770"/>
                    </a:lnTo>
                    <a:lnTo>
                      <a:pt x="0" y="11377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5" name="Google Shape;825;p39"/>
              <p:cNvSpPr/>
              <p:nvPr/>
            </p:nvSpPr>
            <p:spPr>
              <a:xfrm>
                <a:off x="6475256" y="1009309"/>
                <a:ext cx="114158" cy="173578"/>
              </a:xfrm>
              <a:custGeom>
                <a:avLst/>
                <a:gdLst/>
                <a:ahLst/>
                <a:cxnLst/>
                <a:rect l="l" t="t" r="r" b="b"/>
                <a:pathLst>
                  <a:path w="152211" h="231438" extrusionOk="0">
                    <a:moveTo>
                      <a:pt x="57902" y="231438"/>
                    </a:moveTo>
                    <a:lnTo>
                      <a:pt x="16633" y="183403"/>
                    </a:lnTo>
                    <a:cubicBezTo>
                      <a:pt x="3459" y="168078"/>
                      <a:pt x="-2299" y="147825"/>
                      <a:pt x="838" y="127840"/>
                    </a:cubicBezTo>
                    <a:lnTo>
                      <a:pt x="8187" y="81082"/>
                    </a:lnTo>
                    <a:cubicBezTo>
                      <a:pt x="11323" y="61119"/>
                      <a:pt x="23018" y="43599"/>
                      <a:pt x="40270" y="33047"/>
                    </a:cubicBezTo>
                    <a:lnTo>
                      <a:pt x="94309" y="0"/>
                    </a:lnTo>
                    <a:lnTo>
                      <a:pt x="135578" y="48035"/>
                    </a:lnTo>
                    <a:cubicBezTo>
                      <a:pt x="148752" y="63360"/>
                      <a:pt x="154510" y="83613"/>
                      <a:pt x="151373" y="103598"/>
                    </a:cubicBezTo>
                    <a:lnTo>
                      <a:pt x="144025" y="150356"/>
                    </a:lnTo>
                    <a:cubicBezTo>
                      <a:pt x="140888" y="170319"/>
                      <a:pt x="129193" y="187839"/>
                      <a:pt x="111941" y="198391"/>
                    </a:cubicBezTo>
                    <a:lnTo>
                      <a:pt x="57902" y="231438"/>
                    </a:lnTo>
                    <a:close/>
                    <a:moveTo>
                      <a:pt x="91128" y="20231"/>
                    </a:moveTo>
                    <a:lnTo>
                      <a:pt x="48403" y="46355"/>
                    </a:lnTo>
                    <a:cubicBezTo>
                      <a:pt x="35050" y="54510"/>
                      <a:pt x="26021" y="68042"/>
                      <a:pt x="23578" y="83501"/>
                    </a:cubicBezTo>
                    <a:lnTo>
                      <a:pt x="16230" y="130259"/>
                    </a:lnTo>
                    <a:cubicBezTo>
                      <a:pt x="13810" y="145719"/>
                      <a:pt x="18246" y="161379"/>
                      <a:pt x="28440" y="173231"/>
                    </a:cubicBezTo>
                    <a:lnTo>
                      <a:pt x="61061" y="211207"/>
                    </a:lnTo>
                    <a:lnTo>
                      <a:pt x="103786" y="185083"/>
                    </a:lnTo>
                    <a:cubicBezTo>
                      <a:pt x="117117" y="176928"/>
                      <a:pt x="126168" y="163396"/>
                      <a:pt x="128611" y="147937"/>
                    </a:cubicBezTo>
                    <a:lnTo>
                      <a:pt x="135959" y="101179"/>
                    </a:lnTo>
                    <a:cubicBezTo>
                      <a:pt x="138379" y="85719"/>
                      <a:pt x="133943" y="70059"/>
                      <a:pt x="123748" y="58207"/>
                    </a:cubicBezTo>
                    <a:lnTo>
                      <a:pt x="91128" y="202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6" name="Google Shape;826;p39"/>
              <p:cNvSpPr/>
              <p:nvPr/>
            </p:nvSpPr>
            <p:spPr>
              <a:xfrm>
                <a:off x="6500175" y="906773"/>
                <a:ext cx="113615" cy="117708"/>
              </a:xfrm>
              <a:custGeom>
                <a:avLst/>
                <a:gdLst/>
                <a:ahLst/>
                <a:cxnLst/>
                <a:rect l="l" t="t" r="r" b="b"/>
                <a:pathLst>
                  <a:path w="151486" h="156944" extrusionOk="0">
                    <a:moveTo>
                      <a:pt x="57902" y="156945"/>
                    </a:moveTo>
                    <a:lnTo>
                      <a:pt x="16633" y="108910"/>
                    </a:lnTo>
                    <a:cubicBezTo>
                      <a:pt x="3459" y="93585"/>
                      <a:pt x="-2299" y="73331"/>
                      <a:pt x="838" y="53347"/>
                    </a:cubicBezTo>
                    <a:lnTo>
                      <a:pt x="8186" y="6589"/>
                    </a:lnTo>
                    <a:cubicBezTo>
                      <a:pt x="8858" y="2332"/>
                      <a:pt x="12846" y="-558"/>
                      <a:pt x="17103" y="91"/>
                    </a:cubicBezTo>
                    <a:cubicBezTo>
                      <a:pt x="21360" y="763"/>
                      <a:pt x="24251" y="4751"/>
                      <a:pt x="23601" y="9008"/>
                    </a:cubicBezTo>
                    <a:lnTo>
                      <a:pt x="16252" y="55766"/>
                    </a:lnTo>
                    <a:cubicBezTo>
                      <a:pt x="13832" y="71225"/>
                      <a:pt x="18268" y="86886"/>
                      <a:pt x="28462" y="98738"/>
                    </a:cubicBezTo>
                    <a:lnTo>
                      <a:pt x="61083" y="136713"/>
                    </a:lnTo>
                    <a:lnTo>
                      <a:pt x="103809" y="110590"/>
                    </a:lnTo>
                    <a:cubicBezTo>
                      <a:pt x="117139" y="102435"/>
                      <a:pt x="126191" y="88880"/>
                      <a:pt x="128632" y="73443"/>
                    </a:cubicBezTo>
                    <a:lnTo>
                      <a:pt x="135981" y="26685"/>
                    </a:lnTo>
                    <a:cubicBezTo>
                      <a:pt x="136653" y="22428"/>
                      <a:pt x="140642" y="19538"/>
                      <a:pt x="144898" y="20188"/>
                    </a:cubicBezTo>
                    <a:cubicBezTo>
                      <a:pt x="149155" y="20860"/>
                      <a:pt x="152046" y="24848"/>
                      <a:pt x="151396" y="29105"/>
                    </a:cubicBezTo>
                    <a:lnTo>
                      <a:pt x="144047" y="75863"/>
                    </a:lnTo>
                    <a:cubicBezTo>
                      <a:pt x="140910" y="95825"/>
                      <a:pt x="129215" y="113346"/>
                      <a:pt x="111964" y="123898"/>
                    </a:cubicBezTo>
                    <a:lnTo>
                      <a:pt x="57924" y="15694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7" name="Google Shape;827;p39"/>
              <p:cNvSpPr/>
              <p:nvPr/>
            </p:nvSpPr>
            <p:spPr>
              <a:xfrm>
                <a:off x="6450863" y="1167713"/>
                <a:ext cx="113598" cy="117708"/>
              </a:xfrm>
              <a:custGeom>
                <a:avLst/>
                <a:gdLst/>
                <a:ahLst/>
                <a:cxnLst/>
                <a:rect l="l" t="t" r="r" b="b"/>
                <a:pathLst>
                  <a:path w="151464" h="156944" extrusionOk="0">
                    <a:moveTo>
                      <a:pt x="134383" y="156854"/>
                    </a:moveTo>
                    <a:cubicBezTo>
                      <a:pt x="130127" y="156181"/>
                      <a:pt x="127236" y="152193"/>
                      <a:pt x="127886" y="147937"/>
                    </a:cubicBezTo>
                    <a:lnTo>
                      <a:pt x="135235" y="101179"/>
                    </a:lnTo>
                    <a:cubicBezTo>
                      <a:pt x="137655" y="85719"/>
                      <a:pt x="133219" y="70059"/>
                      <a:pt x="123025" y="58207"/>
                    </a:cubicBezTo>
                    <a:lnTo>
                      <a:pt x="90404" y="20231"/>
                    </a:lnTo>
                    <a:lnTo>
                      <a:pt x="47678" y="46355"/>
                    </a:lnTo>
                    <a:cubicBezTo>
                      <a:pt x="34325" y="54510"/>
                      <a:pt x="25296" y="68065"/>
                      <a:pt x="22854" y="83501"/>
                    </a:cubicBezTo>
                    <a:lnTo>
                      <a:pt x="15506" y="130259"/>
                    </a:lnTo>
                    <a:cubicBezTo>
                      <a:pt x="14834" y="134516"/>
                      <a:pt x="10845" y="137406"/>
                      <a:pt x="6589" y="136757"/>
                    </a:cubicBezTo>
                    <a:cubicBezTo>
                      <a:pt x="2332" y="136085"/>
                      <a:pt x="-559" y="132097"/>
                      <a:pt x="91" y="127840"/>
                    </a:cubicBezTo>
                    <a:lnTo>
                      <a:pt x="7440" y="81082"/>
                    </a:lnTo>
                    <a:cubicBezTo>
                      <a:pt x="10577" y="61119"/>
                      <a:pt x="22272" y="43599"/>
                      <a:pt x="39523" y="33047"/>
                    </a:cubicBezTo>
                    <a:lnTo>
                      <a:pt x="93562" y="0"/>
                    </a:lnTo>
                    <a:lnTo>
                      <a:pt x="134832" y="48035"/>
                    </a:lnTo>
                    <a:cubicBezTo>
                      <a:pt x="148005" y="63360"/>
                      <a:pt x="153763" y="83613"/>
                      <a:pt x="150627" y="103598"/>
                    </a:cubicBezTo>
                    <a:lnTo>
                      <a:pt x="143278" y="150356"/>
                    </a:lnTo>
                    <a:cubicBezTo>
                      <a:pt x="142606" y="154613"/>
                      <a:pt x="138618" y="157503"/>
                      <a:pt x="134361" y="1568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28" name="Google Shape;828;p39"/>
            <p:cNvGrpSpPr/>
            <p:nvPr/>
          </p:nvGrpSpPr>
          <p:grpSpPr>
            <a:xfrm rot="-3680103">
              <a:off x="269101" y="3349923"/>
              <a:ext cx="287316" cy="256903"/>
              <a:chOff x="2932572" y="3891673"/>
              <a:chExt cx="194554" cy="173959"/>
            </a:xfrm>
          </p:grpSpPr>
          <p:sp>
            <p:nvSpPr>
              <p:cNvPr id="829" name="Google Shape;829;p39"/>
              <p:cNvSpPr/>
              <p:nvPr/>
            </p:nvSpPr>
            <p:spPr>
              <a:xfrm rot="-45834">
                <a:off x="3035681" y="3891688"/>
                <a:ext cx="3360" cy="173930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231886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231886"/>
                    </a:lnTo>
                    <a:lnTo>
                      <a:pt x="0" y="23188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0" name="Google Shape;830;p39"/>
              <p:cNvSpPr/>
              <p:nvPr/>
            </p:nvSpPr>
            <p:spPr>
              <a:xfrm rot="-206705">
                <a:off x="2932497" y="3966747"/>
                <a:ext cx="194704" cy="3355"/>
              </a:xfrm>
              <a:custGeom>
                <a:avLst/>
                <a:gdLst/>
                <a:ahLst/>
                <a:cxnLst/>
                <a:rect l="l" t="t" r="r" b="b"/>
                <a:pathLst>
                  <a:path w="260003" h="4480" extrusionOk="0">
                    <a:moveTo>
                      <a:pt x="0" y="0"/>
                    </a:moveTo>
                    <a:lnTo>
                      <a:pt x="260004" y="0"/>
                    </a:lnTo>
                    <a:lnTo>
                      <a:pt x="260004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1" name="Google Shape;831;p39"/>
              <p:cNvSpPr/>
              <p:nvPr/>
            </p:nvSpPr>
            <p:spPr>
              <a:xfrm rot="-2667569">
                <a:off x="2961088" y="3967911"/>
                <a:ext cx="150521" cy="3358"/>
              </a:xfrm>
              <a:custGeom>
                <a:avLst/>
                <a:gdLst/>
                <a:ahLst/>
                <a:cxnLst/>
                <a:rect l="l" t="t" r="r" b="b"/>
                <a:pathLst>
                  <a:path w="200811" h="4480" extrusionOk="0">
                    <a:moveTo>
                      <a:pt x="0" y="0"/>
                    </a:moveTo>
                    <a:lnTo>
                      <a:pt x="200811" y="0"/>
                    </a:lnTo>
                    <a:lnTo>
                      <a:pt x="200811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2" name="Google Shape;832;p39"/>
              <p:cNvSpPr/>
              <p:nvPr/>
            </p:nvSpPr>
            <p:spPr>
              <a:xfrm rot="-2716216">
                <a:off x="3045181" y="3910268"/>
                <a:ext cx="3358" cy="133807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78518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78518"/>
                    </a:lnTo>
                    <a:lnTo>
                      <a:pt x="0" y="1785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33" name="Google Shape;833;p39"/>
          <p:cNvSpPr txBox="1">
            <a:spLocks noGrp="1"/>
          </p:cNvSpPr>
          <p:nvPr>
            <p:ph type="title"/>
          </p:nvPr>
        </p:nvSpPr>
        <p:spPr>
          <a:xfrm>
            <a:off x="720000" y="47485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1_1_1"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40"/>
          <p:cNvSpPr txBox="1">
            <a:spLocks noGrp="1"/>
          </p:cNvSpPr>
          <p:nvPr>
            <p:ph type="title"/>
          </p:nvPr>
        </p:nvSpPr>
        <p:spPr>
          <a:xfrm>
            <a:off x="720000" y="47485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836" name="Google Shape;836;p40"/>
          <p:cNvGrpSpPr/>
          <p:nvPr/>
        </p:nvGrpSpPr>
        <p:grpSpPr>
          <a:xfrm>
            <a:off x="-1433525" y="50914"/>
            <a:ext cx="12036624" cy="5640222"/>
            <a:chOff x="-1433525" y="50914"/>
            <a:chExt cx="12036624" cy="5640222"/>
          </a:xfrm>
        </p:grpSpPr>
        <p:sp>
          <p:nvSpPr>
            <p:cNvPr id="837" name="Google Shape;837;p40"/>
            <p:cNvSpPr/>
            <p:nvPr/>
          </p:nvSpPr>
          <p:spPr>
            <a:xfrm rot="2574778">
              <a:off x="-1101380" y="428580"/>
              <a:ext cx="1765522" cy="1669537"/>
            </a:xfrm>
            <a:custGeom>
              <a:avLst/>
              <a:gdLst/>
              <a:ahLst/>
              <a:cxnLst/>
              <a:rect l="l" t="t" r="r" b="b"/>
              <a:pathLst>
                <a:path w="534870" h="505791" extrusionOk="0">
                  <a:moveTo>
                    <a:pt x="534513" y="294201"/>
                  </a:moveTo>
                  <a:lnTo>
                    <a:pt x="524184" y="175345"/>
                  </a:lnTo>
                  <a:cubicBezTo>
                    <a:pt x="521429" y="143553"/>
                    <a:pt x="501712" y="115727"/>
                    <a:pt x="472632" y="102575"/>
                  </a:cubicBezTo>
                  <a:lnTo>
                    <a:pt x="263195" y="7849"/>
                  </a:lnTo>
                  <a:cubicBezTo>
                    <a:pt x="231963" y="-6288"/>
                    <a:pt x="195377" y="-1045"/>
                    <a:pt x="169343" y="21292"/>
                  </a:cubicBezTo>
                  <a:lnTo>
                    <a:pt x="42265" y="130357"/>
                  </a:lnTo>
                  <a:cubicBezTo>
                    <a:pt x="25148" y="145054"/>
                    <a:pt x="14304" y="165733"/>
                    <a:pt x="11974" y="188160"/>
                  </a:cubicBezTo>
                  <a:lnTo>
                    <a:pt x="481" y="298189"/>
                  </a:lnTo>
                  <a:cubicBezTo>
                    <a:pt x="-3418" y="335469"/>
                    <a:pt x="16679" y="371160"/>
                    <a:pt x="50577" y="387157"/>
                  </a:cubicBezTo>
                  <a:lnTo>
                    <a:pt x="283942" y="497342"/>
                  </a:lnTo>
                  <a:cubicBezTo>
                    <a:pt x="316495" y="512711"/>
                    <a:pt x="355143" y="506774"/>
                    <a:pt x="381580" y="482308"/>
                  </a:cubicBezTo>
                  <a:lnTo>
                    <a:pt x="506575" y="366589"/>
                  </a:lnTo>
                  <a:cubicBezTo>
                    <a:pt x="526582" y="348061"/>
                    <a:pt x="536910" y="321332"/>
                    <a:pt x="534535" y="2941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40"/>
            <p:cNvSpPr/>
            <p:nvPr/>
          </p:nvSpPr>
          <p:spPr>
            <a:xfrm>
              <a:off x="70226" y="2245463"/>
              <a:ext cx="401805" cy="401805"/>
            </a:xfrm>
            <a:custGeom>
              <a:avLst/>
              <a:gdLst/>
              <a:ahLst/>
              <a:cxnLst/>
              <a:rect l="l" t="t" r="r" b="b"/>
              <a:pathLst>
                <a:path w="355580" h="355580" extrusionOk="0">
                  <a:moveTo>
                    <a:pt x="329323" y="77900"/>
                  </a:moveTo>
                  <a:lnTo>
                    <a:pt x="266434" y="19425"/>
                  </a:lnTo>
                  <a:lnTo>
                    <a:pt x="239996" y="47856"/>
                  </a:lnTo>
                  <a:cubicBezTo>
                    <a:pt x="232132" y="44092"/>
                    <a:pt x="223977" y="41112"/>
                    <a:pt x="215710" y="38849"/>
                  </a:cubicBezTo>
                  <a:lnTo>
                    <a:pt x="214299" y="0"/>
                  </a:lnTo>
                  <a:lnTo>
                    <a:pt x="128489" y="3114"/>
                  </a:lnTo>
                  <a:lnTo>
                    <a:pt x="129901" y="41963"/>
                  </a:lnTo>
                  <a:cubicBezTo>
                    <a:pt x="121791" y="44809"/>
                    <a:pt x="113904" y="48371"/>
                    <a:pt x="106331" y="52695"/>
                  </a:cubicBezTo>
                  <a:lnTo>
                    <a:pt x="77900" y="26258"/>
                  </a:lnTo>
                  <a:lnTo>
                    <a:pt x="19425" y="89147"/>
                  </a:lnTo>
                  <a:lnTo>
                    <a:pt x="47856" y="115584"/>
                  </a:lnTo>
                  <a:cubicBezTo>
                    <a:pt x="44092" y="123448"/>
                    <a:pt x="41112" y="131604"/>
                    <a:pt x="38849" y="139871"/>
                  </a:cubicBezTo>
                  <a:lnTo>
                    <a:pt x="0" y="141282"/>
                  </a:lnTo>
                  <a:lnTo>
                    <a:pt x="3114" y="227091"/>
                  </a:lnTo>
                  <a:lnTo>
                    <a:pt x="41963" y="225680"/>
                  </a:lnTo>
                  <a:cubicBezTo>
                    <a:pt x="44809" y="233790"/>
                    <a:pt x="48371" y="241677"/>
                    <a:pt x="52695" y="249249"/>
                  </a:cubicBezTo>
                  <a:lnTo>
                    <a:pt x="26258" y="277681"/>
                  </a:lnTo>
                  <a:lnTo>
                    <a:pt x="89147" y="336156"/>
                  </a:lnTo>
                  <a:lnTo>
                    <a:pt x="115584" y="307725"/>
                  </a:lnTo>
                  <a:cubicBezTo>
                    <a:pt x="123448" y="311489"/>
                    <a:pt x="131604" y="314469"/>
                    <a:pt x="139871" y="316732"/>
                  </a:cubicBezTo>
                  <a:lnTo>
                    <a:pt x="141283" y="355581"/>
                  </a:lnTo>
                  <a:lnTo>
                    <a:pt x="227091" y="352467"/>
                  </a:lnTo>
                  <a:lnTo>
                    <a:pt x="225680" y="313617"/>
                  </a:lnTo>
                  <a:cubicBezTo>
                    <a:pt x="233790" y="310772"/>
                    <a:pt x="241677" y="307210"/>
                    <a:pt x="249249" y="302886"/>
                  </a:cubicBezTo>
                  <a:lnTo>
                    <a:pt x="277681" y="329323"/>
                  </a:lnTo>
                  <a:lnTo>
                    <a:pt x="336156" y="266434"/>
                  </a:lnTo>
                  <a:lnTo>
                    <a:pt x="307725" y="239996"/>
                  </a:lnTo>
                  <a:cubicBezTo>
                    <a:pt x="311489" y="232132"/>
                    <a:pt x="314469" y="224000"/>
                    <a:pt x="316732" y="215710"/>
                  </a:cubicBezTo>
                  <a:lnTo>
                    <a:pt x="355581" y="214298"/>
                  </a:lnTo>
                  <a:lnTo>
                    <a:pt x="352467" y="128489"/>
                  </a:lnTo>
                  <a:lnTo>
                    <a:pt x="313617" y="129901"/>
                  </a:lnTo>
                  <a:cubicBezTo>
                    <a:pt x="310772" y="121791"/>
                    <a:pt x="307210" y="113904"/>
                    <a:pt x="302886" y="106331"/>
                  </a:cubicBezTo>
                  <a:lnTo>
                    <a:pt x="329323" y="77900"/>
                  </a:lnTo>
                  <a:close/>
                  <a:moveTo>
                    <a:pt x="214276" y="211722"/>
                  </a:moveTo>
                  <a:cubicBezTo>
                    <a:pt x="195546" y="231864"/>
                    <a:pt x="164045" y="233006"/>
                    <a:pt x="143904" y="214276"/>
                  </a:cubicBezTo>
                  <a:cubicBezTo>
                    <a:pt x="123762" y="195546"/>
                    <a:pt x="122619" y="164045"/>
                    <a:pt x="141350" y="143904"/>
                  </a:cubicBezTo>
                  <a:cubicBezTo>
                    <a:pt x="160080" y="123762"/>
                    <a:pt x="191580" y="122619"/>
                    <a:pt x="211722" y="141350"/>
                  </a:cubicBezTo>
                  <a:cubicBezTo>
                    <a:pt x="231864" y="160080"/>
                    <a:pt x="233006" y="191580"/>
                    <a:pt x="214276" y="21172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39" name="Google Shape;839;p4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737075" y="2212675"/>
              <a:ext cx="1866024" cy="1861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40" name="Google Shape;840;p40"/>
            <p:cNvGrpSpPr/>
            <p:nvPr/>
          </p:nvGrpSpPr>
          <p:grpSpPr>
            <a:xfrm>
              <a:off x="7578714" y="4484420"/>
              <a:ext cx="599775" cy="483248"/>
              <a:chOff x="4528496" y="3602214"/>
              <a:chExt cx="116631" cy="93997"/>
            </a:xfrm>
          </p:grpSpPr>
          <p:sp>
            <p:nvSpPr>
              <p:cNvPr id="841" name="Google Shape;841;p40"/>
              <p:cNvSpPr/>
              <p:nvPr/>
            </p:nvSpPr>
            <p:spPr>
              <a:xfrm>
                <a:off x="4579124" y="3602214"/>
                <a:ext cx="66003" cy="54913"/>
              </a:xfrm>
              <a:custGeom>
                <a:avLst/>
                <a:gdLst/>
                <a:ahLst/>
                <a:cxnLst/>
                <a:rect l="l" t="t" r="r" b="b"/>
                <a:pathLst>
                  <a:path w="88004" h="73217" extrusionOk="0">
                    <a:moveTo>
                      <a:pt x="16378" y="73218"/>
                    </a:moveTo>
                    <a:lnTo>
                      <a:pt x="0" y="56840"/>
                    </a:lnTo>
                    <a:lnTo>
                      <a:pt x="1591" y="55249"/>
                    </a:lnTo>
                    <a:lnTo>
                      <a:pt x="16378" y="70036"/>
                    </a:lnTo>
                    <a:lnTo>
                      <a:pt x="86437" y="0"/>
                    </a:lnTo>
                    <a:lnTo>
                      <a:pt x="88005" y="1591"/>
                    </a:lnTo>
                    <a:lnTo>
                      <a:pt x="16378" y="732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2" name="Google Shape;842;p40"/>
              <p:cNvSpPr/>
              <p:nvPr/>
            </p:nvSpPr>
            <p:spPr>
              <a:xfrm>
                <a:off x="4528496" y="3692851"/>
                <a:ext cx="3360" cy="3360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4480" extrusionOk="0">
                    <a:moveTo>
                      <a:pt x="2240" y="4481"/>
                    </a:moveTo>
                    <a:cubicBezTo>
                      <a:pt x="1635" y="4481"/>
                      <a:pt x="1075" y="4257"/>
                      <a:pt x="672" y="3831"/>
                    </a:cubicBezTo>
                    <a:cubicBezTo>
                      <a:pt x="246" y="3406"/>
                      <a:pt x="0" y="2845"/>
                      <a:pt x="0" y="2240"/>
                    </a:cubicBezTo>
                    <a:cubicBezTo>
                      <a:pt x="0" y="1949"/>
                      <a:pt x="67" y="1658"/>
                      <a:pt x="179" y="1389"/>
                    </a:cubicBezTo>
                    <a:cubicBezTo>
                      <a:pt x="291" y="1120"/>
                      <a:pt x="448" y="874"/>
                      <a:pt x="672" y="672"/>
                    </a:cubicBezTo>
                    <a:cubicBezTo>
                      <a:pt x="874" y="448"/>
                      <a:pt x="1120" y="292"/>
                      <a:pt x="1389" y="179"/>
                    </a:cubicBezTo>
                    <a:cubicBezTo>
                      <a:pt x="1792" y="0"/>
                      <a:pt x="2240" y="-45"/>
                      <a:pt x="2689" y="45"/>
                    </a:cubicBezTo>
                    <a:cubicBezTo>
                      <a:pt x="2823" y="67"/>
                      <a:pt x="2980" y="112"/>
                      <a:pt x="3114" y="179"/>
                    </a:cubicBezTo>
                    <a:cubicBezTo>
                      <a:pt x="3249" y="224"/>
                      <a:pt x="3361" y="292"/>
                      <a:pt x="3495" y="381"/>
                    </a:cubicBezTo>
                    <a:cubicBezTo>
                      <a:pt x="3607" y="470"/>
                      <a:pt x="3719" y="560"/>
                      <a:pt x="3831" y="672"/>
                    </a:cubicBezTo>
                    <a:cubicBezTo>
                      <a:pt x="4033" y="874"/>
                      <a:pt x="4212" y="1120"/>
                      <a:pt x="4324" y="1389"/>
                    </a:cubicBezTo>
                    <a:cubicBezTo>
                      <a:pt x="4436" y="1658"/>
                      <a:pt x="4481" y="1949"/>
                      <a:pt x="4481" y="2240"/>
                    </a:cubicBezTo>
                    <a:cubicBezTo>
                      <a:pt x="4481" y="2845"/>
                      <a:pt x="4257" y="3406"/>
                      <a:pt x="3831" y="3831"/>
                    </a:cubicBezTo>
                    <a:cubicBezTo>
                      <a:pt x="3406" y="4257"/>
                      <a:pt x="2845" y="4481"/>
                      <a:pt x="2240" y="448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3" name="Google Shape;843;p40"/>
              <p:cNvSpPr/>
              <p:nvPr/>
            </p:nvSpPr>
            <p:spPr>
              <a:xfrm>
                <a:off x="4535196" y="3652687"/>
                <a:ext cx="36841" cy="36837"/>
              </a:xfrm>
              <a:custGeom>
                <a:avLst/>
                <a:gdLst/>
                <a:ahLst/>
                <a:cxnLst/>
                <a:rect l="l" t="t" r="r" b="b"/>
                <a:pathLst>
                  <a:path w="49121" h="49116" extrusionOk="0">
                    <a:moveTo>
                      <a:pt x="655" y="48444"/>
                    </a:moveTo>
                    <a:cubicBezTo>
                      <a:pt x="-218" y="47570"/>
                      <a:pt x="-218" y="46159"/>
                      <a:pt x="655" y="45285"/>
                    </a:cubicBezTo>
                    <a:lnTo>
                      <a:pt x="655" y="45285"/>
                    </a:lnTo>
                    <a:cubicBezTo>
                      <a:pt x="1529" y="44412"/>
                      <a:pt x="2941" y="44412"/>
                      <a:pt x="3837" y="45285"/>
                    </a:cubicBezTo>
                    <a:lnTo>
                      <a:pt x="3837" y="45285"/>
                    </a:lnTo>
                    <a:cubicBezTo>
                      <a:pt x="4688" y="46159"/>
                      <a:pt x="4688" y="47570"/>
                      <a:pt x="3837" y="48444"/>
                    </a:cubicBezTo>
                    <a:lnTo>
                      <a:pt x="3837" y="48444"/>
                    </a:lnTo>
                    <a:cubicBezTo>
                      <a:pt x="3389" y="48892"/>
                      <a:pt x="2806" y="49116"/>
                      <a:pt x="2246" y="49116"/>
                    </a:cubicBezTo>
                    <a:lnTo>
                      <a:pt x="2246" y="49116"/>
                    </a:lnTo>
                    <a:cubicBezTo>
                      <a:pt x="1663" y="49116"/>
                      <a:pt x="1103" y="48892"/>
                      <a:pt x="655" y="48444"/>
                    </a:cubicBezTo>
                    <a:close/>
                    <a:moveTo>
                      <a:pt x="9572" y="39527"/>
                    </a:moveTo>
                    <a:cubicBezTo>
                      <a:pt x="8698" y="38653"/>
                      <a:pt x="8698" y="37242"/>
                      <a:pt x="9572" y="36346"/>
                    </a:cubicBezTo>
                    <a:lnTo>
                      <a:pt x="9572" y="36346"/>
                    </a:lnTo>
                    <a:cubicBezTo>
                      <a:pt x="10446" y="35472"/>
                      <a:pt x="11880" y="35472"/>
                      <a:pt x="12754" y="36346"/>
                    </a:cubicBezTo>
                    <a:lnTo>
                      <a:pt x="12754" y="36346"/>
                    </a:lnTo>
                    <a:cubicBezTo>
                      <a:pt x="13628" y="37242"/>
                      <a:pt x="13628" y="38653"/>
                      <a:pt x="12754" y="39527"/>
                    </a:cubicBezTo>
                    <a:lnTo>
                      <a:pt x="12754" y="39527"/>
                    </a:lnTo>
                    <a:cubicBezTo>
                      <a:pt x="12306" y="39953"/>
                      <a:pt x="11745" y="40177"/>
                      <a:pt x="11163" y="40177"/>
                    </a:cubicBezTo>
                    <a:lnTo>
                      <a:pt x="11163" y="40177"/>
                    </a:lnTo>
                    <a:cubicBezTo>
                      <a:pt x="10603" y="40177"/>
                      <a:pt x="10020" y="39953"/>
                      <a:pt x="9572" y="39527"/>
                    </a:cubicBezTo>
                    <a:close/>
                    <a:moveTo>
                      <a:pt x="18512" y="30610"/>
                    </a:moveTo>
                    <a:cubicBezTo>
                      <a:pt x="17638" y="29714"/>
                      <a:pt x="17638" y="28302"/>
                      <a:pt x="18512" y="27429"/>
                    </a:cubicBezTo>
                    <a:lnTo>
                      <a:pt x="18512" y="27429"/>
                    </a:lnTo>
                    <a:cubicBezTo>
                      <a:pt x="19385" y="26555"/>
                      <a:pt x="20797" y="26555"/>
                      <a:pt x="21671" y="27429"/>
                    </a:cubicBezTo>
                    <a:lnTo>
                      <a:pt x="21671" y="27429"/>
                    </a:lnTo>
                    <a:cubicBezTo>
                      <a:pt x="22545" y="28302"/>
                      <a:pt x="22545" y="29714"/>
                      <a:pt x="21671" y="30610"/>
                    </a:cubicBezTo>
                    <a:lnTo>
                      <a:pt x="21671" y="30610"/>
                    </a:lnTo>
                    <a:cubicBezTo>
                      <a:pt x="21245" y="31036"/>
                      <a:pt x="20662" y="31260"/>
                      <a:pt x="20102" y="31260"/>
                    </a:cubicBezTo>
                    <a:lnTo>
                      <a:pt x="20102" y="31260"/>
                    </a:lnTo>
                    <a:cubicBezTo>
                      <a:pt x="19520" y="31260"/>
                      <a:pt x="18937" y="31036"/>
                      <a:pt x="18512" y="30610"/>
                    </a:cubicBezTo>
                    <a:close/>
                    <a:moveTo>
                      <a:pt x="27429" y="21671"/>
                    </a:moveTo>
                    <a:cubicBezTo>
                      <a:pt x="26555" y="20797"/>
                      <a:pt x="26555" y="19385"/>
                      <a:pt x="27429" y="18512"/>
                    </a:cubicBezTo>
                    <a:lnTo>
                      <a:pt x="27429" y="18512"/>
                    </a:lnTo>
                    <a:cubicBezTo>
                      <a:pt x="28302" y="17638"/>
                      <a:pt x="29736" y="17638"/>
                      <a:pt x="30610" y="18512"/>
                    </a:cubicBezTo>
                    <a:lnTo>
                      <a:pt x="30610" y="18512"/>
                    </a:lnTo>
                    <a:cubicBezTo>
                      <a:pt x="31484" y="19385"/>
                      <a:pt x="31484" y="20797"/>
                      <a:pt x="30610" y="21671"/>
                    </a:cubicBezTo>
                    <a:lnTo>
                      <a:pt x="30610" y="21671"/>
                    </a:lnTo>
                    <a:cubicBezTo>
                      <a:pt x="30162" y="22119"/>
                      <a:pt x="29602" y="22320"/>
                      <a:pt x="29019" y="22320"/>
                    </a:cubicBezTo>
                    <a:lnTo>
                      <a:pt x="29019" y="22320"/>
                    </a:lnTo>
                    <a:cubicBezTo>
                      <a:pt x="28437" y="22320"/>
                      <a:pt x="27877" y="22119"/>
                      <a:pt x="27429" y="21671"/>
                    </a:cubicBezTo>
                    <a:close/>
                    <a:moveTo>
                      <a:pt x="36368" y="12754"/>
                    </a:moveTo>
                    <a:cubicBezTo>
                      <a:pt x="35494" y="11880"/>
                      <a:pt x="35494" y="10446"/>
                      <a:pt x="36368" y="9572"/>
                    </a:cubicBezTo>
                    <a:lnTo>
                      <a:pt x="36368" y="9572"/>
                    </a:lnTo>
                    <a:cubicBezTo>
                      <a:pt x="37242" y="8698"/>
                      <a:pt x="38653" y="8698"/>
                      <a:pt x="39527" y="9572"/>
                    </a:cubicBezTo>
                    <a:lnTo>
                      <a:pt x="39527" y="9572"/>
                    </a:lnTo>
                    <a:cubicBezTo>
                      <a:pt x="40401" y="10446"/>
                      <a:pt x="40401" y="11880"/>
                      <a:pt x="39527" y="12754"/>
                    </a:cubicBezTo>
                    <a:lnTo>
                      <a:pt x="39527" y="12754"/>
                    </a:lnTo>
                    <a:cubicBezTo>
                      <a:pt x="39101" y="13179"/>
                      <a:pt x="38519" y="13404"/>
                      <a:pt x="37959" y="13404"/>
                    </a:cubicBezTo>
                    <a:lnTo>
                      <a:pt x="37959" y="13404"/>
                    </a:lnTo>
                    <a:cubicBezTo>
                      <a:pt x="37376" y="13404"/>
                      <a:pt x="36794" y="13179"/>
                      <a:pt x="36368" y="12754"/>
                    </a:cubicBezTo>
                    <a:close/>
                    <a:moveTo>
                      <a:pt x="45285" y="3814"/>
                    </a:moveTo>
                    <a:cubicBezTo>
                      <a:pt x="44411" y="2941"/>
                      <a:pt x="44411" y="1529"/>
                      <a:pt x="45285" y="656"/>
                    </a:cubicBezTo>
                    <a:lnTo>
                      <a:pt x="45285" y="656"/>
                    </a:lnTo>
                    <a:cubicBezTo>
                      <a:pt x="46159" y="-219"/>
                      <a:pt x="47593" y="-219"/>
                      <a:pt x="48466" y="656"/>
                    </a:cubicBezTo>
                    <a:lnTo>
                      <a:pt x="48466" y="656"/>
                    </a:lnTo>
                    <a:cubicBezTo>
                      <a:pt x="49340" y="1529"/>
                      <a:pt x="49340" y="2941"/>
                      <a:pt x="48466" y="3814"/>
                    </a:cubicBezTo>
                    <a:lnTo>
                      <a:pt x="48466" y="3814"/>
                    </a:lnTo>
                    <a:cubicBezTo>
                      <a:pt x="48018" y="4262"/>
                      <a:pt x="47458" y="4464"/>
                      <a:pt x="46876" y="4464"/>
                    </a:cubicBezTo>
                    <a:lnTo>
                      <a:pt x="46876" y="4464"/>
                    </a:lnTo>
                    <a:cubicBezTo>
                      <a:pt x="46293" y="4464"/>
                      <a:pt x="45733" y="4262"/>
                      <a:pt x="45285" y="381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4" name="Google Shape;844;p40"/>
              <p:cNvSpPr/>
              <p:nvPr/>
            </p:nvSpPr>
            <p:spPr>
              <a:xfrm>
                <a:off x="4575377" y="3646008"/>
                <a:ext cx="3343" cy="3339"/>
              </a:xfrm>
              <a:custGeom>
                <a:avLst/>
                <a:gdLst/>
                <a:ahLst/>
                <a:cxnLst/>
                <a:rect l="l" t="t" r="r" b="b"/>
                <a:pathLst>
                  <a:path w="4458" h="4452" extrusionOk="0">
                    <a:moveTo>
                      <a:pt x="2218" y="4453"/>
                    </a:moveTo>
                    <a:cubicBezTo>
                      <a:pt x="1927" y="4453"/>
                      <a:pt x="1635" y="4386"/>
                      <a:pt x="1367" y="4274"/>
                    </a:cubicBezTo>
                    <a:cubicBezTo>
                      <a:pt x="1098" y="4161"/>
                      <a:pt x="851" y="4005"/>
                      <a:pt x="650" y="3803"/>
                    </a:cubicBezTo>
                    <a:cubicBezTo>
                      <a:pt x="426" y="3579"/>
                      <a:pt x="269" y="3333"/>
                      <a:pt x="157" y="3064"/>
                    </a:cubicBezTo>
                    <a:cubicBezTo>
                      <a:pt x="45" y="2795"/>
                      <a:pt x="0" y="2504"/>
                      <a:pt x="0" y="2213"/>
                    </a:cubicBezTo>
                    <a:cubicBezTo>
                      <a:pt x="0" y="1921"/>
                      <a:pt x="45" y="1630"/>
                      <a:pt x="157" y="1361"/>
                    </a:cubicBezTo>
                    <a:cubicBezTo>
                      <a:pt x="269" y="1070"/>
                      <a:pt x="426" y="846"/>
                      <a:pt x="650" y="622"/>
                    </a:cubicBezTo>
                    <a:cubicBezTo>
                      <a:pt x="1479" y="-207"/>
                      <a:pt x="2980" y="-207"/>
                      <a:pt x="3809" y="622"/>
                    </a:cubicBezTo>
                    <a:cubicBezTo>
                      <a:pt x="4010" y="846"/>
                      <a:pt x="4190" y="1070"/>
                      <a:pt x="4302" y="1361"/>
                    </a:cubicBezTo>
                    <a:cubicBezTo>
                      <a:pt x="4414" y="1630"/>
                      <a:pt x="4458" y="1921"/>
                      <a:pt x="4458" y="2213"/>
                    </a:cubicBezTo>
                    <a:cubicBezTo>
                      <a:pt x="4458" y="2504"/>
                      <a:pt x="4414" y="2795"/>
                      <a:pt x="4302" y="3064"/>
                    </a:cubicBezTo>
                    <a:cubicBezTo>
                      <a:pt x="4190" y="3333"/>
                      <a:pt x="4033" y="3579"/>
                      <a:pt x="3809" y="3803"/>
                    </a:cubicBezTo>
                    <a:cubicBezTo>
                      <a:pt x="3607" y="4005"/>
                      <a:pt x="3361" y="4161"/>
                      <a:pt x="3092" y="4274"/>
                    </a:cubicBezTo>
                    <a:cubicBezTo>
                      <a:pt x="2823" y="4386"/>
                      <a:pt x="2532" y="4453"/>
                      <a:pt x="2218" y="44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45" name="Google Shape;845;p40"/>
            <p:cNvSpPr/>
            <p:nvPr/>
          </p:nvSpPr>
          <p:spPr>
            <a:xfrm>
              <a:off x="464488" y="606550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40"/>
            <p:cNvSpPr/>
            <p:nvPr/>
          </p:nvSpPr>
          <p:spPr>
            <a:xfrm>
              <a:off x="8836113" y="1804850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40"/>
            <p:cNvSpPr/>
            <p:nvPr/>
          </p:nvSpPr>
          <p:spPr>
            <a:xfrm>
              <a:off x="175854" y="2669537"/>
              <a:ext cx="503081" cy="503033"/>
            </a:xfrm>
            <a:custGeom>
              <a:avLst/>
              <a:gdLst/>
              <a:ahLst/>
              <a:cxnLst/>
              <a:rect l="l" t="t" r="r" b="b"/>
              <a:pathLst>
                <a:path w="233991" h="233969" extrusionOk="0">
                  <a:moveTo>
                    <a:pt x="121723" y="233970"/>
                  </a:moveTo>
                  <a:lnTo>
                    <a:pt x="114464" y="209952"/>
                  </a:lnTo>
                  <a:cubicBezTo>
                    <a:pt x="109938" y="209840"/>
                    <a:pt x="105458" y="209392"/>
                    <a:pt x="101089" y="208630"/>
                  </a:cubicBezTo>
                  <a:lnTo>
                    <a:pt x="89237" y="230721"/>
                  </a:lnTo>
                  <a:lnTo>
                    <a:pt x="37617" y="203029"/>
                  </a:lnTo>
                  <a:lnTo>
                    <a:pt x="49469" y="180938"/>
                  </a:lnTo>
                  <a:cubicBezTo>
                    <a:pt x="46422" y="177712"/>
                    <a:pt x="43577" y="174217"/>
                    <a:pt x="40978" y="170520"/>
                  </a:cubicBezTo>
                  <a:lnTo>
                    <a:pt x="16938" y="177779"/>
                  </a:lnTo>
                  <a:lnTo>
                    <a:pt x="0" y="121701"/>
                  </a:lnTo>
                  <a:lnTo>
                    <a:pt x="24017" y="114442"/>
                  </a:lnTo>
                  <a:cubicBezTo>
                    <a:pt x="24130" y="109916"/>
                    <a:pt x="24578" y="105435"/>
                    <a:pt x="25339" y="101066"/>
                  </a:cubicBezTo>
                  <a:lnTo>
                    <a:pt x="3249" y="89215"/>
                  </a:lnTo>
                  <a:lnTo>
                    <a:pt x="30940" y="37595"/>
                  </a:lnTo>
                  <a:lnTo>
                    <a:pt x="53031" y="49447"/>
                  </a:lnTo>
                  <a:cubicBezTo>
                    <a:pt x="56258" y="46400"/>
                    <a:pt x="59730" y="43554"/>
                    <a:pt x="63449" y="40955"/>
                  </a:cubicBezTo>
                  <a:lnTo>
                    <a:pt x="56190" y="16938"/>
                  </a:lnTo>
                  <a:lnTo>
                    <a:pt x="112269" y="0"/>
                  </a:lnTo>
                  <a:lnTo>
                    <a:pt x="119528" y="24018"/>
                  </a:lnTo>
                  <a:cubicBezTo>
                    <a:pt x="124053" y="24130"/>
                    <a:pt x="128534" y="24578"/>
                    <a:pt x="132903" y="25339"/>
                  </a:cubicBezTo>
                  <a:lnTo>
                    <a:pt x="144755" y="3249"/>
                  </a:lnTo>
                  <a:lnTo>
                    <a:pt x="196375" y="30941"/>
                  </a:lnTo>
                  <a:lnTo>
                    <a:pt x="184523" y="53031"/>
                  </a:lnTo>
                  <a:cubicBezTo>
                    <a:pt x="187570" y="56258"/>
                    <a:pt x="190415" y="59730"/>
                    <a:pt x="193014" y="63449"/>
                  </a:cubicBezTo>
                  <a:lnTo>
                    <a:pt x="217054" y="56190"/>
                  </a:lnTo>
                  <a:lnTo>
                    <a:pt x="233992" y="112269"/>
                  </a:lnTo>
                  <a:lnTo>
                    <a:pt x="209974" y="119528"/>
                  </a:lnTo>
                  <a:cubicBezTo>
                    <a:pt x="209862" y="124053"/>
                    <a:pt x="209414" y="128534"/>
                    <a:pt x="208653" y="132903"/>
                  </a:cubicBezTo>
                  <a:lnTo>
                    <a:pt x="230743" y="144755"/>
                  </a:lnTo>
                  <a:lnTo>
                    <a:pt x="203051" y="196375"/>
                  </a:lnTo>
                  <a:lnTo>
                    <a:pt x="180961" y="184523"/>
                  </a:lnTo>
                  <a:cubicBezTo>
                    <a:pt x="177734" y="187570"/>
                    <a:pt x="174262" y="190415"/>
                    <a:pt x="170543" y="193014"/>
                  </a:cubicBezTo>
                  <a:lnTo>
                    <a:pt x="177802" y="217032"/>
                  </a:lnTo>
                  <a:lnTo>
                    <a:pt x="121723" y="233970"/>
                  </a:lnTo>
                  <a:close/>
                  <a:moveTo>
                    <a:pt x="98691" y="203612"/>
                  </a:moveTo>
                  <a:lnTo>
                    <a:pt x="100305" y="203925"/>
                  </a:lnTo>
                  <a:cubicBezTo>
                    <a:pt x="105435" y="204911"/>
                    <a:pt x="110767" y="205426"/>
                    <a:pt x="116145" y="205494"/>
                  </a:cubicBezTo>
                  <a:lnTo>
                    <a:pt x="117802" y="205494"/>
                  </a:lnTo>
                  <a:cubicBezTo>
                    <a:pt x="117802" y="205494"/>
                    <a:pt x="124703" y="228391"/>
                    <a:pt x="124703" y="228391"/>
                  </a:cubicBezTo>
                  <a:lnTo>
                    <a:pt x="172223" y="214052"/>
                  </a:lnTo>
                  <a:lnTo>
                    <a:pt x="165322" y="191177"/>
                  </a:lnTo>
                  <a:lnTo>
                    <a:pt x="166689" y="190258"/>
                  </a:lnTo>
                  <a:cubicBezTo>
                    <a:pt x="171148" y="187234"/>
                    <a:pt x="175292" y="183851"/>
                    <a:pt x="179034" y="180199"/>
                  </a:cubicBezTo>
                  <a:lnTo>
                    <a:pt x="180199" y="179034"/>
                  </a:lnTo>
                  <a:lnTo>
                    <a:pt x="201237" y="190326"/>
                  </a:lnTo>
                  <a:lnTo>
                    <a:pt x="224694" y="146592"/>
                  </a:lnTo>
                  <a:lnTo>
                    <a:pt x="203656" y="135300"/>
                  </a:lnTo>
                  <a:lnTo>
                    <a:pt x="203970" y="133687"/>
                  </a:lnTo>
                  <a:cubicBezTo>
                    <a:pt x="204956" y="128557"/>
                    <a:pt x="205471" y="123224"/>
                    <a:pt x="205538" y="117847"/>
                  </a:cubicBezTo>
                  <a:lnTo>
                    <a:pt x="205538" y="116189"/>
                  </a:lnTo>
                  <a:cubicBezTo>
                    <a:pt x="205538" y="116189"/>
                    <a:pt x="228436" y="109289"/>
                    <a:pt x="228436" y="109289"/>
                  </a:cubicBezTo>
                  <a:lnTo>
                    <a:pt x="214097" y="61769"/>
                  </a:lnTo>
                  <a:lnTo>
                    <a:pt x="191222" y="68670"/>
                  </a:lnTo>
                  <a:lnTo>
                    <a:pt x="190303" y="67303"/>
                  </a:lnTo>
                  <a:cubicBezTo>
                    <a:pt x="187279" y="62844"/>
                    <a:pt x="183896" y="58700"/>
                    <a:pt x="180244" y="54958"/>
                  </a:cubicBezTo>
                  <a:lnTo>
                    <a:pt x="179079" y="53793"/>
                  </a:lnTo>
                  <a:lnTo>
                    <a:pt x="190370" y="32755"/>
                  </a:lnTo>
                  <a:lnTo>
                    <a:pt x="146637" y="9298"/>
                  </a:lnTo>
                  <a:lnTo>
                    <a:pt x="135345" y="30336"/>
                  </a:lnTo>
                  <a:lnTo>
                    <a:pt x="133732" y="30022"/>
                  </a:lnTo>
                  <a:cubicBezTo>
                    <a:pt x="128602" y="29036"/>
                    <a:pt x="123269" y="28521"/>
                    <a:pt x="117892" y="28454"/>
                  </a:cubicBezTo>
                  <a:lnTo>
                    <a:pt x="116234" y="28454"/>
                  </a:lnTo>
                  <a:cubicBezTo>
                    <a:pt x="116234" y="28454"/>
                    <a:pt x="109334" y="5556"/>
                    <a:pt x="109334" y="5556"/>
                  </a:cubicBezTo>
                  <a:lnTo>
                    <a:pt x="61814" y="19895"/>
                  </a:lnTo>
                  <a:lnTo>
                    <a:pt x="68714" y="42770"/>
                  </a:lnTo>
                  <a:lnTo>
                    <a:pt x="67348" y="43689"/>
                  </a:lnTo>
                  <a:cubicBezTo>
                    <a:pt x="62889" y="46713"/>
                    <a:pt x="58744" y="50096"/>
                    <a:pt x="55003" y="53748"/>
                  </a:cubicBezTo>
                  <a:lnTo>
                    <a:pt x="53838" y="54913"/>
                  </a:lnTo>
                  <a:lnTo>
                    <a:pt x="32800" y="43622"/>
                  </a:lnTo>
                  <a:lnTo>
                    <a:pt x="9342" y="87355"/>
                  </a:lnTo>
                  <a:lnTo>
                    <a:pt x="30380" y="98647"/>
                  </a:lnTo>
                  <a:lnTo>
                    <a:pt x="30067" y="100260"/>
                  </a:lnTo>
                  <a:cubicBezTo>
                    <a:pt x="29081" y="105391"/>
                    <a:pt x="28566" y="110723"/>
                    <a:pt x="28498" y="116100"/>
                  </a:cubicBezTo>
                  <a:lnTo>
                    <a:pt x="28498" y="117758"/>
                  </a:lnTo>
                  <a:cubicBezTo>
                    <a:pt x="28498" y="117758"/>
                    <a:pt x="5601" y="124658"/>
                    <a:pt x="5601" y="124658"/>
                  </a:cubicBezTo>
                  <a:lnTo>
                    <a:pt x="19940" y="172178"/>
                  </a:lnTo>
                  <a:lnTo>
                    <a:pt x="42815" y="165278"/>
                  </a:lnTo>
                  <a:lnTo>
                    <a:pt x="43734" y="166644"/>
                  </a:lnTo>
                  <a:cubicBezTo>
                    <a:pt x="46736" y="171103"/>
                    <a:pt x="50141" y="175248"/>
                    <a:pt x="53793" y="178989"/>
                  </a:cubicBezTo>
                  <a:lnTo>
                    <a:pt x="54958" y="180154"/>
                  </a:lnTo>
                  <a:lnTo>
                    <a:pt x="43666" y="201192"/>
                  </a:lnTo>
                  <a:lnTo>
                    <a:pt x="87400" y="224649"/>
                  </a:lnTo>
                  <a:lnTo>
                    <a:pt x="98691" y="203612"/>
                  </a:lnTo>
                  <a:close/>
                  <a:moveTo>
                    <a:pt x="116951" y="150603"/>
                  </a:moveTo>
                  <a:cubicBezTo>
                    <a:pt x="111596" y="150603"/>
                    <a:pt x="106152" y="149326"/>
                    <a:pt x="101111" y="146615"/>
                  </a:cubicBezTo>
                  <a:cubicBezTo>
                    <a:pt x="93202" y="142380"/>
                    <a:pt x="87400" y="135300"/>
                    <a:pt x="84823" y="126697"/>
                  </a:cubicBezTo>
                  <a:cubicBezTo>
                    <a:pt x="82224" y="118094"/>
                    <a:pt x="83143" y="108998"/>
                    <a:pt x="87377" y="101089"/>
                  </a:cubicBezTo>
                  <a:cubicBezTo>
                    <a:pt x="96138" y="84756"/>
                    <a:pt x="116570" y="78595"/>
                    <a:pt x="132903" y="87355"/>
                  </a:cubicBezTo>
                  <a:cubicBezTo>
                    <a:pt x="140812" y="91589"/>
                    <a:pt x="146615" y="98669"/>
                    <a:pt x="149191" y="107272"/>
                  </a:cubicBezTo>
                  <a:cubicBezTo>
                    <a:pt x="151790" y="115876"/>
                    <a:pt x="150871" y="124972"/>
                    <a:pt x="146637" y="132881"/>
                  </a:cubicBezTo>
                  <a:cubicBezTo>
                    <a:pt x="140588" y="144173"/>
                    <a:pt x="128960" y="150603"/>
                    <a:pt x="116951" y="150603"/>
                  </a:cubicBezTo>
                  <a:close/>
                  <a:moveTo>
                    <a:pt x="117063" y="87848"/>
                  </a:moveTo>
                  <a:cubicBezTo>
                    <a:pt x="106668" y="87848"/>
                    <a:pt x="96586" y="93427"/>
                    <a:pt x="91343" y="103217"/>
                  </a:cubicBezTo>
                  <a:cubicBezTo>
                    <a:pt x="87669" y="110073"/>
                    <a:pt x="86884" y="117959"/>
                    <a:pt x="89125" y="125420"/>
                  </a:cubicBezTo>
                  <a:cubicBezTo>
                    <a:pt x="91365" y="132881"/>
                    <a:pt x="96384" y="138997"/>
                    <a:pt x="103240" y="142671"/>
                  </a:cubicBezTo>
                  <a:cubicBezTo>
                    <a:pt x="117399" y="150267"/>
                    <a:pt x="135099" y="144934"/>
                    <a:pt x="142694" y="130775"/>
                  </a:cubicBezTo>
                  <a:cubicBezTo>
                    <a:pt x="146368" y="123919"/>
                    <a:pt x="147152" y="116033"/>
                    <a:pt x="144912" y="108594"/>
                  </a:cubicBezTo>
                  <a:cubicBezTo>
                    <a:pt x="142671" y="101134"/>
                    <a:pt x="137653" y="95017"/>
                    <a:pt x="130797" y="91343"/>
                  </a:cubicBezTo>
                  <a:cubicBezTo>
                    <a:pt x="126428" y="88991"/>
                    <a:pt x="121723" y="87893"/>
                    <a:pt x="117086" y="878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40"/>
            <p:cNvSpPr/>
            <p:nvPr/>
          </p:nvSpPr>
          <p:spPr>
            <a:xfrm>
              <a:off x="8619255" y="4406515"/>
              <a:ext cx="1201205" cy="1284621"/>
            </a:xfrm>
            <a:custGeom>
              <a:avLst/>
              <a:gdLst/>
              <a:ahLst/>
              <a:cxnLst/>
              <a:rect l="l" t="t" r="r" b="b"/>
              <a:pathLst>
                <a:path w="628081" h="671697" extrusionOk="0">
                  <a:moveTo>
                    <a:pt x="593960" y="129034"/>
                  </a:moveTo>
                  <a:lnTo>
                    <a:pt x="451625" y="18535"/>
                  </a:lnTo>
                  <a:cubicBezTo>
                    <a:pt x="426420" y="-1024"/>
                    <a:pt x="392612" y="-5460"/>
                    <a:pt x="363217" y="6930"/>
                  </a:cubicBezTo>
                  <a:lnTo>
                    <a:pt x="62997" y="133582"/>
                  </a:lnTo>
                  <a:cubicBezTo>
                    <a:pt x="31407" y="146913"/>
                    <a:pt x="10392" y="177316"/>
                    <a:pt x="9114" y="211572"/>
                  </a:cubicBezTo>
                  <a:lnTo>
                    <a:pt x="63" y="452420"/>
                  </a:lnTo>
                  <a:cubicBezTo>
                    <a:pt x="-788" y="474959"/>
                    <a:pt x="7031" y="496960"/>
                    <a:pt x="21885" y="513920"/>
                  </a:cubicBezTo>
                  <a:lnTo>
                    <a:pt x="133840" y="641625"/>
                  </a:lnTo>
                  <a:cubicBezTo>
                    <a:pt x="158552" y="669810"/>
                    <a:pt x="198387" y="679310"/>
                    <a:pt x="233159" y="665307"/>
                  </a:cubicBezTo>
                  <a:lnTo>
                    <a:pt x="572788" y="528550"/>
                  </a:lnTo>
                  <a:cubicBezTo>
                    <a:pt x="606193" y="515108"/>
                    <a:pt x="628082" y="482688"/>
                    <a:pt x="628082" y="446684"/>
                  </a:cubicBezTo>
                  <a:lnTo>
                    <a:pt x="628082" y="198735"/>
                  </a:lnTo>
                  <a:cubicBezTo>
                    <a:pt x="628082" y="171468"/>
                    <a:pt x="615491" y="145748"/>
                    <a:pt x="593938" y="12903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40"/>
            <p:cNvSpPr/>
            <p:nvPr/>
          </p:nvSpPr>
          <p:spPr>
            <a:xfrm>
              <a:off x="8364706" y="4586736"/>
              <a:ext cx="471425" cy="432172"/>
            </a:xfrm>
            <a:custGeom>
              <a:avLst/>
              <a:gdLst/>
              <a:ahLst/>
              <a:cxnLst/>
              <a:rect l="l" t="t" r="r" b="b"/>
              <a:pathLst>
                <a:path w="146065" h="133903" extrusionOk="0">
                  <a:moveTo>
                    <a:pt x="143251" y="51634"/>
                  </a:moveTo>
                  <a:cubicBezTo>
                    <a:pt x="135700" y="34025"/>
                    <a:pt x="115290" y="25869"/>
                    <a:pt x="97680" y="33442"/>
                  </a:cubicBezTo>
                  <a:lnTo>
                    <a:pt x="75925" y="42784"/>
                  </a:lnTo>
                  <a:lnTo>
                    <a:pt x="66583" y="21030"/>
                  </a:lnTo>
                  <a:cubicBezTo>
                    <a:pt x="62819" y="12225"/>
                    <a:pt x="55828" y="5773"/>
                    <a:pt x="47561" y="2479"/>
                  </a:cubicBezTo>
                  <a:cubicBezTo>
                    <a:pt x="39317" y="-814"/>
                    <a:pt x="29817" y="-949"/>
                    <a:pt x="21012" y="2815"/>
                  </a:cubicBezTo>
                  <a:cubicBezTo>
                    <a:pt x="3402" y="10365"/>
                    <a:pt x="-4731" y="30776"/>
                    <a:pt x="2820" y="48386"/>
                  </a:cubicBezTo>
                  <a:lnTo>
                    <a:pt x="12162" y="70141"/>
                  </a:lnTo>
                  <a:lnTo>
                    <a:pt x="39540" y="133903"/>
                  </a:lnTo>
                  <a:lnTo>
                    <a:pt x="103303" y="106525"/>
                  </a:lnTo>
                  <a:lnTo>
                    <a:pt x="125058" y="97183"/>
                  </a:lnTo>
                  <a:cubicBezTo>
                    <a:pt x="133863" y="93396"/>
                    <a:pt x="140293" y="86406"/>
                    <a:pt x="143586" y="78184"/>
                  </a:cubicBezTo>
                  <a:cubicBezTo>
                    <a:pt x="146880" y="69939"/>
                    <a:pt x="147014" y="60439"/>
                    <a:pt x="143251" y="516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40"/>
            <p:cNvSpPr/>
            <p:nvPr/>
          </p:nvSpPr>
          <p:spPr>
            <a:xfrm>
              <a:off x="312738" y="203950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40"/>
            <p:cNvSpPr/>
            <p:nvPr/>
          </p:nvSpPr>
          <p:spPr>
            <a:xfrm>
              <a:off x="8524525" y="4361688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52" name="Google Shape;852;p40"/>
            <p:cNvGrpSpPr/>
            <p:nvPr/>
          </p:nvGrpSpPr>
          <p:grpSpPr>
            <a:xfrm>
              <a:off x="62195" y="3294498"/>
              <a:ext cx="417843" cy="373630"/>
              <a:chOff x="2957323" y="3936947"/>
              <a:chExt cx="194554" cy="173959"/>
            </a:xfrm>
          </p:grpSpPr>
          <p:sp>
            <p:nvSpPr>
              <p:cNvPr id="853" name="Google Shape;853;p40"/>
              <p:cNvSpPr/>
              <p:nvPr/>
            </p:nvSpPr>
            <p:spPr>
              <a:xfrm rot="-45834">
                <a:off x="3060432" y="3936962"/>
                <a:ext cx="3360" cy="173930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231886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231886"/>
                    </a:lnTo>
                    <a:lnTo>
                      <a:pt x="0" y="23188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4" name="Google Shape;854;p40"/>
              <p:cNvSpPr/>
              <p:nvPr/>
            </p:nvSpPr>
            <p:spPr>
              <a:xfrm rot="-206705">
                <a:off x="2957248" y="4012021"/>
                <a:ext cx="194704" cy="3355"/>
              </a:xfrm>
              <a:custGeom>
                <a:avLst/>
                <a:gdLst/>
                <a:ahLst/>
                <a:cxnLst/>
                <a:rect l="l" t="t" r="r" b="b"/>
                <a:pathLst>
                  <a:path w="260003" h="4480" extrusionOk="0">
                    <a:moveTo>
                      <a:pt x="0" y="0"/>
                    </a:moveTo>
                    <a:lnTo>
                      <a:pt x="260004" y="0"/>
                    </a:lnTo>
                    <a:lnTo>
                      <a:pt x="260004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5" name="Google Shape;855;p40"/>
              <p:cNvSpPr/>
              <p:nvPr/>
            </p:nvSpPr>
            <p:spPr>
              <a:xfrm rot="-2667569">
                <a:off x="2985839" y="4013185"/>
                <a:ext cx="150521" cy="3358"/>
              </a:xfrm>
              <a:custGeom>
                <a:avLst/>
                <a:gdLst/>
                <a:ahLst/>
                <a:cxnLst/>
                <a:rect l="l" t="t" r="r" b="b"/>
                <a:pathLst>
                  <a:path w="200811" h="4480" extrusionOk="0">
                    <a:moveTo>
                      <a:pt x="0" y="0"/>
                    </a:moveTo>
                    <a:lnTo>
                      <a:pt x="200811" y="0"/>
                    </a:lnTo>
                    <a:lnTo>
                      <a:pt x="200811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6" name="Google Shape;856;p40"/>
              <p:cNvSpPr/>
              <p:nvPr/>
            </p:nvSpPr>
            <p:spPr>
              <a:xfrm rot="-2716216">
                <a:off x="3069932" y="3955542"/>
                <a:ext cx="3358" cy="133807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78518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78518"/>
                    </a:lnTo>
                    <a:lnTo>
                      <a:pt x="0" y="1785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3_1_1_1_1_1"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43"/>
          <p:cNvSpPr txBox="1">
            <a:spLocks noGrp="1"/>
          </p:cNvSpPr>
          <p:nvPr>
            <p:ph type="title"/>
          </p:nvPr>
        </p:nvSpPr>
        <p:spPr>
          <a:xfrm>
            <a:off x="720000" y="4748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1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98" name="Google Shape;898;p43"/>
          <p:cNvSpPr txBox="1">
            <a:spLocks noGrp="1"/>
          </p:cNvSpPr>
          <p:nvPr>
            <p:ph type="subTitle" idx="1"/>
          </p:nvPr>
        </p:nvSpPr>
        <p:spPr>
          <a:xfrm>
            <a:off x="1979275" y="2057248"/>
            <a:ext cx="2504400" cy="8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99" name="Google Shape;899;p43"/>
          <p:cNvSpPr txBox="1">
            <a:spLocks noGrp="1"/>
          </p:cNvSpPr>
          <p:nvPr>
            <p:ph type="subTitle" idx="2"/>
          </p:nvPr>
        </p:nvSpPr>
        <p:spPr>
          <a:xfrm>
            <a:off x="4660325" y="2057248"/>
            <a:ext cx="2504400" cy="8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00" name="Google Shape;900;p43"/>
          <p:cNvSpPr txBox="1">
            <a:spLocks noGrp="1"/>
          </p:cNvSpPr>
          <p:nvPr>
            <p:ph type="subTitle" idx="3"/>
          </p:nvPr>
        </p:nvSpPr>
        <p:spPr>
          <a:xfrm>
            <a:off x="4660325" y="3587701"/>
            <a:ext cx="2504400" cy="8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01" name="Google Shape;901;p43"/>
          <p:cNvSpPr txBox="1">
            <a:spLocks noGrp="1"/>
          </p:cNvSpPr>
          <p:nvPr>
            <p:ph type="subTitle" idx="4"/>
          </p:nvPr>
        </p:nvSpPr>
        <p:spPr>
          <a:xfrm>
            <a:off x="1979275" y="3587700"/>
            <a:ext cx="2504400" cy="8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oppins"/>
              <a:buNone/>
              <a:defRPr sz="2400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02" name="Google Shape;902;p43"/>
          <p:cNvSpPr txBox="1">
            <a:spLocks noGrp="1"/>
          </p:cNvSpPr>
          <p:nvPr>
            <p:ph type="title" idx="5" hasCustomPrompt="1"/>
          </p:nvPr>
        </p:nvSpPr>
        <p:spPr>
          <a:xfrm>
            <a:off x="2776975" y="1443150"/>
            <a:ext cx="909000" cy="614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500" b="1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903" name="Google Shape;903;p43"/>
          <p:cNvSpPr txBox="1">
            <a:spLocks noGrp="1"/>
          </p:cNvSpPr>
          <p:nvPr>
            <p:ph type="title" idx="6" hasCustomPrompt="1"/>
          </p:nvPr>
        </p:nvSpPr>
        <p:spPr>
          <a:xfrm>
            <a:off x="5458025" y="1443150"/>
            <a:ext cx="909000" cy="614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500" b="1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904" name="Google Shape;904;p43"/>
          <p:cNvSpPr txBox="1">
            <a:spLocks noGrp="1"/>
          </p:cNvSpPr>
          <p:nvPr>
            <p:ph type="title" idx="7" hasCustomPrompt="1"/>
          </p:nvPr>
        </p:nvSpPr>
        <p:spPr>
          <a:xfrm>
            <a:off x="5458025" y="2973650"/>
            <a:ext cx="909000" cy="614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500" b="1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905" name="Google Shape;905;p43"/>
          <p:cNvSpPr txBox="1">
            <a:spLocks noGrp="1"/>
          </p:cNvSpPr>
          <p:nvPr>
            <p:ph type="title" idx="8" hasCustomPrompt="1"/>
          </p:nvPr>
        </p:nvSpPr>
        <p:spPr>
          <a:xfrm>
            <a:off x="2776975" y="2973650"/>
            <a:ext cx="909000" cy="614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500" b="1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906" name="Google Shape;906;p43"/>
          <p:cNvGrpSpPr/>
          <p:nvPr/>
        </p:nvGrpSpPr>
        <p:grpSpPr>
          <a:xfrm>
            <a:off x="-1498350" y="109010"/>
            <a:ext cx="13009843" cy="6356391"/>
            <a:chOff x="-1498350" y="109010"/>
            <a:chExt cx="13009843" cy="6356391"/>
          </a:xfrm>
        </p:grpSpPr>
        <p:sp>
          <p:nvSpPr>
            <p:cNvPr id="907" name="Google Shape;907;p43"/>
            <p:cNvSpPr/>
            <p:nvPr/>
          </p:nvSpPr>
          <p:spPr>
            <a:xfrm>
              <a:off x="8592121" y="3334900"/>
              <a:ext cx="2919372" cy="2783471"/>
            </a:xfrm>
            <a:custGeom>
              <a:avLst/>
              <a:gdLst/>
              <a:ahLst/>
              <a:cxnLst/>
              <a:rect l="l" t="t" r="r" b="b"/>
              <a:pathLst>
                <a:path w="864999" h="824732" extrusionOk="0">
                  <a:moveTo>
                    <a:pt x="41272" y="594188"/>
                  </a:moveTo>
                  <a:cubicBezTo>
                    <a:pt x="-57554" y="390823"/>
                    <a:pt x="27179" y="145876"/>
                    <a:pt x="230544" y="47050"/>
                  </a:cubicBezTo>
                  <a:cubicBezTo>
                    <a:pt x="433910" y="-51777"/>
                    <a:pt x="733681" y="6318"/>
                    <a:pt x="832507" y="209683"/>
                  </a:cubicBezTo>
                  <a:cubicBezTo>
                    <a:pt x="931333" y="413026"/>
                    <a:pt x="791776" y="684635"/>
                    <a:pt x="588433" y="783461"/>
                  </a:cubicBezTo>
                  <a:cubicBezTo>
                    <a:pt x="385068" y="882287"/>
                    <a:pt x="140120" y="797554"/>
                    <a:pt x="41294" y="59418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08" name="Google Shape;908;p43"/>
            <p:cNvGrpSpPr/>
            <p:nvPr/>
          </p:nvGrpSpPr>
          <p:grpSpPr>
            <a:xfrm>
              <a:off x="-1498350" y="109010"/>
              <a:ext cx="10529107" cy="6356391"/>
              <a:chOff x="-1498350" y="109010"/>
              <a:chExt cx="10529107" cy="6356391"/>
            </a:xfrm>
          </p:grpSpPr>
          <p:pic>
            <p:nvPicPr>
              <p:cNvPr id="909" name="Google Shape;909;p43"/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7164725" y="4603500"/>
                <a:ext cx="1866024" cy="1861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10" name="Google Shape;910;p43"/>
              <p:cNvSpPr/>
              <p:nvPr/>
            </p:nvSpPr>
            <p:spPr>
              <a:xfrm>
                <a:off x="8592113" y="2891550"/>
                <a:ext cx="151756" cy="151756"/>
              </a:xfrm>
              <a:custGeom>
                <a:avLst/>
                <a:gdLst/>
                <a:ahLst/>
                <a:cxnLst/>
                <a:rect l="l" t="t" r="r" b="b"/>
                <a:pathLst>
                  <a:path w="402002" h="402002" extrusionOk="0">
                    <a:moveTo>
                      <a:pt x="332549" y="172492"/>
                    </a:moveTo>
                    <a:cubicBezTo>
                      <a:pt x="275641" y="172492"/>
                      <a:pt x="229511" y="126361"/>
                      <a:pt x="229511" y="69454"/>
                    </a:cubicBezTo>
                    <a:lnTo>
                      <a:pt x="229511" y="0"/>
                    </a:lnTo>
                    <a:lnTo>
                      <a:pt x="172492" y="0"/>
                    </a:lnTo>
                    <a:lnTo>
                      <a:pt x="172492" y="69454"/>
                    </a:lnTo>
                    <a:cubicBezTo>
                      <a:pt x="172492" y="126361"/>
                      <a:pt x="126361" y="172492"/>
                      <a:pt x="69454" y="172492"/>
                    </a:cubicBezTo>
                    <a:lnTo>
                      <a:pt x="0" y="172492"/>
                    </a:lnTo>
                    <a:lnTo>
                      <a:pt x="0" y="229511"/>
                    </a:lnTo>
                    <a:lnTo>
                      <a:pt x="69454" y="229511"/>
                    </a:lnTo>
                    <a:cubicBezTo>
                      <a:pt x="126361" y="229511"/>
                      <a:pt x="172492" y="275642"/>
                      <a:pt x="172492" y="332549"/>
                    </a:cubicBezTo>
                    <a:lnTo>
                      <a:pt x="172492" y="402003"/>
                    </a:lnTo>
                    <a:lnTo>
                      <a:pt x="229511" y="402003"/>
                    </a:lnTo>
                    <a:lnTo>
                      <a:pt x="229511" y="332549"/>
                    </a:lnTo>
                    <a:cubicBezTo>
                      <a:pt x="229511" y="275642"/>
                      <a:pt x="275641" y="229511"/>
                      <a:pt x="332549" y="229511"/>
                    </a:cubicBezTo>
                    <a:lnTo>
                      <a:pt x="402003" y="229511"/>
                    </a:lnTo>
                    <a:lnTo>
                      <a:pt x="402003" y="172492"/>
                    </a:lnTo>
                    <a:lnTo>
                      <a:pt x="332549" y="17249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1" name="Google Shape;911;p43"/>
              <p:cNvSpPr/>
              <p:nvPr/>
            </p:nvSpPr>
            <p:spPr>
              <a:xfrm>
                <a:off x="931463" y="202650"/>
                <a:ext cx="151756" cy="151756"/>
              </a:xfrm>
              <a:custGeom>
                <a:avLst/>
                <a:gdLst/>
                <a:ahLst/>
                <a:cxnLst/>
                <a:rect l="l" t="t" r="r" b="b"/>
                <a:pathLst>
                  <a:path w="402002" h="402002" extrusionOk="0">
                    <a:moveTo>
                      <a:pt x="332549" y="172492"/>
                    </a:moveTo>
                    <a:cubicBezTo>
                      <a:pt x="275641" y="172492"/>
                      <a:pt x="229511" y="126361"/>
                      <a:pt x="229511" y="69454"/>
                    </a:cubicBezTo>
                    <a:lnTo>
                      <a:pt x="229511" y="0"/>
                    </a:lnTo>
                    <a:lnTo>
                      <a:pt x="172492" y="0"/>
                    </a:lnTo>
                    <a:lnTo>
                      <a:pt x="172492" y="69454"/>
                    </a:lnTo>
                    <a:cubicBezTo>
                      <a:pt x="172492" y="126361"/>
                      <a:pt x="126361" y="172492"/>
                      <a:pt x="69454" y="172492"/>
                    </a:cubicBezTo>
                    <a:lnTo>
                      <a:pt x="0" y="172492"/>
                    </a:lnTo>
                    <a:lnTo>
                      <a:pt x="0" y="229511"/>
                    </a:lnTo>
                    <a:lnTo>
                      <a:pt x="69454" y="229511"/>
                    </a:lnTo>
                    <a:cubicBezTo>
                      <a:pt x="126361" y="229511"/>
                      <a:pt x="172492" y="275642"/>
                      <a:pt x="172492" y="332549"/>
                    </a:cubicBezTo>
                    <a:lnTo>
                      <a:pt x="172492" y="402003"/>
                    </a:lnTo>
                    <a:lnTo>
                      <a:pt x="229511" y="402003"/>
                    </a:lnTo>
                    <a:lnTo>
                      <a:pt x="229511" y="332549"/>
                    </a:lnTo>
                    <a:cubicBezTo>
                      <a:pt x="229511" y="275642"/>
                      <a:pt x="275641" y="229511"/>
                      <a:pt x="332549" y="229511"/>
                    </a:cubicBezTo>
                    <a:lnTo>
                      <a:pt x="402003" y="229511"/>
                    </a:lnTo>
                    <a:lnTo>
                      <a:pt x="402003" y="172492"/>
                    </a:lnTo>
                    <a:lnTo>
                      <a:pt x="332549" y="17249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2" name="Google Shape;912;p43"/>
              <p:cNvSpPr/>
              <p:nvPr/>
            </p:nvSpPr>
            <p:spPr>
              <a:xfrm>
                <a:off x="493513" y="761025"/>
                <a:ext cx="151756" cy="151756"/>
              </a:xfrm>
              <a:custGeom>
                <a:avLst/>
                <a:gdLst/>
                <a:ahLst/>
                <a:cxnLst/>
                <a:rect l="l" t="t" r="r" b="b"/>
                <a:pathLst>
                  <a:path w="402002" h="402002" extrusionOk="0">
                    <a:moveTo>
                      <a:pt x="332549" y="172492"/>
                    </a:moveTo>
                    <a:cubicBezTo>
                      <a:pt x="275641" y="172492"/>
                      <a:pt x="229511" y="126361"/>
                      <a:pt x="229511" y="69454"/>
                    </a:cubicBezTo>
                    <a:lnTo>
                      <a:pt x="229511" y="0"/>
                    </a:lnTo>
                    <a:lnTo>
                      <a:pt x="172492" y="0"/>
                    </a:lnTo>
                    <a:lnTo>
                      <a:pt x="172492" y="69454"/>
                    </a:lnTo>
                    <a:cubicBezTo>
                      <a:pt x="172492" y="126361"/>
                      <a:pt x="126361" y="172492"/>
                      <a:pt x="69454" y="172492"/>
                    </a:cubicBezTo>
                    <a:lnTo>
                      <a:pt x="0" y="172492"/>
                    </a:lnTo>
                    <a:lnTo>
                      <a:pt x="0" y="229511"/>
                    </a:lnTo>
                    <a:lnTo>
                      <a:pt x="69454" y="229511"/>
                    </a:lnTo>
                    <a:cubicBezTo>
                      <a:pt x="126361" y="229511"/>
                      <a:pt x="172492" y="275642"/>
                      <a:pt x="172492" y="332549"/>
                    </a:cubicBezTo>
                    <a:lnTo>
                      <a:pt x="172492" y="402003"/>
                    </a:lnTo>
                    <a:lnTo>
                      <a:pt x="229511" y="402003"/>
                    </a:lnTo>
                    <a:lnTo>
                      <a:pt x="229511" y="332549"/>
                    </a:lnTo>
                    <a:cubicBezTo>
                      <a:pt x="229511" y="275642"/>
                      <a:pt x="275641" y="229511"/>
                      <a:pt x="332549" y="229511"/>
                    </a:cubicBezTo>
                    <a:lnTo>
                      <a:pt x="402003" y="229511"/>
                    </a:lnTo>
                    <a:lnTo>
                      <a:pt x="402003" y="172492"/>
                    </a:lnTo>
                    <a:lnTo>
                      <a:pt x="332549" y="17249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3" name="Google Shape;913;p43"/>
              <p:cNvSpPr/>
              <p:nvPr/>
            </p:nvSpPr>
            <p:spPr>
              <a:xfrm>
                <a:off x="114334" y="2891543"/>
                <a:ext cx="471061" cy="503773"/>
              </a:xfrm>
              <a:custGeom>
                <a:avLst/>
                <a:gdLst/>
                <a:ahLst/>
                <a:cxnLst/>
                <a:rect l="l" t="t" r="r" b="b"/>
                <a:pathLst>
                  <a:path w="628081" h="671697" extrusionOk="0">
                    <a:moveTo>
                      <a:pt x="593960" y="129034"/>
                    </a:moveTo>
                    <a:lnTo>
                      <a:pt x="451625" y="18535"/>
                    </a:lnTo>
                    <a:cubicBezTo>
                      <a:pt x="426420" y="-1024"/>
                      <a:pt x="392612" y="-5460"/>
                      <a:pt x="363217" y="6930"/>
                    </a:cubicBezTo>
                    <a:lnTo>
                      <a:pt x="62997" y="133582"/>
                    </a:lnTo>
                    <a:cubicBezTo>
                      <a:pt x="31407" y="146913"/>
                      <a:pt x="10392" y="177316"/>
                      <a:pt x="9114" y="211572"/>
                    </a:cubicBezTo>
                    <a:lnTo>
                      <a:pt x="63" y="452420"/>
                    </a:lnTo>
                    <a:cubicBezTo>
                      <a:pt x="-788" y="474959"/>
                      <a:pt x="7031" y="496960"/>
                      <a:pt x="21885" y="513920"/>
                    </a:cubicBezTo>
                    <a:lnTo>
                      <a:pt x="133840" y="641625"/>
                    </a:lnTo>
                    <a:cubicBezTo>
                      <a:pt x="158552" y="669810"/>
                      <a:pt x="198387" y="679310"/>
                      <a:pt x="233159" y="665307"/>
                    </a:cubicBezTo>
                    <a:lnTo>
                      <a:pt x="572788" y="528550"/>
                    </a:lnTo>
                    <a:cubicBezTo>
                      <a:pt x="606193" y="515108"/>
                      <a:pt x="628082" y="482688"/>
                      <a:pt x="628082" y="446684"/>
                    </a:cubicBezTo>
                    <a:lnTo>
                      <a:pt x="628082" y="198735"/>
                    </a:lnTo>
                    <a:cubicBezTo>
                      <a:pt x="628082" y="171468"/>
                      <a:pt x="615491" y="145748"/>
                      <a:pt x="593938" y="12903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4" name="Google Shape;914;p43"/>
              <p:cNvSpPr/>
              <p:nvPr/>
            </p:nvSpPr>
            <p:spPr>
              <a:xfrm rot="2574778">
                <a:off x="-1166205" y="528693"/>
                <a:ext cx="1765522" cy="1669537"/>
              </a:xfrm>
              <a:custGeom>
                <a:avLst/>
                <a:gdLst/>
                <a:ahLst/>
                <a:cxnLst/>
                <a:rect l="l" t="t" r="r" b="b"/>
                <a:pathLst>
                  <a:path w="534870" h="505791" extrusionOk="0">
                    <a:moveTo>
                      <a:pt x="534513" y="294201"/>
                    </a:moveTo>
                    <a:lnTo>
                      <a:pt x="524184" y="175345"/>
                    </a:lnTo>
                    <a:cubicBezTo>
                      <a:pt x="521429" y="143553"/>
                      <a:pt x="501712" y="115727"/>
                      <a:pt x="472632" y="102575"/>
                    </a:cubicBezTo>
                    <a:lnTo>
                      <a:pt x="263195" y="7849"/>
                    </a:lnTo>
                    <a:cubicBezTo>
                      <a:pt x="231963" y="-6288"/>
                      <a:pt x="195377" y="-1045"/>
                      <a:pt x="169343" y="21292"/>
                    </a:cubicBezTo>
                    <a:lnTo>
                      <a:pt x="42265" y="130357"/>
                    </a:lnTo>
                    <a:cubicBezTo>
                      <a:pt x="25148" y="145054"/>
                      <a:pt x="14304" y="165733"/>
                      <a:pt x="11974" y="188160"/>
                    </a:cubicBezTo>
                    <a:lnTo>
                      <a:pt x="481" y="298189"/>
                    </a:lnTo>
                    <a:cubicBezTo>
                      <a:pt x="-3418" y="335469"/>
                      <a:pt x="16679" y="371160"/>
                      <a:pt x="50577" y="387157"/>
                    </a:cubicBezTo>
                    <a:lnTo>
                      <a:pt x="283942" y="497342"/>
                    </a:lnTo>
                    <a:cubicBezTo>
                      <a:pt x="316495" y="512711"/>
                      <a:pt x="355143" y="506774"/>
                      <a:pt x="381580" y="482308"/>
                    </a:cubicBezTo>
                    <a:lnTo>
                      <a:pt x="506575" y="366589"/>
                    </a:lnTo>
                    <a:cubicBezTo>
                      <a:pt x="526582" y="348061"/>
                      <a:pt x="536910" y="321332"/>
                      <a:pt x="534535" y="29417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5" name="Google Shape;915;p43"/>
              <p:cNvSpPr/>
              <p:nvPr/>
            </p:nvSpPr>
            <p:spPr>
              <a:xfrm rot="-1990368">
                <a:off x="248949" y="202715"/>
                <a:ext cx="471164" cy="431933"/>
              </a:xfrm>
              <a:custGeom>
                <a:avLst/>
                <a:gdLst/>
                <a:ahLst/>
                <a:cxnLst/>
                <a:rect l="l" t="t" r="r" b="b"/>
                <a:pathLst>
                  <a:path w="146065" h="133903" extrusionOk="0">
                    <a:moveTo>
                      <a:pt x="143251" y="51634"/>
                    </a:moveTo>
                    <a:cubicBezTo>
                      <a:pt x="135700" y="34025"/>
                      <a:pt x="115290" y="25869"/>
                      <a:pt x="97680" y="33442"/>
                    </a:cubicBezTo>
                    <a:lnTo>
                      <a:pt x="75925" y="42784"/>
                    </a:lnTo>
                    <a:lnTo>
                      <a:pt x="66583" y="21030"/>
                    </a:lnTo>
                    <a:cubicBezTo>
                      <a:pt x="62819" y="12225"/>
                      <a:pt x="55828" y="5773"/>
                      <a:pt x="47561" y="2479"/>
                    </a:cubicBezTo>
                    <a:cubicBezTo>
                      <a:pt x="39317" y="-814"/>
                      <a:pt x="29817" y="-949"/>
                      <a:pt x="21012" y="2815"/>
                    </a:cubicBezTo>
                    <a:cubicBezTo>
                      <a:pt x="3402" y="10365"/>
                      <a:pt x="-4731" y="30776"/>
                      <a:pt x="2820" y="48386"/>
                    </a:cubicBezTo>
                    <a:lnTo>
                      <a:pt x="12162" y="70141"/>
                    </a:lnTo>
                    <a:lnTo>
                      <a:pt x="39540" y="133903"/>
                    </a:lnTo>
                    <a:lnTo>
                      <a:pt x="103303" y="106525"/>
                    </a:lnTo>
                    <a:lnTo>
                      <a:pt x="125058" y="97183"/>
                    </a:lnTo>
                    <a:cubicBezTo>
                      <a:pt x="133863" y="93396"/>
                      <a:pt x="140293" y="86406"/>
                      <a:pt x="143586" y="78184"/>
                    </a:cubicBezTo>
                    <a:cubicBezTo>
                      <a:pt x="146880" y="69939"/>
                      <a:pt x="147014" y="60439"/>
                      <a:pt x="143251" y="5163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16" name="Google Shape;916;p43"/>
              <p:cNvGrpSpPr/>
              <p:nvPr/>
            </p:nvGrpSpPr>
            <p:grpSpPr>
              <a:xfrm>
                <a:off x="227420" y="2202260"/>
                <a:ext cx="417843" cy="373630"/>
                <a:chOff x="2957323" y="3936947"/>
                <a:chExt cx="194554" cy="173959"/>
              </a:xfrm>
            </p:grpSpPr>
            <p:sp>
              <p:nvSpPr>
                <p:cNvPr id="917" name="Google Shape;917;p43"/>
                <p:cNvSpPr/>
                <p:nvPr/>
              </p:nvSpPr>
              <p:spPr>
                <a:xfrm rot="-45834">
                  <a:off x="3060432" y="3936962"/>
                  <a:ext cx="3360" cy="1739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0" h="231886" extrusionOk="0">
                      <a:moveTo>
                        <a:pt x="0" y="0"/>
                      </a:moveTo>
                      <a:lnTo>
                        <a:pt x="4481" y="0"/>
                      </a:lnTo>
                      <a:lnTo>
                        <a:pt x="4481" y="231886"/>
                      </a:lnTo>
                      <a:lnTo>
                        <a:pt x="0" y="23188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8" name="Google Shape;918;p43"/>
                <p:cNvSpPr/>
                <p:nvPr/>
              </p:nvSpPr>
              <p:spPr>
                <a:xfrm rot="-206705">
                  <a:off x="2957248" y="4012021"/>
                  <a:ext cx="194704" cy="3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003" h="4480" extrusionOk="0">
                      <a:moveTo>
                        <a:pt x="0" y="0"/>
                      </a:moveTo>
                      <a:lnTo>
                        <a:pt x="260004" y="0"/>
                      </a:lnTo>
                      <a:lnTo>
                        <a:pt x="260004" y="4481"/>
                      </a:lnTo>
                      <a:lnTo>
                        <a:pt x="0" y="448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9" name="Google Shape;919;p43"/>
                <p:cNvSpPr/>
                <p:nvPr/>
              </p:nvSpPr>
              <p:spPr>
                <a:xfrm rot="-2667569">
                  <a:off x="2985839" y="4013185"/>
                  <a:ext cx="150521" cy="33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811" h="4480" extrusionOk="0">
                      <a:moveTo>
                        <a:pt x="0" y="0"/>
                      </a:moveTo>
                      <a:lnTo>
                        <a:pt x="200811" y="0"/>
                      </a:lnTo>
                      <a:lnTo>
                        <a:pt x="200811" y="4481"/>
                      </a:lnTo>
                      <a:lnTo>
                        <a:pt x="0" y="448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0" name="Google Shape;920;p43"/>
                <p:cNvSpPr/>
                <p:nvPr/>
              </p:nvSpPr>
              <p:spPr>
                <a:xfrm rot="-2716216">
                  <a:off x="3069932" y="3955542"/>
                  <a:ext cx="3358" cy="1338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0" h="178518" extrusionOk="0">
                      <a:moveTo>
                        <a:pt x="0" y="0"/>
                      </a:moveTo>
                      <a:lnTo>
                        <a:pt x="4481" y="0"/>
                      </a:lnTo>
                      <a:lnTo>
                        <a:pt x="4481" y="178518"/>
                      </a:lnTo>
                      <a:lnTo>
                        <a:pt x="0" y="17851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21" name="Google Shape;921;p43"/>
              <p:cNvGrpSpPr/>
              <p:nvPr/>
            </p:nvGrpSpPr>
            <p:grpSpPr>
              <a:xfrm rot="4036775">
                <a:off x="8568833" y="3206006"/>
                <a:ext cx="417835" cy="373628"/>
                <a:chOff x="2957323" y="3936947"/>
                <a:chExt cx="194554" cy="173959"/>
              </a:xfrm>
            </p:grpSpPr>
            <p:sp>
              <p:nvSpPr>
                <p:cNvPr id="922" name="Google Shape;922;p43"/>
                <p:cNvSpPr/>
                <p:nvPr/>
              </p:nvSpPr>
              <p:spPr>
                <a:xfrm rot="-45834">
                  <a:off x="3060432" y="3936962"/>
                  <a:ext cx="3360" cy="1739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0" h="231886" extrusionOk="0">
                      <a:moveTo>
                        <a:pt x="0" y="0"/>
                      </a:moveTo>
                      <a:lnTo>
                        <a:pt x="4481" y="0"/>
                      </a:lnTo>
                      <a:lnTo>
                        <a:pt x="4481" y="231886"/>
                      </a:lnTo>
                      <a:lnTo>
                        <a:pt x="0" y="23188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3" name="Google Shape;923;p43"/>
                <p:cNvSpPr/>
                <p:nvPr/>
              </p:nvSpPr>
              <p:spPr>
                <a:xfrm rot="-206705">
                  <a:off x="2957248" y="4012021"/>
                  <a:ext cx="194704" cy="33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0003" h="4480" extrusionOk="0">
                      <a:moveTo>
                        <a:pt x="0" y="0"/>
                      </a:moveTo>
                      <a:lnTo>
                        <a:pt x="260004" y="0"/>
                      </a:lnTo>
                      <a:lnTo>
                        <a:pt x="260004" y="4481"/>
                      </a:lnTo>
                      <a:lnTo>
                        <a:pt x="0" y="448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4" name="Google Shape;924;p43"/>
                <p:cNvSpPr/>
                <p:nvPr/>
              </p:nvSpPr>
              <p:spPr>
                <a:xfrm rot="-2667569">
                  <a:off x="2985839" y="4013185"/>
                  <a:ext cx="150521" cy="33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811" h="4480" extrusionOk="0">
                      <a:moveTo>
                        <a:pt x="0" y="0"/>
                      </a:moveTo>
                      <a:lnTo>
                        <a:pt x="200811" y="0"/>
                      </a:lnTo>
                      <a:lnTo>
                        <a:pt x="200811" y="4481"/>
                      </a:lnTo>
                      <a:lnTo>
                        <a:pt x="0" y="448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5" name="Google Shape;925;p43"/>
                <p:cNvSpPr/>
                <p:nvPr/>
              </p:nvSpPr>
              <p:spPr>
                <a:xfrm rot="-2716216">
                  <a:off x="3069932" y="3955542"/>
                  <a:ext cx="3358" cy="1338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80" h="178518" extrusionOk="0">
                      <a:moveTo>
                        <a:pt x="0" y="0"/>
                      </a:moveTo>
                      <a:lnTo>
                        <a:pt x="4481" y="0"/>
                      </a:lnTo>
                      <a:lnTo>
                        <a:pt x="4481" y="178518"/>
                      </a:lnTo>
                      <a:lnTo>
                        <a:pt x="0" y="17851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68575" tIns="34275" rIns="68575" bIns="3427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_1">
    <p:spTree>
      <p:nvGrpSpPr>
        <p:cNvPr id="1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7" name="Google Shape;927;p44"/>
          <p:cNvGrpSpPr/>
          <p:nvPr/>
        </p:nvGrpSpPr>
        <p:grpSpPr>
          <a:xfrm>
            <a:off x="-1531239" y="-1267650"/>
            <a:ext cx="11121579" cy="6844550"/>
            <a:chOff x="-1531239" y="-1267650"/>
            <a:chExt cx="11121579" cy="6844550"/>
          </a:xfrm>
        </p:grpSpPr>
        <p:pic>
          <p:nvPicPr>
            <p:cNvPr id="928" name="Google Shape;928;p44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-794275" y="3715000"/>
              <a:ext cx="1866024" cy="1861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9" name="Google Shape;929;p44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5382225" y="-1267650"/>
              <a:ext cx="1866024" cy="1861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0" name="Google Shape;930;p44"/>
            <p:cNvSpPr/>
            <p:nvPr/>
          </p:nvSpPr>
          <p:spPr>
            <a:xfrm rot="2700000">
              <a:off x="-1042139" y="-728377"/>
              <a:ext cx="2532876" cy="2432535"/>
            </a:xfrm>
            <a:custGeom>
              <a:avLst/>
              <a:gdLst/>
              <a:ahLst/>
              <a:cxnLst/>
              <a:rect l="l" t="t" r="r" b="b"/>
              <a:pathLst>
                <a:path w="360365" h="346089" extrusionOk="0">
                  <a:moveTo>
                    <a:pt x="172081" y="337120"/>
                  </a:moveTo>
                  <a:lnTo>
                    <a:pt x="10634" y="186673"/>
                  </a:lnTo>
                  <a:cubicBezTo>
                    <a:pt x="-4063" y="172985"/>
                    <a:pt x="-3436" y="149505"/>
                    <a:pt x="11956" y="136600"/>
                  </a:cubicBezTo>
                  <a:lnTo>
                    <a:pt x="165696" y="7797"/>
                  </a:lnTo>
                  <a:cubicBezTo>
                    <a:pt x="178466" y="-2890"/>
                    <a:pt x="197151" y="-2554"/>
                    <a:pt x="209519" y="8581"/>
                  </a:cubicBezTo>
                  <a:lnTo>
                    <a:pt x="349300" y="134426"/>
                  </a:lnTo>
                  <a:cubicBezTo>
                    <a:pt x="362810" y="146592"/>
                    <a:pt x="364132" y="167294"/>
                    <a:pt x="352257" y="181072"/>
                  </a:cubicBezTo>
                  <a:lnTo>
                    <a:pt x="220183" y="334475"/>
                  </a:lnTo>
                  <a:cubicBezTo>
                    <a:pt x="207816" y="348859"/>
                    <a:pt x="185949" y="350047"/>
                    <a:pt x="172081" y="33712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44"/>
            <p:cNvSpPr/>
            <p:nvPr/>
          </p:nvSpPr>
          <p:spPr>
            <a:xfrm>
              <a:off x="8730612" y="758984"/>
              <a:ext cx="859728" cy="859707"/>
            </a:xfrm>
            <a:custGeom>
              <a:avLst/>
              <a:gdLst/>
              <a:ahLst/>
              <a:cxnLst/>
              <a:rect l="l" t="t" r="r" b="b"/>
              <a:pathLst>
                <a:path w="895550" h="895528" extrusionOk="0">
                  <a:moveTo>
                    <a:pt x="695075" y="349621"/>
                  </a:moveTo>
                  <a:lnTo>
                    <a:pt x="809517" y="178743"/>
                  </a:lnTo>
                  <a:lnTo>
                    <a:pt x="612985" y="239145"/>
                  </a:lnTo>
                  <a:lnTo>
                    <a:pt x="626450" y="33988"/>
                  </a:lnTo>
                  <a:lnTo>
                    <a:pt x="486355" y="184456"/>
                  </a:lnTo>
                  <a:lnTo>
                    <a:pt x="395551" y="0"/>
                  </a:lnTo>
                  <a:lnTo>
                    <a:pt x="349644" y="200475"/>
                  </a:lnTo>
                  <a:lnTo>
                    <a:pt x="178743" y="86033"/>
                  </a:lnTo>
                  <a:lnTo>
                    <a:pt x="239145" y="282565"/>
                  </a:lnTo>
                  <a:lnTo>
                    <a:pt x="33987" y="269100"/>
                  </a:lnTo>
                  <a:lnTo>
                    <a:pt x="184455" y="409195"/>
                  </a:lnTo>
                  <a:lnTo>
                    <a:pt x="0" y="499978"/>
                  </a:lnTo>
                  <a:lnTo>
                    <a:pt x="200475" y="545907"/>
                  </a:lnTo>
                  <a:lnTo>
                    <a:pt x="86033" y="716785"/>
                  </a:lnTo>
                  <a:lnTo>
                    <a:pt x="282565" y="656405"/>
                  </a:lnTo>
                  <a:lnTo>
                    <a:pt x="269099" y="861563"/>
                  </a:lnTo>
                  <a:lnTo>
                    <a:pt x="409195" y="711072"/>
                  </a:lnTo>
                  <a:lnTo>
                    <a:pt x="499977" y="895528"/>
                  </a:lnTo>
                  <a:lnTo>
                    <a:pt x="545906" y="695075"/>
                  </a:lnTo>
                  <a:lnTo>
                    <a:pt x="716785" y="809495"/>
                  </a:lnTo>
                  <a:lnTo>
                    <a:pt x="656405" y="612963"/>
                  </a:lnTo>
                  <a:lnTo>
                    <a:pt x="861563" y="626451"/>
                  </a:lnTo>
                  <a:lnTo>
                    <a:pt x="711072" y="486356"/>
                  </a:lnTo>
                  <a:lnTo>
                    <a:pt x="895550" y="395550"/>
                  </a:lnTo>
                  <a:lnTo>
                    <a:pt x="695075" y="34962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44"/>
            <p:cNvSpPr/>
            <p:nvPr/>
          </p:nvSpPr>
          <p:spPr>
            <a:xfrm rot="4997782">
              <a:off x="8530763" y="3012598"/>
              <a:ext cx="847422" cy="906270"/>
            </a:xfrm>
            <a:custGeom>
              <a:avLst/>
              <a:gdLst/>
              <a:ahLst/>
              <a:cxnLst/>
              <a:rect l="l" t="t" r="r" b="b"/>
              <a:pathLst>
                <a:path w="628081" h="671697" extrusionOk="0">
                  <a:moveTo>
                    <a:pt x="593960" y="129034"/>
                  </a:moveTo>
                  <a:lnTo>
                    <a:pt x="451625" y="18535"/>
                  </a:lnTo>
                  <a:cubicBezTo>
                    <a:pt x="426420" y="-1024"/>
                    <a:pt x="392612" y="-5460"/>
                    <a:pt x="363217" y="6930"/>
                  </a:cubicBezTo>
                  <a:lnTo>
                    <a:pt x="62997" y="133582"/>
                  </a:lnTo>
                  <a:cubicBezTo>
                    <a:pt x="31407" y="146913"/>
                    <a:pt x="10392" y="177316"/>
                    <a:pt x="9114" y="211572"/>
                  </a:cubicBezTo>
                  <a:lnTo>
                    <a:pt x="63" y="452420"/>
                  </a:lnTo>
                  <a:cubicBezTo>
                    <a:pt x="-788" y="474959"/>
                    <a:pt x="7031" y="496960"/>
                    <a:pt x="21885" y="513920"/>
                  </a:cubicBezTo>
                  <a:lnTo>
                    <a:pt x="133840" y="641625"/>
                  </a:lnTo>
                  <a:cubicBezTo>
                    <a:pt x="158552" y="669810"/>
                    <a:pt x="198387" y="679310"/>
                    <a:pt x="233159" y="665307"/>
                  </a:cubicBezTo>
                  <a:lnTo>
                    <a:pt x="572788" y="528550"/>
                  </a:lnTo>
                  <a:cubicBezTo>
                    <a:pt x="606193" y="515108"/>
                    <a:pt x="628082" y="482688"/>
                    <a:pt x="628082" y="446684"/>
                  </a:cubicBezTo>
                  <a:lnTo>
                    <a:pt x="628082" y="198735"/>
                  </a:lnTo>
                  <a:cubicBezTo>
                    <a:pt x="628082" y="171468"/>
                    <a:pt x="615491" y="145748"/>
                    <a:pt x="593938" y="12903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33" name="Google Shape;933;p44"/>
            <p:cNvGrpSpPr/>
            <p:nvPr/>
          </p:nvGrpSpPr>
          <p:grpSpPr>
            <a:xfrm>
              <a:off x="1395405" y="116285"/>
              <a:ext cx="1134770" cy="743199"/>
              <a:chOff x="3925143" y="3783342"/>
              <a:chExt cx="240326" cy="157397"/>
            </a:xfrm>
          </p:grpSpPr>
          <p:sp>
            <p:nvSpPr>
              <p:cNvPr id="934" name="Google Shape;934;p44"/>
              <p:cNvSpPr/>
              <p:nvPr/>
            </p:nvSpPr>
            <p:spPr>
              <a:xfrm>
                <a:off x="3955855" y="3817011"/>
                <a:ext cx="93460" cy="100786"/>
              </a:xfrm>
              <a:custGeom>
                <a:avLst/>
                <a:gdLst/>
                <a:ahLst/>
                <a:cxnLst/>
                <a:rect l="l" t="t" r="r" b="b"/>
                <a:pathLst>
                  <a:path w="124613" h="134381" extrusionOk="0">
                    <a:moveTo>
                      <a:pt x="70529" y="134382"/>
                    </a:moveTo>
                    <a:lnTo>
                      <a:pt x="8223" y="107900"/>
                    </a:lnTo>
                    <a:lnTo>
                      <a:pt x="0" y="40709"/>
                    </a:lnTo>
                    <a:lnTo>
                      <a:pt x="54084" y="0"/>
                    </a:lnTo>
                    <a:lnTo>
                      <a:pt x="116391" y="26482"/>
                    </a:lnTo>
                    <a:lnTo>
                      <a:pt x="124614" y="93673"/>
                    </a:lnTo>
                    <a:lnTo>
                      <a:pt x="70529" y="134382"/>
                    </a:lnTo>
                    <a:close/>
                    <a:moveTo>
                      <a:pt x="10306" y="106354"/>
                    </a:moveTo>
                    <a:lnTo>
                      <a:pt x="70216" y="131805"/>
                    </a:lnTo>
                    <a:lnTo>
                      <a:pt x="122216" y="92642"/>
                    </a:lnTo>
                    <a:lnTo>
                      <a:pt x="114308" y="28028"/>
                    </a:lnTo>
                    <a:lnTo>
                      <a:pt x="54398" y="2554"/>
                    </a:lnTo>
                    <a:lnTo>
                      <a:pt x="2397" y="41717"/>
                    </a:lnTo>
                    <a:lnTo>
                      <a:pt x="10306" y="1063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5" name="Google Shape;935;p44"/>
              <p:cNvSpPr/>
              <p:nvPr/>
            </p:nvSpPr>
            <p:spPr>
              <a:xfrm>
                <a:off x="4041468" y="3806543"/>
                <a:ext cx="93460" cy="100786"/>
              </a:xfrm>
              <a:custGeom>
                <a:avLst/>
                <a:gdLst/>
                <a:ahLst/>
                <a:cxnLst/>
                <a:rect l="l" t="t" r="r" b="b"/>
                <a:pathLst>
                  <a:path w="124613" h="134381" extrusionOk="0">
                    <a:moveTo>
                      <a:pt x="70529" y="134382"/>
                    </a:moveTo>
                    <a:lnTo>
                      <a:pt x="8222" y="107900"/>
                    </a:lnTo>
                    <a:lnTo>
                      <a:pt x="0" y="40709"/>
                    </a:lnTo>
                    <a:lnTo>
                      <a:pt x="54084" y="0"/>
                    </a:lnTo>
                    <a:lnTo>
                      <a:pt x="116391" y="26482"/>
                    </a:lnTo>
                    <a:lnTo>
                      <a:pt x="124614" y="93673"/>
                    </a:lnTo>
                    <a:lnTo>
                      <a:pt x="70552" y="134382"/>
                    </a:lnTo>
                    <a:close/>
                    <a:moveTo>
                      <a:pt x="10306" y="106354"/>
                    </a:moveTo>
                    <a:lnTo>
                      <a:pt x="70215" y="131805"/>
                    </a:lnTo>
                    <a:lnTo>
                      <a:pt x="122216" y="92642"/>
                    </a:lnTo>
                    <a:lnTo>
                      <a:pt x="114308" y="28028"/>
                    </a:lnTo>
                    <a:lnTo>
                      <a:pt x="54398" y="2576"/>
                    </a:lnTo>
                    <a:lnTo>
                      <a:pt x="2397" y="41739"/>
                    </a:lnTo>
                    <a:lnTo>
                      <a:pt x="10306" y="10635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6" name="Google Shape;936;p44"/>
              <p:cNvSpPr/>
              <p:nvPr/>
            </p:nvSpPr>
            <p:spPr>
              <a:xfrm rot="-413295">
                <a:off x="3993713" y="3783318"/>
                <a:ext cx="1681" cy="34667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46197" extrusionOk="0">
                    <a:moveTo>
                      <a:pt x="0" y="0"/>
                    </a:moveTo>
                    <a:lnTo>
                      <a:pt x="2241" y="0"/>
                    </a:lnTo>
                    <a:lnTo>
                      <a:pt x="2241" y="46198"/>
                    </a:lnTo>
                    <a:lnTo>
                      <a:pt x="0" y="4619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7" name="Google Shape;937;p44"/>
              <p:cNvSpPr/>
              <p:nvPr/>
            </p:nvSpPr>
            <p:spPr>
              <a:xfrm rot="-413295">
                <a:off x="4095626" y="3906097"/>
                <a:ext cx="1681" cy="34667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46197" extrusionOk="0">
                    <a:moveTo>
                      <a:pt x="0" y="0"/>
                    </a:moveTo>
                    <a:lnTo>
                      <a:pt x="2241" y="0"/>
                    </a:lnTo>
                    <a:lnTo>
                      <a:pt x="2241" y="46198"/>
                    </a:lnTo>
                    <a:lnTo>
                      <a:pt x="0" y="4619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8" name="Google Shape;938;p44"/>
              <p:cNvSpPr/>
              <p:nvPr/>
            </p:nvSpPr>
            <p:spPr>
              <a:xfrm rot="-4446430">
                <a:off x="4148738" y="3863950"/>
                <a:ext cx="1677" cy="32572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43509" extrusionOk="0">
                    <a:moveTo>
                      <a:pt x="0" y="0"/>
                    </a:moveTo>
                    <a:lnTo>
                      <a:pt x="2240" y="0"/>
                    </a:lnTo>
                    <a:lnTo>
                      <a:pt x="2240" y="43509"/>
                    </a:lnTo>
                    <a:lnTo>
                      <a:pt x="0" y="4350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9" name="Google Shape;939;p44"/>
              <p:cNvSpPr/>
              <p:nvPr/>
            </p:nvSpPr>
            <p:spPr>
              <a:xfrm rot="-4446430">
                <a:off x="3940198" y="3827192"/>
                <a:ext cx="1677" cy="32572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43509" extrusionOk="0">
                    <a:moveTo>
                      <a:pt x="0" y="0"/>
                    </a:moveTo>
                    <a:lnTo>
                      <a:pt x="2240" y="0"/>
                    </a:lnTo>
                    <a:lnTo>
                      <a:pt x="2240" y="43509"/>
                    </a:lnTo>
                    <a:lnTo>
                      <a:pt x="0" y="4350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40" name="Google Shape;940;p44"/>
            <p:cNvGrpSpPr/>
            <p:nvPr/>
          </p:nvGrpSpPr>
          <p:grpSpPr>
            <a:xfrm>
              <a:off x="5781589" y="4465545"/>
              <a:ext cx="599775" cy="483248"/>
              <a:chOff x="4528496" y="3602214"/>
              <a:chExt cx="116631" cy="93997"/>
            </a:xfrm>
          </p:grpSpPr>
          <p:sp>
            <p:nvSpPr>
              <p:cNvPr id="941" name="Google Shape;941;p44"/>
              <p:cNvSpPr/>
              <p:nvPr/>
            </p:nvSpPr>
            <p:spPr>
              <a:xfrm>
                <a:off x="4579124" y="3602214"/>
                <a:ext cx="66003" cy="54913"/>
              </a:xfrm>
              <a:custGeom>
                <a:avLst/>
                <a:gdLst/>
                <a:ahLst/>
                <a:cxnLst/>
                <a:rect l="l" t="t" r="r" b="b"/>
                <a:pathLst>
                  <a:path w="88004" h="73217" extrusionOk="0">
                    <a:moveTo>
                      <a:pt x="16378" y="73218"/>
                    </a:moveTo>
                    <a:lnTo>
                      <a:pt x="0" y="56840"/>
                    </a:lnTo>
                    <a:lnTo>
                      <a:pt x="1591" y="55249"/>
                    </a:lnTo>
                    <a:lnTo>
                      <a:pt x="16378" y="70036"/>
                    </a:lnTo>
                    <a:lnTo>
                      <a:pt x="86437" y="0"/>
                    </a:lnTo>
                    <a:lnTo>
                      <a:pt x="88005" y="1591"/>
                    </a:lnTo>
                    <a:lnTo>
                      <a:pt x="16378" y="732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2" name="Google Shape;942;p44"/>
              <p:cNvSpPr/>
              <p:nvPr/>
            </p:nvSpPr>
            <p:spPr>
              <a:xfrm>
                <a:off x="4528496" y="3692851"/>
                <a:ext cx="3360" cy="3360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4480" extrusionOk="0">
                    <a:moveTo>
                      <a:pt x="2240" y="4481"/>
                    </a:moveTo>
                    <a:cubicBezTo>
                      <a:pt x="1635" y="4481"/>
                      <a:pt x="1075" y="4257"/>
                      <a:pt x="672" y="3831"/>
                    </a:cubicBezTo>
                    <a:cubicBezTo>
                      <a:pt x="246" y="3406"/>
                      <a:pt x="0" y="2845"/>
                      <a:pt x="0" y="2240"/>
                    </a:cubicBezTo>
                    <a:cubicBezTo>
                      <a:pt x="0" y="1949"/>
                      <a:pt x="67" y="1658"/>
                      <a:pt x="179" y="1389"/>
                    </a:cubicBezTo>
                    <a:cubicBezTo>
                      <a:pt x="291" y="1120"/>
                      <a:pt x="448" y="874"/>
                      <a:pt x="672" y="672"/>
                    </a:cubicBezTo>
                    <a:cubicBezTo>
                      <a:pt x="874" y="448"/>
                      <a:pt x="1120" y="292"/>
                      <a:pt x="1389" y="179"/>
                    </a:cubicBezTo>
                    <a:cubicBezTo>
                      <a:pt x="1792" y="0"/>
                      <a:pt x="2240" y="-45"/>
                      <a:pt x="2689" y="45"/>
                    </a:cubicBezTo>
                    <a:cubicBezTo>
                      <a:pt x="2823" y="67"/>
                      <a:pt x="2980" y="112"/>
                      <a:pt x="3114" y="179"/>
                    </a:cubicBezTo>
                    <a:cubicBezTo>
                      <a:pt x="3249" y="224"/>
                      <a:pt x="3361" y="292"/>
                      <a:pt x="3495" y="381"/>
                    </a:cubicBezTo>
                    <a:cubicBezTo>
                      <a:pt x="3607" y="470"/>
                      <a:pt x="3719" y="560"/>
                      <a:pt x="3831" y="672"/>
                    </a:cubicBezTo>
                    <a:cubicBezTo>
                      <a:pt x="4033" y="874"/>
                      <a:pt x="4212" y="1120"/>
                      <a:pt x="4324" y="1389"/>
                    </a:cubicBezTo>
                    <a:cubicBezTo>
                      <a:pt x="4436" y="1658"/>
                      <a:pt x="4481" y="1949"/>
                      <a:pt x="4481" y="2240"/>
                    </a:cubicBezTo>
                    <a:cubicBezTo>
                      <a:pt x="4481" y="2845"/>
                      <a:pt x="4257" y="3406"/>
                      <a:pt x="3831" y="3831"/>
                    </a:cubicBezTo>
                    <a:cubicBezTo>
                      <a:pt x="3406" y="4257"/>
                      <a:pt x="2845" y="4481"/>
                      <a:pt x="2240" y="448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3" name="Google Shape;943;p44"/>
              <p:cNvSpPr/>
              <p:nvPr/>
            </p:nvSpPr>
            <p:spPr>
              <a:xfrm>
                <a:off x="4535196" y="3652687"/>
                <a:ext cx="36841" cy="36837"/>
              </a:xfrm>
              <a:custGeom>
                <a:avLst/>
                <a:gdLst/>
                <a:ahLst/>
                <a:cxnLst/>
                <a:rect l="l" t="t" r="r" b="b"/>
                <a:pathLst>
                  <a:path w="49121" h="49116" extrusionOk="0">
                    <a:moveTo>
                      <a:pt x="655" y="48444"/>
                    </a:moveTo>
                    <a:cubicBezTo>
                      <a:pt x="-218" y="47570"/>
                      <a:pt x="-218" y="46159"/>
                      <a:pt x="655" y="45285"/>
                    </a:cubicBezTo>
                    <a:lnTo>
                      <a:pt x="655" y="45285"/>
                    </a:lnTo>
                    <a:cubicBezTo>
                      <a:pt x="1529" y="44412"/>
                      <a:pt x="2941" y="44412"/>
                      <a:pt x="3837" y="45285"/>
                    </a:cubicBezTo>
                    <a:lnTo>
                      <a:pt x="3837" y="45285"/>
                    </a:lnTo>
                    <a:cubicBezTo>
                      <a:pt x="4688" y="46159"/>
                      <a:pt x="4688" y="47570"/>
                      <a:pt x="3837" y="48444"/>
                    </a:cubicBezTo>
                    <a:lnTo>
                      <a:pt x="3837" y="48444"/>
                    </a:lnTo>
                    <a:cubicBezTo>
                      <a:pt x="3389" y="48892"/>
                      <a:pt x="2806" y="49116"/>
                      <a:pt x="2246" y="49116"/>
                    </a:cubicBezTo>
                    <a:lnTo>
                      <a:pt x="2246" y="49116"/>
                    </a:lnTo>
                    <a:cubicBezTo>
                      <a:pt x="1663" y="49116"/>
                      <a:pt x="1103" y="48892"/>
                      <a:pt x="655" y="48444"/>
                    </a:cubicBezTo>
                    <a:close/>
                    <a:moveTo>
                      <a:pt x="9572" y="39527"/>
                    </a:moveTo>
                    <a:cubicBezTo>
                      <a:pt x="8698" y="38653"/>
                      <a:pt x="8698" y="37242"/>
                      <a:pt x="9572" y="36346"/>
                    </a:cubicBezTo>
                    <a:lnTo>
                      <a:pt x="9572" y="36346"/>
                    </a:lnTo>
                    <a:cubicBezTo>
                      <a:pt x="10446" y="35472"/>
                      <a:pt x="11880" y="35472"/>
                      <a:pt x="12754" y="36346"/>
                    </a:cubicBezTo>
                    <a:lnTo>
                      <a:pt x="12754" y="36346"/>
                    </a:lnTo>
                    <a:cubicBezTo>
                      <a:pt x="13628" y="37242"/>
                      <a:pt x="13628" y="38653"/>
                      <a:pt x="12754" y="39527"/>
                    </a:cubicBezTo>
                    <a:lnTo>
                      <a:pt x="12754" y="39527"/>
                    </a:lnTo>
                    <a:cubicBezTo>
                      <a:pt x="12306" y="39953"/>
                      <a:pt x="11745" y="40177"/>
                      <a:pt x="11163" y="40177"/>
                    </a:cubicBezTo>
                    <a:lnTo>
                      <a:pt x="11163" y="40177"/>
                    </a:lnTo>
                    <a:cubicBezTo>
                      <a:pt x="10603" y="40177"/>
                      <a:pt x="10020" y="39953"/>
                      <a:pt x="9572" y="39527"/>
                    </a:cubicBezTo>
                    <a:close/>
                    <a:moveTo>
                      <a:pt x="18512" y="30610"/>
                    </a:moveTo>
                    <a:cubicBezTo>
                      <a:pt x="17638" y="29714"/>
                      <a:pt x="17638" y="28302"/>
                      <a:pt x="18512" y="27429"/>
                    </a:cubicBezTo>
                    <a:lnTo>
                      <a:pt x="18512" y="27429"/>
                    </a:lnTo>
                    <a:cubicBezTo>
                      <a:pt x="19385" y="26555"/>
                      <a:pt x="20797" y="26555"/>
                      <a:pt x="21671" y="27429"/>
                    </a:cubicBezTo>
                    <a:lnTo>
                      <a:pt x="21671" y="27429"/>
                    </a:lnTo>
                    <a:cubicBezTo>
                      <a:pt x="22545" y="28302"/>
                      <a:pt x="22545" y="29714"/>
                      <a:pt x="21671" y="30610"/>
                    </a:cubicBezTo>
                    <a:lnTo>
                      <a:pt x="21671" y="30610"/>
                    </a:lnTo>
                    <a:cubicBezTo>
                      <a:pt x="21245" y="31036"/>
                      <a:pt x="20662" y="31260"/>
                      <a:pt x="20102" y="31260"/>
                    </a:cubicBezTo>
                    <a:lnTo>
                      <a:pt x="20102" y="31260"/>
                    </a:lnTo>
                    <a:cubicBezTo>
                      <a:pt x="19520" y="31260"/>
                      <a:pt x="18937" y="31036"/>
                      <a:pt x="18512" y="30610"/>
                    </a:cubicBezTo>
                    <a:close/>
                    <a:moveTo>
                      <a:pt x="27429" y="21671"/>
                    </a:moveTo>
                    <a:cubicBezTo>
                      <a:pt x="26555" y="20797"/>
                      <a:pt x="26555" y="19385"/>
                      <a:pt x="27429" y="18512"/>
                    </a:cubicBezTo>
                    <a:lnTo>
                      <a:pt x="27429" y="18512"/>
                    </a:lnTo>
                    <a:cubicBezTo>
                      <a:pt x="28302" y="17638"/>
                      <a:pt x="29736" y="17638"/>
                      <a:pt x="30610" y="18512"/>
                    </a:cubicBezTo>
                    <a:lnTo>
                      <a:pt x="30610" y="18512"/>
                    </a:lnTo>
                    <a:cubicBezTo>
                      <a:pt x="31484" y="19385"/>
                      <a:pt x="31484" y="20797"/>
                      <a:pt x="30610" y="21671"/>
                    </a:cubicBezTo>
                    <a:lnTo>
                      <a:pt x="30610" y="21671"/>
                    </a:lnTo>
                    <a:cubicBezTo>
                      <a:pt x="30162" y="22119"/>
                      <a:pt x="29602" y="22320"/>
                      <a:pt x="29019" y="22320"/>
                    </a:cubicBezTo>
                    <a:lnTo>
                      <a:pt x="29019" y="22320"/>
                    </a:lnTo>
                    <a:cubicBezTo>
                      <a:pt x="28437" y="22320"/>
                      <a:pt x="27877" y="22119"/>
                      <a:pt x="27429" y="21671"/>
                    </a:cubicBezTo>
                    <a:close/>
                    <a:moveTo>
                      <a:pt x="36368" y="12754"/>
                    </a:moveTo>
                    <a:cubicBezTo>
                      <a:pt x="35494" y="11880"/>
                      <a:pt x="35494" y="10446"/>
                      <a:pt x="36368" y="9572"/>
                    </a:cubicBezTo>
                    <a:lnTo>
                      <a:pt x="36368" y="9572"/>
                    </a:lnTo>
                    <a:cubicBezTo>
                      <a:pt x="37242" y="8698"/>
                      <a:pt x="38653" y="8698"/>
                      <a:pt x="39527" y="9572"/>
                    </a:cubicBezTo>
                    <a:lnTo>
                      <a:pt x="39527" y="9572"/>
                    </a:lnTo>
                    <a:cubicBezTo>
                      <a:pt x="40401" y="10446"/>
                      <a:pt x="40401" y="11880"/>
                      <a:pt x="39527" y="12754"/>
                    </a:cubicBezTo>
                    <a:lnTo>
                      <a:pt x="39527" y="12754"/>
                    </a:lnTo>
                    <a:cubicBezTo>
                      <a:pt x="39101" y="13179"/>
                      <a:pt x="38519" y="13404"/>
                      <a:pt x="37959" y="13404"/>
                    </a:cubicBezTo>
                    <a:lnTo>
                      <a:pt x="37959" y="13404"/>
                    </a:lnTo>
                    <a:cubicBezTo>
                      <a:pt x="37376" y="13404"/>
                      <a:pt x="36794" y="13179"/>
                      <a:pt x="36368" y="12754"/>
                    </a:cubicBezTo>
                    <a:close/>
                    <a:moveTo>
                      <a:pt x="45285" y="3814"/>
                    </a:moveTo>
                    <a:cubicBezTo>
                      <a:pt x="44411" y="2941"/>
                      <a:pt x="44411" y="1529"/>
                      <a:pt x="45285" y="656"/>
                    </a:cubicBezTo>
                    <a:lnTo>
                      <a:pt x="45285" y="656"/>
                    </a:lnTo>
                    <a:cubicBezTo>
                      <a:pt x="46159" y="-219"/>
                      <a:pt x="47593" y="-219"/>
                      <a:pt x="48466" y="656"/>
                    </a:cubicBezTo>
                    <a:lnTo>
                      <a:pt x="48466" y="656"/>
                    </a:lnTo>
                    <a:cubicBezTo>
                      <a:pt x="49340" y="1529"/>
                      <a:pt x="49340" y="2941"/>
                      <a:pt x="48466" y="3814"/>
                    </a:cubicBezTo>
                    <a:lnTo>
                      <a:pt x="48466" y="3814"/>
                    </a:lnTo>
                    <a:cubicBezTo>
                      <a:pt x="48018" y="4262"/>
                      <a:pt x="47458" y="4464"/>
                      <a:pt x="46876" y="4464"/>
                    </a:cubicBezTo>
                    <a:lnTo>
                      <a:pt x="46876" y="4464"/>
                    </a:lnTo>
                    <a:cubicBezTo>
                      <a:pt x="46293" y="4464"/>
                      <a:pt x="45733" y="4262"/>
                      <a:pt x="45285" y="381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4" name="Google Shape;944;p44"/>
              <p:cNvSpPr/>
              <p:nvPr/>
            </p:nvSpPr>
            <p:spPr>
              <a:xfrm>
                <a:off x="4575377" y="3646008"/>
                <a:ext cx="3343" cy="3339"/>
              </a:xfrm>
              <a:custGeom>
                <a:avLst/>
                <a:gdLst/>
                <a:ahLst/>
                <a:cxnLst/>
                <a:rect l="l" t="t" r="r" b="b"/>
                <a:pathLst>
                  <a:path w="4458" h="4452" extrusionOk="0">
                    <a:moveTo>
                      <a:pt x="2218" y="4453"/>
                    </a:moveTo>
                    <a:cubicBezTo>
                      <a:pt x="1927" y="4453"/>
                      <a:pt x="1635" y="4386"/>
                      <a:pt x="1367" y="4274"/>
                    </a:cubicBezTo>
                    <a:cubicBezTo>
                      <a:pt x="1098" y="4161"/>
                      <a:pt x="851" y="4005"/>
                      <a:pt x="650" y="3803"/>
                    </a:cubicBezTo>
                    <a:cubicBezTo>
                      <a:pt x="426" y="3579"/>
                      <a:pt x="269" y="3333"/>
                      <a:pt x="157" y="3064"/>
                    </a:cubicBezTo>
                    <a:cubicBezTo>
                      <a:pt x="45" y="2795"/>
                      <a:pt x="0" y="2504"/>
                      <a:pt x="0" y="2213"/>
                    </a:cubicBezTo>
                    <a:cubicBezTo>
                      <a:pt x="0" y="1921"/>
                      <a:pt x="45" y="1630"/>
                      <a:pt x="157" y="1361"/>
                    </a:cubicBezTo>
                    <a:cubicBezTo>
                      <a:pt x="269" y="1070"/>
                      <a:pt x="426" y="846"/>
                      <a:pt x="650" y="622"/>
                    </a:cubicBezTo>
                    <a:cubicBezTo>
                      <a:pt x="1479" y="-207"/>
                      <a:pt x="2980" y="-207"/>
                      <a:pt x="3809" y="622"/>
                    </a:cubicBezTo>
                    <a:cubicBezTo>
                      <a:pt x="4010" y="846"/>
                      <a:pt x="4190" y="1070"/>
                      <a:pt x="4302" y="1361"/>
                    </a:cubicBezTo>
                    <a:cubicBezTo>
                      <a:pt x="4414" y="1630"/>
                      <a:pt x="4458" y="1921"/>
                      <a:pt x="4458" y="2213"/>
                    </a:cubicBezTo>
                    <a:cubicBezTo>
                      <a:pt x="4458" y="2504"/>
                      <a:pt x="4414" y="2795"/>
                      <a:pt x="4302" y="3064"/>
                    </a:cubicBezTo>
                    <a:cubicBezTo>
                      <a:pt x="4190" y="3333"/>
                      <a:pt x="4033" y="3579"/>
                      <a:pt x="3809" y="3803"/>
                    </a:cubicBezTo>
                    <a:cubicBezTo>
                      <a:pt x="3607" y="4005"/>
                      <a:pt x="3361" y="4161"/>
                      <a:pt x="3092" y="4274"/>
                    </a:cubicBezTo>
                    <a:cubicBezTo>
                      <a:pt x="2823" y="4386"/>
                      <a:pt x="2532" y="4453"/>
                      <a:pt x="2218" y="44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45" name="Google Shape;945;p44"/>
            <p:cNvSpPr/>
            <p:nvPr/>
          </p:nvSpPr>
          <p:spPr>
            <a:xfrm>
              <a:off x="8671163" y="1905200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44"/>
            <p:cNvSpPr/>
            <p:nvPr/>
          </p:nvSpPr>
          <p:spPr>
            <a:xfrm>
              <a:off x="445913" y="3321750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44"/>
            <p:cNvSpPr/>
            <p:nvPr/>
          </p:nvSpPr>
          <p:spPr>
            <a:xfrm>
              <a:off x="445913" y="1905200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48" name="Google Shape;948;p44"/>
            <p:cNvGrpSpPr/>
            <p:nvPr/>
          </p:nvGrpSpPr>
          <p:grpSpPr>
            <a:xfrm>
              <a:off x="2015795" y="4520360"/>
              <a:ext cx="417843" cy="373630"/>
              <a:chOff x="2957323" y="3936947"/>
              <a:chExt cx="194554" cy="173959"/>
            </a:xfrm>
          </p:grpSpPr>
          <p:sp>
            <p:nvSpPr>
              <p:cNvPr id="949" name="Google Shape;949;p44"/>
              <p:cNvSpPr/>
              <p:nvPr/>
            </p:nvSpPr>
            <p:spPr>
              <a:xfrm rot="-45834">
                <a:off x="3060432" y="3936962"/>
                <a:ext cx="3360" cy="173930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231886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231886"/>
                    </a:lnTo>
                    <a:lnTo>
                      <a:pt x="0" y="23188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0" name="Google Shape;950;p44"/>
              <p:cNvSpPr/>
              <p:nvPr/>
            </p:nvSpPr>
            <p:spPr>
              <a:xfrm rot="-206705">
                <a:off x="2957248" y="4012021"/>
                <a:ext cx="194704" cy="3355"/>
              </a:xfrm>
              <a:custGeom>
                <a:avLst/>
                <a:gdLst/>
                <a:ahLst/>
                <a:cxnLst/>
                <a:rect l="l" t="t" r="r" b="b"/>
                <a:pathLst>
                  <a:path w="260003" h="4480" extrusionOk="0">
                    <a:moveTo>
                      <a:pt x="0" y="0"/>
                    </a:moveTo>
                    <a:lnTo>
                      <a:pt x="260004" y="0"/>
                    </a:lnTo>
                    <a:lnTo>
                      <a:pt x="260004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1" name="Google Shape;951;p44"/>
              <p:cNvSpPr/>
              <p:nvPr/>
            </p:nvSpPr>
            <p:spPr>
              <a:xfrm rot="-2667569">
                <a:off x="2985839" y="4013185"/>
                <a:ext cx="150521" cy="3358"/>
              </a:xfrm>
              <a:custGeom>
                <a:avLst/>
                <a:gdLst/>
                <a:ahLst/>
                <a:cxnLst/>
                <a:rect l="l" t="t" r="r" b="b"/>
                <a:pathLst>
                  <a:path w="200811" h="4480" extrusionOk="0">
                    <a:moveTo>
                      <a:pt x="0" y="0"/>
                    </a:moveTo>
                    <a:lnTo>
                      <a:pt x="200811" y="0"/>
                    </a:lnTo>
                    <a:lnTo>
                      <a:pt x="200811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2" name="Google Shape;952;p44"/>
              <p:cNvSpPr/>
              <p:nvPr/>
            </p:nvSpPr>
            <p:spPr>
              <a:xfrm rot="-2716216">
                <a:off x="3069932" y="3955542"/>
                <a:ext cx="3358" cy="133807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78518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78518"/>
                    </a:lnTo>
                    <a:lnTo>
                      <a:pt x="0" y="1785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53" name="Google Shape;953;p44"/>
            <p:cNvGrpSpPr/>
            <p:nvPr/>
          </p:nvGrpSpPr>
          <p:grpSpPr>
            <a:xfrm rot="9908617">
              <a:off x="8217314" y="2221349"/>
              <a:ext cx="413394" cy="369668"/>
              <a:chOff x="2957323" y="3936947"/>
              <a:chExt cx="194554" cy="173959"/>
            </a:xfrm>
          </p:grpSpPr>
          <p:sp>
            <p:nvSpPr>
              <p:cNvPr id="954" name="Google Shape;954;p44"/>
              <p:cNvSpPr/>
              <p:nvPr/>
            </p:nvSpPr>
            <p:spPr>
              <a:xfrm rot="-45834">
                <a:off x="3060432" y="3936962"/>
                <a:ext cx="3360" cy="173930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231886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231886"/>
                    </a:lnTo>
                    <a:lnTo>
                      <a:pt x="0" y="23188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5" name="Google Shape;955;p44"/>
              <p:cNvSpPr/>
              <p:nvPr/>
            </p:nvSpPr>
            <p:spPr>
              <a:xfrm rot="-206705">
                <a:off x="2957248" y="4012021"/>
                <a:ext cx="194704" cy="3355"/>
              </a:xfrm>
              <a:custGeom>
                <a:avLst/>
                <a:gdLst/>
                <a:ahLst/>
                <a:cxnLst/>
                <a:rect l="l" t="t" r="r" b="b"/>
                <a:pathLst>
                  <a:path w="260003" h="4480" extrusionOk="0">
                    <a:moveTo>
                      <a:pt x="0" y="0"/>
                    </a:moveTo>
                    <a:lnTo>
                      <a:pt x="260004" y="0"/>
                    </a:lnTo>
                    <a:lnTo>
                      <a:pt x="260004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6" name="Google Shape;956;p44"/>
              <p:cNvSpPr/>
              <p:nvPr/>
            </p:nvSpPr>
            <p:spPr>
              <a:xfrm rot="-2667569">
                <a:off x="2985839" y="4013185"/>
                <a:ext cx="150521" cy="3358"/>
              </a:xfrm>
              <a:custGeom>
                <a:avLst/>
                <a:gdLst/>
                <a:ahLst/>
                <a:cxnLst/>
                <a:rect l="l" t="t" r="r" b="b"/>
                <a:pathLst>
                  <a:path w="200811" h="4480" extrusionOk="0">
                    <a:moveTo>
                      <a:pt x="0" y="0"/>
                    </a:moveTo>
                    <a:lnTo>
                      <a:pt x="200811" y="0"/>
                    </a:lnTo>
                    <a:lnTo>
                      <a:pt x="200811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7" name="Google Shape;957;p44"/>
              <p:cNvSpPr/>
              <p:nvPr/>
            </p:nvSpPr>
            <p:spPr>
              <a:xfrm rot="-2716216">
                <a:off x="3069932" y="3955542"/>
                <a:ext cx="3358" cy="133807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78518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78518"/>
                    </a:lnTo>
                    <a:lnTo>
                      <a:pt x="0" y="1785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58" name="Google Shape;958;p44"/>
          <p:cNvSpPr txBox="1">
            <a:spLocks noGrp="1"/>
          </p:cNvSpPr>
          <p:nvPr>
            <p:ph type="title"/>
          </p:nvPr>
        </p:nvSpPr>
        <p:spPr>
          <a:xfrm>
            <a:off x="2356499" y="531975"/>
            <a:ext cx="4430700" cy="10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None/>
              <a:defRPr sz="5000" b="1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Font typeface="Bebas Neue"/>
              <a:buNone/>
              <a:defRPr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59" name="Google Shape;959;p44"/>
          <p:cNvSpPr txBox="1">
            <a:spLocks noGrp="1"/>
          </p:cNvSpPr>
          <p:nvPr>
            <p:ph type="subTitle" idx="1"/>
          </p:nvPr>
        </p:nvSpPr>
        <p:spPr>
          <a:xfrm>
            <a:off x="2356499" y="1572621"/>
            <a:ext cx="4430700" cy="11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0" name="Google Shape;960;p44"/>
          <p:cNvSpPr txBox="1"/>
          <p:nvPr/>
        </p:nvSpPr>
        <p:spPr>
          <a:xfrm>
            <a:off x="2708379" y="3406544"/>
            <a:ext cx="3726900" cy="7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CREDITS</a:t>
            </a:r>
            <a:r>
              <a:rPr lang="es" sz="1000">
                <a:solidFill>
                  <a:srgbClr val="191919"/>
                </a:solidFill>
                <a:latin typeface="Lato"/>
                <a:ea typeface="Lato"/>
                <a:cs typeface="Lato"/>
                <a:sym typeface="Lato"/>
              </a:rPr>
              <a:t>: This presentation template was created by </a:t>
            </a:r>
            <a:r>
              <a:rPr lang="es" sz="1000" b="1">
                <a:solidFill>
                  <a:srgbClr val="191919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r>
              <a:rPr lang="es" sz="1000">
                <a:solidFill>
                  <a:srgbClr val="191919"/>
                </a:solidFill>
                <a:latin typeface="Lato"/>
                <a:ea typeface="Lato"/>
                <a:cs typeface="Lato"/>
                <a:sym typeface="Lato"/>
              </a:rPr>
              <a:t>, and includes icons by </a:t>
            </a:r>
            <a:r>
              <a:rPr lang="es" sz="1000" b="1">
                <a:solidFill>
                  <a:srgbClr val="191919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Flaticon</a:t>
            </a:r>
            <a:r>
              <a:rPr lang="es" sz="1000">
                <a:solidFill>
                  <a:srgbClr val="191919"/>
                </a:solidFill>
                <a:latin typeface="Lato"/>
                <a:ea typeface="Lato"/>
                <a:cs typeface="Lato"/>
                <a:sym typeface="Lato"/>
              </a:rPr>
              <a:t>, infographics &amp; images by </a:t>
            </a:r>
            <a:r>
              <a:rPr lang="es" sz="1000" b="1">
                <a:solidFill>
                  <a:srgbClr val="191919"/>
                </a:solidFill>
                <a:uFill>
                  <a:noFill/>
                </a:uFill>
                <a:latin typeface="Lato"/>
                <a:ea typeface="Lato"/>
                <a:cs typeface="Lato"/>
                <a:sym typeface="Lato"/>
                <a:hlinkClick r:id="rId5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r>
              <a:rPr lang="es" sz="1000" b="1">
                <a:solidFill>
                  <a:srgbClr val="19191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" sz="1000">
                <a:solidFill>
                  <a:srgbClr val="191919"/>
                </a:solidFill>
                <a:latin typeface="Lato"/>
                <a:ea typeface="Lato"/>
                <a:cs typeface="Lato"/>
                <a:sym typeface="Lato"/>
              </a:rPr>
              <a:t>and content by</a:t>
            </a:r>
            <a:r>
              <a:rPr lang="es" sz="100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s" sz="1000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Eliana Delacour</a:t>
            </a:r>
            <a:endParaRPr sz="10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0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2" name="Google Shape;962;p45"/>
          <p:cNvGrpSpPr/>
          <p:nvPr/>
        </p:nvGrpSpPr>
        <p:grpSpPr>
          <a:xfrm>
            <a:off x="-561020" y="165638"/>
            <a:ext cx="11000893" cy="4687596"/>
            <a:chOff x="-561020" y="165638"/>
            <a:chExt cx="11000893" cy="4687596"/>
          </a:xfrm>
        </p:grpSpPr>
        <p:sp>
          <p:nvSpPr>
            <p:cNvPr id="963" name="Google Shape;963;p45"/>
            <p:cNvSpPr/>
            <p:nvPr/>
          </p:nvSpPr>
          <p:spPr>
            <a:xfrm rot="2574778">
              <a:off x="8342195" y="2070480"/>
              <a:ext cx="1765522" cy="1669537"/>
            </a:xfrm>
            <a:custGeom>
              <a:avLst/>
              <a:gdLst/>
              <a:ahLst/>
              <a:cxnLst/>
              <a:rect l="l" t="t" r="r" b="b"/>
              <a:pathLst>
                <a:path w="534870" h="505791" extrusionOk="0">
                  <a:moveTo>
                    <a:pt x="534513" y="294201"/>
                  </a:moveTo>
                  <a:lnTo>
                    <a:pt x="524184" y="175345"/>
                  </a:lnTo>
                  <a:cubicBezTo>
                    <a:pt x="521429" y="143553"/>
                    <a:pt x="501712" y="115727"/>
                    <a:pt x="472632" y="102575"/>
                  </a:cubicBezTo>
                  <a:lnTo>
                    <a:pt x="263195" y="7849"/>
                  </a:lnTo>
                  <a:cubicBezTo>
                    <a:pt x="231963" y="-6288"/>
                    <a:pt x="195377" y="-1045"/>
                    <a:pt x="169343" y="21292"/>
                  </a:cubicBezTo>
                  <a:lnTo>
                    <a:pt x="42265" y="130357"/>
                  </a:lnTo>
                  <a:cubicBezTo>
                    <a:pt x="25148" y="145054"/>
                    <a:pt x="14304" y="165733"/>
                    <a:pt x="11974" y="188160"/>
                  </a:cubicBezTo>
                  <a:lnTo>
                    <a:pt x="481" y="298189"/>
                  </a:lnTo>
                  <a:cubicBezTo>
                    <a:pt x="-3418" y="335469"/>
                    <a:pt x="16679" y="371160"/>
                    <a:pt x="50577" y="387157"/>
                  </a:cubicBezTo>
                  <a:lnTo>
                    <a:pt x="283942" y="497342"/>
                  </a:lnTo>
                  <a:cubicBezTo>
                    <a:pt x="316495" y="512711"/>
                    <a:pt x="355143" y="506774"/>
                    <a:pt x="381580" y="482308"/>
                  </a:cubicBezTo>
                  <a:lnTo>
                    <a:pt x="506575" y="366589"/>
                  </a:lnTo>
                  <a:cubicBezTo>
                    <a:pt x="526582" y="348061"/>
                    <a:pt x="536910" y="321332"/>
                    <a:pt x="534535" y="29417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64" name="Google Shape;964;p45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573850" y="785725"/>
              <a:ext cx="1866024" cy="1861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5" name="Google Shape;965;p45"/>
            <p:cNvSpPr/>
            <p:nvPr/>
          </p:nvSpPr>
          <p:spPr>
            <a:xfrm>
              <a:off x="764426" y="165638"/>
              <a:ext cx="401805" cy="401805"/>
            </a:xfrm>
            <a:custGeom>
              <a:avLst/>
              <a:gdLst/>
              <a:ahLst/>
              <a:cxnLst/>
              <a:rect l="l" t="t" r="r" b="b"/>
              <a:pathLst>
                <a:path w="355580" h="355580" extrusionOk="0">
                  <a:moveTo>
                    <a:pt x="329323" y="77900"/>
                  </a:moveTo>
                  <a:lnTo>
                    <a:pt x="266434" y="19425"/>
                  </a:lnTo>
                  <a:lnTo>
                    <a:pt x="239996" y="47856"/>
                  </a:lnTo>
                  <a:cubicBezTo>
                    <a:pt x="232132" y="44092"/>
                    <a:pt x="223977" y="41112"/>
                    <a:pt x="215710" y="38849"/>
                  </a:cubicBezTo>
                  <a:lnTo>
                    <a:pt x="214299" y="0"/>
                  </a:lnTo>
                  <a:lnTo>
                    <a:pt x="128489" y="3114"/>
                  </a:lnTo>
                  <a:lnTo>
                    <a:pt x="129901" y="41963"/>
                  </a:lnTo>
                  <a:cubicBezTo>
                    <a:pt x="121791" y="44809"/>
                    <a:pt x="113904" y="48371"/>
                    <a:pt x="106331" y="52695"/>
                  </a:cubicBezTo>
                  <a:lnTo>
                    <a:pt x="77900" y="26258"/>
                  </a:lnTo>
                  <a:lnTo>
                    <a:pt x="19425" y="89147"/>
                  </a:lnTo>
                  <a:lnTo>
                    <a:pt x="47856" y="115584"/>
                  </a:lnTo>
                  <a:cubicBezTo>
                    <a:pt x="44092" y="123448"/>
                    <a:pt x="41112" y="131604"/>
                    <a:pt x="38849" y="139871"/>
                  </a:cubicBezTo>
                  <a:lnTo>
                    <a:pt x="0" y="141282"/>
                  </a:lnTo>
                  <a:lnTo>
                    <a:pt x="3114" y="227091"/>
                  </a:lnTo>
                  <a:lnTo>
                    <a:pt x="41963" y="225680"/>
                  </a:lnTo>
                  <a:cubicBezTo>
                    <a:pt x="44809" y="233790"/>
                    <a:pt x="48371" y="241677"/>
                    <a:pt x="52695" y="249249"/>
                  </a:cubicBezTo>
                  <a:lnTo>
                    <a:pt x="26258" y="277681"/>
                  </a:lnTo>
                  <a:lnTo>
                    <a:pt x="89147" y="336156"/>
                  </a:lnTo>
                  <a:lnTo>
                    <a:pt x="115584" y="307725"/>
                  </a:lnTo>
                  <a:cubicBezTo>
                    <a:pt x="123448" y="311489"/>
                    <a:pt x="131604" y="314469"/>
                    <a:pt x="139871" y="316732"/>
                  </a:cubicBezTo>
                  <a:lnTo>
                    <a:pt x="141283" y="355581"/>
                  </a:lnTo>
                  <a:lnTo>
                    <a:pt x="227091" y="352467"/>
                  </a:lnTo>
                  <a:lnTo>
                    <a:pt x="225680" y="313617"/>
                  </a:lnTo>
                  <a:cubicBezTo>
                    <a:pt x="233790" y="310772"/>
                    <a:pt x="241677" y="307210"/>
                    <a:pt x="249249" y="302886"/>
                  </a:cubicBezTo>
                  <a:lnTo>
                    <a:pt x="277681" y="329323"/>
                  </a:lnTo>
                  <a:lnTo>
                    <a:pt x="336156" y="266434"/>
                  </a:lnTo>
                  <a:lnTo>
                    <a:pt x="307725" y="239996"/>
                  </a:lnTo>
                  <a:cubicBezTo>
                    <a:pt x="311489" y="232132"/>
                    <a:pt x="314469" y="224000"/>
                    <a:pt x="316732" y="215710"/>
                  </a:cubicBezTo>
                  <a:lnTo>
                    <a:pt x="355581" y="214298"/>
                  </a:lnTo>
                  <a:lnTo>
                    <a:pt x="352467" y="128489"/>
                  </a:lnTo>
                  <a:lnTo>
                    <a:pt x="313617" y="129901"/>
                  </a:lnTo>
                  <a:cubicBezTo>
                    <a:pt x="310772" y="121791"/>
                    <a:pt x="307210" y="113904"/>
                    <a:pt x="302886" y="106331"/>
                  </a:cubicBezTo>
                  <a:lnTo>
                    <a:pt x="329323" y="77900"/>
                  </a:lnTo>
                  <a:close/>
                  <a:moveTo>
                    <a:pt x="214276" y="211722"/>
                  </a:moveTo>
                  <a:cubicBezTo>
                    <a:pt x="195546" y="231864"/>
                    <a:pt x="164045" y="233006"/>
                    <a:pt x="143904" y="214276"/>
                  </a:cubicBezTo>
                  <a:cubicBezTo>
                    <a:pt x="123762" y="195546"/>
                    <a:pt x="122619" y="164045"/>
                    <a:pt x="141350" y="143904"/>
                  </a:cubicBezTo>
                  <a:cubicBezTo>
                    <a:pt x="160080" y="123762"/>
                    <a:pt x="191580" y="122619"/>
                    <a:pt x="211722" y="141350"/>
                  </a:cubicBezTo>
                  <a:cubicBezTo>
                    <a:pt x="231864" y="160080"/>
                    <a:pt x="233006" y="191580"/>
                    <a:pt x="214276" y="21172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66" name="Google Shape;966;p45"/>
            <p:cNvGrpSpPr/>
            <p:nvPr/>
          </p:nvGrpSpPr>
          <p:grpSpPr>
            <a:xfrm>
              <a:off x="8272314" y="374745"/>
              <a:ext cx="599775" cy="483248"/>
              <a:chOff x="4528496" y="3602214"/>
              <a:chExt cx="116631" cy="93997"/>
            </a:xfrm>
          </p:grpSpPr>
          <p:sp>
            <p:nvSpPr>
              <p:cNvPr id="967" name="Google Shape;967;p45"/>
              <p:cNvSpPr/>
              <p:nvPr/>
            </p:nvSpPr>
            <p:spPr>
              <a:xfrm>
                <a:off x="4579124" y="3602214"/>
                <a:ext cx="66003" cy="54913"/>
              </a:xfrm>
              <a:custGeom>
                <a:avLst/>
                <a:gdLst/>
                <a:ahLst/>
                <a:cxnLst/>
                <a:rect l="l" t="t" r="r" b="b"/>
                <a:pathLst>
                  <a:path w="88004" h="73217" extrusionOk="0">
                    <a:moveTo>
                      <a:pt x="16378" y="73218"/>
                    </a:moveTo>
                    <a:lnTo>
                      <a:pt x="0" y="56840"/>
                    </a:lnTo>
                    <a:lnTo>
                      <a:pt x="1591" y="55249"/>
                    </a:lnTo>
                    <a:lnTo>
                      <a:pt x="16378" y="70036"/>
                    </a:lnTo>
                    <a:lnTo>
                      <a:pt x="86437" y="0"/>
                    </a:lnTo>
                    <a:lnTo>
                      <a:pt x="88005" y="1591"/>
                    </a:lnTo>
                    <a:lnTo>
                      <a:pt x="16378" y="732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8" name="Google Shape;968;p45"/>
              <p:cNvSpPr/>
              <p:nvPr/>
            </p:nvSpPr>
            <p:spPr>
              <a:xfrm>
                <a:off x="4528496" y="3692851"/>
                <a:ext cx="3360" cy="3360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4480" extrusionOk="0">
                    <a:moveTo>
                      <a:pt x="2240" y="4481"/>
                    </a:moveTo>
                    <a:cubicBezTo>
                      <a:pt x="1635" y="4481"/>
                      <a:pt x="1075" y="4257"/>
                      <a:pt x="672" y="3831"/>
                    </a:cubicBezTo>
                    <a:cubicBezTo>
                      <a:pt x="246" y="3406"/>
                      <a:pt x="0" y="2845"/>
                      <a:pt x="0" y="2240"/>
                    </a:cubicBezTo>
                    <a:cubicBezTo>
                      <a:pt x="0" y="1949"/>
                      <a:pt x="67" y="1658"/>
                      <a:pt x="179" y="1389"/>
                    </a:cubicBezTo>
                    <a:cubicBezTo>
                      <a:pt x="291" y="1120"/>
                      <a:pt x="448" y="874"/>
                      <a:pt x="672" y="672"/>
                    </a:cubicBezTo>
                    <a:cubicBezTo>
                      <a:pt x="874" y="448"/>
                      <a:pt x="1120" y="292"/>
                      <a:pt x="1389" y="179"/>
                    </a:cubicBezTo>
                    <a:cubicBezTo>
                      <a:pt x="1792" y="0"/>
                      <a:pt x="2240" y="-45"/>
                      <a:pt x="2689" y="45"/>
                    </a:cubicBezTo>
                    <a:cubicBezTo>
                      <a:pt x="2823" y="67"/>
                      <a:pt x="2980" y="112"/>
                      <a:pt x="3114" y="179"/>
                    </a:cubicBezTo>
                    <a:cubicBezTo>
                      <a:pt x="3249" y="224"/>
                      <a:pt x="3361" y="292"/>
                      <a:pt x="3495" y="381"/>
                    </a:cubicBezTo>
                    <a:cubicBezTo>
                      <a:pt x="3607" y="470"/>
                      <a:pt x="3719" y="560"/>
                      <a:pt x="3831" y="672"/>
                    </a:cubicBezTo>
                    <a:cubicBezTo>
                      <a:pt x="4033" y="874"/>
                      <a:pt x="4212" y="1120"/>
                      <a:pt x="4324" y="1389"/>
                    </a:cubicBezTo>
                    <a:cubicBezTo>
                      <a:pt x="4436" y="1658"/>
                      <a:pt x="4481" y="1949"/>
                      <a:pt x="4481" y="2240"/>
                    </a:cubicBezTo>
                    <a:cubicBezTo>
                      <a:pt x="4481" y="2845"/>
                      <a:pt x="4257" y="3406"/>
                      <a:pt x="3831" y="3831"/>
                    </a:cubicBezTo>
                    <a:cubicBezTo>
                      <a:pt x="3406" y="4257"/>
                      <a:pt x="2845" y="4481"/>
                      <a:pt x="2240" y="448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9" name="Google Shape;969;p45"/>
              <p:cNvSpPr/>
              <p:nvPr/>
            </p:nvSpPr>
            <p:spPr>
              <a:xfrm>
                <a:off x="4535196" y="3652687"/>
                <a:ext cx="36841" cy="36837"/>
              </a:xfrm>
              <a:custGeom>
                <a:avLst/>
                <a:gdLst/>
                <a:ahLst/>
                <a:cxnLst/>
                <a:rect l="l" t="t" r="r" b="b"/>
                <a:pathLst>
                  <a:path w="49121" h="49116" extrusionOk="0">
                    <a:moveTo>
                      <a:pt x="655" y="48444"/>
                    </a:moveTo>
                    <a:cubicBezTo>
                      <a:pt x="-218" y="47570"/>
                      <a:pt x="-218" y="46159"/>
                      <a:pt x="655" y="45285"/>
                    </a:cubicBezTo>
                    <a:lnTo>
                      <a:pt x="655" y="45285"/>
                    </a:lnTo>
                    <a:cubicBezTo>
                      <a:pt x="1529" y="44412"/>
                      <a:pt x="2941" y="44412"/>
                      <a:pt x="3837" y="45285"/>
                    </a:cubicBezTo>
                    <a:lnTo>
                      <a:pt x="3837" y="45285"/>
                    </a:lnTo>
                    <a:cubicBezTo>
                      <a:pt x="4688" y="46159"/>
                      <a:pt x="4688" y="47570"/>
                      <a:pt x="3837" y="48444"/>
                    </a:cubicBezTo>
                    <a:lnTo>
                      <a:pt x="3837" y="48444"/>
                    </a:lnTo>
                    <a:cubicBezTo>
                      <a:pt x="3389" y="48892"/>
                      <a:pt x="2806" y="49116"/>
                      <a:pt x="2246" y="49116"/>
                    </a:cubicBezTo>
                    <a:lnTo>
                      <a:pt x="2246" y="49116"/>
                    </a:lnTo>
                    <a:cubicBezTo>
                      <a:pt x="1663" y="49116"/>
                      <a:pt x="1103" y="48892"/>
                      <a:pt x="655" y="48444"/>
                    </a:cubicBezTo>
                    <a:close/>
                    <a:moveTo>
                      <a:pt x="9572" y="39527"/>
                    </a:moveTo>
                    <a:cubicBezTo>
                      <a:pt x="8698" y="38653"/>
                      <a:pt x="8698" y="37242"/>
                      <a:pt x="9572" y="36346"/>
                    </a:cubicBezTo>
                    <a:lnTo>
                      <a:pt x="9572" y="36346"/>
                    </a:lnTo>
                    <a:cubicBezTo>
                      <a:pt x="10446" y="35472"/>
                      <a:pt x="11880" y="35472"/>
                      <a:pt x="12754" y="36346"/>
                    </a:cubicBezTo>
                    <a:lnTo>
                      <a:pt x="12754" y="36346"/>
                    </a:lnTo>
                    <a:cubicBezTo>
                      <a:pt x="13628" y="37242"/>
                      <a:pt x="13628" y="38653"/>
                      <a:pt x="12754" y="39527"/>
                    </a:cubicBezTo>
                    <a:lnTo>
                      <a:pt x="12754" y="39527"/>
                    </a:lnTo>
                    <a:cubicBezTo>
                      <a:pt x="12306" y="39953"/>
                      <a:pt x="11745" y="40177"/>
                      <a:pt x="11163" y="40177"/>
                    </a:cubicBezTo>
                    <a:lnTo>
                      <a:pt x="11163" y="40177"/>
                    </a:lnTo>
                    <a:cubicBezTo>
                      <a:pt x="10603" y="40177"/>
                      <a:pt x="10020" y="39953"/>
                      <a:pt x="9572" y="39527"/>
                    </a:cubicBezTo>
                    <a:close/>
                    <a:moveTo>
                      <a:pt x="18512" y="30610"/>
                    </a:moveTo>
                    <a:cubicBezTo>
                      <a:pt x="17638" y="29714"/>
                      <a:pt x="17638" y="28302"/>
                      <a:pt x="18512" y="27429"/>
                    </a:cubicBezTo>
                    <a:lnTo>
                      <a:pt x="18512" y="27429"/>
                    </a:lnTo>
                    <a:cubicBezTo>
                      <a:pt x="19385" y="26555"/>
                      <a:pt x="20797" y="26555"/>
                      <a:pt x="21671" y="27429"/>
                    </a:cubicBezTo>
                    <a:lnTo>
                      <a:pt x="21671" y="27429"/>
                    </a:lnTo>
                    <a:cubicBezTo>
                      <a:pt x="22545" y="28302"/>
                      <a:pt x="22545" y="29714"/>
                      <a:pt x="21671" y="30610"/>
                    </a:cubicBezTo>
                    <a:lnTo>
                      <a:pt x="21671" y="30610"/>
                    </a:lnTo>
                    <a:cubicBezTo>
                      <a:pt x="21245" y="31036"/>
                      <a:pt x="20662" y="31260"/>
                      <a:pt x="20102" y="31260"/>
                    </a:cubicBezTo>
                    <a:lnTo>
                      <a:pt x="20102" y="31260"/>
                    </a:lnTo>
                    <a:cubicBezTo>
                      <a:pt x="19520" y="31260"/>
                      <a:pt x="18937" y="31036"/>
                      <a:pt x="18512" y="30610"/>
                    </a:cubicBezTo>
                    <a:close/>
                    <a:moveTo>
                      <a:pt x="27429" y="21671"/>
                    </a:moveTo>
                    <a:cubicBezTo>
                      <a:pt x="26555" y="20797"/>
                      <a:pt x="26555" y="19385"/>
                      <a:pt x="27429" y="18512"/>
                    </a:cubicBezTo>
                    <a:lnTo>
                      <a:pt x="27429" y="18512"/>
                    </a:lnTo>
                    <a:cubicBezTo>
                      <a:pt x="28302" y="17638"/>
                      <a:pt x="29736" y="17638"/>
                      <a:pt x="30610" y="18512"/>
                    </a:cubicBezTo>
                    <a:lnTo>
                      <a:pt x="30610" y="18512"/>
                    </a:lnTo>
                    <a:cubicBezTo>
                      <a:pt x="31484" y="19385"/>
                      <a:pt x="31484" y="20797"/>
                      <a:pt x="30610" y="21671"/>
                    </a:cubicBezTo>
                    <a:lnTo>
                      <a:pt x="30610" y="21671"/>
                    </a:lnTo>
                    <a:cubicBezTo>
                      <a:pt x="30162" y="22119"/>
                      <a:pt x="29602" y="22320"/>
                      <a:pt x="29019" y="22320"/>
                    </a:cubicBezTo>
                    <a:lnTo>
                      <a:pt x="29019" y="22320"/>
                    </a:lnTo>
                    <a:cubicBezTo>
                      <a:pt x="28437" y="22320"/>
                      <a:pt x="27877" y="22119"/>
                      <a:pt x="27429" y="21671"/>
                    </a:cubicBezTo>
                    <a:close/>
                    <a:moveTo>
                      <a:pt x="36368" y="12754"/>
                    </a:moveTo>
                    <a:cubicBezTo>
                      <a:pt x="35494" y="11880"/>
                      <a:pt x="35494" y="10446"/>
                      <a:pt x="36368" y="9572"/>
                    </a:cubicBezTo>
                    <a:lnTo>
                      <a:pt x="36368" y="9572"/>
                    </a:lnTo>
                    <a:cubicBezTo>
                      <a:pt x="37242" y="8698"/>
                      <a:pt x="38653" y="8698"/>
                      <a:pt x="39527" y="9572"/>
                    </a:cubicBezTo>
                    <a:lnTo>
                      <a:pt x="39527" y="9572"/>
                    </a:lnTo>
                    <a:cubicBezTo>
                      <a:pt x="40401" y="10446"/>
                      <a:pt x="40401" y="11880"/>
                      <a:pt x="39527" y="12754"/>
                    </a:cubicBezTo>
                    <a:lnTo>
                      <a:pt x="39527" y="12754"/>
                    </a:lnTo>
                    <a:cubicBezTo>
                      <a:pt x="39101" y="13179"/>
                      <a:pt x="38519" y="13404"/>
                      <a:pt x="37959" y="13404"/>
                    </a:cubicBezTo>
                    <a:lnTo>
                      <a:pt x="37959" y="13404"/>
                    </a:lnTo>
                    <a:cubicBezTo>
                      <a:pt x="37376" y="13404"/>
                      <a:pt x="36794" y="13179"/>
                      <a:pt x="36368" y="12754"/>
                    </a:cubicBezTo>
                    <a:close/>
                    <a:moveTo>
                      <a:pt x="45285" y="3814"/>
                    </a:moveTo>
                    <a:cubicBezTo>
                      <a:pt x="44411" y="2941"/>
                      <a:pt x="44411" y="1529"/>
                      <a:pt x="45285" y="656"/>
                    </a:cubicBezTo>
                    <a:lnTo>
                      <a:pt x="45285" y="656"/>
                    </a:lnTo>
                    <a:cubicBezTo>
                      <a:pt x="46159" y="-219"/>
                      <a:pt x="47593" y="-219"/>
                      <a:pt x="48466" y="656"/>
                    </a:cubicBezTo>
                    <a:lnTo>
                      <a:pt x="48466" y="656"/>
                    </a:lnTo>
                    <a:cubicBezTo>
                      <a:pt x="49340" y="1529"/>
                      <a:pt x="49340" y="2941"/>
                      <a:pt x="48466" y="3814"/>
                    </a:cubicBezTo>
                    <a:lnTo>
                      <a:pt x="48466" y="3814"/>
                    </a:lnTo>
                    <a:cubicBezTo>
                      <a:pt x="48018" y="4262"/>
                      <a:pt x="47458" y="4464"/>
                      <a:pt x="46876" y="4464"/>
                    </a:cubicBezTo>
                    <a:lnTo>
                      <a:pt x="46876" y="4464"/>
                    </a:lnTo>
                    <a:cubicBezTo>
                      <a:pt x="46293" y="4464"/>
                      <a:pt x="45733" y="4262"/>
                      <a:pt x="45285" y="381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0" name="Google Shape;970;p45"/>
              <p:cNvSpPr/>
              <p:nvPr/>
            </p:nvSpPr>
            <p:spPr>
              <a:xfrm>
                <a:off x="4575377" y="3646008"/>
                <a:ext cx="3343" cy="3339"/>
              </a:xfrm>
              <a:custGeom>
                <a:avLst/>
                <a:gdLst/>
                <a:ahLst/>
                <a:cxnLst/>
                <a:rect l="l" t="t" r="r" b="b"/>
                <a:pathLst>
                  <a:path w="4458" h="4452" extrusionOk="0">
                    <a:moveTo>
                      <a:pt x="2218" y="4453"/>
                    </a:moveTo>
                    <a:cubicBezTo>
                      <a:pt x="1927" y="4453"/>
                      <a:pt x="1635" y="4386"/>
                      <a:pt x="1367" y="4274"/>
                    </a:cubicBezTo>
                    <a:cubicBezTo>
                      <a:pt x="1098" y="4161"/>
                      <a:pt x="851" y="4005"/>
                      <a:pt x="650" y="3803"/>
                    </a:cubicBezTo>
                    <a:cubicBezTo>
                      <a:pt x="426" y="3579"/>
                      <a:pt x="269" y="3333"/>
                      <a:pt x="157" y="3064"/>
                    </a:cubicBezTo>
                    <a:cubicBezTo>
                      <a:pt x="45" y="2795"/>
                      <a:pt x="0" y="2504"/>
                      <a:pt x="0" y="2213"/>
                    </a:cubicBezTo>
                    <a:cubicBezTo>
                      <a:pt x="0" y="1921"/>
                      <a:pt x="45" y="1630"/>
                      <a:pt x="157" y="1361"/>
                    </a:cubicBezTo>
                    <a:cubicBezTo>
                      <a:pt x="269" y="1070"/>
                      <a:pt x="426" y="846"/>
                      <a:pt x="650" y="622"/>
                    </a:cubicBezTo>
                    <a:cubicBezTo>
                      <a:pt x="1479" y="-207"/>
                      <a:pt x="2980" y="-207"/>
                      <a:pt x="3809" y="622"/>
                    </a:cubicBezTo>
                    <a:cubicBezTo>
                      <a:pt x="4010" y="846"/>
                      <a:pt x="4190" y="1070"/>
                      <a:pt x="4302" y="1361"/>
                    </a:cubicBezTo>
                    <a:cubicBezTo>
                      <a:pt x="4414" y="1630"/>
                      <a:pt x="4458" y="1921"/>
                      <a:pt x="4458" y="2213"/>
                    </a:cubicBezTo>
                    <a:cubicBezTo>
                      <a:pt x="4458" y="2504"/>
                      <a:pt x="4414" y="2795"/>
                      <a:pt x="4302" y="3064"/>
                    </a:cubicBezTo>
                    <a:cubicBezTo>
                      <a:pt x="4190" y="3333"/>
                      <a:pt x="4033" y="3579"/>
                      <a:pt x="3809" y="3803"/>
                    </a:cubicBezTo>
                    <a:cubicBezTo>
                      <a:pt x="3607" y="4005"/>
                      <a:pt x="3361" y="4161"/>
                      <a:pt x="3092" y="4274"/>
                    </a:cubicBezTo>
                    <a:cubicBezTo>
                      <a:pt x="2823" y="4386"/>
                      <a:pt x="2532" y="4453"/>
                      <a:pt x="2218" y="44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71" name="Google Shape;971;p45"/>
            <p:cNvSpPr/>
            <p:nvPr/>
          </p:nvSpPr>
          <p:spPr>
            <a:xfrm>
              <a:off x="62188" y="2495875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45"/>
            <p:cNvSpPr/>
            <p:nvPr/>
          </p:nvSpPr>
          <p:spPr>
            <a:xfrm>
              <a:off x="8593550" y="3518475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45"/>
            <p:cNvSpPr/>
            <p:nvPr/>
          </p:nvSpPr>
          <p:spPr>
            <a:xfrm>
              <a:off x="137079" y="364862"/>
              <a:ext cx="503081" cy="503033"/>
            </a:xfrm>
            <a:custGeom>
              <a:avLst/>
              <a:gdLst/>
              <a:ahLst/>
              <a:cxnLst/>
              <a:rect l="l" t="t" r="r" b="b"/>
              <a:pathLst>
                <a:path w="233991" h="233969" extrusionOk="0">
                  <a:moveTo>
                    <a:pt x="121723" y="233970"/>
                  </a:moveTo>
                  <a:lnTo>
                    <a:pt x="114464" y="209952"/>
                  </a:lnTo>
                  <a:cubicBezTo>
                    <a:pt x="109938" y="209840"/>
                    <a:pt x="105458" y="209392"/>
                    <a:pt x="101089" y="208630"/>
                  </a:cubicBezTo>
                  <a:lnTo>
                    <a:pt x="89237" y="230721"/>
                  </a:lnTo>
                  <a:lnTo>
                    <a:pt x="37617" y="203029"/>
                  </a:lnTo>
                  <a:lnTo>
                    <a:pt x="49469" y="180938"/>
                  </a:lnTo>
                  <a:cubicBezTo>
                    <a:pt x="46422" y="177712"/>
                    <a:pt x="43577" y="174217"/>
                    <a:pt x="40978" y="170520"/>
                  </a:cubicBezTo>
                  <a:lnTo>
                    <a:pt x="16938" y="177779"/>
                  </a:lnTo>
                  <a:lnTo>
                    <a:pt x="0" y="121701"/>
                  </a:lnTo>
                  <a:lnTo>
                    <a:pt x="24017" y="114442"/>
                  </a:lnTo>
                  <a:cubicBezTo>
                    <a:pt x="24130" y="109916"/>
                    <a:pt x="24578" y="105435"/>
                    <a:pt x="25339" y="101066"/>
                  </a:cubicBezTo>
                  <a:lnTo>
                    <a:pt x="3249" y="89215"/>
                  </a:lnTo>
                  <a:lnTo>
                    <a:pt x="30940" y="37595"/>
                  </a:lnTo>
                  <a:lnTo>
                    <a:pt x="53031" y="49447"/>
                  </a:lnTo>
                  <a:cubicBezTo>
                    <a:pt x="56258" y="46400"/>
                    <a:pt x="59730" y="43554"/>
                    <a:pt x="63449" y="40955"/>
                  </a:cubicBezTo>
                  <a:lnTo>
                    <a:pt x="56190" y="16938"/>
                  </a:lnTo>
                  <a:lnTo>
                    <a:pt x="112269" y="0"/>
                  </a:lnTo>
                  <a:lnTo>
                    <a:pt x="119528" y="24018"/>
                  </a:lnTo>
                  <a:cubicBezTo>
                    <a:pt x="124053" y="24130"/>
                    <a:pt x="128534" y="24578"/>
                    <a:pt x="132903" y="25339"/>
                  </a:cubicBezTo>
                  <a:lnTo>
                    <a:pt x="144755" y="3249"/>
                  </a:lnTo>
                  <a:lnTo>
                    <a:pt x="196375" y="30941"/>
                  </a:lnTo>
                  <a:lnTo>
                    <a:pt x="184523" y="53031"/>
                  </a:lnTo>
                  <a:cubicBezTo>
                    <a:pt x="187570" y="56258"/>
                    <a:pt x="190415" y="59730"/>
                    <a:pt x="193014" y="63449"/>
                  </a:cubicBezTo>
                  <a:lnTo>
                    <a:pt x="217054" y="56190"/>
                  </a:lnTo>
                  <a:lnTo>
                    <a:pt x="233992" y="112269"/>
                  </a:lnTo>
                  <a:lnTo>
                    <a:pt x="209974" y="119528"/>
                  </a:lnTo>
                  <a:cubicBezTo>
                    <a:pt x="209862" y="124053"/>
                    <a:pt x="209414" y="128534"/>
                    <a:pt x="208653" y="132903"/>
                  </a:cubicBezTo>
                  <a:lnTo>
                    <a:pt x="230743" y="144755"/>
                  </a:lnTo>
                  <a:lnTo>
                    <a:pt x="203051" y="196375"/>
                  </a:lnTo>
                  <a:lnTo>
                    <a:pt x="180961" y="184523"/>
                  </a:lnTo>
                  <a:cubicBezTo>
                    <a:pt x="177734" y="187570"/>
                    <a:pt x="174262" y="190415"/>
                    <a:pt x="170543" y="193014"/>
                  </a:cubicBezTo>
                  <a:lnTo>
                    <a:pt x="177802" y="217032"/>
                  </a:lnTo>
                  <a:lnTo>
                    <a:pt x="121723" y="233970"/>
                  </a:lnTo>
                  <a:close/>
                  <a:moveTo>
                    <a:pt x="98691" y="203612"/>
                  </a:moveTo>
                  <a:lnTo>
                    <a:pt x="100305" y="203925"/>
                  </a:lnTo>
                  <a:cubicBezTo>
                    <a:pt x="105435" y="204911"/>
                    <a:pt x="110767" y="205426"/>
                    <a:pt x="116145" y="205494"/>
                  </a:cubicBezTo>
                  <a:lnTo>
                    <a:pt x="117802" y="205494"/>
                  </a:lnTo>
                  <a:cubicBezTo>
                    <a:pt x="117802" y="205494"/>
                    <a:pt x="124703" y="228391"/>
                    <a:pt x="124703" y="228391"/>
                  </a:cubicBezTo>
                  <a:lnTo>
                    <a:pt x="172223" y="214052"/>
                  </a:lnTo>
                  <a:lnTo>
                    <a:pt x="165322" y="191177"/>
                  </a:lnTo>
                  <a:lnTo>
                    <a:pt x="166689" y="190258"/>
                  </a:lnTo>
                  <a:cubicBezTo>
                    <a:pt x="171148" y="187234"/>
                    <a:pt x="175292" y="183851"/>
                    <a:pt x="179034" y="180199"/>
                  </a:cubicBezTo>
                  <a:lnTo>
                    <a:pt x="180199" y="179034"/>
                  </a:lnTo>
                  <a:lnTo>
                    <a:pt x="201237" y="190326"/>
                  </a:lnTo>
                  <a:lnTo>
                    <a:pt x="224694" y="146592"/>
                  </a:lnTo>
                  <a:lnTo>
                    <a:pt x="203656" y="135300"/>
                  </a:lnTo>
                  <a:lnTo>
                    <a:pt x="203970" y="133687"/>
                  </a:lnTo>
                  <a:cubicBezTo>
                    <a:pt x="204956" y="128557"/>
                    <a:pt x="205471" y="123224"/>
                    <a:pt x="205538" y="117847"/>
                  </a:cubicBezTo>
                  <a:lnTo>
                    <a:pt x="205538" y="116189"/>
                  </a:lnTo>
                  <a:cubicBezTo>
                    <a:pt x="205538" y="116189"/>
                    <a:pt x="228436" y="109289"/>
                    <a:pt x="228436" y="109289"/>
                  </a:cubicBezTo>
                  <a:lnTo>
                    <a:pt x="214097" y="61769"/>
                  </a:lnTo>
                  <a:lnTo>
                    <a:pt x="191222" y="68670"/>
                  </a:lnTo>
                  <a:lnTo>
                    <a:pt x="190303" y="67303"/>
                  </a:lnTo>
                  <a:cubicBezTo>
                    <a:pt x="187279" y="62844"/>
                    <a:pt x="183896" y="58700"/>
                    <a:pt x="180244" y="54958"/>
                  </a:cubicBezTo>
                  <a:lnTo>
                    <a:pt x="179079" y="53793"/>
                  </a:lnTo>
                  <a:lnTo>
                    <a:pt x="190370" y="32755"/>
                  </a:lnTo>
                  <a:lnTo>
                    <a:pt x="146637" y="9298"/>
                  </a:lnTo>
                  <a:lnTo>
                    <a:pt x="135345" y="30336"/>
                  </a:lnTo>
                  <a:lnTo>
                    <a:pt x="133732" y="30022"/>
                  </a:lnTo>
                  <a:cubicBezTo>
                    <a:pt x="128602" y="29036"/>
                    <a:pt x="123269" y="28521"/>
                    <a:pt x="117892" y="28454"/>
                  </a:cubicBezTo>
                  <a:lnTo>
                    <a:pt x="116234" y="28454"/>
                  </a:lnTo>
                  <a:cubicBezTo>
                    <a:pt x="116234" y="28454"/>
                    <a:pt x="109334" y="5556"/>
                    <a:pt x="109334" y="5556"/>
                  </a:cubicBezTo>
                  <a:lnTo>
                    <a:pt x="61814" y="19895"/>
                  </a:lnTo>
                  <a:lnTo>
                    <a:pt x="68714" y="42770"/>
                  </a:lnTo>
                  <a:lnTo>
                    <a:pt x="67348" y="43689"/>
                  </a:lnTo>
                  <a:cubicBezTo>
                    <a:pt x="62889" y="46713"/>
                    <a:pt x="58744" y="50096"/>
                    <a:pt x="55003" y="53748"/>
                  </a:cubicBezTo>
                  <a:lnTo>
                    <a:pt x="53838" y="54913"/>
                  </a:lnTo>
                  <a:lnTo>
                    <a:pt x="32800" y="43622"/>
                  </a:lnTo>
                  <a:lnTo>
                    <a:pt x="9342" y="87355"/>
                  </a:lnTo>
                  <a:lnTo>
                    <a:pt x="30380" y="98647"/>
                  </a:lnTo>
                  <a:lnTo>
                    <a:pt x="30067" y="100260"/>
                  </a:lnTo>
                  <a:cubicBezTo>
                    <a:pt x="29081" y="105391"/>
                    <a:pt x="28566" y="110723"/>
                    <a:pt x="28498" y="116100"/>
                  </a:cubicBezTo>
                  <a:lnTo>
                    <a:pt x="28498" y="117758"/>
                  </a:lnTo>
                  <a:cubicBezTo>
                    <a:pt x="28498" y="117758"/>
                    <a:pt x="5601" y="124658"/>
                    <a:pt x="5601" y="124658"/>
                  </a:cubicBezTo>
                  <a:lnTo>
                    <a:pt x="19940" y="172178"/>
                  </a:lnTo>
                  <a:lnTo>
                    <a:pt x="42815" y="165278"/>
                  </a:lnTo>
                  <a:lnTo>
                    <a:pt x="43734" y="166644"/>
                  </a:lnTo>
                  <a:cubicBezTo>
                    <a:pt x="46736" y="171103"/>
                    <a:pt x="50141" y="175248"/>
                    <a:pt x="53793" y="178989"/>
                  </a:cubicBezTo>
                  <a:lnTo>
                    <a:pt x="54958" y="180154"/>
                  </a:lnTo>
                  <a:lnTo>
                    <a:pt x="43666" y="201192"/>
                  </a:lnTo>
                  <a:lnTo>
                    <a:pt x="87400" y="224649"/>
                  </a:lnTo>
                  <a:lnTo>
                    <a:pt x="98691" y="203612"/>
                  </a:lnTo>
                  <a:close/>
                  <a:moveTo>
                    <a:pt x="116951" y="150603"/>
                  </a:moveTo>
                  <a:cubicBezTo>
                    <a:pt x="111596" y="150603"/>
                    <a:pt x="106152" y="149326"/>
                    <a:pt x="101111" y="146615"/>
                  </a:cubicBezTo>
                  <a:cubicBezTo>
                    <a:pt x="93202" y="142380"/>
                    <a:pt x="87400" y="135300"/>
                    <a:pt x="84823" y="126697"/>
                  </a:cubicBezTo>
                  <a:cubicBezTo>
                    <a:pt x="82224" y="118094"/>
                    <a:pt x="83143" y="108998"/>
                    <a:pt x="87377" y="101089"/>
                  </a:cubicBezTo>
                  <a:cubicBezTo>
                    <a:pt x="96138" y="84756"/>
                    <a:pt x="116570" y="78595"/>
                    <a:pt x="132903" y="87355"/>
                  </a:cubicBezTo>
                  <a:cubicBezTo>
                    <a:pt x="140812" y="91589"/>
                    <a:pt x="146615" y="98669"/>
                    <a:pt x="149191" y="107272"/>
                  </a:cubicBezTo>
                  <a:cubicBezTo>
                    <a:pt x="151790" y="115876"/>
                    <a:pt x="150871" y="124972"/>
                    <a:pt x="146637" y="132881"/>
                  </a:cubicBezTo>
                  <a:cubicBezTo>
                    <a:pt x="140588" y="144173"/>
                    <a:pt x="128960" y="150603"/>
                    <a:pt x="116951" y="150603"/>
                  </a:cubicBezTo>
                  <a:close/>
                  <a:moveTo>
                    <a:pt x="117063" y="87848"/>
                  </a:moveTo>
                  <a:cubicBezTo>
                    <a:pt x="106668" y="87848"/>
                    <a:pt x="96586" y="93427"/>
                    <a:pt x="91343" y="103217"/>
                  </a:cubicBezTo>
                  <a:cubicBezTo>
                    <a:pt x="87669" y="110073"/>
                    <a:pt x="86884" y="117959"/>
                    <a:pt x="89125" y="125420"/>
                  </a:cubicBezTo>
                  <a:cubicBezTo>
                    <a:pt x="91365" y="132881"/>
                    <a:pt x="96384" y="138997"/>
                    <a:pt x="103240" y="142671"/>
                  </a:cubicBezTo>
                  <a:cubicBezTo>
                    <a:pt x="117399" y="150267"/>
                    <a:pt x="135099" y="144934"/>
                    <a:pt x="142694" y="130775"/>
                  </a:cubicBezTo>
                  <a:cubicBezTo>
                    <a:pt x="146368" y="123919"/>
                    <a:pt x="147152" y="116033"/>
                    <a:pt x="144912" y="108594"/>
                  </a:cubicBezTo>
                  <a:cubicBezTo>
                    <a:pt x="142671" y="101134"/>
                    <a:pt x="137653" y="95017"/>
                    <a:pt x="130797" y="91343"/>
                  </a:cubicBezTo>
                  <a:cubicBezTo>
                    <a:pt x="126428" y="88991"/>
                    <a:pt x="121723" y="87893"/>
                    <a:pt x="117086" y="878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45"/>
            <p:cNvSpPr/>
            <p:nvPr/>
          </p:nvSpPr>
          <p:spPr>
            <a:xfrm>
              <a:off x="-561020" y="867890"/>
              <a:ext cx="1201205" cy="1284621"/>
            </a:xfrm>
            <a:custGeom>
              <a:avLst/>
              <a:gdLst/>
              <a:ahLst/>
              <a:cxnLst/>
              <a:rect l="l" t="t" r="r" b="b"/>
              <a:pathLst>
                <a:path w="628081" h="671697" extrusionOk="0">
                  <a:moveTo>
                    <a:pt x="593960" y="129034"/>
                  </a:moveTo>
                  <a:lnTo>
                    <a:pt x="451625" y="18535"/>
                  </a:lnTo>
                  <a:cubicBezTo>
                    <a:pt x="426420" y="-1024"/>
                    <a:pt x="392612" y="-5460"/>
                    <a:pt x="363217" y="6930"/>
                  </a:cubicBezTo>
                  <a:lnTo>
                    <a:pt x="62997" y="133582"/>
                  </a:lnTo>
                  <a:cubicBezTo>
                    <a:pt x="31407" y="146913"/>
                    <a:pt x="10392" y="177316"/>
                    <a:pt x="9114" y="211572"/>
                  </a:cubicBezTo>
                  <a:lnTo>
                    <a:pt x="63" y="452420"/>
                  </a:lnTo>
                  <a:cubicBezTo>
                    <a:pt x="-788" y="474959"/>
                    <a:pt x="7031" y="496960"/>
                    <a:pt x="21885" y="513920"/>
                  </a:cubicBezTo>
                  <a:lnTo>
                    <a:pt x="133840" y="641625"/>
                  </a:lnTo>
                  <a:cubicBezTo>
                    <a:pt x="158552" y="669810"/>
                    <a:pt x="198387" y="679310"/>
                    <a:pt x="233159" y="665307"/>
                  </a:cubicBezTo>
                  <a:lnTo>
                    <a:pt x="572788" y="528550"/>
                  </a:lnTo>
                  <a:cubicBezTo>
                    <a:pt x="606193" y="515108"/>
                    <a:pt x="628082" y="482688"/>
                    <a:pt x="628082" y="446684"/>
                  </a:cubicBezTo>
                  <a:lnTo>
                    <a:pt x="628082" y="198735"/>
                  </a:lnTo>
                  <a:cubicBezTo>
                    <a:pt x="628082" y="171468"/>
                    <a:pt x="615491" y="145748"/>
                    <a:pt x="593938" y="12903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45"/>
            <p:cNvSpPr/>
            <p:nvPr/>
          </p:nvSpPr>
          <p:spPr>
            <a:xfrm>
              <a:off x="8524531" y="4421061"/>
              <a:ext cx="471425" cy="432172"/>
            </a:xfrm>
            <a:custGeom>
              <a:avLst/>
              <a:gdLst/>
              <a:ahLst/>
              <a:cxnLst/>
              <a:rect l="l" t="t" r="r" b="b"/>
              <a:pathLst>
                <a:path w="146065" h="133903" extrusionOk="0">
                  <a:moveTo>
                    <a:pt x="143251" y="51634"/>
                  </a:moveTo>
                  <a:cubicBezTo>
                    <a:pt x="135700" y="34025"/>
                    <a:pt x="115290" y="25869"/>
                    <a:pt x="97680" y="33442"/>
                  </a:cubicBezTo>
                  <a:lnTo>
                    <a:pt x="75925" y="42784"/>
                  </a:lnTo>
                  <a:lnTo>
                    <a:pt x="66583" y="21030"/>
                  </a:lnTo>
                  <a:cubicBezTo>
                    <a:pt x="62819" y="12225"/>
                    <a:pt x="55828" y="5773"/>
                    <a:pt x="47561" y="2479"/>
                  </a:cubicBezTo>
                  <a:cubicBezTo>
                    <a:pt x="39317" y="-814"/>
                    <a:pt x="29817" y="-949"/>
                    <a:pt x="21012" y="2815"/>
                  </a:cubicBezTo>
                  <a:cubicBezTo>
                    <a:pt x="3402" y="10365"/>
                    <a:pt x="-4731" y="30776"/>
                    <a:pt x="2820" y="48386"/>
                  </a:cubicBezTo>
                  <a:lnTo>
                    <a:pt x="12162" y="70141"/>
                  </a:lnTo>
                  <a:lnTo>
                    <a:pt x="39540" y="133903"/>
                  </a:lnTo>
                  <a:lnTo>
                    <a:pt x="103303" y="106525"/>
                  </a:lnTo>
                  <a:lnTo>
                    <a:pt x="125058" y="97183"/>
                  </a:lnTo>
                  <a:cubicBezTo>
                    <a:pt x="133863" y="93396"/>
                    <a:pt x="140293" y="86406"/>
                    <a:pt x="143586" y="78184"/>
                  </a:cubicBezTo>
                  <a:cubicBezTo>
                    <a:pt x="146880" y="69939"/>
                    <a:pt x="147014" y="60439"/>
                    <a:pt x="143251" y="516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45"/>
            <p:cNvSpPr/>
            <p:nvPr/>
          </p:nvSpPr>
          <p:spPr>
            <a:xfrm>
              <a:off x="312738" y="2647625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45"/>
            <p:cNvSpPr/>
            <p:nvPr/>
          </p:nvSpPr>
          <p:spPr>
            <a:xfrm>
              <a:off x="8836125" y="3965913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78" name="Google Shape;978;p45"/>
            <p:cNvGrpSpPr/>
            <p:nvPr/>
          </p:nvGrpSpPr>
          <p:grpSpPr>
            <a:xfrm>
              <a:off x="312745" y="2122248"/>
              <a:ext cx="417843" cy="373630"/>
              <a:chOff x="2957323" y="3936947"/>
              <a:chExt cx="194554" cy="173959"/>
            </a:xfrm>
          </p:grpSpPr>
          <p:sp>
            <p:nvSpPr>
              <p:cNvPr id="979" name="Google Shape;979;p45"/>
              <p:cNvSpPr/>
              <p:nvPr/>
            </p:nvSpPr>
            <p:spPr>
              <a:xfrm rot="-45834">
                <a:off x="3060432" y="3936962"/>
                <a:ext cx="3360" cy="173930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231886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231886"/>
                    </a:lnTo>
                    <a:lnTo>
                      <a:pt x="0" y="23188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0" name="Google Shape;980;p45"/>
              <p:cNvSpPr/>
              <p:nvPr/>
            </p:nvSpPr>
            <p:spPr>
              <a:xfrm rot="-206705">
                <a:off x="2957248" y="4012021"/>
                <a:ext cx="194704" cy="3355"/>
              </a:xfrm>
              <a:custGeom>
                <a:avLst/>
                <a:gdLst/>
                <a:ahLst/>
                <a:cxnLst/>
                <a:rect l="l" t="t" r="r" b="b"/>
                <a:pathLst>
                  <a:path w="260003" h="4480" extrusionOk="0">
                    <a:moveTo>
                      <a:pt x="0" y="0"/>
                    </a:moveTo>
                    <a:lnTo>
                      <a:pt x="260004" y="0"/>
                    </a:lnTo>
                    <a:lnTo>
                      <a:pt x="260004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1" name="Google Shape;981;p45"/>
              <p:cNvSpPr/>
              <p:nvPr/>
            </p:nvSpPr>
            <p:spPr>
              <a:xfrm rot="-2667569">
                <a:off x="2985839" y="4013185"/>
                <a:ext cx="150521" cy="3358"/>
              </a:xfrm>
              <a:custGeom>
                <a:avLst/>
                <a:gdLst/>
                <a:ahLst/>
                <a:cxnLst/>
                <a:rect l="l" t="t" r="r" b="b"/>
                <a:pathLst>
                  <a:path w="200811" h="4480" extrusionOk="0">
                    <a:moveTo>
                      <a:pt x="0" y="0"/>
                    </a:moveTo>
                    <a:lnTo>
                      <a:pt x="200811" y="0"/>
                    </a:lnTo>
                    <a:lnTo>
                      <a:pt x="200811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2" name="Google Shape;982;p45"/>
              <p:cNvSpPr/>
              <p:nvPr/>
            </p:nvSpPr>
            <p:spPr>
              <a:xfrm rot="-2716216">
                <a:off x="3069932" y="3955542"/>
                <a:ext cx="3358" cy="133807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78518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78518"/>
                    </a:lnTo>
                    <a:lnTo>
                      <a:pt x="0" y="1785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4" name="Google Shape;984;p46"/>
          <p:cNvGrpSpPr/>
          <p:nvPr/>
        </p:nvGrpSpPr>
        <p:grpSpPr>
          <a:xfrm>
            <a:off x="-1114883" y="-1621215"/>
            <a:ext cx="11368357" cy="7648854"/>
            <a:chOff x="-1114883" y="-1621215"/>
            <a:chExt cx="11368357" cy="7648854"/>
          </a:xfrm>
        </p:grpSpPr>
        <p:pic>
          <p:nvPicPr>
            <p:cNvPr id="985" name="Google Shape;985;p46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8387450" y="1377250"/>
              <a:ext cx="1866024" cy="1861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6" name="Google Shape;986;p46"/>
            <p:cNvSpPr/>
            <p:nvPr/>
          </p:nvSpPr>
          <p:spPr>
            <a:xfrm rot="8100000">
              <a:off x="7032032" y="-1081945"/>
              <a:ext cx="2532876" cy="2432535"/>
            </a:xfrm>
            <a:custGeom>
              <a:avLst/>
              <a:gdLst/>
              <a:ahLst/>
              <a:cxnLst/>
              <a:rect l="l" t="t" r="r" b="b"/>
              <a:pathLst>
                <a:path w="360365" h="346089" extrusionOk="0">
                  <a:moveTo>
                    <a:pt x="172081" y="337120"/>
                  </a:moveTo>
                  <a:lnTo>
                    <a:pt x="10634" y="186673"/>
                  </a:lnTo>
                  <a:cubicBezTo>
                    <a:pt x="-4063" y="172985"/>
                    <a:pt x="-3436" y="149505"/>
                    <a:pt x="11956" y="136600"/>
                  </a:cubicBezTo>
                  <a:lnTo>
                    <a:pt x="165696" y="7797"/>
                  </a:lnTo>
                  <a:cubicBezTo>
                    <a:pt x="178466" y="-2890"/>
                    <a:pt x="197151" y="-2554"/>
                    <a:pt x="209519" y="8581"/>
                  </a:cubicBezTo>
                  <a:lnTo>
                    <a:pt x="349300" y="134426"/>
                  </a:lnTo>
                  <a:cubicBezTo>
                    <a:pt x="362810" y="146592"/>
                    <a:pt x="364132" y="167294"/>
                    <a:pt x="352257" y="181072"/>
                  </a:cubicBezTo>
                  <a:lnTo>
                    <a:pt x="220183" y="334475"/>
                  </a:lnTo>
                  <a:cubicBezTo>
                    <a:pt x="207816" y="348859"/>
                    <a:pt x="185949" y="350047"/>
                    <a:pt x="172081" y="33712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46"/>
            <p:cNvSpPr/>
            <p:nvPr/>
          </p:nvSpPr>
          <p:spPr>
            <a:xfrm>
              <a:off x="6279075" y="-423966"/>
              <a:ext cx="859728" cy="859707"/>
            </a:xfrm>
            <a:custGeom>
              <a:avLst/>
              <a:gdLst/>
              <a:ahLst/>
              <a:cxnLst/>
              <a:rect l="l" t="t" r="r" b="b"/>
              <a:pathLst>
                <a:path w="895550" h="895528" extrusionOk="0">
                  <a:moveTo>
                    <a:pt x="695075" y="349621"/>
                  </a:moveTo>
                  <a:lnTo>
                    <a:pt x="809517" y="178743"/>
                  </a:lnTo>
                  <a:lnTo>
                    <a:pt x="612985" y="239145"/>
                  </a:lnTo>
                  <a:lnTo>
                    <a:pt x="626450" y="33988"/>
                  </a:lnTo>
                  <a:lnTo>
                    <a:pt x="486355" y="184456"/>
                  </a:lnTo>
                  <a:lnTo>
                    <a:pt x="395551" y="0"/>
                  </a:lnTo>
                  <a:lnTo>
                    <a:pt x="349644" y="200475"/>
                  </a:lnTo>
                  <a:lnTo>
                    <a:pt x="178743" y="86033"/>
                  </a:lnTo>
                  <a:lnTo>
                    <a:pt x="239145" y="282565"/>
                  </a:lnTo>
                  <a:lnTo>
                    <a:pt x="33987" y="269100"/>
                  </a:lnTo>
                  <a:lnTo>
                    <a:pt x="184455" y="409195"/>
                  </a:lnTo>
                  <a:lnTo>
                    <a:pt x="0" y="499978"/>
                  </a:lnTo>
                  <a:lnTo>
                    <a:pt x="200475" y="545907"/>
                  </a:lnTo>
                  <a:lnTo>
                    <a:pt x="86033" y="716785"/>
                  </a:lnTo>
                  <a:lnTo>
                    <a:pt x="282565" y="656405"/>
                  </a:lnTo>
                  <a:lnTo>
                    <a:pt x="269099" y="861563"/>
                  </a:lnTo>
                  <a:lnTo>
                    <a:pt x="409195" y="711072"/>
                  </a:lnTo>
                  <a:lnTo>
                    <a:pt x="499977" y="895528"/>
                  </a:lnTo>
                  <a:lnTo>
                    <a:pt x="545906" y="695075"/>
                  </a:lnTo>
                  <a:lnTo>
                    <a:pt x="716785" y="809495"/>
                  </a:lnTo>
                  <a:lnTo>
                    <a:pt x="656405" y="612963"/>
                  </a:lnTo>
                  <a:lnTo>
                    <a:pt x="861563" y="626451"/>
                  </a:lnTo>
                  <a:lnTo>
                    <a:pt x="711072" y="486356"/>
                  </a:lnTo>
                  <a:lnTo>
                    <a:pt x="895550" y="395550"/>
                  </a:lnTo>
                  <a:lnTo>
                    <a:pt x="695075" y="34962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46"/>
            <p:cNvSpPr/>
            <p:nvPr/>
          </p:nvSpPr>
          <p:spPr>
            <a:xfrm rot="4125437">
              <a:off x="-792740" y="3884520"/>
              <a:ext cx="1794173" cy="1918766"/>
            </a:xfrm>
            <a:custGeom>
              <a:avLst/>
              <a:gdLst/>
              <a:ahLst/>
              <a:cxnLst/>
              <a:rect l="l" t="t" r="r" b="b"/>
              <a:pathLst>
                <a:path w="628081" h="671697" extrusionOk="0">
                  <a:moveTo>
                    <a:pt x="593960" y="129034"/>
                  </a:moveTo>
                  <a:lnTo>
                    <a:pt x="451625" y="18535"/>
                  </a:lnTo>
                  <a:cubicBezTo>
                    <a:pt x="426420" y="-1024"/>
                    <a:pt x="392612" y="-5460"/>
                    <a:pt x="363217" y="6930"/>
                  </a:cubicBezTo>
                  <a:lnTo>
                    <a:pt x="62997" y="133582"/>
                  </a:lnTo>
                  <a:cubicBezTo>
                    <a:pt x="31407" y="146913"/>
                    <a:pt x="10392" y="177316"/>
                    <a:pt x="9114" y="211572"/>
                  </a:cubicBezTo>
                  <a:lnTo>
                    <a:pt x="63" y="452420"/>
                  </a:lnTo>
                  <a:cubicBezTo>
                    <a:pt x="-788" y="474959"/>
                    <a:pt x="7031" y="496960"/>
                    <a:pt x="21885" y="513920"/>
                  </a:cubicBezTo>
                  <a:lnTo>
                    <a:pt x="133840" y="641625"/>
                  </a:lnTo>
                  <a:cubicBezTo>
                    <a:pt x="158552" y="669810"/>
                    <a:pt x="198387" y="679310"/>
                    <a:pt x="233159" y="665307"/>
                  </a:cubicBezTo>
                  <a:lnTo>
                    <a:pt x="572788" y="528550"/>
                  </a:lnTo>
                  <a:cubicBezTo>
                    <a:pt x="606193" y="515108"/>
                    <a:pt x="628082" y="482688"/>
                    <a:pt x="628082" y="446684"/>
                  </a:cubicBezTo>
                  <a:lnTo>
                    <a:pt x="628082" y="198735"/>
                  </a:lnTo>
                  <a:cubicBezTo>
                    <a:pt x="628082" y="171468"/>
                    <a:pt x="615491" y="145748"/>
                    <a:pt x="593938" y="12903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46"/>
            <p:cNvSpPr/>
            <p:nvPr/>
          </p:nvSpPr>
          <p:spPr>
            <a:xfrm>
              <a:off x="1496738" y="4768038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46"/>
            <p:cNvSpPr/>
            <p:nvPr/>
          </p:nvSpPr>
          <p:spPr>
            <a:xfrm>
              <a:off x="265563" y="3660175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46"/>
            <p:cNvSpPr/>
            <p:nvPr/>
          </p:nvSpPr>
          <p:spPr>
            <a:xfrm>
              <a:off x="7719888" y="1502700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92" name="Google Shape;992;p46"/>
            <p:cNvGrpSpPr/>
            <p:nvPr/>
          </p:nvGrpSpPr>
          <p:grpSpPr>
            <a:xfrm rot="2501732">
              <a:off x="507108" y="3669966"/>
              <a:ext cx="1044984" cy="859391"/>
              <a:chOff x="6450059" y="3493418"/>
              <a:chExt cx="375098" cy="308495"/>
            </a:xfrm>
          </p:grpSpPr>
          <p:sp>
            <p:nvSpPr>
              <p:cNvPr id="993" name="Google Shape;993;p46"/>
              <p:cNvSpPr/>
              <p:nvPr/>
            </p:nvSpPr>
            <p:spPr>
              <a:xfrm rot="-2700000">
                <a:off x="6526781" y="3538596"/>
                <a:ext cx="218139" cy="218139"/>
              </a:xfrm>
              <a:custGeom>
                <a:avLst/>
                <a:gdLst/>
                <a:ahLst/>
                <a:cxnLst/>
                <a:rect l="l" t="t" r="r" b="b"/>
                <a:pathLst>
                  <a:path w="291033" h="291033" extrusionOk="0">
                    <a:moveTo>
                      <a:pt x="291034" y="145517"/>
                    </a:moveTo>
                    <a:cubicBezTo>
                      <a:pt x="291034" y="225884"/>
                      <a:pt x="225884" y="291034"/>
                      <a:pt x="145517" y="291034"/>
                    </a:cubicBezTo>
                    <a:cubicBezTo>
                      <a:pt x="65150" y="291034"/>
                      <a:pt x="0" y="225884"/>
                      <a:pt x="0" y="145517"/>
                    </a:cubicBezTo>
                    <a:cubicBezTo>
                      <a:pt x="0" y="65150"/>
                      <a:pt x="65150" y="0"/>
                      <a:pt x="145517" y="0"/>
                    </a:cubicBezTo>
                    <a:cubicBezTo>
                      <a:pt x="225884" y="0"/>
                      <a:pt x="291034" y="65150"/>
                      <a:pt x="291034" y="1455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4" name="Google Shape;994;p46"/>
              <p:cNvSpPr/>
              <p:nvPr/>
            </p:nvSpPr>
            <p:spPr>
              <a:xfrm>
                <a:off x="6552423" y="3558567"/>
                <a:ext cx="172641" cy="178224"/>
              </a:xfrm>
              <a:custGeom>
                <a:avLst/>
                <a:gdLst/>
                <a:ahLst/>
                <a:cxnLst/>
                <a:rect l="l" t="t" r="r" b="b"/>
                <a:pathLst>
                  <a:path w="230188" h="237632" extrusionOk="0">
                    <a:moveTo>
                      <a:pt x="111283" y="237633"/>
                    </a:moveTo>
                    <a:cubicBezTo>
                      <a:pt x="94412" y="237633"/>
                      <a:pt x="77609" y="234003"/>
                      <a:pt x="61836" y="226767"/>
                    </a:cubicBezTo>
                    <a:cubicBezTo>
                      <a:pt x="33002" y="213548"/>
                      <a:pt x="11023" y="189889"/>
                      <a:pt x="0" y="160136"/>
                    </a:cubicBezTo>
                    <a:lnTo>
                      <a:pt x="2106" y="159351"/>
                    </a:lnTo>
                    <a:cubicBezTo>
                      <a:pt x="12927" y="188544"/>
                      <a:pt x="34480" y="211756"/>
                      <a:pt x="62777" y="224728"/>
                    </a:cubicBezTo>
                    <a:cubicBezTo>
                      <a:pt x="91074" y="237700"/>
                      <a:pt x="122732" y="238887"/>
                      <a:pt x="151924" y="228044"/>
                    </a:cubicBezTo>
                    <a:cubicBezTo>
                      <a:pt x="181117" y="217200"/>
                      <a:pt x="204328" y="195669"/>
                      <a:pt x="217301" y="167372"/>
                    </a:cubicBezTo>
                    <a:cubicBezTo>
                      <a:pt x="230273" y="139076"/>
                      <a:pt x="231460" y="107418"/>
                      <a:pt x="220616" y="78225"/>
                    </a:cubicBezTo>
                    <a:cubicBezTo>
                      <a:pt x="198257" y="17980"/>
                      <a:pt x="131044" y="-12826"/>
                      <a:pt x="70798" y="9533"/>
                    </a:cubicBezTo>
                    <a:lnTo>
                      <a:pt x="70014" y="7427"/>
                    </a:lnTo>
                    <a:cubicBezTo>
                      <a:pt x="131424" y="-15358"/>
                      <a:pt x="199915" y="16053"/>
                      <a:pt x="222700" y="77441"/>
                    </a:cubicBezTo>
                    <a:cubicBezTo>
                      <a:pt x="233745" y="107194"/>
                      <a:pt x="232535" y="139457"/>
                      <a:pt x="219317" y="168291"/>
                    </a:cubicBezTo>
                    <a:cubicBezTo>
                      <a:pt x="206098" y="197126"/>
                      <a:pt x="182439" y="219104"/>
                      <a:pt x="152686" y="230127"/>
                    </a:cubicBezTo>
                    <a:cubicBezTo>
                      <a:pt x="139221" y="235123"/>
                      <a:pt x="125241" y="237610"/>
                      <a:pt x="111283" y="23761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5" name="Google Shape;995;p46"/>
              <p:cNvSpPr/>
              <p:nvPr/>
            </p:nvSpPr>
            <p:spPr>
              <a:xfrm>
                <a:off x="6450059" y="3577630"/>
                <a:ext cx="375098" cy="148996"/>
              </a:xfrm>
              <a:custGeom>
                <a:avLst/>
                <a:gdLst/>
                <a:ahLst/>
                <a:cxnLst/>
                <a:rect l="l" t="t" r="r" b="b"/>
                <a:pathLst>
                  <a:path w="500131" h="198661" extrusionOk="0">
                    <a:moveTo>
                      <a:pt x="20588" y="198662"/>
                    </a:moveTo>
                    <a:cubicBezTo>
                      <a:pt x="9744" y="198662"/>
                      <a:pt x="2148" y="196780"/>
                      <a:pt x="379" y="192008"/>
                    </a:cubicBezTo>
                    <a:cubicBezTo>
                      <a:pt x="-6052" y="174689"/>
                      <a:pt x="71064" y="135997"/>
                      <a:pt x="104537" y="120179"/>
                    </a:cubicBezTo>
                    <a:lnTo>
                      <a:pt x="105500" y="122195"/>
                    </a:lnTo>
                    <a:cubicBezTo>
                      <a:pt x="24822" y="160372"/>
                      <a:pt x="-607" y="182889"/>
                      <a:pt x="2485" y="191223"/>
                    </a:cubicBezTo>
                    <a:cubicBezTo>
                      <a:pt x="6450" y="201865"/>
                      <a:pt x="55785" y="195749"/>
                      <a:pt x="128218" y="175607"/>
                    </a:cubicBezTo>
                    <a:cubicBezTo>
                      <a:pt x="168838" y="164338"/>
                      <a:pt x="215147" y="149148"/>
                      <a:pt x="262107" y="131717"/>
                    </a:cubicBezTo>
                    <a:cubicBezTo>
                      <a:pt x="309067" y="114286"/>
                      <a:pt x="354033" y="95579"/>
                      <a:pt x="392187" y="77610"/>
                    </a:cubicBezTo>
                    <a:cubicBezTo>
                      <a:pt x="460208" y="45617"/>
                      <a:pt x="501611" y="18059"/>
                      <a:pt x="497645" y="7395"/>
                    </a:cubicBezTo>
                    <a:cubicBezTo>
                      <a:pt x="494553" y="-940"/>
                      <a:pt x="460588" y="-1410"/>
                      <a:pt x="374555" y="22294"/>
                    </a:cubicBezTo>
                    <a:lnTo>
                      <a:pt x="373950" y="20143"/>
                    </a:lnTo>
                    <a:cubicBezTo>
                      <a:pt x="409641" y="10307"/>
                      <a:pt x="493321" y="-10685"/>
                      <a:pt x="499751" y="6611"/>
                    </a:cubicBezTo>
                    <a:cubicBezTo>
                      <a:pt x="506271" y="24198"/>
                      <a:pt x="427362" y="63518"/>
                      <a:pt x="393128" y="79627"/>
                    </a:cubicBezTo>
                    <a:cubicBezTo>
                      <a:pt x="354929" y="97617"/>
                      <a:pt x="309874" y="116348"/>
                      <a:pt x="262869" y="133801"/>
                    </a:cubicBezTo>
                    <a:cubicBezTo>
                      <a:pt x="215842" y="151254"/>
                      <a:pt x="169487" y="166444"/>
                      <a:pt x="128801" y="177736"/>
                    </a:cubicBezTo>
                    <a:cubicBezTo>
                      <a:pt x="102252" y="185129"/>
                      <a:pt x="49691" y="198639"/>
                      <a:pt x="20588" y="1986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6" name="Google Shape;996;p46"/>
              <p:cNvSpPr/>
              <p:nvPr/>
            </p:nvSpPr>
            <p:spPr>
              <a:xfrm>
                <a:off x="6509341" y="3594800"/>
                <a:ext cx="248904" cy="94169"/>
              </a:xfrm>
              <a:custGeom>
                <a:avLst/>
                <a:gdLst/>
                <a:ahLst/>
                <a:cxnLst/>
                <a:rect l="l" t="t" r="r" b="b"/>
                <a:pathLst>
                  <a:path w="331872" h="125559" extrusionOk="0">
                    <a:moveTo>
                      <a:pt x="2798" y="125515"/>
                    </a:moveTo>
                    <a:cubicBezTo>
                      <a:pt x="602" y="125515"/>
                      <a:pt x="356" y="124865"/>
                      <a:pt x="154" y="124283"/>
                    </a:cubicBezTo>
                    <a:cubicBezTo>
                      <a:pt x="-384" y="122849"/>
                      <a:pt x="-1101" y="120900"/>
                      <a:pt x="27980" y="107815"/>
                    </a:cubicBezTo>
                    <a:lnTo>
                      <a:pt x="28899" y="109854"/>
                    </a:lnTo>
                    <a:cubicBezTo>
                      <a:pt x="9788" y="118457"/>
                      <a:pt x="4366" y="121975"/>
                      <a:pt x="2865" y="123297"/>
                    </a:cubicBezTo>
                    <a:cubicBezTo>
                      <a:pt x="4837" y="123409"/>
                      <a:pt x="11244" y="122423"/>
                      <a:pt x="30871" y="116643"/>
                    </a:cubicBezTo>
                    <a:cubicBezTo>
                      <a:pt x="34141" y="115679"/>
                      <a:pt x="37659" y="114604"/>
                      <a:pt x="41378" y="113461"/>
                    </a:cubicBezTo>
                    <a:cubicBezTo>
                      <a:pt x="73260" y="103626"/>
                      <a:pt x="119570" y="87584"/>
                      <a:pt x="168434" y="69437"/>
                    </a:cubicBezTo>
                    <a:cubicBezTo>
                      <a:pt x="217275" y="51311"/>
                      <a:pt x="262824" y="33253"/>
                      <a:pt x="293428" y="19900"/>
                    </a:cubicBezTo>
                    <a:cubicBezTo>
                      <a:pt x="296991" y="18332"/>
                      <a:pt x="300351" y="16854"/>
                      <a:pt x="303465" y="15464"/>
                    </a:cubicBezTo>
                    <a:cubicBezTo>
                      <a:pt x="322151" y="7018"/>
                      <a:pt x="327505" y="3545"/>
                      <a:pt x="329029" y="2223"/>
                    </a:cubicBezTo>
                    <a:lnTo>
                      <a:pt x="328962" y="2223"/>
                    </a:lnTo>
                    <a:cubicBezTo>
                      <a:pt x="326833" y="2223"/>
                      <a:pt x="320358" y="3164"/>
                      <a:pt x="300531" y="9056"/>
                    </a:cubicBezTo>
                    <a:lnTo>
                      <a:pt x="299881" y="6906"/>
                    </a:lnTo>
                    <a:cubicBezTo>
                      <a:pt x="330440" y="-2168"/>
                      <a:pt x="331180" y="-196"/>
                      <a:pt x="331717" y="1237"/>
                    </a:cubicBezTo>
                    <a:cubicBezTo>
                      <a:pt x="332255" y="2649"/>
                      <a:pt x="332972" y="4598"/>
                      <a:pt x="304384" y="17525"/>
                    </a:cubicBezTo>
                    <a:cubicBezTo>
                      <a:pt x="301270" y="18915"/>
                      <a:pt x="297887" y="20416"/>
                      <a:pt x="294325" y="21984"/>
                    </a:cubicBezTo>
                    <a:cubicBezTo>
                      <a:pt x="263697" y="35360"/>
                      <a:pt x="218082" y="53417"/>
                      <a:pt x="169218" y="71565"/>
                    </a:cubicBezTo>
                    <a:cubicBezTo>
                      <a:pt x="120309" y="89712"/>
                      <a:pt x="73954" y="105777"/>
                      <a:pt x="42050" y="115634"/>
                    </a:cubicBezTo>
                    <a:cubicBezTo>
                      <a:pt x="38309" y="116777"/>
                      <a:pt x="34791" y="117852"/>
                      <a:pt x="31520" y="118838"/>
                    </a:cubicBezTo>
                    <a:cubicBezTo>
                      <a:pt x="13574" y="124126"/>
                      <a:pt x="6069" y="125559"/>
                      <a:pt x="2820" y="12555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25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42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41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03" name="Google Shape;503;p24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8" r:id="rId17"/>
    <p:sldLayoutId id="2147483689" r:id="rId18"/>
    <p:sldLayoutId id="2147483690" r:id="rId19"/>
    <p:sldLayoutId id="2147483691" r:id="rId2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50"/>
          <p:cNvSpPr txBox="1">
            <a:spLocks noGrp="1"/>
          </p:cNvSpPr>
          <p:nvPr>
            <p:ph type="ctrTitle"/>
          </p:nvPr>
        </p:nvSpPr>
        <p:spPr>
          <a:xfrm>
            <a:off x="1996050" y="540000"/>
            <a:ext cx="5151900" cy="232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What are the Properties of Matter?</a:t>
            </a:r>
            <a:endParaRPr/>
          </a:p>
        </p:txBody>
      </p:sp>
      <p:grpSp>
        <p:nvGrpSpPr>
          <p:cNvPr id="1008" name="Google Shape;1008;p50"/>
          <p:cNvGrpSpPr/>
          <p:nvPr/>
        </p:nvGrpSpPr>
        <p:grpSpPr>
          <a:xfrm>
            <a:off x="754218" y="2866192"/>
            <a:ext cx="7560838" cy="2298294"/>
            <a:chOff x="754218" y="2866192"/>
            <a:chExt cx="7560838" cy="2298294"/>
          </a:xfrm>
        </p:grpSpPr>
        <p:grpSp>
          <p:nvGrpSpPr>
            <p:cNvPr id="1009" name="Google Shape;1009;p50"/>
            <p:cNvGrpSpPr/>
            <p:nvPr/>
          </p:nvGrpSpPr>
          <p:grpSpPr>
            <a:xfrm>
              <a:off x="4649930" y="3347372"/>
              <a:ext cx="1134770" cy="743199"/>
              <a:chOff x="3925143" y="3783342"/>
              <a:chExt cx="240326" cy="157397"/>
            </a:xfrm>
          </p:grpSpPr>
          <p:sp>
            <p:nvSpPr>
              <p:cNvPr id="1010" name="Google Shape;1010;p50"/>
              <p:cNvSpPr/>
              <p:nvPr/>
            </p:nvSpPr>
            <p:spPr>
              <a:xfrm>
                <a:off x="3955855" y="3817011"/>
                <a:ext cx="93460" cy="100786"/>
              </a:xfrm>
              <a:custGeom>
                <a:avLst/>
                <a:gdLst/>
                <a:ahLst/>
                <a:cxnLst/>
                <a:rect l="l" t="t" r="r" b="b"/>
                <a:pathLst>
                  <a:path w="124613" h="134381" extrusionOk="0">
                    <a:moveTo>
                      <a:pt x="70529" y="134382"/>
                    </a:moveTo>
                    <a:lnTo>
                      <a:pt x="8223" y="107900"/>
                    </a:lnTo>
                    <a:lnTo>
                      <a:pt x="0" y="40709"/>
                    </a:lnTo>
                    <a:lnTo>
                      <a:pt x="54084" y="0"/>
                    </a:lnTo>
                    <a:lnTo>
                      <a:pt x="116391" y="26482"/>
                    </a:lnTo>
                    <a:lnTo>
                      <a:pt x="124614" y="93673"/>
                    </a:lnTo>
                    <a:lnTo>
                      <a:pt x="70529" y="134382"/>
                    </a:lnTo>
                    <a:close/>
                    <a:moveTo>
                      <a:pt x="10306" y="106354"/>
                    </a:moveTo>
                    <a:lnTo>
                      <a:pt x="70216" y="131805"/>
                    </a:lnTo>
                    <a:lnTo>
                      <a:pt x="122216" y="92642"/>
                    </a:lnTo>
                    <a:lnTo>
                      <a:pt x="114308" y="28028"/>
                    </a:lnTo>
                    <a:lnTo>
                      <a:pt x="54398" y="2554"/>
                    </a:lnTo>
                    <a:lnTo>
                      <a:pt x="2397" y="41717"/>
                    </a:lnTo>
                    <a:lnTo>
                      <a:pt x="10306" y="1063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1" name="Google Shape;1011;p50"/>
              <p:cNvSpPr/>
              <p:nvPr/>
            </p:nvSpPr>
            <p:spPr>
              <a:xfrm>
                <a:off x="4041468" y="3806543"/>
                <a:ext cx="93460" cy="100786"/>
              </a:xfrm>
              <a:custGeom>
                <a:avLst/>
                <a:gdLst/>
                <a:ahLst/>
                <a:cxnLst/>
                <a:rect l="l" t="t" r="r" b="b"/>
                <a:pathLst>
                  <a:path w="124613" h="134381" extrusionOk="0">
                    <a:moveTo>
                      <a:pt x="70529" y="134382"/>
                    </a:moveTo>
                    <a:lnTo>
                      <a:pt x="8222" y="107900"/>
                    </a:lnTo>
                    <a:lnTo>
                      <a:pt x="0" y="40709"/>
                    </a:lnTo>
                    <a:lnTo>
                      <a:pt x="54084" y="0"/>
                    </a:lnTo>
                    <a:lnTo>
                      <a:pt x="116391" y="26482"/>
                    </a:lnTo>
                    <a:lnTo>
                      <a:pt x="124614" y="93673"/>
                    </a:lnTo>
                    <a:lnTo>
                      <a:pt x="70552" y="134382"/>
                    </a:lnTo>
                    <a:close/>
                    <a:moveTo>
                      <a:pt x="10306" y="106354"/>
                    </a:moveTo>
                    <a:lnTo>
                      <a:pt x="70215" y="131805"/>
                    </a:lnTo>
                    <a:lnTo>
                      <a:pt x="122216" y="92642"/>
                    </a:lnTo>
                    <a:lnTo>
                      <a:pt x="114308" y="28028"/>
                    </a:lnTo>
                    <a:lnTo>
                      <a:pt x="54398" y="2576"/>
                    </a:lnTo>
                    <a:lnTo>
                      <a:pt x="2397" y="41739"/>
                    </a:lnTo>
                    <a:lnTo>
                      <a:pt x="10306" y="10635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2" name="Google Shape;1012;p50"/>
              <p:cNvSpPr/>
              <p:nvPr/>
            </p:nvSpPr>
            <p:spPr>
              <a:xfrm rot="-413295">
                <a:off x="3993713" y="3783318"/>
                <a:ext cx="1681" cy="34667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46197" extrusionOk="0">
                    <a:moveTo>
                      <a:pt x="0" y="0"/>
                    </a:moveTo>
                    <a:lnTo>
                      <a:pt x="2241" y="0"/>
                    </a:lnTo>
                    <a:lnTo>
                      <a:pt x="2241" y="46198"/>
                    </a:lnTo>
                    <a:lnTo>
                      <a:pt x="0" y="4619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3" name="Google Shape;1013;p50"/>
              <p:cNvSpPr/>
              <p:nvPr/>
            </p:nvSpPr>
            <p:spPr>
              <a:xfrm rot="-413295">
                <a:off x="4095626" y="3906097"/>
                <a:ext cx="1681" cy="34667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46197" extrusionOk="0">
                    <a:moveTo>
                      <a:pt x="0" y="0"/>
                    </a:moveTo>
                    <a:lnTo>
                      <a:pt x="2241" y="0"/>
                    </a:lnTo>
                    <a:lnTo>
                      <a:pt x="2241" y="46198"/>
                    </a:lnTo>
                    <a:lnTo>
                      <a:pt x="0" y="4619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4" name="Google Shape;1014;p50"/>
              <p:cNvSpPr/>
              <p:nvPr/>
            </p:nvSpPr>
            <p:spPr>
              <a:xfrm rot="-4446430">
                <a:off x="4148738" y="3863950"/>
                <a:ext cx="1677" cy="32572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43509" extrusionOk="0">
                    <a:moveTo>
                      <a:pt x="0" y="0"/>
                    </a:moveTo>
                    <a:lnTo>
                      <a:pt x="2240" y="0"/>
                    </a:lnTo>
                    <a:lnTo>
                      <a:pt x="2240" y="43509"/>
                    </a:lnTo>
                    <a:lnTo>
                      <a:pt x="0" y="4350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5" name="Google Shape;1015;p50"/>
              <p:cNvSpPr/>
              <p:nvPr/>
            </p:nvSpPr>
            <p:spPr>
              <a:xfrm rot="-4446430">
                <a:off x="3940198" y="3827192"/>
                <a:ext cx="1677" cy="32572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43509" extrusionOk="0">
                    <a:moveTo>
                      <a:pt x="0" y="0"/>
                    </a:moveTo>
                    <a:lnTo>
                      <a:pt x="2240" y="0"/>
                    </a:lnTo>
                    <a:lnTo>
                      <a:pt x="2240" y="43509"/>
                    </a:lnTo>
                    <a:lnTo>
                      <a:pt x="0" y="4350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16" name="Google Shape;1016;p50"/>
            <p:cNvGrpSpPr/>
            <p:nvPr/>
          </p:nvGrpSpPr>
          <p:grpSpPr>
            <a:xfrm>
              <a:off x="754218" y="3244061"/>
              <a:ext cx="1595717" cy="1920425"/>
              <a:chOff x="5035377" y="2759567"/>
              <a:chExt cx="249678" cy="300484"/>
            </a:xfrm>
          </p:grpSpPr>
          <p:sp>
            <p:nvSpPr>
              <p:cNvPr id="1017" name="Google Shape;1017;p50"/>
              <p:cNvSpPr/>
              <p:nvPr/>
            </p:nvSpPr>
            <p:spPr>
              <a:xfrm>
                <a:off x="5035377" y="2819876"/>
                <a:ext cx="249678" cy="240176"/>
              </a:xfrm>
              <a:custGeom>
                <a:avLst/>
                <a:gdLst/>
                <a:ahLst/>
                <a:cxnLst/>
                <a:rect l="l" t="t" r="r" b="b"/>
                <a:pathLst>
                  <a:path w="332904" h="320234" extrusionOk="0">
                    <a:moveTo>
                      <a:pt x="316720" y="246908"/>
                    </a:moveTo>
                    <a:cubicBezTo>
                      <a:pt x="359423" y="170419"/>
                      <a:pt x="312486" y="62855"/>
                      <a:pt x="235975" y="20152"/>
                    </a:cubicBezTo>
                    <a:cubicBezTo>
                      <a:pt x="159485" y="-22551"/>
                      <a:pt x="62855" y="4828"/>
                      <a:pt x="20152" y="81339"/>
                    </a:cubicBezTo>
                    <a:cubicBezTo>
                      <a:pt x="-22551" y="157828"/>
                      <a:pt x="4828" y="254458"/>
                      <a:pt x="81339" y="297161"/>
                    </a:cubicBezTo>
                    <a:cubicBezTo>
                      <a:pt x="157828" y="339864"/>
                      <a:pt x="274017" y="323396"/>
                      <a:pt x="316742" y="24690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8" name="Google Shape;1018;p50"/>
              <p:cNvSpPr/>
              <p:nvPr/>
            </p:nvSpPr>
            <p:spPr>
              <a:xfrm>
                <a:off x="5040056" y="2958848"/>
                <a:ext cx="152339" cy="99374"/>
              </a:xfrm>
              <a:custGeom>
                <a:avLst/>
                <a:gdLst/>
                <a:ahLst/>
                <a:cxnLst/>
                <a:rect l="l" t="t" r="r" b="b"/>
                <a:pathLst>
                  <a:path w="203118" h="132499" extrusionOk="0">
                    <a:moveTo>
                      <a:pt x="123023" y="0"/>
                    </a:moveTo>
                    <a:lnTo>
                      <a:pt x="136712" y="86257"/>
                    </a:lnTo>
                    <a:lnTo>
                      <a:pt x="9096" y="51329"/>
                    </a:lnTo>
                    <a:lnTo>
                      <a:pt x="0" y="84509"/>
                    </a:lnTo>
                    <a:lnTo>
                      <a:pt x="175001" y="132500"/>
                    </a:lnTo>
                    <a:lnTo>
                      <a:pt x="203118" y="29977"/>
                    </a:lnTo>
                    <a:lnTo>
                      <a:pt x="12302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9" name="Google Shape;1019;p50"/>
              <p:cNvSpPr/>
              <p:nvPr/>
            </p:nvSpPr>
            <p:spPr>
              <a:xfrm>
                <a:off x="5167694" y="2840435"/>
                <a:ext cx="53681" cy="131704"/>
              </a:xfrm>
              <a:custGeom>
                <a:avLst/>
                <a:gdLst/>
                <a:ahLst/>
                <a:cxnLst/>
                <a:rect l="l" t="t" r="r" b="b"/>
                <a:pathLst>
                  <a:path w="71574" h="175606" extrusionOk="0">
                    <a:moveTo>
                      <a:pt x="28946" y="175606"/>
                    </a:moveTo>
                    <a:lnTo>
                      <a:pt x="12412" y="166129"/>
                    </a:lnTo>
                    <a:lnTo>
                      <a:pt x="44809" y="109558"/>
                    </a:lnTo>
                    <a:cubicBezTo>
                      <a:pt x="60290" y="82538"/>
                      <a:pt x="51710" y="48438"/>
                      <a:pt x="25295" y="31949"/>
                    </a:cubicBezTo>
                    <a:lnTo>
                      <a:pt x="0" y="16154"/>
                    </a:lnTo>
                    <a:lnTo>
                      <a:pt x="10082" y="0"/>
                    </a:lnTo>
                    <a:lnTo>
                      <a:pt x="35377" y="15795"/>
                    </a:lnTo>
                    <a:cubicBezTo>
                      <a:pt x="70529" y="37729"/>
                      <a:pt x="81933" y="83076"/>
                      <a:pt x="61343" y="119035"/>
                    </a:cubicBezTo>
                    <a:lnTo>
                      <a:pt x="28946" y="17560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0" name="Google Shape;1020;p50"/>
              <p:cNvSpPr/>
              <p:nvPr/>
            </p:nvSpPr>
            <p:spPr>
              <a:xfrm rot="917320">
                <a:off x="5135955" y="2772073"/>
                <a:ext cx="26782" cy="142001"/>
              </a:xfrm>
              <a:custGeom>
                <a:avLst/>
                <a:gdLst/>
                <a:ahLst/>
                <a:cxnLst/>
                <a:rect l="l" t="t" r="r" b="b"/>
                <a:pathLst>
                  <a:path w="35757" h="189586" extrusionOk="0">
                    <a:moveTo>
                      <a:pt x="0" y="0"/>
                    </a:moveTo>
                    <a:lnTo>
                      <a:pt x="35757" y="0"/>
                    </a:lnTo>
                    <a:lnTo>
                      <a:pt x="35757" y="189586"/>
                    </a:lnTo>
                    <a:lnTo>
                      <a:pt x="0" y="18958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1" name="Google Shape;1021;p50"/>
              <p:cNvSpPr/>
              <p:nvPr/>
            </p:nvSpPr>
            <p:spPr>
              <a:xfrm rot="917320">
                <a:off x="5126588" y="2785946"/>
                <a:ext cx="44906" cy="116360"/>
              </a:xfrm>
              <a:custGeom>
                <a:avLst/>
                <a:gdLst/>
                <a:ahLst/>
                <a:cxnLst/>
                <a:rect l="l" t="t" r="r" b="b"/>
                <a:pathLst>
                  <a:path w="59954" h="155352" extrusionOk="0">
                    <a:moveTo>
                      <a:pt x="0" y="0"/>
                    </a:moveTo>
                    <a:lnTo>
                      <a:pt x="59955" y="0"/>
                    </a:lnTo>
                    <a:lnTo>
                      <a:pt x="59955" y="155352"/>
                    </a:lnTo>
                    <a:lnTo>
                      <a:pt x="0" y="155352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2" name="Google Shape;1022;p50"/>
              <p:cNvSpPr/>
              <p:nvPr/>
            </p:nvSpPr>
            <p:spPr>
              <a:xfrm rot="917320">
                <a:off x="5151851" y="2763961"/>
                <a:ext cx="34955" cy="12132"/>
              </a:xfrm>
              <a:custGeom>
                <a:avLst/>
                <a:gdLst/>
                <a:ahLst/>
                <a:cxnLst/>
                <a:rect l="l" t="t" r="r" b="b"/>
                <a:pathLst>
                  <a:path w="46668" h="16198" extrusionOk="0">
                    <a:moveTo>
                      <a:pt x="0" y="0"/>
                    </a:moveTo>
                    <a:lnTo>
                      <a:pt x="46669" y="0"/>
                    </a:lnTo>
                    <a:lnTo>
                      <a:pt x="46669" y="16198"/>
                    </a:lnTo>
                    <a:lnTo>
                      <a:pt x="0" y="1619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3" name="Google Shape;1023;p50"/>
              <p:cNvSpPr/>
              <p:nvPr/>
            </p:nvSpPr>
            <p:spPr>
              <a:xfrm>
                <a:off x="5139566" y="2791151"/>
                <a:ext cx="33640" cy="112633"/>
              </a:xfrm>
              <a:custGeom>
                <a:avLst/>
                <a:gdLst/>
                <a:ahLst/>
                <a:cxnLst/>
                <a:rect l="l" t="t" r="r" b="b"/>
                <a:pathLst>
                  <a:path w="44853" h="150177" extrusionOk="0">
                    <a:moveTo>
                      <a:pt x="7012" y="150177"/>
                    </a:moveTo>
                    <a:lnTo>
                      <a:pt x="4839" y="149595"/>
                    </a:lnTo>
                    <a:lnTo>
                      <a:pt x="42098" y="13712"/>
                    </a:lnTo>
                    <a:lnTo>
                      <a:pt x="0" y="2173"/>
                    </a:lnTo>
                    <a:lnTo>
                      <a:pt x="605" y="0"/>
                    </a:lnTo>
                    <a:lnTo>
                      <a:pt x="44854" y="12143"/>
                    </a:lnTo>
                    <a:lnTo>
                      <a:pt x="7012" y="15017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4" name="Google Shape;1024;p50"/>
              <p:cNvSpPr/>
              <p:nvPr/>
            </p:nvSpPr>
            <p:spPr>
              <a:xfrm rot="-4482680">
                <a:off x="5131044" y="2893567"/>
                <a:ext cx="1678" cy="26782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35757" extrusionOk="0">
                    <a:moveTo>
                      <a:pt x="0" y="0"/>
                    </a:moveTo>
                    <a:lnTo>
                      <a:pt x="2241" y="0"/>
                    </a:lnTo>
                    <a:lnTo>
                      <a:pt x="2241" y="35757"/>
                    </a:lnTo>
                    <a:lnTo>
                      <a:pt x="0" y="3575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5" name="Google Shape;1025;p50"/>
              <p:cNvSpPr/>
              <p:nvPr/>
            </p:nvSpPr>
            <p:spPr>
              <a:xfrm rot="-4243138">
                <a:off x="5151169" y="2826223"/>
                <a:ext cx="40538" cy="40538"/>
              </a:xfrm>
              <a:custGeom>
                <a:avLst/>
                <a:gdLst/>
                <a:ahLst/>
                <a:cxnLst/>
                <a:rect l="l" t="t" r="r" b="b"/>
                <a:pathLst>
                  <a:path w="54084" h="54084" extrusionOk="0">
                    <a:moveTo>
                      <a:pt x="54085" y="27042"/>
                    </a:moveTo>
                    <a:cubicBezTo>
                      <a:pt x="54085" y="41977"/>
                      <a:pt x="41978" y="54084"/>
                      <a:pt x="27042" y="54084"/>
                    </a:cubicBezTo>
                    <a:cubicBezTo>
                      <a:pt x="12107" y="54084"/>
                      <a:pt x="0" y="41977"/>
                      <a:pt x="0" y="27042"/>
                    </a:cubicBezTo>
                    <a:cubicBezTo>
                      <a:pt x="0" y="12107"/>
                      <a:pt x="12107" y="0"/>
                      <a:pt x="27042" y="0"/>
                    </a:cubicBezTo>
                    <a:cubicBezTo>
                      <a:pt x="41977" y="0"/>
                      <a:pt x="54085" y="12107"/>
                      <a:pt x="54085" y="2704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6" name="Google Shape;1026;p50"/>
              <p:cNvSpPr/>
              <p:nvPr/>
            </p:nvSpPr>
            <p:spPr>
              <a:xfrm>
                <a:off x="5160725" y="2835766"/>
                <a:ext cx="21466" cy="21472"/>
              </a:xfrm>
              <a:custGeom>
                <a:avLst/>
                <a:gdLst/>
                <a:ahLst/>
                <a:cxnLst/>
                <a:rect l="l" t="t" r="r" b="b"/>
                <a:pathLst>
                  <a:path w="28621" h="28629" extrusionOk="0">
                    <a:moveTo>
                      <a:pt x="14310" y="28630"/>
                    </a:moveTo>
                    <a:cubicBezTo>
                      <a:pt x="13055" y="28630"/>
                      <a:pt x="11801" y="28473"/>
                      <a:pt x="10524" y="28115"/>
                    </a:cubicBezTo>
                    <a:cubicBezTo>
                      <a:pt x="2929" y="26031"/>
                      <a:pt x="-1575" y="18144"/>
                      <a:pt x="509" y="10527"/>
                    </a:cubicBezTo>
                    <a:cubicBezTo>
                      <a:pt x="1517" y="6830"/>
                      <a:pt x="3915" y="3761"/>
                      <a:pt x="7231" y="1879"/>
                    </a:cubicBezTo>
                    <a:cubicBezTo>
                      <a:pt x="10546" y="-3"/>
                      <a:pt x="14400" y="-496"/>
                      <a:pt x="18096" y="512"/>
                    </a:cubicBezTo>
                    <a:cubicBezTo>
                      <a:pt x="25714" y="2596"/>
                      <a:pt x="30195" y="10482"/>
                      <a:pt x="28111" y="18100"/>
                    </a:cubicBezTo>
                    <a:lnTo>
                      <a:pt x="28111" y="18100"/>
                    </a:lnTo>
                    <a:cubicBezTo>
                      <a:pt x="26364" y="24440"/>
                      <a:pt x="20584" y="28630"/>
                      <a:pt x="14310" y="28630"/>
                    </a:cubicBezTo>
                    <a:close/>
                    <a:moveTo>
                      <a:pt x="14310" y="2237"/>
                    </a:moveTo>
                    <a:cubicBezTo>
                      <a:pt x="12249" y="2237"/>
                      <a:pt x="10210" y="2775"/>
                      <a:pt x="8351" y="3828"/>
                    </a:cubicBezTo>
                    <a:cubicBezTo>
                      <a:pt x="5550" y="5419"/>
                      <a:pt x="3534" y="8018"/>
                      <a:pt x="2682" y="11109"/>
                    </a:cubicBezTo>
                    <a:cubicBezTo>
                      <a:pt x="912" y="17517"/>
                      <a:pt x="4721" y="24171"/>
                      <a:pt x="11129" y="25941"/>
                    </a:cubicBezTo>
                    <a:cubicBezTo>
                      <a:pt x="17559" y="27711"/>
                      <a:pt x="24190" y="23925"/>
                      <a:pt x="25960" y="17495"/>
                    </a:cubicBezTo>
                    <a:lnTo>
                      <a:pt x="25960" y="17495"/>
                    </a:lnTo>
                    <a:cubicBezTo>
                      <a:pt x="27730" y="11087"/>
                      <a:pt x="23922" y="4433"/>
                      <a:pt x="17514" y="2663"/>
                    </a:cubicBezTo>
                    <a:cubicBezTo>
                      <a:pt x="16461" y="2372"/>
                      <a:pt x="15363" y="2237"/>
                      <a:pt x="14310" y="223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7" name="Google Shape;1027;p50"/>
              <p:cNvSpPr/>
              <p:nvPr/>
            </p:nvSpPr>
            <p:spPr>
              <a:xfrm rot="917320">
                <a:off x="5076512" y="2949132"/>
                <a:ext cx="120337" cy="16244"/>
              </a:xfrm>
              <a:custGeom>
                <a:avLst/>
                <a:gdLst/>
                <a:ahLst/>
                <a:cxnLst/>
                <a:rect l="l" t="t" r="r" b="b"/>
                <a:pathLst>
                  <a:path w="160662" h="21687" extrusionOk="0">
                    <a:moveTo>
                      <a:pt x="0" y="0"/>
                    </a:moveTo>
                    <a:lnTo>
                      <a:pt x="160662" y="0"/>
                    </a:lnTo>
                    <a:lnTo>
                      <a:pt x="160662" y="21688"/>
                    </a:lnTo>
                    <a:lnTo>
                      <a:pt x="0" y="2168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8" name="Google Shape;1028;p50"/>
              <p:cNvSpPr/>
              <p:nvPr/>
            </p:nvSpPr>
            <p:spPr>
              <a:xfrm rot="-1069911">
                <a:off x="5130848" y="3007642"/>
                <a:ext cx="27463" cy="27463"/>
              </a:xfrm>
              <a:custGeom>
                <a:avLst/>
                <a:gdLst/>
                <a:ahLst/>
                <a:cxnLst/>
                <a:rect l="l" t="t" r="r" b="b"/>
                <a:pathLst>
                  <a:path w="36564" h="36564" extrusionOk="0">
                    <a:moveTo>
                      <a:pt x="36564" y="18282"/>
                    </a:moveTo>
                    <a:cubicBezTo>
                      <a:pt x="36564" y="28379"/>
                      <a:pt x="28379" y="36564"/>
                      <a:pt x="18282" y="36564"/>
                    </a:cubicBezTo>
                    <a:cubicBezTo>
                      <a:pt x="8185" y="36564"/>
                      <a:pt x="0" y="28379"/>
                      <a:pt x="0" y="18282"/>
                    </a:cubicBezTo>
                    <a:cubicBezTo>
                      <a:pt x="0" y="8185"/>
                      <a:pt x="8185" y="0"/>
                      <a:pt x="18282" y="0"/>
                    </a:cubicBezTo>
                    <a:cubicBezTo>
                      <a:pt x="28379" y="0"/>
                      <a:pt x="36564" y="8185"/>
                      <a:pt x="36564" y="1828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9" name="Google Shape;1029;p50"/>
              <p:cNvSpPr/>
              <p:nvPr/>
            </p:nvSpPr>
            <p:spPr>
              <a:xfrm>
                <a:off x="5137031" y="3013832"/>
                <a:ext cx="15049" cy="15053"/>
              </a:xfrm>
              <a:custGeom>
                <a:avLst/>
                <a:gdLst/>
                <a:ahLst/>
                <a:cxnLst/>
                <a:rect l="l" t="t" r="r" b="b"/>
                <a:pathLst>
                  <a:path w="20065" h="20070" extrusionOk="0">
                    <a:moveTo>
                      <a:pt x="10034" y="20071"/>
                    </a:moveTo>
                    <a:cubicBezTo>
                      <a:pt x="9160" y="20071"/>
                      <a:pt x="8264" y="19959"/>
                      <a:pt x="7390" y="19712"/>
                    </a:cubicBezTo>
                    <a:cubicBezTo>
                      <a:pt x="2058" y="18256"/>
                      <a:pt x="-1101" y="12722"/>
                      <a:pt x="355" y="7390"/>
                    </a:cubicBezTo>
                    <a:cubicBezTo>
                      <a:pt x="1811" y="2058"/>
                      <a:pt x="7345" y="-1101"/>
                      <a:pt x="12677" y="355"/>
                    </a:cubicBezTo>
                    <a:cubicBezTo>
                      <a:pt x="15254" y="1072"/>
                      <a:pt x="17427" y="2730"/>
                      <a:pt x="18749" y="5060"/>
                    </a:cubicBezTo>
                    <a:cubicBezTo>
                      <a:pt x="20071" y="7390"/>
                      <a:pt x="20407" y="10101"/>
                      <a:pt x="19713" y="12677"/>
                    </a:cubicBezTo>
                    <a:lnTo>
                      <a:pt x="19713" y="12677"/>
                    </a:lnTo>
                    <a:cubicBezTo>
                      <a:pt x="18503" y="17136"/>
                      <a:pt x="14447" y="20071"/>
                      <a:pt x="10034" y="20071"/>
                    </a:cubicBezTo>
                    <a:close/>
                    <a:moveTo>
                      <a:pt x="10034" y="2237"/>
                    </a:moveTo>
                    <a:cubicBezTo>
                      <a:pt x="6606" y="2237"/>
                      <a:pt x="3469" y="4522"/>
                      <a:pt x="2506" y="7972"/>
                    </a:cubicBezTo>
                    <a:cubicBezTo>
                      <a:pt x="1363" y="12117"/>
                      <a:pt x="3805" y="16419"/>
                      <a:pt x="7973" y="17562"/>
                    </a:cubicBezTo>
                    <a:cubicBezTo>
                      <a:pt x="9989" y="18122"/>
                      <a:pt x="12072" y="17853"/>
                      <a:pt x="13887" y="16822"/>
                    </a:cubicBezTo>
                    <a:cubicBezTo>
                      <a:pt x="15702" y="15792"/>
                      <a:pt x="17002" y="14111"/>
                      <a:pt x="17539" y="12117"/>
                    </a:cubicBezTo>
                    <a:lnTo>
                      <a:pt x="17539" y="12117"/>
                    </a:lnTo>
                    <a:cubicBezTo>
                      <a:pt x="18682" y="7972"/>
                      <a:pt x="16240" y="3671"/>
                      <a:pt x="12095" y="2528"/>
                    </a:cubicBezTo>
                    <a:cubicBezTo>
                      <a:pt x="11401" y="2349"/>
                      <a:pt x="10706" y="2259"/>
                      <a:pt x="10034" y="225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0" name="Google Shape;1030;p50"/>
              <p:cNvSpPr/>
              <p:nvPr/>
            </p:nvSpPr>
            <p:spPr>
              <a:xfrm rot="-4482680">
                <a:off x="5127469" y="2956239"/>
                <a:ext cx="16244" cy="1678"/>
              </a:xfrm>
              <a:custGeom>
                <a:avLst/>
                <a:gdLst/>
                <a:ahLst/>
                <a:cxnLst/>
                <a:rect l="l" t="t" r="r" b="b"/>
                <a:pathLst>
                  <a:path w="21687" h="2240" extrusionOk="0">
                    <a:moveTo>
                      <a:pt x="0" y="0"/>
                    </a:moveTo>
                    <a:lnTo>
                      <a:pt x="21687" y="0"/>
                    </a:lnTo>
                    <a:lnTo>
                      <a:pt x="21687" y="2240"/>
                    </a:lnTo>
                    <a:lnTo>
                      <a:pt x="0" y="224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1" name="Google Shape;1031;p50"/>
              <p:cNvSpPr/>
              <p:nvPr/>
            </p:nvSpPr>
            <p:spPr>
              <a:xfrm>
                <a:off x="5042594" y="2974778"/>
                <a:ext cx="126949" cy="72001"/>
              </a:xfrm>
              <a:custGeom>
                <a:avLst/>
                <a:gdLst/>
                <a:ahLst/>
                <a:cxnLst/>
                <a:rect l="l" t="t" r="r" b="b"/>
                <a:pathLst>
                  <a:path w="169265" h="96002" extrusionOk="0">
                    <a:moveTo>
                      <a:pt x="164336" y="96003"/>
                    </a:moveTo>
                    <a:lnTo>
                      <a:pt x="0" y="50948"/>
                    </a:lnTo>
                    <a:lnTo>
                      <a:pt x="583" y="48775"/>
                    </a:lnTo>
                    <a:lnTo>
                      <a:pt x="162253" y="93113"/>
                    </a:lnTo>
                    <a:lnTo>
                      <a:pt x="167025" y="0"/>
                    </a:lnTo>
                    <a:lnTo>
                      <a:pt x="169266" y="135"/>
                    </a:lnTo>
                    <a:lnTo>
                      <a:pt x="164336" y="9600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32" name="Google Shape;1032;p50"/>
            <p:cNvSpPr/>
            <p:nvPr/>
          </p:nvSpPr>
          <p:spPr>
            <a:xfrm rot="501953">
              <a:off x="6914428" y="3408093"/>
              <a:ext cx="1193522" cy="1663878"/>
            </a:xfrm>
            <a:custGeom>
              <a:avLst/>
              <a:gdLst/>
              <a:ahLst/>
              <a:cxnLst/>
              <a:rect l="l" t="t" r="r" b="b"/>
              <a:pathLst>
                <a:path w="408589" h="569610" extrusionOk="0">
                  <a:moveTo>
                    <a:pt x="233185" y="0"/>
                  </a:moveTo>
                  <a:lnTo>
                    <a:pt x="233185" y="0"/>
                  </a:lnTo>
                  <a:cubicBezTo>
                    <a:pt x="136309" y="0"/>
                    <a:pt x="57781" y="78528"/>
                    <a:pt x="57781" y="175404"/>
                  </a:cubicBezTo>
                  <a:lnTo>
                    <a:pt x="57781" y="175404"/>
                  </a:lnTo>
                  <a:cubicBezTo>
                    <a:pt x="57781" y="183537"/>
                    <a:pt x="56011" y="191558"/>
                    <a:pt x="52561" y="198929"/>
                  </a:cubicBezTo>
                  <a:lnTo>
                    <a:pt x="0" y="311735"/>
                  </a:lnTo>
                  <a:lnTo>
                    <a:pt x="57781" y="317225"/>
                  </a:lnTo>
                  <a:lnTo>
                    <a:pt x="57781" y="462853"/>
                  </a:lnTo>
                  <a:lnTo>
                    <a:pt x="174262" y="462853"/>
                  </a:lnTo>
                  <a:lnTo>
                    <a:pt x="174262" y="569611"/>
                  </a:lnTo>
                  <a:lnTo>
                    <a:pt x="408590" y="569611"/>
                  </a:lnTo>
                  <a:lnTo>
                    <a:pt x="408590" y="175404"/>
                  </a:lnTo>
                  <a:cubicBezTo>
                    <a:pt x="408590" y="78528"/>
                    <a:pt x="330062" y="0"/>
                    <a:pt x="23318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33" name="Google Shape;1033;p50"/>
            <p:cNvGrpSpPr/>
            <p:nvPr/>
          </p:nvGrpSpPr>
          <p:grpSpPr>
            <a:xfrm rot="501402">
              <a:off x="7301739" y="3512521"/>
              <a:ext cx="981656" cy="507395"/>
              <a:chOff x="1361538" y="294814"/>
              <a:chExt cx="318104" cy="164420"/>
            </a:xfrm>
          </p:grpSpPr>
          <p:sp>
            <p:nvSpPr>
              <p:cNvPr id="1034" name="Google Shape;1034;p50"/>
              <p:cNvSpPr/>
              <p:nvPr/>
            </p:nvSpPr>
            <p:spPr>
              <a:xfrm>
                <a:off x="1361538" y="294814"/>
                <a:ext cx="318104" cy="164420"/>
              </a:xfrm>
              <a:custGeom>
                <a:avLst/>
                <a:gdLst/>
                <a:ahLst/>
                <a:cxnLst/>
                <a:rect l="l" t="t" r="r" b="b"/>
                <a:pathLst>
                  <a:path w="424138" h="219227" extrusionOk="0">
                    <a:moveTo>
                      <a:pt x="424139" y="109625"/>
                    </a:moveTo>
                    <a:cubicBezTo>
                      <a:pt x="388628" y="159609"/>
                      <a:pt x="335887" y="196532"/>
                      <a:pt x="274589" y="211655"/>
                    </a:cubicBezTo>
                    <a:cubicBezTo>
                      <a:pt x="254559" y="216606"/>
                      <a:pt x="233634" y="219227"/>
                      <a:pt x="212080" y="219227"/>
                    </a:cubicBezTo>
                    <a:cubicBezTo>
                      <a:pt x="190527" y="219227"/>
                      <a:pt x="169579" y="216606"/>
                      <a:pt x="149550" y="211655"/>
                    </a:cubicBezTo>
                    <a:cubicBezTo>
                      <a:pt x="88229" y="196509"/>
                      <a:pt x="35489" y="159609"/>
                      <a:pt x="0" y="109625"/>
                    </a:cubicBezTo>
                    <a:cubicBezTo>
                      <a:pt x="35489" y="59618"/>
                      <a:pt x="88229" y="22718"/>
                      <a:pt x="149550" y="7573"/>
                    </a:cubicBezTo>
                    <a:cubicBezTo>
                      <a:pt x="169579" y="2621"/>
                      <a:pt x="190527" y="0"/>
                      <a:pt x="212080" y="0"/>
                    </a:cubicBezTo>
                    <a:cubicBezTo>
                      <a:pt x="233634" y="0"/>
                      <a:pt x="254559" y="2621"/>
                      <a:pt x="274589" y="7573"/>
                    </a:cubicBezTo>
                    <a:cubicBezTo>
                      <a:pt x="335887" y="22718"/>
                      <a:pt x="388628" y="59618"/>
                      <a:pt x="424139" y="10962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5" name="Google Shape;1035;p50"/>
              <p:cNvSpPr/>
              <p:nvPr/>
            </p:nvSpPr>
            <p:spPr>
              <a:xfrm>
                <a:off x="1430852" y="294814"/>
                <a:ext cx="179476" cy="164420"/>
              </a:xfrm>
              <a:custGeom>
                <a:avLst/>
                <a:gdLst/>
                <a:ahLst/>
                <a:cxnLst/>
                <a:rect l="l" t="t" r="r" b="b"/>
                <a:pathLst>
                  <a:path w="239301" h="219227" extrusionOk="0">
                    <a:moveTo>
                      <a:pt x="239302" y="109625"/>
                    </a:moveTo>
                    <a:cubicBezTo>
                      <a:pt x="239302" y="152776"/>
                      <a:pt x="216449" y="190617"/>
                      <a:pt x="182171" y="211655"/>
                    </a:cubicBezTo>
                    <a:cubicBezTo>
                      <a:pt x="162141" y="216606"/>
                      <a:pt x="141215" y="219227"/>
                      <a:pt x="119662" y="219227"/>
                    </a:cubicBezTo>
                    <a:cubicBezTo>
                      <a:pt x="98109" y="219227"/>
                      <a:pt x="77161" y="216606"/>
                      <a:pt x="57131" y="211655"/>
                    </a:cubicBezTo>
                    <a:cubicBezTo>
                      <a:pt x="22853" y="190617"/>
                      <a:pt x="0" y="152776"/>
                      <a:pt x="0" y="109625"/>
                    </a:cubicBezTo>
                    <a:cubicBezTo>
                      <a:pt x="0" y="66474"/>
                      <a:pt x="22853" y="28610"/>
                      <a:pt x="57131" y="7573"/>
                    </a:cubicBezTo>
                    <a:cubicBezTo>
                      <a:pt x="77161" y="2621"/>
                      <a:pt x="98109" y="0"/>
                      <a:pt x="119662" y="0"/>
                    </a:cubicBezTo>
                    <a:cubicBezTo>
                      <a:pt x="141215" y="0"/>
                      <a:pt x="162141" y="2621"/>
                      <a:pt x="182171" y="7573"/>
                    </a:cubicBezTo>
                    <a:cubicBezTo>
                      <a:pt x="216449" y="28610"/>
                      <a:pt x="239302" y="66452"/>
                      <a:pt x="239302" y="10962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6" name="Google Shape;1036;p50"/>
              <p:cNvSpPr/>
              <p:nvPr/>
            </p:nvSpPr>
            <p:spPr>
              <a:xfrm>
                <a:off x="1472860" y="326673"/>
                <a:ext cx="92620" cy="92620"/>
              </a:xfrm>
              <a:custGeom>
                <a:avLst/>
                <a:gdLst/>
                <a:ahLst/>
                <a:cxnLst/>
                <a:rect l="l" t="t" r="r" b="b"/>
                <a:pathLst>
                  <a:path w="123493" h="123493" extrusionOk="0">
                    <a:moveTo>
                      <a:pt x="123493" y="61747"/>
                    </a:moveTo>
                    <a:cubicBezTo>
                      <a:pt x="123493" y="95848"/>
                      <a:pt x="95848" y="123493"/>
                      <a:pt x="61747" y="123493"/>
                    </a:cubicBezTo>
                    <a:cubicBezTo>
                      <a:pt x="27645" y="123493"/>
                      <a:pt x="0" y="95848"/>
                      <a:pt x="0" y="61747"/>
                    </a:cubicBezTo>
                    <a:cubicBezTo>
                      <a:pt x="0" y="27645"/>
                      <a:pt x="27645" y="0"/>
                      <a:pt x="61747" y="0"/>
                    </a:cubicBezTo>
                    <a:cubicBezTo>
                      <a:pt x="95848" y="0"/>
                      <a:pt x="123493" y="27645"/>
                      <a:pt x="123493" y="6174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37" name="Google Shape;1037;p50"/>
            <p:cNvGrpSpPr/>
            <p:nvPr/>
          </p:nvGrpSpPr>
          <p:grpSpPr>
            <a:xfrm>
              <a:off x="3439560" y="3657134"/>
              <a:ext cx="1289627" cy="1255471"/>
              <a:chOff x="1756957" y="810918"/>
              <a:chExt cx="573933" cy="558757"/>
            </a:xfrm>
          </p:grpSpPr>
          <p:sp>
            <p:nvSpPr>
              <p:cNvPr id="1038" name="Google Shape;1038;p50"/>
              <p:cNvSpPr/>
              <p:nvPr/>
            </p:nvSpPr>
            <p:spPr>
              <a:xfrm>
                <a:off x="1770430" y="822523"/>
                <a:ext cx="560460" cy="547152"/>
              </a:xfrm>
              <a:custGeom>
                <a:avLst/>
                <a:gdLst/>
                <a:ahLst/>
                <a:cxnLst/>
                <a:rect l="l" t="t" r="r" b="b"/>
                <a:pathLst>
                  <a:path w="747280" h="729536" extrusionOk="0">
                    <a:moveTo>
                      <a:pt x="685240" y="637630"/>
                    </a:moveTo>
                    <a:cubicBezTo>
                      <a:pt x="591993" y="747345"/>
                      <a:pt x="426872" y="760743"/>
                      <a:pt x="317135" y="667496"/>
                    </a:cubicBezTo>
                    <a:lnTo>
                      <a:pt x="0" y="397970"/>
                    </a:lnTo>
                    <a:lnTo>
                      <a:pt x="104763" y="274701"/>
                    </a:lnTo>
                    <a:lnTo>
                      <a:pt x="421898" y="544226"/>
                    </a:lnTo>
                    <a:cubicBezTo>
                      <a:pt x="463660" y="579715"/>
                      <a:pt x="526482" y="574607"/>
                      <a:pt x="561971" y="532867"/>
                    </a:cubicBezTo>
                    <a:cubicBezTo>
                      <a:pt x="597459" y="491105"/>
                      <a:pt x="592351" y="428283"/>
                      <a:pt x="550612" y="392795"/>
                    </a:cubicBezTo>
                    <a:lnTo>
                      <a:pt x="233477" y="123269"/>
                    </a:lnTo>
                    <a:lnTo>
                      <a:pt x="338240" y="0"/>
                    </a:lnTo>
                    <a:lnTo>
                      <a:pt x="655375" y="269525"/>
                    </a:lnTo>
                    <a:cubicBezTo>
                      <a:pt x="765089" y="362773"/>
                      <a:pt x="778487" y="527894"/>
                      <a:pt x="685240" y="63763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9" name="Google Shape;1039;p50"/>
              <p:cNvSpPr/>
              <p:nvPr/>
            </p:nvSpPr>
            <p:spPr>
              <a:xfrm rot="-2983801">
                <a:off x="1757630" y="1053004"/>
                <a:ext cx="121372" cy="58013"/>
              </a:xfrm>
              <a:custGeom>
                <a:avLst/>
                <a:gdLst/>
                <a:ahLst/>
                <a:cxnLst/>
                <a:rect l="l" t="t" r="r" b="b"/>
                <a:pathLst>
                  <a:path w="161760" h="77317" extrusionOk="0">
                    <a:moveTo>
                      <a:pt x="0" y="0"/>
                    </a:moveTo>
                    <a:lnTo>
                      <a:pt x="161760" y="0"/>
                    </a:lnTo>
                    <a:lnTo>
                      <a:pt x="161760" y="77318"/>
                    </a:lnTo>
                    <a:lnTo>
                      <a:pt x="0" y="77318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0" name="Google Shape;1040;p50"/>
              <p:cNvSpPr/>
              <p:nvPr/>
            </p:nvSpPr>
            <p:spPr>
              <a:xfrm rot="-2983801">
                <a:off x="1932733" y="846965"/>
                <a:ext cx="121372" cy="58013"/>
              </a:xfrm>
              <a:custGeom>
                <a:avLst/>
                <a:gdLst/>
                <a:ahLst/>
                <a:cxnLst/>
                <a:rect l="l" t="t" r="r" b="b"/>
                <a:pathLst>
                  <a:path w="161760" h="77317" extrusionOk="0">
                    <a:moveTo>
                      <a:pt x="0" y="0"/>
                    </a:moveTo>
                    <a:lnTo>
                      <a:pt x="161760" y="0"/>
                    </a:lnTo>
                    <a:lnTo>
                      <a:pt x="161760" y="77318"/>
                    </a:lnTo>
                    <a:lnTo>
                      <a:pt x="0" y="77318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1" name="Google Shape;1041;p50"/>
              <p:cNvSpPr/>
              <p:nvPr/>
            </p:nvSpPr>
            <p:spPr>
              <a:xfrm>
                <a:off x="1809195" y="872580"/>
                <a:ext cx="438175" cy="414067"/>
              </a:xfrm>
              <a:custGeom>
                <a:avLst/>
                <a:gdLst/>
                <a:ahLst/>
                <a:cxnLst/>
                <a:rect l="l" t="t" r="r" b="b"/>
                <a:pathLst>
                  <a:path w="584233" h="552090" extrusionOk="0">
                    <a:moveTo>
                      <a:pt x="430636" y="552046"/>
                    </a:moveTo>
                    <a:cubicBezTo>
                      <a:pt x="395461" y="552046"/>
                      <a:pt x="360129" y="540059"/>
                      <a:pt x="331295" y="515571"/>
                    </a:cubicBezTo>
                    <a:lnTo>
                      <a:pt x="0" y="234014"/>
                    </a:lnTo>
                    <a:lnTo>
                      <a:pt x="2890" y="230609"/>
                    </a:lnTo>
                    <a:lnTo>
                      <a:pt x="334185" y="512166"/>
                    </a:lnTo>
                    <a:cubicBezTo>
                      <a:pt x="364520" y="537953"/>
                      <a:pt x="403101" y="550388"/>
                      <a:pt x="442801" y="547161"/>
                    </a:cubicBezTo>
                    <a:cubicBezTo>
                      <a:pt x="482502" y="543935"/>
                      <a:pt x="518551" y="525451"/>
                      <a:pt x="544338" y="495116"/>
                    </a:cubicBezTo>
                    <a:cubicBezTo>
                      <a:pt x="597571" y="432473"/>
                      <a:pt x="589931" y="338195"/>
                      <a:pt x="527289" y="284962"/>
                    </a:cubicBezTo>
                    <a:lnTo>
                      <a:pt x="195994" y="3406"/>
                    </a:lnTo>
                    <a:lnTo>
                      <a:pt x="198884" y="0"/>
                    </a:lnTo>
                    <a:lnTo>
                      <a:pt x="530179" y="281557"/>
                    </a:lnTo>
                    <a:cubicBezTo>
                      <a:pt x="594704" y="336403"/>
                      <a:pt x="602590" y="433504"/>
                      <a:pt x="547744" y="498028"/>
                    </a:cubicBezTo>
                    <a:cubicBezTo>
                      <a:pt x="517408" y="533719"/>
                      <a:pt x="474145" y="552090"/>
                      <a:pt x="430613" y="5520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42" name="Google Shape;1042;p50"/>
            <p:cNvGrpSpPr/>
            <p:nvPr/>
          </p:nvGrpSpPr>
          <p:grpSpPr>
            <a:xfrm>
              <a:off x="2457994" y="3115077"/>
              <a:ext cx="494365" cy="743207"/>
              <a:chOff x="2993166" y="926240"/>
              <a:chExt cx="181226" cy="272437"/>
            </a:xfrm>
          </p:grpSpPr>
          <p:sp>
            <p:nvSpPr>
              <p:cNvPr id="1043" name="Google Shape;1043;p50"/>
              <p:cNvSpPr/>
              <p:nvPr/>
            </p:nvSpPr>
            <p:spPr>
              <a:xfrm>
                <a:off x="2993166" y="926240"/>
                <a:ext cx="181226" cy="272437"/>
              </a:xfrm>
              <a:custGeom>
                <a:avLst/>
                <a:gdLst/>
                <a:ahLst/>
                <a:cxnLst/>
                <a:rect l="l" t="t" r="r" b="b"/>
                <a:pathLst>
                  <a:path w="241634" h="363249" extrusionOk="0">
                    <a:moveTo>
                      <a:pt x="227216" y="140690"/>
                    </a:moveTo>
                    <a:lnTo>
                      <a:pt x="143670" y="132423"/>
                    </a:lnTo>
                    <a:lnTo>
                      <a:pt x="171227" y="19840"/>
                    </a:lnTo>
                    <a:cubicBezTo>
                      <a:pt x="175170" y="3709"/>
                      <a:pt x="154939" y="-6978"/>
                      <a:pt x="143826" y="5367"/>
                    </a:cubicBezTo>
                    <a:lnTo>
                      <a:pt x="4112" y="160787"/>
                    </a:lnTo>
                    <a:cubicBezTo>
                      <a:pt x="-4581" y="170466"/>
                      <a:pt x="1312" y="185925"/>
                      <a:pt x="14262" y="187336"/>
                    </a:cubicBezTo>
                    <a:lnTo>
                      <a:pt x="101101" y="196791"/>
                    </a:lnTo>
                    <a:lnTo>
                      <a:pt x="64089" y="344078"/>
                    </a:lnTo>
                    <a:cubicBezTo>
                      <a:pt x="60034" y="360231"/>
                      <a:pt x="80982" y="370380"/>
                      <a:pt x="91131" y="357184"/>
                    </a:cubicBezTo>
                    <a:lnTo>
                      <a:pt x="238620" y="165873"/>
                    </a:lnTo>
                    <a:cubicBezTo>
                      <a:pt x="245789" y="155880"/>
                      <a:pt x="239449" y="141877"/>
                      <a:pt x="227216" y="14066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4" name="Google Shape;1044;p50"/>
              <p:cNvSpPr/>
              <p:nvPr/>
            </p:nvSpPr>
            <p:spPr>
              <a:xfrm>
                <a:off x="3043988" y="927157"/>
                <a:ext cx="120479" cy="135334"/>
              </a:xfrm>
              <a:custGeom>
                <a:avLst/>
                <a:gdLst/>
                <a:ahLst/>
                <a:cxnLst/>
                <a:rect l="l" t="t" r="r" b="b"/>
                <a:pathLst>
                  <a:path w="160639" h="180445" extrusionOk="0">
                    <a:moveTo>
                      <a:pt x="160214" y="180445"/>
                    </a:moveTo>
                    <a:lnTo>
                      <a:pt x="0" y="165255"/>
                    </a:lnTo>
                    <a:lnTo>
                      <a:pt x="94233" y="0"/>
                    </a:lnTo>
                    <a:lnTo>
                      <a:pt x="98131" y="2218"/>
                    </a:lnTo>
                    <a:lnTo>
                      <a:pt x="7326" y="161446"/>
                    </a:lnTo>
                    <a:lnTo>
                      <a:pt x="160640" y="175987"/>
                    </a:lnTo>
                    <a:lnTo>
                      <a:pt x="160214" y="18044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45" name="Google Shape;1045;p50"/>
            <p:cNvGrpSpPr/>
            <p:nvPr/>
          </p:nvGrpSpPr>
          <p:grpSpPr>
            <a:xfrm>
              <a:off x="6166964" y="3725670"/>
              <a:ext cx="599775" cy="483248"/>
              <a:chOff x="4528496" y="3602214"/>
              <a:chExt cx="116631" cy="93997"/>
            </a:xfrm>
          </p:grpSpPr>
          <p:sp>
            <p:nvSpPr>
              <p:cNvPr id="1046" name="Google Shape;1046;p50"/>
              <p:cNvSpPr/>
              <p:nvPr/>
            </p:nvSpPr>
            <p:spPr>
              <a:xfrm>
                <a:off x="4579124" y="3602214"/>
                <a:ext cx="66003" cy="54913"/>
              </a:xfrm>
              <a:custGeom>
                <a:avLst/>
                <a:gdLst/>
                <a:ahLst/>
                <a:cxnLst/>
                <a:rect l="l" t="t" r="r" b="b"/>
                <a:pathLst>
                  <a:path w="88004" h="73217" extrusionOk="0">
                    <a:moveTo>
                      <a:pt x="16378" y="73218"/>
                    </a:moveTo>
                    <a:lnTo>
                      <a:pt x="0" y="56840"/>
                    </a:lnTo>
                    <a:lnTo>
                      <a:pt x="1591" y="55249"/>
                    </a:lnTo>
                    <a:lnTo>
                      <a:pt x="16378" y="70036"/>
                    </a:lnTo>
                    <a:lnTo>
                      <a:pt x="86437" y="0"/>
                    </a:lnTo>
                    <a:lnTo>
                      <a:pt x="88005" y="1591"/>
                    </a:lnTo>
                    <a:lnTo>
                      <a:pt x="16378" y="732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7" name="Google Shape;1047;p50"/>
              <p:cNvSpPr/>
              <p:nvPr/>
            </p:nvSpPr>
            <p:spPr>
              <a:xfrm>
                <a:off x="4528496" y="3692851"/>
                <a:ext cx="3360" cy="3360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4480" extrusionOk="0">
                    <a:moveTo>
                      <a:pt x="2240" y="4481"/>
                    </a:moveTo>
                    <a:cubicBezTo>
                      <a:pt x="1635" y="4481"/>
                      <a:pt x="1075" y="4257"/>
                      <a:pt x="672" y="3831"/>
                    </a:cubicBezTo>
                    <a:cubicBezTo>
                      <a:pt x="246" y="3406"/>
                      <a:pt x="0" y="2845"/>
                      <a:pt x="0" y="2240"/>
                    </a:cubicBezTo>
                    <a:cubicBezTo>
                      <a:pt x="0" y="1949"/>
                      <a:pt x="67" y="1658"/>
                      <a:pt x="179" y="1389"/>
                    </a:cubicBezTo>
                    <a:cubicBezTo>
                      <a:pt x="291" y="1120"/>
                      <a:pt x="448" y="874"/>
                      <a:pt x="672" y="672"/>
                    </a:cubicBezTo>
                    <a:cubicBezTo>
                      <a:pt x="874" y="448"/>
                      <a:pt x="1120" y="292"/>
                      <a:pt x="1389" y="179"/>
                    </a:cubicBezTo>
                    <a:cubicBezTo>
                      <a:pt x="1792" y="0"/>
                      <a:pt x="2240" y="-45"/>
                      <a:pt x="2689" y="45"/>
                    </a:cubicBezTo>
                    <a:cubicBezTo>
                      <a:pt x="2823" y="67"/>
                      <a:pt x="2980" y="112"/>
                      <a:pt x="3114" y="179"/>
                    </a:cubicBezTo>
                    <a:cubicBezTo>
                      <a:pt x="3249" y="224"/>
                      <a:pt x="3361" y="292"/>
                      <a:pt x="3495" y="381"/>
                    </a:cubicBezTo>
                    <a:cubicBezTo>
                      <a:pt x="3607" y="470"/>
                      <a:pt x="3719" y="560"/>
                      <a:pt x="3831" y="672"/>
                    </a:cubicBezTo>
                    <a:cubicBezTo>
                      <a:pt x="4033" y="874"/>
                      <a:pt x="4212" y="1120"/>
                      <a:pt x="4324" y="1389"/>
                    </a:cubicBezTo>
                    <a:cubicBezTo>
                      <a:pt x="4436" y="1658"/>
                      <a:pt x="4481" y="1949"/>
                      <a:pt x="4481" y="2240"/>
                    </a:cubicBezTo>
                    <a:cubicBezTo>
                      <a:pt x="4481" y="2845"/>
                      <a:pt x="4257" y="3406"/>
                      <a:pt x="3831" y="3831"/>
                    </a:cubicBezTo>
                    <a:cubicBezTo>
                      <a:pt x="3406" y="4257"/>
                      <a:pt x="2845" y="4481"/>
                      <a:pt x="2240" y="448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8" name="Google Shape;1048;p50"/>
              <p:cNvSpPr/>
              <p:nvPr/>
            </p:nvSpPr>
            <p:spPr>
              <a:xfrm>
                <a:off x="4535196" y="3652687"/>
                <a:ext cx="36841" cy="36837"/>
              </a:xfrm>
              <a:custGeom>
                <a:avLst/>
                <a:gdLst/>
                <a:ahLst/>
                <a:cxnLst/>
                <a:rect l="l" t="t" r="r" b="b"/>
                <a:pathLst>
                  <a:path w="49121" h="49116" extrusionOk="0">
                    <a:moveTo>
                      <a:pt x="655" y="48444"/>
                    </a:moveTo>
                    <a:cubicBezTo>
                      <a:pt x="-218" y="47570"/>
                      <a:pt x="-218" y="46159"/>
                      <a:pt x="655" y="45285"/>
                    </a:cubicBezTo>
                    <a:lnTo>
                      <a:pt x="655" y="45285"/>
                    </a:lnTo>
                    <a:cubicBezTo>
                      <a:pt x="1529" y="44412"/>
                      <a:pt x="2941" y="44412"/>
                      <a:pt x="3837" y="45285"/>
                    </a:cubicBezTo>
                    <a:lnTo>
                      <a:pt x="3837" y="45285"/>
                    </a:lnTo>
                    <a:cubicBezTo>
                      <a:pt x="4688" y="46159"/>
                      <a:pt x="4688" y="47570"/>
                      <a:pt x="3837" y="48444"/>
                    </a:cubicBezTo>
                    <a:lnTo>
                      <a:pt x="3837" y="48444"/>
                    </a:lnTo>
                    <a:cubicBezTo>
                      <a:pt x="3389" y="48892"/>
                      <a:pt x="2806" y="49116"/>
                      <a:pt x="2246" y="49116"/>
                    </a:cubicBezTo>
                    <a:lnTo>
                      <a:pt x="2246" y="49116"/>
                    </a:lnTo>
                    <a:cubicBezTo>
                      <a:pt x="1663" y="49116"/>
                      <a:pt x="1103" y="48892"/>
                      <a:pt x="655" y="48444"/>
                    </a:cubicBezTo>
                    <a:close/>
                    <a:moveTo>
                      <a:pt x="9572" y="39527"/>
                    </a:moveTo>
                    <a:cubicBezTo>
                      <a:pt x="8698" y="38653"/>
                      <a:pt x="8698" y="37242"/>
                      <a:pt x="9572" y="36346"/>
                    </a:cubicBezTo>
                    <a:lnTo>
                      <a:pt x="9572" y="36346"/>
                    </a:lnTo>
                    <a:cubicBezTo>
                      <a:pt x="10446" y="35472"/>
                      <a:pt x="11880" y="35472"/>
                      <a:pt x="12754" y="36346"/>
                    </a:cubicBezTo>
                    <a:lnTo>
                      <a:pt x="12754" y="36346"/>
                    </a:lnTo>
                    <a:cubicBezTo>
                      <a:pt x="13628" y="37242"/>
                      <a:pt x="13628" y="38653"/>
                      <a:pt x="12754" y="39527"/>
                    </a:cubicBezTo>
                    <a:lnTo>
                      <a:pt x="12754" y="39527"/>
                    </a:lnTo>
                    <a:cubicBezTo>
                      <a:pt x="12306" y="39953"/>
                      <a:pt x="11745" y="40177"/>
                      <a:pt x="11163" y="40177"/>
                    </a:cubicBezTo>
                    <a:lnTo>
                      <a:pt x="11163" y="40177"/>
                    </a:lnTo>
                    <a:cubicBezTo>
                      <a:pt x="10603" y="40177"/>
                      <a:pt x="10020" y="39953"/>
                      <a:pt x="9572" y="39527"/>
                    </a:cubicBezTo>
                    <a:close/>
                    <a:moveTo>
                      <a:pt x="18512" y="30610"/>
                    </a:moveTo>
                    <a:cubicBezTo>
                      <a:pt x="17638" y="29714"/>
                      <a:pt x="17638" y="28302"/>
                      <a:pt x="18512" y="27429"/>
                    </a:cubicBezTo>
                    <a:lnTo>
                      <a:pt x="18512" y="27429"/>
                    </a:lnTo>
                    <a:cubicBezTo>
                      <a:pt x="19385" y="26555"/>
                      <a:pt x="20797" y="26555"/>
                      <a:pt x="21671" y="27429"/>
                    </a:cubicBezTo>
                    <a:lnTo>
                      <a:pt x="21671" y="27429"/>
                    </a:lnTo>
                    <a:cubicBezTo>
                      <a:pt x="22545" y="28302"/>
                      <a:pt x="22545" y="29714"/>
                      <a:pt x="21671" y="30610"/>
                    </a:cubicBezTo>
                    <a:lnTo>
                      <a:pt x="21671" y="30610"/>
                    </a:lnTo>
                    <a:cubicBezTo>
                      <a:pt x="21245" y="31036"/>
                      <a:pt x="20662" y="31260"/>
                      <a:pt x="20102" y="31260"/>
                    </a:cubicBezTo>
                    <a:lnTo>
                      <a:pt x="20102" y="31260"/>
                    </a:lnTo>
                    <a:cubicBezTo>
                      <a:pt x="19520" y="31260"/>
                      <a:pt x="18937" y="31036"/>
                      <a:pt x="18512" y="30610"/>
                    </a:cubicBezTo>
                    <a:close/>
                    <a:moveTo>
                      <a:pt x="27429" y="21671"/>
                    </a:moveTo>
                    <a:cubicBezTo>
                      <a:pt x="26555" y="20797"/>
                      <a:pt x="26555" y="19385"/>
                      <a:pt x="27429" y="18512"/>
                    </a:cubicBezTo>
                    <a:lnTo>
                      <a:pt x="27429" y="18512"/>
                    </a:lnTo>
                    <a:cubicBezTo>
                      <a:pt x="28302" y="17638"/>
                      <a:pt x="29736" y="17638"/>
                      <a:pt x="30610" y="18512"/>
                    </a:cubicBezTo>
                    <a:lnTo>
                      <a:pt x="30610" y="18512"/>
                    </a:lnTo>
                    <a:cubicBezTo>
                      <a:pt x="31484" y="19385"/>
                      <a:pt x="31484" y="20797"/>
                      <a:pt x="30610" y="21671"/>
                    </a:cubicBezTo>
                    <a:lnTo>
                      <a:pt x="30610" y="21671"/>
                    </a:lnTo>
                    <a:cubicBezTo>
                      <a:pt x="30162" y="22119"/>
                      <a:pt x="29602" y="22320"/>
                      <a:pt x="29019" y="22320"/>
                    </a:cubicBezTo>
                    <a:lnTo>
                      <a:pt x="29019" y="22320"/>
                    </a:lnTo>
                    <a:cubicBezTo>
                      <a:pt x="28437" y="22320"/>
                      <a:pt x="27877" y="22119"/>
                      <a:pt x="27429" y="21671"/>
                    </a:cubicBezTo>
                    <a:close/>
                    <a:moveTo>
                      <a:pt x="36368" y="12754"/>
                    </a:moveTo>
                    <a:cubicBezTo>
                      <a:pt x="35494" y="11880"/>
                      <a:pt x="35494" y="10446"/>
                      <a:pt x="36368" y="9572"/>
                    </a:cubicBezTo>
                    <a:lnTo>
                      <a:pt x="36368" y="9572"/>
                    </a:lnTo>
                    <a:cubicBezTo>
                      <a:pt x="37242" y="8698"/>
                      <a:pt x="38653" y="8698"/>
                      <a:pt x="39527" y="9572"/>
                    </a:cubicBezTo>
                    <a:lnTo>
                      <a:pt x="39527" y="9572"/>
                    </a:lnTo>
                    <a:cubicBezTo>
                      <a:pt x="40401" y="10446"/>
                      <a:pt x="40401" y="11880"/>
                      <a:pt x="39527" y="12754"/>
                    </a:cubicBezTo>
                    <a:lnTo>
                      <a:pt x="39527" y="12754"/>
                    </a:lnTo>
                    <a:cubicBezTo>
                      <a:pt x="39101" y="13179"/>
                      <a:pt x="38519" y="13404"/>
                      <a:pt x="37959" y="13404"/>
                    </a:cubicBezTo>
                    <a:lnTo>
                      <a:pt x="37959" y="13404"/>
                    </a:lnTo>
                    <a:cubicBezTo>
                      <a:pt x="37376" y="13404"/>
                      <a:pt x="36794" y="13179"/>
                      <a:pt x="36368" y="12754"/>
                    </a:cubicBezTo>
                    <a:close/>
                    <a:moveTo>
                      <a:pt x="45285" y="3814"/>
                    </a:moveTo>
                    <a:cubicBezTo>
                      <a:pt x="44411" y="2941"/>
                      <a:pt x="44411" y="1529"/>
                      <a:pt x="45285" y="656"/>
                    </a:cubicBezTo>
                    <a:lnTo>
                      <a:pt x="45285" y="656"/>
                    </a:lnTo>
                    <a:cubicBezTo>
                      <a:pt x="46159" y="-219"/>
                      <a:pt x="47593" y="-219"/>
                      <a:pt x="48466" y="656"/>
                    </a:cubicBezTo>
                    <a:lnTo>
                      <a:pt x="48466" y="656"/>
                    </a:lnTo>
                    <a:cubicBezTo>
                      <a:pt x="49340" y="1529"/>
                      <a:pt x="49340" y="2941"/>
                      <a:pt x="48466" y="3814"/>
                    </a:cubicBezTo>
                    <a:lnTo>
                      <a:pt x="48466" y="3814"/>
                    </a:lnTo>
                    <a:cubicBezTo>
                      <a:pt x="48018" y="4262"/>
                      <a:pt x="47458" y="4464"/>
                      <a:pt x="46876" y="4464"/>
                    </a:cubicBezTo>
                    <a:lnTo>
                      <a:pt x="46876" y="4464"/>
                    </a:lnTo>
                    <a:cubicBezTo>
                      <a:pt x="46293" y="4464"/>
                      <a:pt x="45733" y="4262"/>
                      <a:pt x="45285" y="381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9" name="Google Shape;1049;p50"/>
              <p:cNvSpPr/>
              <p:nvPr/>
            </p:nvSpPr>
            <p:spPr>
              <a:xfrm>
                <a:off x="4575377" y="3646008"/>
                <a:ext cx="3343" cy="3339"/>
              </a:xfrm>
              <a:custGeom>
                <a:avLst/>
                <a:gdLst/>
                <a:ahLst/>
                <a:cxnLst/>
                <a:rect l="l" t="t" r="r" b="b"/>
                <a:pathLst>
                  <a:path w="4458" h="4452" extrusionOk="0">
                    <a:moveTo>
                      <a:pt x="2218" y="4453"/>
                    </a:moveTo>
                    <a:cubicBezTo>
                      <a:pt x="1927" y="4453"/>
                      <a:pt x="1635" y="4386"/>
                      <a:pt x="1367" y="4274"/>
                    </a:cubicBezTo>
                    <a:cubicBezTo>
                      <a:pt x="1098" y="4161"/>
                      <a:pt x="851" y="4005"/>
                      <a:pt x="650" y="3803"/>
                    </a:cubicBezTo>
                    <a:cubicBezTo>
                      <a:pt x="426" y="3579"/>
                      <a:pt x="269" y="3333"/>
                      <a:pt x="157" y="3064"/>
                    </a:cubicBezTo>
                    <a:cubicBezTo>
                      <a:pt x="45" y="2795"/>
                      <a:pt x="0" y="2504"/>
                      <a:pt x="0" y="2213"/>
                    </a:cubicBezTo>
                    <a:cubicBezTo>
                      <a:pt x="0" y="1921"/>
                      <a:pt x="45" y="1630"/>
                      <a:pt x="157" y="1361"/>
                    </a:cubicBezTo>
                    <a:cubicBezTo>
                      <a:pt x="269" y="1070"/>
                      <a:pt x="426" y="846"/>
                      <a:pt x="650" y="622"/>
                    </a:cubicBezTo>
                    <a:cubicBezTo>
                      <a:pt x="1479" y="-207"/>
                      <a:pt x="2980" y="-207"/>
                      <a:pt x="3809" y="622"/>
                    </a:cubicBezTo>
                    <a:cubicBezTo>
                      <a:pt x="4010" y="846"/>
                      <a:pt x="4190" y="1070"/>
                      <a:pt x="4302" y="1361"/>
                    </a:cubicBezTo>
                    <a:cubicBezTo>
                      <a:pt x="4414" y="1630"/>
                      <a:pt x="4458" y="1921"/>
                      <a:pt x="4458" y="2213"/>
                    </a:cubicBezTo>
                    <a:cubicBezTo>
                      <a:pt x="4458" y="2504"/>
                      <a:pt x="4414" y="2795"/>
                      <a:pt x="4302" y="3064"/>
                    </a:cubicBezTo>
                    <a:cubicBezTo>
                      <a:pt x="4190" y="3333"/>
                      <a:pt x="4033" y="3579"/>
                      <a:pt x="3809" y="3803"/>
                    </a:cubicBezTo>
                    <a:cubicBezTo>
                      <a:pt x="3607" y="4005"/>
                      <a:pt x="3361" y="4161"/>
                      <a:pt x="3092" y="4274"/>
                    </a:cubicBezTo>
                    <a:cubicBezTo>
                      <a:pt x="2823" y="4386"/>
                      <a:pt x="2532" y="4453"/>
                      <a:pt x="2218" y="44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50" name="Google Shape;1050;p50"/>
            <p:cNvSpPr/>
            <p:nvPr/>
          </p:nvSpPr>
          <p:spPr>
            <a:xfrm>
              <a:off x="3120063" y="3574000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50"/>
            <p:cNvSpPr/>
            <p:nvPr/>
          </p:nvSpPr>
          <p:spPr>
            <a:xfrm>
              <a:off x="6799713" y="3073225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52" name="Google Shape;1052;p50"/>
            <p:cNvGrpSpPr/>
            <p:nvPr/>
          </p:nvGrpSpPr>
          <p:grpSpPr>
            <a:xfrm>
              <a:off x="1010795" y="2956610"/>
              <a:ext cx="417843" cy="373630"/>
              <a:chOff x="2957323" y="3936947"/>
              <a:chExt cx="194554" cy="173959"/>
            </a:xfrm>
          </p:grpSpPr>
          <p:sp>
            <p:nvSpPr>
              <p:cNvPr id="1053" name="Google Shape;1053;p50"/>
              <p:cNvSpPr/>
              <p:nvPr/>
            </p:nvSpPr>
            <p:spPr>
              <a:xfrm rot="-45834">
                <a:off x="3060432" y="3936962"/>
                <a:ext cx="3360" cy="173930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231886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231886"/>
                    </a:lnTo>
                    <a:lnTo>
                      <a:pt x="0" y="23188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4" name="Google Shape;1054;p50"/>
              <p:cNvSpPr/>
              <p:nvPr/>
            </p:nvSpPr>
            <p:spPr>
              <a:xfrm rot="-206705">
                <a:off x="2957248" y="4012021"/>
                <a:ext cx="194704" cy="3355"/>
              </a:xfrm>
              <a:custGeom>
                <a:avLst/>
                <a:gdLst/>
                <a:ahLst/>
                <a:cxnLst/>
                <a:rect l="l" t="t" r="r" b="b"/>
                <a:pathLst>
                  <a:path w="260003" h="4480" extrusionOk="0">
                    <a:moveTo>
                      <a:pt x="0" y="0"/>
                    </a:moveTo>
                    <a:lnTo>
                      <a:pt x="260004" y="0"/>
                    </a:lnTo>
                    <a:lnTo>
                      <a:pt x="260004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5" name="Google Shape;1055;p50"/>
              <p:cNvSpPr/>
              <p:nvPr/>
            </p:nvSpPr>
            <p:spPr>
              <a:xfrm rot="-2667569">
                <a:off x="2985839" y="4013185"/>
                <a:ext cx="150521" cy="3358"/>
              </a:xfrm>
              <a:custGeom>
                <a:avLst/>
                <a:gdLst/>
                <a:ahLst/>
                <a:cxnLst/>
                <a:rect l="l" t="t" r="r" b="b"/>
                <a:pathLst>
                  <a:path w="200811" h="4480" extrusionOk="0">
                    <a:moveTo>
                      <a:pt x="0" y="0"/>
                    </a:moveTo>
                    <a:lnTo>
                      <a:pt x="200811" y="0"/>
                    </a:lnTo>
                    <a:lnTo>
                      <a:pt x="200811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6" name="Google Shape;1056;p50"/>
              <p:cNvSpPr/>
              <p:nvPr/>
            </p:nvSpPr>
            <p:spPr>
              <a:xfrm rot="-2716216">
                <a:off x="3069932" y="3955542"/>
                <a:ext cx="3358" cy="133807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78518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78518"/>
                    </a:lnTo>
                    <a:lnTo>
                      <a:pt x="0" y="1785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57" name="Google Shape;1057;p50"/>
            <p:cNvGrpSpPr/>
            <p:nvPr/>
          </p:nvGrpSpPr>
          <p:grpSpPr>
            <a:xfrm rot="9908617">
              <a:off x="7342914" y="2913011"/>
              <a:ext cx="413394" cy="369668"/>
              <a:chOff x="2957323" y="3936947"/>
              <a:chExt cx="194554" cy="173959"/>
            </a:xfrm>
          </p:grpSpPr>
          <p:sp>
            <p:nvSpPr>
              <p:cNvPr id="1058" name="Google Shape;1058;p50"/>
              <p:cNvSpPr/>
              <p:nvPr/>
            </p:nvSpPr>
            <p:spPr>
              <a:xfrm rot="-45834">
                <a:off x="3060432" y="3936962"/>
                <a:ext cx="3360" cy="173930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231886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231886"/>
                    </a:lnTo>
                    <a:lnTo>
                      <a:pt x="0" y="23188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9" name="Google Shape;1059;p50"/>
              <p:cNvSpPr/>
              <p:nvPr/>
            </p:nvSpPr>
            <p:spPr>
              <a:xfrm rot="-206705">
                <a:off x="2957248" y="4012021"/>
                <a:ext cx="194704" cy="3355"/>
              </a:xfrm>
              <a:custGeom>
                <a:avLst/>
                <a:gdLst/>
                <a:ahLst/>
                <a:cxnLst/>
                <a:rect l="l" t="t" r="r" b="b"/>
                <a:pathLst>
                  <a:path w="260003" h="4480" extrusionOk="0">
                    <a:moveTo>
                      <a:pt x="0" y="0"/>
                    </a:moveTo>
                    <a:lnTo>
                      <a:pt x="260004" y="0"/>
                    </a:lnTo>
                    <a:lnTo>
                      <a:pt x="260004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0" name="Google Shape;1060;p50"/>
              <p:cNvSpPr/>
              <p:nvPr/>
            </p:nvSpPr>
            <p:spPr>
              <a:xfrm rot="-2667569">
                <a:off x="2985839" y="4013185"/>
                <a:ext cx="150521" cy="3358"/>
              </a:xfrm>
              <a:custGeom>
                <a:avLst/>
                <a:gdLst/>
                <a:ahLst/>
                <a:cxnLst/>
                <a:rect l="l" t="t" r="r" b="b"/>
                <a:pathLst>
                  <a:path w="200811" h="4480" extrusionOk="0">
                    <a:moveTo>
                      <a:pt x="0" y="0"/>
                    </a:moveTo>
                    <a:lnTo>
                      <a:pt x="200811" y="0"/>
                    </a:lnTo>
                    <a:lnTo>
                      <a:pt x="200811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1" name="Google Shape;1061;p50"/>
              <p:cNvSpPr/>
              <p:nvPr/>
            </p:nvSpPr>
            <p:spPr>
              <a:xfrm rot="-2716216">
                <a:off x="3069932" y="3955542"/>
                <a:ext cx="3358" cy="133807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78518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78518"/>
                    </a:lnTo>
                    <a:lnTo>
                      <a:pt x="0" y="1785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51"/>
          <p:cNvSpPr txBox="1">
            <a:spLocks noGrp="1"/>
          </p:cNvSpPr>
          <p:nvPr>
            <p:ph type="title"/>
          </p:nvPr>
        </p:nvSpPr>
        <p:spPr>
          <a:xfrm>
            <a:off x="720000" y="4748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Table of contents</a:t>
            </a:r>
            <a:endParaRPr/>
          </a:p>
        </p:txBody>
      </p:sp>
      <p:sp>
        <p:nvSpPr>
          <p:cNvPr id="1067" name="Google Shape;1067;p51"/>
          <p:cNvSpPr txBox="1">
            <a:spLocks noGrp="1"/>
          </p:cNvSpPr>
          <p:nvPr>
            <p:ph type="title" idx="5"/>
          </p:nvPr>
        </p:nvSpPr>
        <p:spPr>
          <a:xfrm>
            <a:off x="2776975" y="1443150"/>
            <a:ext cx="909000" cy="61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01.</a:t>
            </a:r>
            <a:endParaRPr/>
          </a:p>
        </p:txBody>
      </p:sp>
      <p:sp>
        <p:nvSpPr>
          <p:cNvPr id="1068" name="Google Shape;1068;p51"/>
          <p:cNvSpPr txBox="1">
            <a:spLocks noGrp="1"/>
          </p:cNvSpPr>
          <p:nvPr>
            <p:ph type="subTitle" idx="1"/>
          </p:nvPr>
        </p:nvSpPr>
        <p:spPr>
          <a:xfrm>
            <a:off x="1979275" y="2057248"/>
            <a:ext cx="2504400" cy="83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Matter</a:t>
            </a:r>
            <a:endParaRPr/>
          </a:p>
        </p:txBody>
      </p:sp>
      <p:sp>
        <p:nvSpPr>
          <p:cNvPr id="1069" name="Google Shape;1069;p51"/>
          <p:cNvSpPr txBox="1">
            <a:spLocks noGrp="1"/>
          </p:cNvSpPr>
          <p:nvPr>
            <p:ph type="title" idx="6"/>
          </p:nvPr>
        </p:nvSpPr>
        <p:spPr>
          <a:xfrm>
            <a:off x="5458025" y="1443150"/>
            <a:ext cx="909000" cy="61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02.</a:t>
            </a:r>
            <a:endParaRPr/>
          </a:p>
        </p:txBody>
      </p:sp>
      <p:sp>
        <p:nvSpPr>
          <p:cNvPr id="1070" name="Google Shape;1070;p51"/>
          <p:cNvSpPr txBox="1">
            <a:spLocks noGrp="1"/>
          </p:cNvSpPr>
          <p:nvPr>
            <p:ph type="subTitle" idx="2"/>
          </p:nvPr>
        </p:nvSpPr>
        <p:spPr>
          <a:xfrm>
            <a:off x="4660325" y="2057248"/>
            <a:ext cx="2504400" cy="83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Properties</a:t>
            </a:r>
            <a:endParaRPr/>
          </a:p>
        </p:txBody>
      </p:sp>
      <p:sp>
        <p:nvSpPr>
          <p:cNvPr id="1071" name="Google Shape;1071;p51"/>
          <p:cNvSpPr txBox="1">
            <a:spLocks noGrp="1"/>
          </p:cNvSpPr>
          <p:nvPr>
            <p:ph type="title" idx="8"/>
          </p:nvPr>
        </p:nvSpPr>
        <p:spPr>
          <a:xfrm>
            <a:off x="2776975" y="2973650"/>
            <a:ext cx="909000" cy="61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03.</a:t>
            </a:r>
            <a:endParaRPr/>
          </a:p>
        </p:txBody>
      </p:sp>
      <p:sp>
        <p:nvSpPr>
          <p:cNvPr id="1072" name="Google Shape;1072;p51"/>
          <p:cNvSpPr txBox="1">
            <a:spLocks noGrp="1"/>
          </p:cNvSpPr>
          <p:nvPr>
            <p:ph type="subTitle" idx="4"/>
          </p:nvPr>
        </p:nvSpPr>
        <p:spPr>
          <a:xfrm>
            <a:off x="1979275" y="3587700"/>
            <a:ext cx="2504400" cy="83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Changes in matter</a:t>
            </a:r>
            <a:endParaRPr/>
          </a:p>
        </p:txBody>
      </p:sp>
      <p:sp>
        <p:nvSpPr>
          <p:cNvPr id="1073" name="Google Shape;1073;p51"/>
          <p:cNvSpPr txBox="1">
            <a:spLocks noGrp="1"/>
          </p:cNvSpPr>
          <p:nvPr>
            <p:ph type="title" idx="7"/>
          </p:nvPr>
        </p:nvSpPr>
        <p:spPr>
          <a:xfrm>
            <a:off x="5458025" y="2973650"/>
            <a:ext cx="909000" cy="61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04.</a:t>
            </a:r>
            <a:endParaRPr/>
          </a:p>
        </p:txBody>
      </p:sp>
      <p:sp>
        <p:nvSpPr>
          <p:cNvPr id="1074" name="Google Shape;1074;p51"/>
          <p:cNvSpPr txBox="1">
            <a:spLocks noGrp="1"/>
          </p:cNvSpPr>
          <p:nvPr>
            <p:ph type="subTitle" idx="3"/>
          </p:nvPr>
        </p:nvSpPr>
        <p:spPr>
          <a:xfrm>
            <a:off x="4660325" y="3587701"/>
            <a:ext cx="2504400" cy="83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Assessment</a:t>
            </a:r>
            <a:endParaRPr/>
          </a:p>
        </p:txBody>
      </p:sp>
      <p:grpSp>
        <p:nvGrpSpPr>
          <p:cNvPr id="1075" name="Google Shape;1075;p51"/>
          <p:cNvGrpSpPr/>
          <p:nvPr/>
        </p:nvGrpSpPr>
        <p:grpSpPr>
          <a:xfrm>
            <a:off x="7862570" y="3587699"/>
            <a:ext cx="834030" cy="834006"/>
            <a:chOff x="3518430" y="3718308"/>
            <a:chExt cx="241531" cy="241531"/>
          </a:xfrm>
        </p:grpSpPr>
        <p:sp>
          <p:nvSpPr>
            <p:cNvPr id="1076" name="Google Shape;1076;p51"/>
            <p:cNvSpPr/>
            <p:nvPr/>
          </p:nvSpPr>
          <p:spPr>
            <a:xfrm rot="-2700000">
              <a:off x="3601726" y="3800378"/>
              <a:ext cx="74863" cy="74863"/>
            </a:xfrm>
            <a:custGeom>
              <a:avLst/>
              <a:gdLst/>
              <a:ahLst/>
              <a:cxnLst/>
              <a:rect l="l" t="t" r="r" b="b"/>
              <a:pathLst>
                <a:path w="99879" h="99879" extrusionOk="0">
                  <a:moveTo>
                    <a:pt x="99879" y="49939"/>
                  </a:moveTo>
                  <a:cubicBezTo>
                    <a:pt x="99879" y="77521"/>
                    <a:pt x="77520" y="99879"/>
                    <a:pt x="49940" y="99879"/>
                  </a:cubicBezTo>
                  <a:cubicBezTo>
                    <a:pt x="22359" y="99879"/>
                    <a:pt x="0" y="77521"/>
                    <a:pt x="0" y="49939"/>
                  </a:cubicBezTo>
                  <a:cubicBezTo>
                    <a:pt x="0" y="22358"/>
                    <a:pt x="22359" y="0"/>
                    <a:pt x="49940" y="0"/>
                  </a:cubicBezTo>
                  <a:cubicBezTo>
                    <a:pt x="77520" y="0"/>
                    <a:pt x="99879" y="22358"/>
                    <a:pt x="99879" y="4993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51"/>
            <p:cNvSpPr/>
            <p:nvPr/>
          </p:nvSpPr>
          <p:spPr>
            <a:xfrm>
              <a:off x="3518430" y="3718308"/>
              <a:ext cx="241531" cy="241531"/>
            </a:xfrm>
            <a:custGeom>
              <a:avLst/>
              <a:gdLst/>
              <a:ahLst/>
              <a:cxnLst/>
              <a:rect l="l" t="t" r="r" b="b"/>
              <a:pathLst>
                <a:path w="322041" h="322041" extrusionOk="0">
                  <a:moveTo>
                    <a:pt x="322041" y="161020"/>
                  </a:moveTo>
                  <a:cubicBezTo>
                    <a:pt x="322041" y="136152"/>
                    <a:pt x="303871" y="115539"/>
                    <a:pt x="280078" y="111708"/>
                  </a:cubicBezTo>
                  <a:cubicBezTo>
                    <a:pt x="294193" y="92194"/>
                    <a:pt x="292468" y="64749"/>
                    <a:pt x="274880" y="47161"/>
                  </a:cubicBezTo>
                  <a:cubicBezTo>
                    <a:pt x="257293" y="29574"/>
                    <a:pt x="229870" y="27849"/>
                    <a:pt x="210333" y="41963"/>
                  </a:cubicBezTo>
                  <a:cubicBezTo>
                    <a:pt x="206502" y="18170"/>
                    <a:pt x="185890" y="0"/>
                    <a:pt x="161021" y="0"/>
                  </a:cubicBezTo>
                  <a:cubicBezTo>
                    <a:pt x="136152" y="0"/>
                    <a:pt x="115540" y="18170"/>
                    <a:pt x="111709" y="41963"/>
                  </a:cubicBezTo>
                  <a:cubicBezTo>
                    <a:pt x="92194" y="27849"/>
                    <a:pt x="64749" y="29574"/>
                    <a:pt x="47161" y="47161"/>
                  </a:cubicBezTo>
                  <a:cubicBezTo>
                    <a:pt x="29574" y="64749"/>
                    <a:pt x="27849" y="92172"/>
                    <a:pt x="41963" y="111708"/>
                  </a:cubicBezTo>
                  <a:cubicBezTo>
                    <a:pt x="18170" y="115539"/>
                    <a:pt x="0" y="136152"/>
                    <a:pt x="0" y="161020"/>
                  </a:cubicBezTo>
                  <a:cubicBezTo>
                    <a:pt x="0" y="185890"/>
                    <a:pt x="18170" y="206502"/>
                    <a:pt x="41963" y="210333"/>
                  </a:cubicBezTo>
                  <a:cubicBezTo>
                    <a:pt x="27849" y="229847"/>
                    <a:pt x="29574" y="257292"/>
                    <a:pt x="47161" y="274880"/>
                  </a:cubicBezTo>
                  <a:cubicBezTo>
                    <a:pt x="64749" y="292467"/>
                    <a:pt x="92172" y="294192"/>
                    <a:pt x="111709" y="280078"/>
                  </a:cubicBezTo>
                  <a:cubicBezTo>
                    <a:pt x="115540" y="303871"/>
                    <a:pt x="136152" y="322041"/>
                    <a:pt x="161021" y="322041"/>
                  </a:cubicBezTo>
                  <a:cubicBezTo>
                    <a:pt x="185890" y="322041"/>
                    <a:pt x="206502" y="303871"/>
                    <a:pt x="210333" y="280078"/>
                  </a:cubicBezTo>
                  <a:cubicBezTo>
                    <a:pt x="229847" y="294192"/>
                    <a:pt x="257293" y="292467"/>
                    <a:pt x="274880" y="274880"/>
                  </a:cubicBezTo>
                  <a:cubicBezTo>
                    <a:pt x="292468" y="257292"/>
                    <a:pt x="294193" y="229869"/>
                    <a:pt x="280078" y="210333"/>
                  </a:cubicBezTo>
                  <a:cubicBezTo>
                    <a:pt x="303871" y="206502"/>
                    <a:pt x="322041" y="185890"/>
                    <a:pt x="322041" y="161020"/>
                  </a:cubicBezTo>
                  <a:close/>
                  <a:moveTo>
                    <a:pt x="131805" y="231594"/>
                  </a:moveTo>
                  <a:cubicBezTo>
                    <a:pt x="130192" y="221580"/>
                    <a:pt x="125555" y="211968"/>
                    <a:pt x="117825" y="204239"/>
                  </a:cubicBezTo>
                  <a:cubicBezTo>
                    <a:pt x="110095" y="196509"/>
                    <a:pt x="100484" y="191871"/>
                    <a:pt x="90469" y="190258"/>
                  </a:cubicBezTo>
                  <a:cubicBezTo>
                    <a:pt x="96406" y="182036"/>
                    <a:pt x="99924" y="171954"/>
                    <a:pt x="99924" y="161020"/>
                  </a:cubicBezTo>
                  <a:cubicBezTo>
                    <a:pt x="99924" y="150087"/>
                    <a:pt x="96406" y="140005"/>
                    <a:pt x="90469" y="131783"/>
                  </a:cubicBezTo>
                  <a:cubicBezTo>
                    <a:pt x="100484" y="130169"/>
                    <a:pt x="110095" y="125532"/>
                    <a:pt x="117825" y="117802"/>
                  </a:cubicBezTo>
                  <a:cubicBezTo>
                    <a:pt x="125555" y="110073"/>
                    <a:pt x="130192" y="100461"/>
                    <a:pt x="131805" y="90446"/>
                  </a:cubicBezTo>
                  <a:cubicBezTo>
                    <a:pt x="140028" y="96384"/>
                    <a:pt x="150110" y="99901"/>
                    <a:pt x="161043" y="99901"/>
                  </a:cubicBezTo>
                  <a:cubicBezTo>
                    <a:pt x="171977" y="99901"/>
                    <a:pt x="182059" y="96384"/>
                    <a:pt x="190281" y="90446"/>
                  </a:cubicBezTo>
                  <a:cubicBezTo>
                    <a:pt x="191894" y="100461"/>
                    <a:pt x="196532" y="110073"/>
                    <a:pt x="204261" y="117802"/>
                  </a:cubicBezTo>
                  <a:cubicBezTo>
                    <a:pt x="211991" y="125532"/>
                    <a:pt x="221602" y="130169"/>
                    <a:pt x="231617" y="131783"/>
                  </a:cubicBezTo>
                  <a:cubicBezTo>
                    <a:pt x="225680" y="140005"/>
                    <a:pt x="222163" y="150087"/>
                    <a:pt x="222163" y="161020"/>
                  </a:cubicBezTo>
                  <a:cubicBezTo>
                    <a:pt x="222163" y="171954"/>
                    <a:pt x="225680" y="182036"/>
                    <a:pt x="231617" y="190258"/>
                  </a:cubicBezTo>
                  <a:cubicBezTo>
                    <a:pt x="221602" y="191871"/>
                    <a:pt x="211991" y="196509"/>
                    <a:pt x="204261" y="204239"/>
                  </a:cubicBezTo>
                  <a:cubicBezTo>
                    <a:pt x="196532" y="211968"/>
                    <a:pt x="191894" y="221580"/>
                    <a:pt x="190281" y="231594"/>
                  </a:cubicBezTo>
                  <a:cubicBezTo>
                    <a:pt x="182059" y="225657"/>
                    <a:pt x="171977" y="222140"/>
                    <a:pt x="161043" y="222140"/>
                  </a:cubicBezTo>
                  <a:cubicBezTo>
                    <a:pt x="150110" y="222140"/>
                    <a:pt x="140028" y="225657"/>
                    <a:pt x="131805" y="2315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51"/>
            <p:cNvSpPr/>
            <p:nvPr/>
          </p:nvSpPr>
          <p:spPr>
            <a:xfrm>
              <a:off x="3546156" y="3746034"/>
              <a:ext cx="186113" cy="186097"/>
            </a:xfrm>
            <a:custGeom>
              <a:avLst/>
              <a:gdLst/>
              <a:ahLst/>
              <a:cxnLst/>
              <a:rect l="l" t="t" r="r" b="b"/>
              <a:pathLst>
                <a:path w="248151" h="248129" extrusionOk="0">
                  <a:moveTo>
                    <a:pt x="124076" y="248129"/>
                  </a:moveTo>
                  <a:cubicBezTo>
                    <a:pt x="105278" y="248129"/>
                    <a:pt x="89394" y="235090"/>
                    <a:pt x="85630" y="216875"/>
                  </a:cubicBezTo>
                  <a:cubicBezTo>
                    <a:pt x="70104" y="227114"/>
                    <a:pt x="49648" y="225097"/>
                    <a:pt x="36340" y="211789"/>
                  </a:cubicBezTo>
                  <a:cubicBezTo>
                    <a:pt x="23054" y="198503"/>
                    <a:pt x="21038" y="178026"/>
                    <a:pt x="31254" y="162499"/>
                  </a:cubicBezTo>
                  <a:cubicBezTo>
                    <a:pt x="13039" y="158758"/>
                    <a:pt x="0" y="142851"/>
                    <a:pt x="0" y="124053"/>
                  </a:cubicBezTo>
                  <a:cubicBezTo>
                    <a:pt x="0" y="105256"/>
                    <a:pt x="13039" y="89371"/>
                    <a:pt x="31254" y="85607"/>
                  </a:cubicBezTo>
                  <a:cubicBezTo>
                    <a:pt x="21015" y="70081"/>
                    <a:pt x="23032" y="49626"/>
                    <a:pt x="36340" y="36318"/>
                  </a:cubicBezTo>
                  <a:cubicBezTo>
                    <a:pt x="49626" y="23032"/>
                    <a:pt x="70104" y="21015"/>
                    <a:pt x="85630" y="31254"/>
                  </a:cubicBezTo>
                  <a:cubicBezTo>
                    <a:pt x="89371" y="13039"/>
                    <a:pt x="105278" y="0"/>
                    <a:pt x="124076" y="0"/>
                  </a:cubicBezTo>
                  <a:cubicBezTo>
                    <a:pt x="142873" y="0"/>
                    <a:pt x="158758" y="13039"/>
                    <a:pt x="162522" y="31254"/>
                  </a:cubicBezTo>
                  <a:cubicBezTo>
                    <a:pt x="178048" y="21015"/>
                    <a:pt x="198526" y="23032"/>
                    <a:pt x="211812" y="36318"/>
                  </a:cubicBezTo>
                  <a:cubicBezTo>
                    <a:pt x="225097" y="49603"/>
                    <a:pt x="227114" y="70081"/>
                    <a:pt x="216898" y="85607"/>
                  </a:cubicBezTo>
                  <a:cubicBezTo>
                    <a:pt x="235112" y="89349"/>
                    <a:pt x="248152" y="105256"/>
                    <a:pt x="248152" y="124053"/>
                  </a:cubicBezTo>
                  <a:cubicBezTo>
                    <a:pt x="248152" y="142851"/>
                    <a:pt x="235112" y="158735"/>
                    <a:pt x="216898" y="162499"/>
                  </a:cubicBezTo>
                  <a:cubicBezTo>
                    <a:pt x="227136" y="178026"/>
                    <a:pt x="225120" y="198481"/>
                    <a:pt x="211812" y="211789"/>
                  </a:cubicBezTo>
                  <a:cubicBezTo>
                    <a:pt x="198526" y="225075"/>
                    <a:pt x="178048" y="227091"/>
                    <a:pt x="162522" y="216875"/>
                  </a:cubicBezTo>
                  <a:cubicBezTo>
                    <a:pt x="158780" y="235090"/>
                    <a:pt x="142873" y="248129"/>
                    <a:pt x="124076" y="248129"/>
                  </a:cubicBezTo>
                  <a:close/>
                  <a:moveTo>
                    <a:pt x="87243" y="212976"/>
                  </a:moveTo>
                  <a:lnTo>
                    <a:pt x="87534" y="214769"/>
                  </a:lnTo>
                  <a:cubicBezTo>
                    <a:pt x="90424" y="232782"/>
                    <a:pt x="105794" y="245866"/>
                    <a:pt x="124076" y="245866"/>
                  </a:cubicBezTo>
                  <a:cubicBezTo>
                    <a:pt x="142358" y="245866"/>
                    <a:pt x="157727" y="232782"/>
                    <a:pt x="160617" y="214769"/>
                  </a:cubicBezTo>
                  <a:lnTo>
                    <a:pt x="160909" y="212976"/>
                  </a:lnTo>
                  <a:lnTo>
                    <a:pt x="162387" y="214052"/>
                  </a:lnTo>
                  <a:cubicBezTo>
                    <a:pt x="177174" y="224739"/>
                    <a:pt x="197294" y="223126"/>
                    <a:pt x="210221" y="210198"/>
                  </a:cubicBezTo>
                  <a:cubicBezTo>
                    <a:pt x="223148" y="197271"/>
                    <a:pt x="224761" y="177152"/>
                    <a:pt x="214075" y="162365"/>
                  </a:cubicBezTo>
                  <a:lnTo>
                    <a:pt x="212999" y="160886"/>
                  </a:lnTo>
                  <a:lnTo>
                    <a:pt x="214791" y="160595"/>
                  </a:lnTo>
                  <a:cubicBezTo>
                    <a:pt x="232805" y="157705"/>
                    <a:pt x="245889" y="142335"/>
                    <a:pt x="245889" y="124053"/>
                  </a:cubicBezTo>
                  <a:cubicBezTo>
                    <a:pt x="245889" y="105771"/>
                    <a:pt x="232805" y="90402"/>
                    <a:pt x="214791" y="87511"/>
                  </a:cubicBezTo>
                  <a:lnTo>
                    <a:pt x="212999" y="87220"/>
                  </a:lnTo>
                  <a:lnTo>
                    <a:pt x="214075" y="85742"/>
                  </a:lnTo>
                  <a:cubicBezTo>
                    <a:pt x="224784" y="70955"/>
                    <a:pt x="223148" y="50836"/>
                    <a:pt x="210221" y="37908"/>
                  </a:cubicBezTo>
                  <a:cubicBezTo>
                    <a:pt x="197294" y="24981"/>
                    <a:pt x="177174" y="23368"/>
                    <a:pt x="162387" y="34055"/>
                  </a:cubicBezTo>
                  <a:lnTo>
                    <a:pt x="160909" y="35130"/>
                  </a:lnTo>
                  <a:lnTo>
                    <a:pt x="160617" y="33338"/>
                  </a:lnTo>
                  <a:cubicBezTo>
                    <a:pt x="157727" y="15324"/>
                    <a:pt x="142358" y="2240"/>
                    <a:pt x="124076" y="2240"/>
                  </a:cubicBezTo>
                  <a:cubicBezTo>
                    <a:pt x="105794" y="2240"/>
                    <a:pt x="90424" y="15324"/>
                    <a:pt x="87534" y="33338"/>
                  </a:cubicBezTo>
                  <a:lnTo>
                    <a:pt x="87243" y="35130"/>
                  </a:lnTo>
                  <a:lnTo>
                    <a:pt x="85764" y="34055"/>
                  </a:lnTo>
                  <a:cubicBezTo>
                    <a:pt x="70977" y="23345"/>
                    <a:pt x="50858" y="24981"/>
                    <a:pt x="37931" y="37908"/>
                  </a:cubicBezTo>
                  <a:cubicBezTo>
                    <a:pt x="25003" y="50836"/>
                    <a:pt x="23390" y="70955"/>
                    <a:pt x="34077" y="85742"/>
                  </a:cubicBezTo>
                  <a:lnTo>
                    <a:pt x="35152" y="87220"/>
                  </a:lnTo>
                  <a:lnTo>
                    <a:pt x="33360" y="87511"/>
                  </a:lnTo>
                  <a:cubicBezTo>
                    <a:pt x="15347" y="90402"/>
                    <a:pt x="2263" y="105771"/>
                    <a:pt x="2263" y="124053"/>
                  </a:cubicBezTo>
                  <a:cubicBezTo>
                    <a:pt x="2263" y="142335"/>
                    <a:pt x="15347" y="157705"/>
                    <a:pt x="33360" y="160595"/>
                  </a:cubicBezTo>
                  <a:lnTo>
                    <a:pt x="35152" y="160886"/>
                  </a:lnTo>
                  <a:lnTo>
                    <a:pt x="34077" y="162365"/>
                  </a:lnTo>
                  <a:cubicBezTo>
                    <a:pt x="23390" y="177152"/>
                    <a:pt x="25003" y="197271"/>
                    <a:pt x="37931" y="210198"/>
                  </a:cubicBezTo>
                  <a:cubicBezTo>
                    <a:pt x="50858" y="223126"/>
                    <a:pt x="70977" y="224739"/>
                    <a:pt x="85764" y="214052"/>
                  </a:cubicBezTo>
                  <a:lnTo>
                    <a:pt x="87243" y="21297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52"/>
          <p:cNvSpPr txBox="1">
            <a:spLocks noGrp="1"/>
          </p:cNvSpPr>
          <p:nvPr>
            <p:ph type="title"/>
          </p:nvPr>
        </p:nvSpPr>
        <p:spPr>
          <a:xfrm>
            <a:off x="5035375" y="1493703"/>
            <a:ext cx="1312500" cy="109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01.</a:t>
            </a:r>
            <a:endParaRPr/>
          </a:p>
        </p:txBody>
      </p:sp>
      <p:sp>
        <p:nvSpPr>
          <p:cNvPr id="1084" name="Google Shape;1084;p52"/>
          <p:cNvSpPr txBox="1">
            <a:spLocks noGrp="1"/>
          </p:cNvSpPr>
          <p:nvPr>
            <p:ph type="title" idx="2"/>
          </p:nvPr>
        </p:nvSpPr>
        <p:spPr>
          <a:xfrm>
            <a:off x="4907625" y="2668200"/>
            <a:ext cx="3463500" cy="11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Matter</a:t>
            </a:r>
            <a:endParaRPr/>
          </a:p>
        </p:txBody>
      </p:sp>
      <p:grpSp>
        <p:nvGrpSpPr>
          <p:cNvPr id="1085" name="Google Shape;1085;p52"/>
          <p:cNvGrpSpPr/>
          <p:nvPr/>
        </p:nvGrpSpPr>
        <p:grpSpPr>
          <a:xfrm>
            <a:off x="243315" y="408842"/>
            <a:ext cx="4559534" cy="4550631"/>
            <a:chOff x="243315" y="408842"/>
            <a:chExt cx="4559534" cy="4550631"/>
          </a:xfrm>
        </p:grpSpPr>
        <p:sp>
          <p:nvSpPr>
            <p:cNvPr id="1086" name="Google Shape;1086;p52"/>
            <p:cNvSpPr/>
            <p:nvPr/>
          </p:nvSpPr>
          <p:spPr>
            <a:xfrm rot="3239606">
              <a:off x="898981" y="1047058"/>
              <a:ext cx="3248201" cy="3274198"/>
            </a:xfrm>
            <a:custGeom>
              <a:avLst/>
              <a:gdLst/>
              <a:ahLst/>
              <a:cxnLst/>
              <a:rect l="l" t="t" r="r" b="b"/>
              <a:pathLst>
                <a:path w="1604660" h="1563415" extrusionOk="0">
                  <a:moveTo>
                    <a:pt x="1604302" y="987125"/>
                  </a:moveTo>
                  <a:lnTo>
                    <a:pt x="1557500" y="448858"/>
                  </a:lnTo>
                  <a:cubicBezTo>
                    <a:pt x="1554744" y="417066"/>
                    <a:pt x="1535028" y="389240"/>
                    <a:pt x="1505947" y="376089"/>
                  </a:cubicBezTo>
                  <a:lnTo>
                    <a:pt x="691725" y="7849"/>
                  </a:lnTo>
                  <a:cubicBezTo>
                    <a:pt x="660493" y="-6288"/>
                    <a:pt x="623907" y="-1045"/>
                    <a:pt x="597872" y="21292"/>
                  </a:cubicBezTo>
                  <a:lnTo>
                    <a:pt x="84811" y="461629"/>
                  </a:lnTo>
                  <a:cubicBezTo>
                    <a:pt x="67694" y="476326"/>
                    <a:pt x="56850" y="497005"/>
                    <a:pt x="54520" y="519432"/>
                  </a:cubicBezTo>
                  <a:lnTo>
                    <a:pt x="481" y="1036706"/>
                  </a:lnTo>
                  <a:cubicBezTo>
                    <a:pt x="-3418" y="1073987"/>
                    <a:pt x="16679" y="1109677"/>
                    <a:pt x="50577" y="1125674"/>
                  </a:cubicBezTo>
                  <a:lnTo>
                    <a:pt x="959772" y="1554966"/>
                  </a:lnTo>
                  <a:cubicBezTo>
                    <a:pt x="992325" y="1570335"/>
                    <a:pt x="1030973" y="1564398"/>
                    <a:pt x="1057410" y="1539932"/>
                  </a:cubicBezTo>
                  <a:lnTo>
                    <a:pt x="1576364" y="1059536"/>
                  </a:lnTo>
                  <a:cubicBezTo>
                    <a:pt x="1596372" y="1041008"/>
                    <a:pt x="1606700" y="1014279"/>
                    <a:pt x="1604325" y="98712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87" name="Google Shape;1087;p52"/>
            <p:cNvGrpSpPr/>
            <p:nvPr/>
          </p:nvGrpSpPr>
          <p:grpSpPr>
            <a:xfrm>
              <a:off x="3612685" y="2710051"/>
              <a:ext cx="975929" cy="975953"/>
              <a:chOff x="3518430" y="3718308"/>
              <a:chExt cx="241531" cy="241531"/>
            </a:xfrm>
          </p:grpSpPr>
          <p:sp>
            <p:nvSpPr>
              <p:cNvPr id="1088" name="Google Shape;1088;p52"/>
              <p:cNvSpPr/>
              <p:nvPr/>
            </p:nvSpPr>
            <p:spPr>
              <a:xfrm rot="-2700000">
                <a:off x="3601726" y="3800378"/>
                <a:ext cx="74863" cy="74863"/>
              </a:xfrm>
              <a:custGeom>
                <a:avLst/>
                <a:gdLst/>
                <a:ahLst/>
                <a:cxnLst/>
                <a:rect l="l" t="t" r="r" b="b"/>
                <a:pathLst>
                  <a:path w="99879" h="99879" extrusionOk="0">
                    <a:moveTo>
                      <a:pt x="99879" y="49939"/>
                    </a:moveTo>
                    <a:cubicBezTo>
                      <a:pt x="99879" y="77521"/>
                      <a:pt x="77520" y="99879"/>
                      <a:pt x="49940" y="99879"/>
                    </a:cubicBezTo>
                    <a:cubicBezTo>
                      <a:pt x="22359" y="99879"/>
                      <a:pt x="0" y="77521"/>
                      <a:pt x="0" y="49939"/>
                    </a:cubicBezTo>
                    <a:cubicBezTo>
                      <a:pt x="0" y="22358"/>
                      <a:pt x="22359" y="0"/>
                      <a:pt x="49940" y="0"/>
                    </a:cubicBezTo>
                    <a:cubicBezTo>
                      <a:pt x="77520" y="0"/>
                      <a:pt x="99879" y="22358"/>
                      <a:pt x="99879" y="499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9" name="Google Shape;1089;p52"/>
              <p:cNvSpPr/>
              <p:nvPr/>
            </p:nvSpPr>
            <p:spPr>
              <a:xfrm>
                <a:off x="3518430" y="3718308"/>
                <a:ext cx="241531" cy="241531"/>
              </a:xfrm>
              <a:custGeom>
                <a:avLst/>
                <a:gdLst/>
                <a:ahLst/>
                <a:cxnLst/>
                <a:rect l="l" t="t" r="r" b="b"/>
                <a:pathLst>
                  <a:path w="322041" h="322041" extrusionOk="0">
                    <a:moveTo>
                      <a:pt x="322041" y="161020"/>
                    </a:moveTo>
                    <a:cubicBezTo>
                      <a:pt x="322041" y="136152"/>
                      <a:pt x="303871" y="115539"/>
                      <a:pt x="280078" y="111708"/>
                    </a:cubicBezTo>
                    <a:cubicBezTo>
                      <a:pt x="294193" y="92194"/>
                      <a:pt x="292468" y="64749"/>
                      <a:pt x="274880" y="47161"/>
                    </a:cubicBezTo>
                    <a:cubicBezTo>
                      <a:pt x="257293" y="29574"/>
                      <a:pt x="229870" y="27849"/>
                      <a:pt x="210333" y="41963"/>
                    </a:cubicBezTo>
                    <a:cubicBezTo>
                      <a:pt x="206502" y="18170"/>
                      <a:pt x="185890" y="0"/>
                      <a:pt x="161021" y="0"/>
                    </a:cubicBezTo>
                    <a:cubicBezTo>
                      <a:pt x="136152" y="0"/>
                      <a:pt x="115540" y="18170"/>
                      <a:pt x="111709" y="41963"/>
                    </a:cubicBezTo>
                    <a:cubicBezTo>
                      <a:pt x="92194" y="27849"/>
                      <a:pt x="64749" y="29574"/>
                      <a:pt x="47161" y="47161"/>
                    </a:cubicBezTo>
                    <a:cubicBezTo>
                      <a:pt x="29574" y="64749"/>
                      <a:pt x="27849" y="92172"/>
                      <a:pt x="41963" y="111708"/>
                    </a:cubicBezTo>
                    <a:cubicBezTo>
                      <a:pt x="18170" y="115539"/>
                      <a:pt x="0" y="136152"/>
                      <a:pt x="0" y="161020"/>
                    </a:cubicBezTo>
                    <a:cubicBezTo>
                      <a:pt x="0" y="185890"/>
                      <a:pt x="18170" y="206502"/>
                      <a:pt x="41963" y="210333"/>
                    </a:cubicBezTo>
                    <a:cubicBezTo>
                      <a:pt x="27849" y="229847"/>
                      <a:pt x="29574" y="257292"/>
                      <a:pt x="47161" y="274880"/>
                    </a:cubicBezTo>
                    <a:cubicBezTo>
                      <a:pt x="64749" y="292467"/>
                      <a:pt x="92172" y="294192"/>
                      <a:pt x="111709" y="280078"/>
                    </a:cubicBezTo>
                    <a:cubicBezTo>
                      <a:pt x="115540" y="303871"/>
                      <a:pt x="136152" y="322041"/>
                      <a:pt x="161021" y="322041"/>
                    </a:cubicBezTo>
                    <a:cubicBezTo>
                      <a:pt x="185890" y="322041"/>
                      <a:pt x="206502" y="303871"/>
                      <a:pt x="210333" y="280078"/>
                    </a:cubicBezTo>
                    <a:cubicBezTo>
                      <a:pt x="229847" y="294192"/>
                      <a:pt x="257293" y="292467"/>
                      <a:pt x="274880" y="274880"/>
                    </a:cubicBezTo>
                    <a:cubicBezTo>
                      <a:pt x="292468" y="257292"/>
                      <a:pt x="294193" y="229869"/>
                      <a:pt x="280078" y="210333"/>
                    </a:cubicBezTo>
                    <a:cubicBezTo>
                      <a:pt x="303871" y="206502"/>
                      <a:pt x="322041" y="185890"/>
                      <a:pt x="322041" y="161020"/>
                    </a:cubicBezTo>
                    <a:close/>
                    <a:moveTo>
                      <a:pt x="131805" y="231594"/>
                    </a:moveTo>
                    <a:cubicBezTo>
                      <a:pt x="130192" y="221580"/>
                      <a:pt x="125555" y="211968"/>
                      <a:pt x="117825" y="204239"/>
                    </a:cubicBezTo>
                    <a:cubicBezTo>
                      <a:pt x="110095" y="196509"/>
                      <a:pt x="100484" y="191871"/>
                      <a:pt x="90469" y="190258"/>
                    </a:cubicBezTo>
                    <a:cubicBezTo>
                      <a:pt x="96406" y="182036"/>
                      <a:pt x="99924" y="171954"/>
                      <a:pt x="99924" y="161020"/>
                    </a:cubicBezTo>
                    <a:cubicBezTo>
                      <a:pt x="99924" y="150087"/>
                      <a:pt x="96406" y="140005"/>
                      <a:pt x="90469" y="131783"/>
                    </a:cubicBezTo>
                    <a:cubicBezTo>
                      <a:pt x="100484" y="130169"/>
                      <a:pt x="110095" y="125532"/>
                      <a:pt x="117825" y="117802"/>
                    </a:cubicBezTo>
                    <a:cubicBezTo>
                      <a:pt x="125555" y="110073"/>
                      <a:pt x="130192" y="100461"/>
                      <a:pt x="131805" y="90446"/>
                    </a:cubicBezTo>
                    <a:cubicBezTo>
                      <a:pt x="140028" y="96384"/>
                      <a:pt x="150110" y="99901"/>
                      <a:pt x="161043" y="99901"/>
                    </a:cubicBezTo>
                    <a:cubicBezTo>
                      <a:pt x="171977" y="99901"/>
                      <a:pt x="182059" y="96384"/>
                      <a:pt x="190281" y="90446"/>
                    </a:cubicBezTo>
                    <a:cubicBezTo>
                      <a:pt x="191894" y="100461"/>
                      <a:pt x="196532" y="110073"/>
                      <a:pt x="204261" y="117802"/>
                    </a:cubicBezTo>
                    <a:cubicBezTo>
                      <a:pt x="211991" y="125532"/>
                      <a:pt x="221602" y="130169"/>
                      <a:pt x="231617" y="131783"/>
                    </a:cubicBezTo>
                    <a:cubicBezTo>
                      <a:pt x="225680" y="140005"/>
                      <a:pt x="222163" y="150087"/>
                      <a:pt x="222163" y="161020"/>
                    </a:cubicBezTo>
                    <a:cubicBezTo>
                      <a:pt x="222163" y="171954"/>
                      <a:pt x="225680" y="182036"/>
                      <a:pt x="231617" y="190258"/>
                    </a:cubicBezTo>
                    <a:cubicBezTo>
                      <a:pt x="221602" y="191871"/>
                      <a:pt x="211991" y="196509"/>
                      <a:pt x="204261" y="204239"/>
                    </a:cubicBezTo>
                    <a:cubicBezTo>
                      <a:pt x="196532" y="211968"/>
                      <a:pt x="191894" y="221580"/>
                      <a:pt x="190281" y="231594"/>
                    </a:cubicBezTo>
                    <a:cubicBezTo>
                      <a:pt x="182059" y="225657"/>
                      <a:pt x="171977" y="222140"/>
                      <a:pt x="161043" y="222140"/>
                    </a:cubicBezTo>
                    <a:cubicBezTo>
                      <a:pt x="150110" y="222140"/>
                      <a:pt x="140028" y="225657"/>
                      <a:pt x="131805" y="23159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0" name="Google Shape;1090;p52"/>
              <p:cNvSpPr/>
              <p:nvPr/>
            </p:nvSpPr>
            <p:spPr>
              <a:xfrm>
                <a:off x="3546156" y="3746034"/>
                <a:ext cx="186113" cy="186097"/>
              </a:xfrm>
              <a:custGeom>
                <a:avLst/>
                <a:gdLst/>
                <a:ahLst/>
                <a:cxnLst/>
                <a:rect l="l" t="t" r="r" b="b"/>
                <a:pathLst>
                  <a:path w="248151" h="248129" extrusionOk="0">
                    <a:moveTo>
                      <a:pt x="124076" y="248129"/>
                    </a:moveTo>
                    <a:cubicBezTo>
                      <a:pt x="105278" y="248129"/>
                      <a:pt x="89394" y="235090"/>
                      <a:pt x="85630" y="216875"/>
                    </a:cubicBezTo>
                    <a:cubicBezTo>
                      <a:pt x="70104" y="227114"/>
                      <a:pt x="49648" y="225097"/>
                      <a:pt x="36340" y="211789"/>
                    </a:cubicBezTo>
                    <a:cubicBezTo>
                      <a:pt x="23054" y="198503"/>
                      <a:pt x="21038" y="178026"/>
                      <a:pt x="31254" y="162499"/>
                    </a:cubicBezTo>
                    <a:cubicBezTo>
                      <a:pt x="13039" y="158758"/>
                      <a:pt x="0" y="142851"/>
                      <a:pt x="0" y="124053"/>
                    </a:cubicBezTo>
                    <a:cubicBezTo>
                      <a:pt x="0" y="105256"/>
                      <a:pt x="13039" y="89371"/>
                      <a:pt x="31254" y="85607"/>
                    </a:cubicBezTo>
                    <a:cubicBezTo>
                      <a:pt x="21015" y="70081"/>
                      <a:pt x="23032" y="49626"/>
                      <a:pt x="36340" y="36318"/>
                    </a:cubicBezTo>
                    <a:cubicBezTo>
                      <a:pt x="49626" y="23032"/>
                      <a:pt x="70104" y="21015"/>
                      <a:pt x="85630" y="31254"/>
                    </a:cubicBezTo>
                    <a:cubicBezTo>
                      <a:pt x="89371" y="13039"/>
                      <a:pt x="105278" y="0"/>
                      <a:pt x="124076" y="0"/>
                    </a:cubicBezTo>
                    <a:cubicBezTo>
                      <a:pt x="142873" y="0"/>
                      <a:pt x="158758" y="13039"/>
                      <a:pt x="162522" y="31254"/>
                    </a:cubicBezTo>
                    <a:cubicBezTo>
                      <a:pt x="178048" y="21015"/>
                      <a:pt x="198526" y="23032"/>
                      <a:pt x="211812" y="36318"/>
                    </a:cubicBezTo>
                    <a:cubicBezTo>
                      <a:pt x="225097" y="49603"/>
                      <a:pt x="227114" y="70081"/>
                      <a:pt x="216898" y="85607"/>
                    </a:cubicBezTo>
                    <a:cubicBezTo>
                      <a:pt x="235112" y="89349"/>
                      <a:pt x="248152" y="105256"/>
                      <a:pt x="248152" y="124053"/>
                    </a:cubicBezTo>
                    <a:cubicBezTo>
                      <a:pt x="248152" y="142851"/>
                      <a:pt x="235112" y="158735"/>
                      <a:pt x="216898" y="162499"/>
                    </a:cubicBezTo>
                    <a:cubicBezTo>
                      <a:pt x="227136" y="178026"/>
                      <a:pt x="225120" y="198481"/>
                      <a:pt x="211812" y="211789"/>
                    </a:cubicBezTo>
                    <a:cubicBezTo>
                      <a:pt x="198526" y="225075"/>
                      <a:pt x="178048" y="227091"/>
                      <a:pt x="162522" y="216875"/>
                    </a:cubicBezTo>
                    <a:cubicBezTo>
                      <a:pt x="158780" y="235090"/>
                      <a:pt x="142873" y="248129"/>
                      <a:pt x="124076" y="248129"/>
                    </a:cubicBezTo>
                    <a:close/>
                    <a:moveTo>
                      <a:pt x="87243" y="212976"/>
                    </a:moveTo>
                    <a:lnTo>
                      <a:pt x="87534" y="214769"/>
                    </a:lnTo>
                    <a:cubicBezTo>
                      <a:pt x="90424" y="232782"/>
                      <a:pt x="105794" y="245866"/>
                      <a:pt x="124076" y="245866"/>
                    </a:cubicBezTo>
                    <a:cubicBezTo>
                      <a:pt x="142358" y="245866"/>
                      <a:pt x="157727" y="232782"/>
                      <a:pt x="160617" y="214769"/>
                    </a:cubicBezTo>
                    <a:lnTo>
                      <a:pt x="160909" y="212976"/>
                    </a:lnTo>
                    <a:lnTo>
                      <a:pt x="162387" y="214052"/>
                    </a:lnTo>
                    <a:cubicBezTo>
                      <a:pt x="177174" y="224739"/>
                      <a:pt x="197294" y="223126"/>
                      <a:pt x="210221" y="210198"/>
                    </a:cubicBezTo>
                    <a:cubicBezTo>
                      <a:pt x="223148" y="197271"/>
                      <a:pt x="224761" y="177152"/>
                      <a:pt x="214075" y="162365"/>
                    </a:cubicBezTo>
                    <a:lnTo>
                      <a:pt x="212999" y="160886"/>
                    </a:lnTo>
                    <a:lnTo>
                      <a:pt x="214791" y="160595"/>
                    </a:lnTo>
                    <a:cubicBezTo>
                      <a:pt x="232805" y="157705"/>
                      <a:pt x="245889" y="142335"/>
                      <a:pt x="245889" y="124053"/>
                    </a:cubicBezTo>
                    <a:cubicBezTo>
                      <a:pt x="245889" y="105771"/>
                      <a:pt x="232805" y="90402"/>
                      <a:pt x="214791" y="87511"/>
                    </a:cubicBezTo>
                    <a:lnTo>
                      <a:pt x="212999" y="87220"/>
                    </a:lnTo>
                    <a:lnTo>
                      <a:pt x="214075" y="85742"/>
                    </a:lnTo>
                    <a:cubicBezTo>
                      <a:pt x="224784" y="70955"/>
                      <a:pt x="223148" y="50836"/>
                      <a:pt x="210221" y="37908"/>
                    </a:cubicBezTo>
                    <a:cubicBezTo>
                      <a:pt x="197294" y="24981"/>
                      <a:pt x="177174" y="23368"/>
                      <a:pt x="162387" y="34055"/>
                    </a:cubicBezTo>
                    <a:lnTo>
                      <a:pt x="160909" y="35130"/>
                    </a:lnTo>
                    <a:lnTo>
                      <a:pt x="160617" y="33338"/>
                    </a:lnTo>
                    <a:cubicBezTo>
                      <a:pt x="157727" y="15324"/>
                      <a:pt x="142358" y="2240"/>
                      <a:pt x="124076" y="2240"/>
                    </a:cubicBezTo>
                    <a:cubicBezTo>
                      <a:pt x="105794" y="2240"/>
                      <a:pt x="90424" y="15324"/>
                      <a:pt x="87534" y="33338"/>
                    </a:cubicBezTo>
                    <a:lnTo>
                      <a:pt x="87243" y="35130"/>
                    </a:lnTo>
                    <a:lnTo>
                      <a:pt x="85764" y="34055"/>
                    </a:lnTo>
                    <a:cubicBezTo>
                      <a:pt x="70977" y="23345"/>
                      <a:pt x="50858" y="24981"/>
                      <a:pt x="37931" y="37908"/>
                    </a:cubicBezTo>
                    <a:cubicBezTo>
                      <a:pt x="25003" y="50836"/>
                      <a:pt x="23390" y="70955"/>
                      <a:pt x="34077" y="85742"/>
                    </a:cubicBezTo>
                    <a:lnTo>
                      <a:pt x="35152" y="87220"/>
                    </a:lnTo>
                    <a:lnTo>
                      <a:pt x="33360" y="87511"/>
                    </a:lnTo>
                    <a:cubicBezTo>
                      <a:pt x="15347" y="90402"/>
                      <a:pt x="2263" y="105771"/>
                      <a:pt x="2263" y="124053"/>
                    </a:cubicBezTo>
                    <a:cubicBezTo>
                      <a:pt x="2263" y="142335"/>
                      <a:pt x="15347" y="157705"/>
                      <a:pt x="33360" y="160595"/>
                    </a:cubicBezTo>
                    <a:lnTo>
                      <a:pt x="35152" y="160886"/>
                    </a:lnTo>
                    <a:lnTo>
                      <a:pt x="34077" y="162365"/>
                    </a:lnTo>
                    <a:cubicBezTo>
                      <a:pt x="23390" y="177152"/>
                      <a:pt x="25003" y="197271"/>
                      <a:pt x="37931" y="210198"/>
                    </a:cubicBezTo>
                    <a:cubicBezTo>
                      <a:pt x="50858" y="223126"/>
                      <a:pt x="70977" y="224739"/>
                      <a:pt x="85764" y="214052"/>
                    </a:cubicBezTo>
                    <a:lnTo>
                      <a:pt x="87243" y="21297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91" name="Google Shape;1091;p52"/>
            <p:cNvGrpSpPr/>
            <p:nvPr/>
          </p:nvGrpSpPr>
          <p:grpSpPr>
            <a:xfrm flipH="1">
              <a:off x="1721930" y="997238"/>
              <a:ext cx="1890741" cy="3521782"/>
              <a:chOff x="5619011" y="3340355"/>
              <a:chExt cx="366992" cy="683589"/>
            </a:xfrm>
          </p:grpSpPr>
          <p:sp>
            <p:nvSpPr>
              <p:cNvPr id="1092" name="Google Shape;1092;p52"/>
              <p:cNvSpPr/>
              <p:nvPr/>
            </p:nvSpPr>
            <p:spPr>
              <a:xfrm>
                <a:off x="5619011" y="3774398"/>
                <a:ext cx="184793" cy="249546"/>
              </a:xfrm>
              <a:custGeom>
                <a:avLst/>
                <a:gdLst/>
                <a:ahLst/>
                <a:cxnLst/>
                <a:rect l="l" t="t" r="r" b="b"/>
                <a:pathLst>
                  <a:path w="246391" h="332728" extrusionOk="0">
                    <a:moveTo>
                      <a:pt x="233750" y="228973"/>
                    </a:moveTo>
                    <a:cubicBezTo>
                      <a:pt x="239173" y="207801"/>
                      <a:pt x="235745" y="184501"/>
                      <a:pt x="224453" y="165793"/>
                    </a:cubicBezTo>
                    <a:cubicBezTo>
                      <a:pt x="219680" y="157884"/>
                      <a:pt x="213318" y="149930"/>
                      <a:pt x="213878" y="140722"/>
                    </a:cubicBezTo>
                    <a:cubicBezTo>
                      <a:pt x="214931" y="123023"/>
                      <a:pt x="239329" y="115965"/>
                      <a:pt x="245110" y="99207"/>
                    </a:cubicBezTo>
                    <a:cubicBezTo>
                      <a:pt x="249725" y="85832"/>
                      <a:pt x="240965" y="71963"/>
                      <a:pt x="233392" y="60022"/>
                    </a:cubicBezTo>
                    <a:cubicBezTo>
                      <a:pt x="226021" y="48416"/>
                      <a:pt x="219434" y="33159"/>
                      <a:pt x="226357" y="21531"/>
                    </a:cubicBezTo>
                    <a:lnTo>
                      <a:pt x="208232" y="12972"/>
                    </a:lnTo>
                    <a:lnTo>
                      <a:pt x="208232" y="12972"/>
                    </a:lnTo>
                    <a:cubicBezTo>
                      <a:pt x="208232" y="12972"/>
                      <a:pt x="198889" y="8559"/>
                      <a:pt x="198889" y="8559"/>
                    </a:cubicBezTo>
                    <a:lnTo>
                      <a:pt x="198889" y="8559"/>
                    </a:lnTo>
                    <a:cubicBezTo>
                      <a:pt x="198889" y="8559"/>
                      <a:pt x="180764" y="0"/>
                      <a:pt x="180764" y="0"/>
                    </a:cubicBezTo>
                    <a:cubicBezTo>
                      <a:pt x="176193" y="12726"/>
                      <a:pt x="160219" y="17319"/>
                      <a:pt x="146575" y="19021"/>
                    </a:cubicBezTo>
                    <a:cubicBezTo>
                      <a:pt x="132550" y="20747"/>
                      <a:pt x="116262" y="22808"/>
                      <a:pt x="108868" y="34861"/>
                    </a:cubicBezTo>
                    <a:cubicBezTo>
                      <a:pt x="99593" y="49962"/>
                      <a:pt x="109652" y="73307"/>
                      <a:pt x="96658" y="85361"/>
                    </a:cubicBezTo>
                    <a:cubicBezTo>
                      <a:pt x="89892" y="91635"/>
                      <a:pt x="79697" y="91791"/>
                      <a:pt x="70579" y="93113"/>
                    </a:cubicBezTo>
                    <a:cubicBezTo>
                      <a:pt x="48959" y="96272"/>
                      <a:pt x="28772" y="108415"/>
                      <a:pt x="15867" y="126070"/>
                    </a:cubicBezTo>
                    <a:cubicBezTo>
                      <a:pt x="2962" y="143725"/>
                      <a:pt x="-2482" y="166622"/>
                      <a:pt x="1058" y="188197"/>
                    </a:cubicBezTo>
                    <a:cubicBezTo>
                      <a:pt x="4509" y="209078"/>
                      <a:pt x="15509" y="227137"/>
                      <a:pt x="28011" y="244679"/>
                    </a:cubicBezTo>
                    <a:cubicBezTo>
                      <a:pt x="46203" y="270198"/>
                      <a:pt x="54605" y="301429"/>
                      <a:pt x="51558" y="332639"/>
                    </a:cubicBezTo>
                    <a:lnTo>
                      <a:pt x="51558" y="332728"/>
                    </a:lnTo>
                    <a:cubicBezTo>
                      <a:pt x="51558" y="332728"/>
                      <a:pt x="51558" y="332728"/>
                      <a:pt x="51558" y="332728"/>
                    </a:cubicBezTo>
                    <a:cubicBezTo>
                      <a:pt x="74433" y="310974"/>
                      <a:pt x="104096" y="297845"/>
                      <a:pt x="135552" y="295336"/>
                    </a:cubicBezTo>
                    <a:cubicBezTo>
                      <a:pt x="156590" y="293655"/>
                      <a:pt x="177045" y="290429"/>
                      <a:pt x="195237" y="279899"/>
                    </a:cubicBezTo>
                    <a:cubicBezTo>
                      <a:pt x="214146" y="268943"/>
                      <a:pt x="228374" y="250168"/>
                      <a:pt x="233818" y="22899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3" name="Google Shape;1093;p52"/>
              <p:cNvSpPr/>
              <p:nvPr/>
            </p:nvSpPr>
            <p:spPr>
              <a:xfrm>
                <a:off x="5671875" y="3777708"/>
                <a:ext cx="109645" cy="170872"/>
              </a:xfrm>
              <a:custGeom>
                <a:avLst/>
                <a:gdLst/>
                <a:ahLst/>
                <a:cxnLst/>
                <a:rect l="l" t="t" r="r" b="b"/>
                <a:pathLst>
                  <a:path w="146193" h="227830" extrusionOk="0">
                    <a:moveTo>
                      <a:pt x="27920" y="227809"/>
                    </a:moveTo>
                    <a:lnTo>
                      <a:pt x="28301" y="224694"/>
                    </a:lnTo>
                    <a:cubicBezTo>
                      <a:pt x="29936" y="207846"/>
                      <a:pt x="25433" y="190998"/>
                      <a:pt x="15575" y="177175"/>
                    </a:cubicBezTo>
                    <a:cubicBezTo>
                      <a:pt x="8966" y="167899"/>
                      <a:pt x="2580" y="157660"/>
                      <a:pt x="609" y="145719"/>
                    </a:cubicBezTo>
                    <a:cubicBezTo>
                      <a:pt x="-1408" y="133508"/>
                      <a:pt x="1640" y="120783"/>
                      <a:pt x="8921" y="110790"/>
                    </a:cubicBezTo>
                    <a:cubicBezTo>
                      <a:pt x="16225" y="100798"/>
                      <a:pt x="27427" y="94054"/>
                      <a:pt x="39682" y="92262"/>
                    </a:cubicBezTo>
                    <a:cubicBezTo>
                      <a:pt x="40533" y="92150"/>
                      <a:pt x="41407" y="92038"/>
                      <a:pt x="42259" y="91925"/>
                    </a:cubicBezTo>
                    <a:cubicBezTo>
                      <a:pt x="46336" y="91433"/>
                      <a:pt x="50571" y="90917"/>
                      <a:pt x="53394" y="88296"/>
                    </a:cubicBezTo>
                    <a:cubicBezTo>
                      <a:pt x="56934" y="85025"/>
                      <a:pt x="57046" y="79917"/>
                      <a:pt x="57180" y="74517"/>
                    </a:cubicBezTo>
                    <a:cubicBezTo>
                      <a:pt x="57292" y="69768"/>
                      <a:pt x="57426" y="64861"/>
                      <a:pt x="59891" y="60828"/>
                    </a:cubicBezTo>
                    <a:cubicBezTo>
                      <a:pt x="64237" y="53726"/>
                      <a:pt x="73759" y="52561"/>
                      <a:pt x="81399" y="51620"/>
                    </a:cubicBezTo>
                    <a:cubicBezTo>
                      <a:pt x="87785" y="50836"/>
                      <a:pt x="116530" y="7886"/>
                      <a:pt x="119353" y="0"/>
                    </a:cubicBezTo>
                    <a:lnTo>
                      <a:pt x="121459" y="762"/>
                    </a:lnTo>
                    <a:cubicBezTo>
                      <a:pt x="119196" y="7080"/>
                      <a:pt x="90070" y="52807"/>
                      <a:pt x="81668" y="53860"/>
                    </a:cubicBezTo>
                    <a:cubicBezTo>
                      <a:pt x="74140" y="54801"/>
                      <a:pt x="65604" y="55832"/>
                      <a:pt x="61795" y="62038"/>
                    </a:cubicBezTo>
                    <a:cubicBezTo>
                      <a:pt x="59644" y="65555"/>
                      <a:pt x="59532" y="70148"/>
                      <a:pt x="59421" y="74607"/>
                    </a:cubicBezTo>
                    <a:cubicBezTo>
                      <a:pt x="59286" y="80230"/>
                      <a:pt x="59129" y="86056"/>
                      <a:pt x="54917" y="89977"/>
                    </a:cubicBezTo>
                    <a:cubicBezTo>
                      <a:pt x="51557" y="93091"/>
                      <a:pt x="46986" y="93651"/>
                      <a:pt x="42550" y="94188"/>
                    </a:cubicBezTo>
                    <a:cubicBezTo>
                      <a:pt x="41698" y="94301"/>
                      <a:pt x="40847" y="94390"/>
                      <a:pt x="40018" y="94524"/>
                    </a:cubicBezTo>
                    <a:cubicBezTo>
                      <a:pt x="28368" y="96227"/>
                      <a:pt x="17703" y="102657"/>
                      <a:pt x="10758" y="112157"/>
                    </a:cubicBezTo>
                    <a:cubicBezTo>
                      <a:pt x="3813" y="121656"/>
                      <a:pt x="923" y="133777"/>
                      <a:pt x="2850" y="145405"/>
                    </a:cubicBezTo>
                    <a:cubicBezTo>
                      <a:pt x="4754" y="156898"/>
                      <a:pt x="10982" y="166868"/>
                      <a:pt x="17435" y="175920"/>
                    </a:cubicBezTo>
                    <a:cubicBezTo>
                      <a:pt x="27046" y="189407"/>
                      <a:pt x="31729" y="205718"/>
                      <a:pt x="30788" y="222118"/>
                    </a:cubicBezTo>
                    <a:cubicBezTo>
                      <a:pt x="43155" y="211229"/>
                      <a:pt x="58883" y="204553"/>
                      <a:pt x="75440" y="203231"/>
                    </a:cubicBezTo>
                    <a:cubicBezTo>
                      <a:pt x="86216" y="202380"/>
                      <a:pt x="97598" y="200766"/>
                      <a:pt x="107702" y="194896"/>
                    </a:cubicBezTo>
                    <a:cubicBezTo>
                      <a:pt x="117896" y="189004"/>
                      <a:pt x="125424" y="179079"/>
                      <a:pt x="128337" y="167653"/>
                    </a:cubicBezTo>
                    <a:cubicBezTo>
                      <a:pt x="131271" y="156249"/>
                      <a:pt x="129457" y="143926"/>
                      <a:pt x="123363" y="133844"/>
                    </a:cubicBezTo>
                    <a:cubicBezTo>
                      <a:pt x="122937" y="133128"/>
                      <a:pt x="122467" y="132410"/>
                      <a:pt x="122019" y="131693"/>
                    </a:cubicBezTo>
                    <a:cubicBezTo>
                      <a:pt x="119621" y="127930"/>
                      <a:pt x="117135" y="124031"/>
                      <a:pt x="117403" y="119461"/>
                    </a:cubicBezTo>
                    <a:cubicBezTo>
                      <a:pt x="117740" y="113703"/>
                      <a:pt x="122153" y="109894"/>
                      <a:pt x="126410" y="106220"/>
                    </a:cubicBezTo>
                    <a:cubicBezTo>
                      <a:pt x="129770" y="103307"/>
                      <a:pt x="133266" y="100305"/>
                      <a:pt x="134610" y="96384"/>
                    </a:cubicBezTo>
                    <a:cubicBezTo>
                      <a:pt x="136985" y="89528"/>
                      <a:pt x="132369" y="82269"/>
                      <a:pt x="128292" y="75862"/>
                    </a:cubicBezTo>
                    <a:cubicBezTo>
                      <a:pt x="123834" y="68826"/>
                      <a:pt x="140816" y="17296"/>
                      <a:pt x="144266" y="11516"/>
                    </a:cubicBezTo>
                    <a:lnTo>
                      <a:pt x="146193" y="12659"/>
                    </a:lnTo>
                    <a:cubicBezTo>
                      <a:pt x="141757" y="20097"/>
                      <a:pt x="126657" y="69096"/>
                      <a:pt x="130196" y="74652"/>
                    </a:cubicBezTo>
                    <a:cubicBezTo>
                      <a:pt x="134319" y="81149"/>
                      <a:pt x="139449" y="89237"/>
                      <a:pt x="136739" y="97123"/>
                    </a:cubicBezTo>
                    <a:cubicBezTo>
                      <a:pt x="135192" y="101604"/>
                      <a:pt x="131496" y="104808"/>
                      <a:pt x="127888" y="107923"/>
                    </a:cubicBezTo>
                    <a:cubicBezTo>
                      <a:pt x="123811" y="111462"/>
                      <a:pt x="119935" y="114800"/>
                      <a:pt x="119666" y="119618"/>
                    </a:cubicBezTo>
                    <a:cubicBezTo>
                      <a:pt x="119442" y="123471"/>
                      <a:pt x="121727" y="127056"/>
                      <a:pt x="123945" y="130528"/>
                    </a:cubicBezTo>
                    <a:cubicBezTo>
                      <a:pt x="124416" y="131268"/>
                      <a:pt x="124886" y="132007"/>
                      <a:pt x="125334" y="132724"/>
                    </a:cubicBezTo>
                    <a:cubicBezTo>
                      <a:pt x="131742" y="143321"/>
                      <a:pt x="133646" y="156271"/>
                      <a:pt x="130555" y="168235"/>
                    </a:cubicBezTo>
                    <a:cubicBezTo>
                      <a:pt x="127485" y="180221"/>
                      <a:pt x="119576" y="190640"/>
                      <a:pt x="108867" y="196846"/>
                    </a:cubicBezTo>
                    <a:cubicBezTo>
                      <a:pt x="98359" y="202917"/>
                      <a:pt x="86687" y="204575"/>
                      <a:pt x="75642" y="205471"/>
                    </a:cubicBezTo>
                    <a:cubicBezTo>
                      <a:pt x="58636" y="206838"/>
                      <a:pt x="42528" y="214007"/>
                      <a:pt x="30250" y="225680"/>
                    </a:cubicBezTo>
                    <a:lnTo>
                      <a:pt x="27987" y="2278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4" name="Google Shape;1094;p52"/>
              <p:cNvSpPr/>
              <p:nvPr/>
            </p:nvSpPr>
            <p:spPr>
              <a:xfrm>
                <a:off x="5751627" y="3340355"/>
                <a:ext cx="234376" cy="416197"/>
              </a:xfrm>
              <a:custGeom>
                <a:avLst/>
                <a:gdLst/>
                <a:ahLst/>
                <a:cxnLst/>
                <a:rect l="l" t="t" r="r" b="b"/>
                <a:pathLst>
                  <a:path w="312501" h="554930" extrusionOk="0">
                    <a:moveTo>
                      <a:pt x="249160" y="261634"/>
                    </a:moveTo>
                    <a:cubicBezTo>
                      <a:pt x="295492" y="163525"/>
                      <a:pt x="317471" y="69292"/>
                      <a:pt x="311556" y="11242"/>
                    </a:cubicBezTo>
                    <a:cubicBezTo>
                      <a:pt x="310593" y="1877"/>
                      <a:pt x="300040" y="-3097"/>
                      <a:pt x="292199" y="2101"/>
                    </a:cubicBezTo>
                    <a:cubicBezTo>
                      <a:pt x="243603" y="34431"/>
                      <a:pt x="184814" y="111278"/>
                      <a:pt x="138482" y="209387"/>
                    </a:cubicBezTo>
                    <a:cubicBezTo>
                      <a:pt x="137810" y="210798"/>
                      <a:pt x="137160" y="212188"/>
                      <a:pt x="136510" y="213599"/>
                    </a:cubicBezTo>
                    <a:lnTo>
                      <a:pt x="136510" y="213599"/>
                    </a:lnTo>
                    <a:cubicBezTo>
                      <a:pt x="136510" y="213599"/>
                      <a:pt x="0" y="502683"/>
                      <a:pt x="0" y="502683"/>
                    </a:cubicBezTo>
                    <a:lnTo>
                      <a:pt x="110655" y="554931"/>
                    </a:lnTo>
                    <a:lnTo>
                      <a:pt x="247166" y="265824"/>
                    </a:lnTo>
                    <a:lnTo>
                      <a:pt x="247166" y="265824"/>
                    </a:lnTo>
                    <a:cubicBezTo>
                      <a:pt x="247838" y="264412"/>
                      <a:pt x="248510" y="263023"/>
                      <a:pt x="249160" y="26163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5" name="Google Shape;1095;p52"/>
              <p:cNvSpPr/>
              <p:nvPr/>
            </p:nvSpPr>
            <p:spPr>
              <a:xfrm>
                <a:off x="5640960" y="3506620"/>
                <a:ext cx="210193" cy="210747"/>
              </a:xfrm>
              <a:custGeom>
                <a:avLst/>
                <a:gdLst/>
                <a:ahLst/>
                <a:cxnLst/>
                <a:rect l="l" t="t" r="r" b="b"/>
                <a:pathLst>
                  <a:path w="280257" h="280996" extrusionOk="0">
                    <a:moveTo>
                      <a:pt x="280257" y="0"/>
                    </a:moveTo>
                    <a:lnTo>
                      <a:pt x="147578" y="280996"/>
                    </a:lnTo>
                    <a:lnTo>
                      <a:pt x="0" y="205650"/>
                    </a:lnTo>
                    <a:lnTo>
                      <a:pt x="23525" y="172447"/>
                    </a:lnTo>
                    <a:lnTo>
                      <a:pt x="33988" y="157682"/>
                    </a:lnTo>
                    <a:cubicBezTo>
                      <a:pt x="36362" y="154322"/>
                      <a:pt x="38917" y="151095"/>
                      <a:pt x="41583" y="148003"/>
                    </a:cubicBezTo>
                    <a:cubicBezTo>
                      <a:pt x="55810" y="131604"/>
                      <a:pt x="74114" y="119124"/>
                      <a:pt x="94748" y="111888"/>
                    </a:cubicBezTo>
                    <a:lnTo>
                      <a:pt x="161604" y="88430"/>
                    </a:lnTo>
                    <a:cubicBezTo>
                      <a:pt x="192096" y="77743"/>
                      <a:pt x="219810" y="60335"/>
                      <a:pt x="242685" y="37505"/>
                    </a:cubicBezTo>
                    <a:lnTo>
                      <a:pt x="280257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6" name="Google Shape;1096;p52"/>
              <p:cNvSpPr/>
              <p:nvPr/>
            </p:nvSpPr>
            <p:spPr>
              <a:xfrm>
                <a:off x="5834635" y="3545805"/>
                <a:ext cx="128857" cy="260318"/>
              </a:xfrm>
              <a:custGeom>
                <a:avLst/>
                <a:gdLst/>
                <a:ahLst/>
                <a:cxnLst/>
                <a:rect l="l" t="t" r="r" b="b"/>
                <a:pathLst>
                  <a:path w="171809" h="347090" extrusionOk="0">
                    <a:moveTo>
                      <a:pt x="151947" y="347068"/>
                    </a:moveTo>
                    <a:lnTo>
                      <a:pt x="0" y="280997"/>
                    </a:lnTo>
                    <a:lnTo>
                      <a:pt x="132679" y="0"/>
                    </a:lnTo>
                    <a:lnTo>
                      <a:pt x="127594" y="52852"/>
                    </a:lnTo>
                    <a:cubicBezTo>
                      <a:pt x="124502" y="85025"/>
                      <a:pt x="128669" y="117467"/>
                      <a:pt x="139782" y="147824"/>
                    </a:cubicBezTo>
                    <a:lnTo>
                      <a:pt x="164157" y="214366"/>
                    </a:lnTo>
                    <a:cubicBezTo>
                      <a:pt x="171686" y="234888"/>
                      <a:pt x="173679" y="256957"/>
                      <a:pt x="170050" y="278353"/>
                    </a:cubicBezTo>
                    <a:cubicBezTo>
                      <a:pt x="169355" y="282386"/>
                      <a:pt x="168482" y="286396"/>
                      <a:pt x="167406" y="290384"/>
                    </a:cubicBezTo>
                    <a:lnTo>
                      <a:pt x="162656" y="307837"/>
                    </a:lnTo>
                    <a:lnTo>
                      <a:pt x="151970" y="34709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7" name="Google Shape;1097;p52"/>
              <p:cNvSpPr/>
              <p:nvPr/>
            </p:nvSpPr>
            <p:spPr>
              <a:xfrm rot="1516951">
                <a:off x="5737664" y="3735098"/>
                <a:ext cx="91690" cy="42941"/>
              </a:xfrm>
              <a:custGeom>
                <a:avLst/>
                <a:gdLst/>
                <a:ahLst/>
                <a:cxnLst/>
                <a:rect l="l" t="t" r="r" b="b"/>
                <a:pathLst>
                  <a:path w="122373" h="57310" extrusionOk="0">
                    <a:moveTo>
                      <a:pt x="0" y="0"/>
                    </a:moveTo>
                    <a:lnTo>
                      <a:pt x="122373" y="0"/>
                    </a:lnTo>
                    <a:lnTo>
                      <a:pt x="122373" y="57311"/>
                    </a:lnTo>
                    <a:lnTo>
                      <a:pt x="0" y="573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8" name="Google Shape;1098;p52"/>
              <p:cNvSpPr/>
              <p:nvPr/>
            </p:nvSpPr>
            <p:spPr>
              <a:xfrm>
                <a:off x="5855716" y="3515202"/>
                <a:ext cx="67779" cy="114283"/>
              </a:xfrm>
              <a:custGeom>
                <a:avLst/>
                <a:gdLst/>
                <a:ahLst/>
                <a:cxnLst/>
                <a:rect l="l" t="t" r="r" b="b"/>
                <a:pathLst>
                  <a:path w="90372" h="152378" extrusionOk="0">
                    <a:moveTo>
                      <a:pt x="17463" y="152378"/>
                    </a:moveTo>
                    <a:cubicBezTo>
                      <a:pt x="14931" y="152378"/>
                      <a:pt x="12377" y="151818"/>
                      <a:pt x="10024" y="150698"/>
                    </a:cubicBezTo>
                    <a:cubicBezTo>
                      <a:pt x="5813" y="148704"/>
                      <a:pt x="2631" y="145187"/>
                      <a:pt x="1040" y="140795"/>
                    </a:cubicBezTo>
                    <a:cubicBezTo>
                      <a:pt x="-550" y="136404"/>
                      <a:pt x="-304" y="131654"/>
                      <a:pt x="1690" y="127442"/>
                    </a:cubicBezTo>
                    <a:lnTo>
                      <a:pt x="57141" y="9998"/>
                    </a:lnTo>
                    <a:cubicBezTo>
                      <a:pt x="61264" y="1305"/>
                      <a:pt x="71682" y="-2437"/>
                      <a:pt x="80375" y="1664"/>
                    </a:cubicBezTo>
                    <a:cubicBezTo>
                      <a:pt x="89067" y="5764"/>
                      <a:pt x="92809" y="16204"/>
                      <a:pt x="88709" y="24897"/>
                    </a:cubicBezTo>
                    <a:lnTo>
                      <a:pt x="33258" y="142341"/>
                    </a:lnTo>
                    <a:cubicBezTo>
                      <a:pt x="31264" y="146553"/>
                      <a:pt x="27747" y="149735"/>
                      <a:pt x="23355" y="151325"/>
                    </a:cubicBezTo>
                    <a:cubicBezTo>
                      <a:pt x="21428" y="152020"/>
                      <a:pt x="19434" y="152356"/>
                      <a:pt x="17463" y="152356"/>
                    </a:cubicBezTo>
                    <a:close/>
                    <a:moveTo>
                      <a:pt x="72959" y="2246"/>
                    </a:moveTo>
                    <a:cubicBezTo>
                      <a:pt x="67245" y="2246"/>
                      <a:pt x="61779" y="5472"/>
                      <a:pt x="59180" y="10962"/>
                    </a:cubicBezTo>
                    <a:lnTo>
                      <a:pt x="3729" y="128406"/>
                    </a:lnTo>
                    <a:cubicBezTo>
                      <a:pt x="2004" y="132080"/>
                      <a:pt x="1802" y="136202"/>
                      <a:pt x="3169" y="140033"/>
                    </a:cubicBezTo>
                    <a:cubicBezTo>
                      <a:pt x="4535" y="143865"/>
                      <a:pt x="7314" y="146912"/>
                      <a:pt x="10988" y="148659"/>
                    </a:cubicBezTo>
                    <a:lnTo>
                      <a:pt x="10988" y="148659"/>
                    </a:lnTo>
                    <a:cubicBezTo>
                      <a:pt x="14662" y="150407"/>
                      <a:pt x="18785" y="150586"/>
                      <a:pt x="22616" y="149220"/>
                    </a:cubicBezTo>
                    <a:cubicBezTo>
                      <a:pt x="26447" y="147853"/>
                      <a:pt x="29494" y="145074"/>
                      <a:pt x="31241" y="141400"/>
                    </a:cubicBezTo>
                    <a:lnTo>
                      <a:pt x="86692" y="23956"/>
                    </a:lnTo>
                    <a:cubicBezTo>
                      <a:pt x="88418" y="20282"/>
                      <a:pt x="88619" y="16159"/>
                      <a:pt x="87252" y="12328"/>
                    </a:cubicBezTo>
                    <a:cubicBezTo>
                      <a:pt x="85886" y="8497"/>
                      <a:pt x="83108" y="5450"/>
                      <a:pt x="79433" y="3703"/>
                    </a:cubicBezTo>
                    <a:cubicBezTo>
                      <a:pt x="77350" y="2717"/>
                      <a:pt x="75132" y="2246"/>
                      <a:pt x="72959" y="224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9" name="Google Shape;1099;p52"/>
              <p:cNvSpPr/>
              <p:nvPr/>
            </p:nvSpPr>
            <p:spPr>
              <a:xfrm rot="-3883049">
                <a:off x="5827817" y="3640018"/>
                <a:ext cx="1678" cy="77656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103642" extrusionOk="0">
                    <a:moveTo>
                      <a:pt x="0" y="0"/>
                    </a:moveTo>
                    <a:lnTo>
                      <a:pt x="2241" y="0"/>
                    </a:lnTo>
                    <a:lnTo>
                      <a:pt x="2241" y="103643"/>
                    </a:lnTo>
                    <a:lnTo>
                      <a:pt x="0" y="10364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0" name="Google Shape;1100;p52"/>
              <p:cNvSpPr/>
              <p:nvPr/>
            </p:nvSpPr>
            <p:spPr>
              <a:xfrm rot="-3883049">
                <a:off x="5813651" y="3668308"/>
                <a:ext cx="1678" cy="77656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103642" extrusionOk="0">
                    <a:moveTo>
                      <a:pt x="0" y="0"/>
                    </a:moveTo>
                    <a:lnTo>
                      <a:pt x="2241" y="0"/>
                    </a:lnTo>
                    <a:lnTo>
                      <a:pt x="2241" y="103643"/>
                    </a:lnTo>
                    <a:lnTo>
                      <a:pt x="0" y="10364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1" name="Google Shape;1101;p52"/>
              <p:cNvSpPr/>
              <p:nvPr/>
            </p:nvSpPr>
            <p:spPr>
              <a:xfrm rot="-3883049">
                <a:off x="5809654" y="3678487"/>
                <a:ext cx="1678" cy="77656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103642" extrusionOk="0">
                    <a:moveTo>
                      <a:pt x="0" y="0"/>
                    </a:moveTo>
                    <a:lnTo>
                      <a:pt x="2240" y="0"/>
                    </a:lnTo>
                    <a:lnTo>
                      <a:pt x="2240" y="103643"/>
                    </a:lnTo>
                    <a:lnTo>
                      <a:pt x="0" y="10364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2" name="Google Shape;1102;p52"/>
              <p:cNvSpPr/>
              <p:nvPr/>
            </p:nvSpPr>
            <p:spPr>
              <a:xfrm rot="-3883049">
                <a:off x="5798373" y="3700651"/>
                <a:ext cx="1678" cy="77656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103642" extrusionOk="0">
                    <a:moveTo>
                      <a:pt x="0" y="0"/>
                    </a:moveTo>
                    <a:lnTo>
                      <a:pt x="2240" y="0"/>
                    </a:lnTo>
                    <a:lnTo>
                      <a:pt x="2240" y="103643"/>
                    </a:lnTo>
                    <a:lnTo>
                      <a:pt x="0" y="10364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3" name="Google Shape;1103;p52"/>
              <p:cNvSpPr/>
              <p:nvPr/>
            </p:nvSpPr>
            <p:spPr>
              <a:xfrm rot="-3883049">
                <a:off x="5777157" y="3680069"/>
                <a:ext cx="27295" cy="1678"/>
              </a:xfrm>
              <a:custGeom>
                <a:avLst/>
                <a:gdLst/>
                <a:ahLst/>
                <a:cxnLst/>
                <a:rect l="l" t="t" r="r" b="b"/>
                <a:pathLst>
                  <a:path w="36429" h="2240" extrusionOk="0">
                    <a:moveTo>
                      <a:pt x="0" y="0"/>
                    </a:moveTo>
                    <a:lnTo>
                      <a:pt x="36430" y="0"/>
                    </a:lnTo>
                    <a:lnTo>
                      <a:pt x="36430" y="2240"/>
                    </a:lnTo>
                    <a:lnTo>
                      <a:pt x="0" y="224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4" name="Google Shape;1104;p52"/>
              <p:cNvSpPr/>
              <p:nvPr/>
            </p:nvSpPr>
            <p:spPr>
              <a:xfrm rot="-3883049">
                <a:off x="5797164" y="3689507"/>
                <a:ext cx="27295" cy="1678"/>
              </a:xfrm>
              <a:custGeom>
                <a:avLst/>
                <a:gdLst/>
                <a:ahLst/>
                <a:cxnLst/>
                <a:rect l="l" t="t" r="r" b="b"/>
                <a:pathLst>
                  <a:path w="36429" h="2240" extrusionOk="0">
                    <a:moveTo>
                      <a:pt x="0" y="0"/>
                    </a:moveTo>
                    <a:lnTo>
                      <a:pt x="36430" y="0"/>
                    </a:lnTo>
                    <a:lnTo>
                      <a:pt x="36430" y="2240"/>
                    </a:lnTo>
                    <a:lnTo>
                      <a:pt x="0" y="224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5" name="Google Shape;1105;p52"/>
              <p:cNvSpPr/>
              <p:nvPr/>
            </p:nvSpPr>
            <p:spPr>
              <a:xfrm rot="-3883049">
                <a:off x="5817202" y="3698969"/>
                <a:ext cx="27295" cy="1678"/>
              </a:xfrm>
              <a:custGeom>
                <a:avLst/>
                <a:gdLst/>
                <a:ahLst/>
                <a:cxnLst/>
                <a:rect l="l" t="t" r="r" b="b"/>
                <a:pathLst>
                  <a:path w="36429" h="2240" extrusionOk="0">
                    <a:moveTo>
                      <a:pt x="0" y="0"/>
                    </a:moveTo>
                    <a:lnTo>
                      <a:pt x="36429" y="0"/>
                    </a:lnTo>
                    <a:lnTo>
                      <a:pt x="36429" y="2240"/>
                    </a:lnTo>
                    <a:lnTo>
                      <a:pt x="0" y="224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6" name="Google Shape;1106;p52"/>
              <p:cNvSpPr/>
              <p:nvPr/>
            </p:nvSpPr>
            <p:spPr>
              <a:xfrm rot="-3883049">
                <a:off x="5837225" y="3708432"/>
                <a:ext cx="27295" cy="1678"/>
              </a:xfrm>
              <a:custGeom>
                <a:avLst/>
                <a:gdLst/>
                <a:ahLst/>
                <a:cxnLst/>
                <a:rect l="l" t="t" r="r" b="b"/>
                <a:pathLst>
                  <a:path w="36429" h="2240" extrusionOk="0">
                    <a:moveTo>
                      <a:pt x="0" y="0"/>
                    </a:moveTo>
                    <a:lnTo>
                      <a:pt x="36430" y="0"/>
                    </a:lnTo>
                    <a:lnTo>
                      <a:pt x="36430" y="2240"/>
                    </a:lnTo>
                    <a:lnTo>
                      <a:pt x="0" y="224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7" name="Google Shape;1107;p52"/>
              <p:cNvSpPr/>
              <p:nvPr/>
            </p:nvSpPr>
            <p:spPr>
              <a:xfrm>
                <a:off x="5658604" y="3617623"/>
                <a:ext cx="114968" cy="73700"/>
              </a:xfrm>
              <a:custGeom>
                <a:avLst/>
                <a:gdLst/>
                <a:ahLst/>
                <a:cxnLst/>
                <a:rect l="l" t="t" r="r" b="b"/>
                <a:pathLst>
                  <a:path w="153291" h="98266" extrusionOk="0">
                    <a:moveTo>
                      <a:pt x="153292" y="71067"/>
                    </a:moveTo>
                    <a:lnTo>
                      <a:pt x="140454" y="98266"/>
                    </a:lnTo>
                    <a:lnTo>
                      <a:pt x="0" y="24444"/>
                    </a:lnTo>
                    <a:lnTo>
                      <a:pt x="10463" y="9679"/>
                    </a:lnTo>
                    <a:cubicBezTo>
                      <a:pt x="12838" y="6318"/>
                      <a:pt x="15392" y="3092"/>
                      <a:pt x="18058" y="0"/>
                    </a:cubicBezTo>
                    <a:lnTo>
                      <a:pt x="153292" y="71089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8" name="Google Shape;1108;p52"/>
              <p:cNvSpPr/>
              <p:nvPr/>
            </p:nvSpPr>
            <p:spPr>
              <a:xfrm>
                <a:off x="5846936" y="3710108"/>
                <a:ext cx="115237" cy="66558"/>
              </a:xfrm>
              <a:custGeom>
                <a:avLst/>
                <a:gdLst/>
                <a:ahLst/>
                <a:cxnLst/>
                <a:rect l="l" t="t" r="r" b="b"/>
                <a:pathLst>
                  <a:path w="153649" h="88744" extrusionOk="0">
                    <a:moveTo>
                      <a:pt x="146256" y="88744"/>
                    </a:moveTo>
                    <a:lnTo>
                      <a:pt x="0" y="27199"/>
                    </a:lnTo>
                    <a:lnTo>
                      <a:pt x="12838" y="0"/>
                    </a:lnTo>
                    <a:lnTo>
                      <a:pt x="153650" y="59260"/>
                    </a:lnTo>
                    <a:cubicBezTo>
                      <a:pt x="152955" y="63293"/>
                      <a:pt x="152082" y="67303"/>
                      <a:pt x="151006" y="71291"/>
                    </a:cubicBezTo>
                    <a:lnTo>
                      <a:pt x="146256" y="88744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9" name="Google Shape;1109;p52"/>
              <p:cNvSpPr/>
              <p:nvPr/>
            </p:nvSpPr>
            <p:spPr>
              <a:xfrm rot="1516951">
                <a:off x="5724334" y="3775070"/>
                <a:ext cx="91690" cy="19523"/>
              </a:xfrm>
              <a:custGeom>
                <a:avLst/>
                <a:gdLst/>
                <a:ahLst/>
                <a:cxnLst/>
                <a:rect l="l" t="t" r="r" b="b"/>
                <a:pathLst>
                  <a:path w="122373" h="26056" extrusionOk="0">
                    <a:moveTo>
                      <a:pt x="0" y="0"/>
                    </a:moveTo>
                    <a:lnTo>
                      <a:pt x="122373" y="0"/>
                    </a:lnTo>
                    <a:lnTo>
                      <a:pt x="122373" y="26056"/>
                    </a:lnTo>
                    <a:lnTo>
                      <a:pt x="0" y="2605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0" name="Google Shape;1110;p52"/>
              <p:cNvSpPr/>
              <p:nvPr/>
            </p:nvSpPr>
            <p:spPr>
              <a:xfrm rot="-3883049">
                <a:off x="5921358" y="3419546"/>
                <a:ext cx="1678" cy="86033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114822" extrusionOk="0">
                    <a:moveTo>
                      <a:pt x="0" y="0"/>
                    </a:moveTo>
                    <a:lnTo>
                      <a:pt x="2240" y="0"/>
                    </a:lnTo>
                    <a:lnTo>
                      <a:pt x="2240" y="114823"/>
                    </a:lnTo>
                    <a:lnTo>
                      <a:pt x="0" y="1148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1" name="Google Shape;1111;p52"/>
              <p:cNvSpPr/>
              <p:nvPr/>
            </p:nvSpPr>
            <p:spPr>
              <a:xfrm rot="-3883049">
                <a:off x="5965867" y="3349067"/>
                <a:ext cx="1678" cy="41648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55585" extrusionOk="0">
                    <a:moveTo>
                      <a:pt x="0" y="0"/>
                    </a:moveTo>
                    <a:lnTo>
                      <a:pt x="2240" y="0"/>
                    </a:lnTo>
                    <a:lnTo>
                      <a:pt x="2240" y="55586"/>
                    </a:lnTo>
                    <a:lnTo>
                      <a:pt x="0" y="5558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12" name="Google Shape;1112;p52"/>
            <p:cNvGrpSpPr/>
            <p:nvPr/>
          </p:nvGrpSpPr>
          <p:grpSpPr>
            <a:xfrm rot="-467346" flipH="1">
              <a:off x="1770000" y="3716082"/>
              <a:ext cx="494359" cy="743195"/>
              <a:chOff x="2993166" y="926240"/>
              <a:chExt cx="181226" cy="272437"/>
            </a:xfrm>
          </p:grpSpPr>
          <p:sp>
            <p:nvSpPr>
              <p:cNvPr id="1113" name="Google Shape;1113;p52"/>
              <p:cNvSpPr/>
              <p:nvPr/>
            </p:nvSpPr>
            <p:spPr>
              <a:xfrm>
                <a:off x="2993166" y="926240"/>
                <a:ext cx="181226" cy="272437"/>
              </a:xfrm>
              <a:custGeom>
                <a:avLst/>
                <a:gdLst/>
                <a:ahLst/>
                <a:cxnLst/>
                <a:rect l="l" t="t" r="r" b="b"/>
                <a:pathLst>
                  <a:path w="241634" h="363249" extrusionOk="0">
                    <a:moveTo>
                      <a:pt x="227216" y="140690"/>
                    </a:moveTo>
                    <a:lnTo>
                      <a:pt x="143670" y="132423"/>
                    </a:lnTo>
                    <a:lnTo>
                      <a:pt x="171227" y="19840"/>
                    </a:lnTo>
                    <a:cubicBezTo>
                      <a:pt x="175170" y="3709"/>
                      <a:pt x="154939" y="-6978"/>
                      <a:pt x="143826" y="5367"/>
                    </a:cubicBezTo>
                    <a:lnTo>
                      <a:pt x="4112" y="160787"/>
                    </a:lnTo>
                    <a:cubicBezTo>
                      <a:pt x="-4581" y="170466"/>
                      <a:pt x="1312" y="185925"/>
                      <a:pt x="14262" y="187336"/>
                    </a:cubicBezTo>
                    <a:lnTo>
                      <a:pt x="101101" y="196791"/>
                    </a:lnTo>
                    <a:lnTo>
                      <a:pt x="64089" y="344078"/>
                    </a:lnTo>
                    <a:cubicBezTo>
                      <a:pt x="60034" y="360231"/>
                      <a:pt x="80982" y="370380"/>
                      <a:pt x="91131" y="357184"/>
                    </a:cubicBezTo>
                    <a:lnTo>
                      <a:pt x="238620" y="165873"/>
                    </a:lnTo>
                    <a:cubicBezTo>
                      <a:pt x="245789" y="155880"/>
                      <a:pt x="239449" y="141877"/>
                      <a:pt x="227216" y="14066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4" name="Google Shape;1114;p52"/>
              <p:cNvSpPr/>
              <p:nvPr/>
            </p:nvSpPr>
            <p:spPr>
              <a:xfrm>
                <a:off x="3043988" y="927157"/>
                <a:ext cx="120479" cy="135334"/>
              </a:xfrm>
              <a:custGeom>
                <a:avLst/>
                <a:gdLst/>
                <a:ahLst/>
                <a:cxnLst/>
                <a:rect l="l" t="t" r="r" b="b"/>
                <a:pathLst>
                  <a:path w="160639" h="180445" extrusionOk="0">
                    <a:moveTo>
                      <a:pt x="160214" y="180445"/>
                    </a:moveTo>
                    <a:lnTo>
                      <a:pt x="0" y="165255"/>
                    </a:lnTo>
                    <a:lnTo>
                      <a:pt x="94233" y="0"/>
                    </a:lnTo>
                    <a:lnTo>
                      <a:pt x="98131" y="2218"/>
                    </a:lnTo>
                    <a:lnTo>
                      <a:pt x="7326" y="161446"/>
                    </a:lnTo>
                    <a:lnTo>
                      <a:pt x="160640" y="175987"/>
                    </a:lnTo>
                    <a:lnTo>
                      <a:pt x="160214" y="18044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15" name="Google Shape;1115;p52"/>
            <p:cNvSpPr/>
            <p:nvPr/>
          </p:nvSpPr>
          <p:spPr>
            <a:xfrm>
              <a:off x="1125000" y="3843825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52"/>
            <p:cNvSpPr/>
            <p:nvPr/>
          </p:nvSpPr>
          <p:spPr>
            <a:xfrm>
              <a:off x="2958713" y="947475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52"/>
            <p:cNvSpPr/>
            <p:nvPr/>
          </p:nvSpPr>
          <p:spPr>
            <a:xfrm>
              <a:off x="2958725" y="1428625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52"/>
            <p:cNvSpPr/>
            <p:nvPr/>
          </p:nvSpPr>
          <p:spPr>
            <a:xfrm>
              <a:off x="1125000" y="947475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19" name="Google Shape;1119;p52"/>
            <p:cNvGrpSpPr/>
            <p:nvPr/>
          </p:nvGrpSpPr>
          <p:grpSpPr>
            <a:xfrm rot="229610">
              <a:off x="995310" y="1446600"/>
              <a:ext cx="583682" cy="1356502"/>
              <a:chOff x="6450863" y="906773"/>
              <a:chExt cx="162927" cy="378648"/>
            </a:xfrm>
          </p:grpSpPr>
          <p:sp>
            <p:nvSpPr>
              <p:cNvPr id="1120" name="Google Shape;1120;p52"/>
              <p:cNvSpPr/>
              <p:nvPr/>
            </p:nvSpPr>
            <p:spPr>
              <a:xfrm rot="-4858661">
                <a:off x="6556562" y="887465"/>
                <a:ext cx="3357" cy="85244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13769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13770"/>
                    </a:lnTo>
                    <a:lnTo>
                      <a:pt x="0" y="11377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1" name="Google Shape;1121;p52"/>
              <p:cNvSpPr/>
              <p:nvPr/>
            </p:nvSpPr>
            <p:spPr>
              <a:xfrm rot="-4858661">
                <a:off x="6553937" y="904055"/>
                <a:ext cx="3357" cy="85244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13769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13770"/>
                    </a:lnTo>
                    <a:lnTo>
                      <a:pt x="0" y="11377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2" name="Google Shape;1122;p52"/>
              <p:cNvSpPr/>
              <p:nvPr/>
            </p:nvSpPr>
            <p:spPr>
              <a:xfrm rot="-4858661">
                <a:off x="6551348" y="920632"/>
                <a:ext cx="3357" cy="85244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13769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13770"/>
                    </a:lnTo>
                    <a:lnTo>
                      <a:pt x="0" y="11377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3" name="Google Shape;1123;p52"/>
              <p:cNvSpPr/>
              <p:nvPr/>
            </p:nvSpPr>
            <p:spPr>
              <a:xfrm rot="-4858661">
                <a:off x="6548742" y="937192"/>
                <a:ext cx="3357" cy="85244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13769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13770"/>
                    </a:lnTo>
                    <a:lnTo>
                      <a:pt x="0" y="11377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4" name="Google Shape;1124;p52"/>
              <p:cNvSpPr/>
              <p:nvPr/>
            </p:nvSpPr>
            <p:spPr>
              <a:xfrm rot="-4858661">
                <a:off x="6512135" y="1169752"/>
                <a:ext cx="3357" cy="85244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13769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13770"/>
                    </a:lnTo>
                    <a:lnTo>
                      <a:pt x="0" y="11377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5" name="Google Shape;1125;p52"/>
              <p:cNvSpPr/>
              <p:nvPr/>
            </p:nvSpPr>
            <p:spPr>
              <a:xfrm rot="-4858661">
                <a:off x="6509529" y="1186328"/>
                <a:ext cx="3357" cy="85244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13769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13770"/>
                    </a:lnTo>
                    <a:lnTo>
                      <a:pt x="0" y="11377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6" name="Google Shape;1126;p52"/>
              <p:cNvSpPr/>
              <p:nvPr/>
            </p:nvSpPr>
            <p:spPr>
              <a:xfrm rot="-4858661">
                <a:off x="6506940" y="1202905"/>
                <a:ext cx="3357" cy="85244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13769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13770"/>
                    </a:lnTo>
                    <a:lnTo>
                      <a:pt x="0" y="11377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7" name="Google Shape;1127;p52"/>
              <p:cNvSpPr/>
              <p:nvPr/>
            </p:nvSpPr>
            <p:spPr>
              <a:xfrm rot="-4858661">
                <a:off x="6504368" y="1219496"/>
                <a:ext cx="3357" cy="85244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13769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13770"/>
                    </a:lnTo>
                    <a:lnTo>
                      <a:pt x="0" y="11377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8" name="Google Shape;1128;p52"/>
              <p:cNvSpPr/>
              <p:nvPr/>
            </p:nvSpPr>
            <p:spPr>
              <a:xfrm rot="-4858661">
                <a:off x="6534357" y="1028601"/>
                <a:ext cx="3357" cy="85244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13769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13770"/>
                    </a:lnTo>
                    <a:lnTo>
                      <a:pt x="0" y="11377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9" name="Google Shape;1129;p52"/>
              <p:cNvSpPr/>
              <p:nvPr/>
            </p:nvSpPr>
            <p:spPr>
              <a:xfrm rot="-4858661">
                <a:off x="6531735" y="1045175"/>
                <a:ext cx="3357" cy="85244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13769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13770"/>
                    </a:lnTo>
                    <a:lnTo>
                      <a:pt x="0" y="11377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0" name="Google Shape;1130;p52"/>
              <p:cNvSpPr/>
              <p:nvPr/>
            </p:nvSpPr>
            <p:spPr>
              <a:xfrm rot="-4858661">
                <a:off x="6529194" y="1061785"/>
                <a:ext cx="3357" cy="85244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13769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13770"/>
                    </a:lnTo>
                    <a:lnTo>
                      <a:pt x="0" y="11377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1" name="Google Shape;1131;p52"/>
              <p:cNvSpPr/>
              <p:nvPr/>
            </p:nvSpPr>
            <p:spPr>
              <a:xfrm rot="-4858661">
                <a:off x="6526521" y="1078342"/>
                <a:ext cx="3357" cy="85244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13769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13770"/>
                    </a:lnTo>
                    <a:lnTo>
                      <a:pt x="0" y="11377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2" name="Google Shape;1132;p52"/>
              <p:cNvSpPr/>
              <p:nvPr/>
            </p:nvSpPr>
            <p:spPr>
              <a:xfrm>
                <a:off x="6475256" y="1009309"/>
                <a:ext cx="114158" cy="173578"/>
              </a:xfrm>
              <a:custGeom>
                <a:avLst/>
                <a:gdLst/>
                <a:ahLst/>
                <a:cxnLst/>
                <a:rect l="l" t="t" r="r" b="b"/>
                <a:pathLst>
                  <a:path w="152211" h="231438" extrusionOk="0">
                    <a:moveTo>
                      <a:pt x="57902" y="231438"/>
                    </a:moveTo>
                    <a:lnTo>
                      <a:pt x="16633" y="183403"/>
                    </a:lnTo>
                    <a:cubicBezTo>
                      <a:pt x="3459" y="168078"/>
                      <a:pt x="-2299" y="147825"/>
                      <a:pt x="838" y="127840"/>
                    </a:cubicBezTo>
                    <a:lnTo>
                      <a:pt x="8187" y="81082"/>
                    </a:lnTo>
                    <a:cubicBezTo>
                      <a:pt x="11323" y="61119"/>
                      <a:pt x="23018" y="43599"/>
                      <a:pt x="40270" y="33047"/>
                    </a:cubicBezTo>
                    <a:lnTo>
                      <a:pt x="94309" y="0"/>
                    </a:lnTo>
                    <a:lnTo>
                      <a:pt x="135578" y="48035"/>
                    </a:lnTo>
                    <a:cubicBezTo>
                      <a:pt x="148752" y="63360"/>
                      <a:pt x="154510" y="83613"/>
                      <a:pt x="151373" y="103598"/>
                    </a:cubicBezTo>
                    <a:lnTo>
                      <a:pt x="144025" y="150356"/>
                    </a:lnTo>
                    <a:cubicBezTo>
                      <a:pt x="140888" y="170319"/>
                      <a:pt x="129193" y="187839"/>
                      <a:pt x="111941" y="198391"/>
                    </a:cubicBezTo>
                    <a:lnTo>
                      <a:pt x="57902" y="231438"/>
                    </a:lnTo>
                    <a:close/>
                    <a:moveTo>
                      <a:pt x="91128" y="20231"/>
                    </a:moveTo>
                    <a:lnTo>
                      <a:pt x="48403" y="46355"/>
                    </a:lnTo>
                    <a:cubicBezTo>
                      <a:pt x="35050" y="54510"/>
                      <a:pt x="26021" y="68042"/>
                      <a:pt x="23578" y="83501"/>
                    </a:cubicBezTo>
                    <a:lnTo>
                      <a:pt x="16230" y="130259"/>
                    </a:lnTo>
                    <a:cubicBezTo>
                      <a:pt x="13810" y="145719"/>
                      <a:pt x="18246" y="161379"/>
                      <a:pt x="28440" y="173231"/>
                    </a:cubicBezTo>
                    <a:lnTo>
                      <a:pt x="61061" y="211207"/>
                    </a:lnTo>
                    <a:lnTo>
                      <a:pt x="103786" y="185083"/>
                    </a:lnTo>
                    <a:cubicBezTo>
                      <a:pt x="117117" y="176928"/>
                      <a:pt x="126168" y="163396"/>
                      <a:pt x="128611" y="147937"/>
                    </a:cubicBezTo>
                    <a:lnTo>
                      <a:pt x="135959" y="101179"/>
                    </a:lnTo>
                    <a:cubicBezTo>
                      <a:pt x="138379" y="85719"/>
                      <a:pt x="133943" y="70059"/>
                      <a:pt x="123748" y="58207"/>
                    </a:cubicBezTo>
                    <a:lnTo>
                      <a:pt x="91128" y="202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3" name="Google Shape;1133;p52"/>
              <p:cNvSpPr/>
              <p:nvPr/>
            </p:nvSpPr>
            <p:spPr>
              <a:xfrm>
                <a:off x="6500175" y="906773"/>
                <a:ext cx="113615" cy="117708"/>
              </a:xfrm>
              <a:custGeom>
                <a:avLst/>
                <a:gdLst/>
                <a:ahLst/>
                <a:cxnLst/>
                <a:rect l="l" t="t" r="r" b="b"/>
                <a:pathLst>
                  <a:path w="151486" h="156944" extrusionOk="0">
                    <a:moveTo>
                      <a:pt x="57902" y="156945"/>
                    </a:moveTo>
                    <a:lnTo>
                      <a:pt x="16633" y="108910"/>
                    </a:lnTo>
                    <a:cubicBezTo>
                      <a:pt x="3459" y="93585"/>
                      <a:pt x="-2299" y="73331"/>
                      <a:pt x="838" y="53347"/>
                    </a:cubicBezTo>
                    <a:lnTo>
                      <a:pt x="8186" y="6589"/>
                    </a:lnTo>
                    <a:cubicBezTo>
                      <a:pt x="8858" y="2332"/>
                      <a:pt x="12846" y="-558"/>
                      <a:pt x="17103" y="91"/>
                    </a:cubicBezTo>
                    <a:cubicBezTo>
                      <a:pt x="21360" y="763"/>
                      <a:pt x="24251" y="4751"/>
                      <a:pt x="23601" y="9008"/>
                    </a:cubicBezTo>
                    <a:lnTo>
                      <a:pt x="16252" y="55766"/>
                    </a:lnTo>
                    <a:cubicBezTo>
                      <a:pt x="13832" y="71225"/>
                      <a:pt x="18268" y="86886"/>
                      <a:pt x="28462" y="98738"/>
                    </a:cubicBezTo>
                    <a:lnTo>
                      <a:pt x="61083" y="136713"/>
                    </a:lnTo>
                    <a:lnTo>
                      <a:pt x="103809" y="110590"/>
                    </a:lnTo>
                    <a:cubicBezTo>
                      <a:pt x="117139" y="102435"/>
                      <a:pt x="126191" y="88880"/>
                      <a:pt x="128632" y="73443"/>
                    </a:cubicBezTo>
                    <a:lnTo>
                      <a:pt x="135981" y="26685"/>
                    </a:lnTo>
                    <a:cubicBezTo>
                      <a:pt x="136653" y="22428"/>
                      <a:pt x="140642" y="19538"/>
                      <a:pt x="144898" y="20188"/>
                    </a:cubicBezTo>
                    <a:cubicBezTo>
                      <a:pt x="149155" y="20860"/>
                      <a:pt x="152046" y="24848"/>
                      <a:pt x="151396" y="29105"/>
                    </a:cubicBezTo>
                    <a:lnTo>
                      <a:pt x="144047" y="75863"/>
                    </a:lnTo>
                    <a:cubicBezTo>
                      <a:pt x="140910" y="95825"/>
                      <a:pt x="129215" y="113346"/>
                      <a:pt x="111964" y="123898"/>
                    </a:cubicBezTo>
                    <a:lnTo>
                      <a:pt x="57924" y="15694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4" name="Google Shape;1134;p52"/>
              <p:cNvSpPr/>
              <p:nvPr/>
            </p:nvSpPr>
            <p:spPr>
              <a:xfrm>
                <a:off x="6450863" y="1167713"/>
                <a:ext cx="113598" cy="117708"/>
              </a:xfrm>
              <a:custGeom>
                <a:avLst/>
                <a:gdLst/>
                <a:ahLst/>
                <a:cxnLst/>
                <a:rect l="l" t="t" r="r" b="b"/>
                <a:pathLst>
                  <a:path w="151464" h="156944" extrusionOk="0">
                    <a:moveTo>
                      <a:pt x="134383" y="156854"/>
                    </a:moveTo>
                    <a:cubicBezTo>
                      <a:pt x="130127" y="156181"/>
                      <a:pt x="127236" y="152193"/>
                      <a:pt x="127886" y="147937"/>
                    </a:cubicBezTo>
                    <a:lnTo>
                      <a:pt x="135235" y="101179"/>
                    </a:lnTo>
                    <a:cubicBezTo>
                      <a:pt x="137655" y="85719"/>
                      <a:pt x="133219" y="70059"/>
                      <a:pt x="123025" y="58207"/>
                    </a:cubicBezTo>
                    <a:lnTo>
                      <a:pt x="90404" y="20231"/>
                    </a:lnTo>
                    <a:lnTo>
                      <a:pt x="47678" y="46355"/>
                    </a:lnTo>
                    <a:cubicBezTo>
                      <a:pt x="34325" y="54510"/>
                      <a:pt x="25296" y="68065"/>
                      <a:pt x="22854" y="83501"/>
                    </a:cubicBezTo>
                    <a:lnTo>
                      <a:pt x="15506" y="130259"/>
                    </a:lnTo>
                    <a:cubicBezTo>
                      <a:pt x="14834" y="134516"/>
                      <a:pt x="10845" y="137406"/>
                      <a:pt x="6589" y="136757"/>
                    </a:cubicBezTo>
                    <a:cubicBezTo>
                      <a:pt x="2332" y="136085"/>
                      <a:pt x="-559" y="132097"/>
                      <a:pt x="91" y="127840"/>
                    </a:cubicBezTo>
                    <a:lnTo>
                      <a:pt x="7440" y="81082"/>
                    </a:lnTo>
                    <a:cubicBezTo>
                      <a:pt x="10577" y="61119"/>
                      <a:pt x="22272" y="43599"/>
                      <a:pt x="39523" y="33047"/>
                    </a:cubicBezTo>
                    <a:lnTo>
                      <a:pt x="93562" y="0"/>
                    </a:lnTo>
                    <a:lnTo>
                      <a:pt x="134832" y="48035"/>
                    </a:lnTo>
                    <a:cubicBezTo>
                      <a:pt x="148005" y="63360"/>
                      <a:pt x="153763" y="83613"/>
                      <a:pt x="150627" y="103598"/>
                    </a:cubicBezTo>
                    <a:lnTo>
                      <a:pt x="143278" y="150356"/>
                    </a:lnTo>
                    <a:cubicBezTo>
                      <a:pt x="142606" y="154613"/>
                      <a:pt x="138618" y="157503"/>
                      <a:pt x="134361" y="15685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35" name="Google Shape;1135;p52"/>
            <p:cNvGrpSpPr/>
            <p:nvPr/>
          </p:nvGrpSpPr>
          <p:grpSpPr>
            <a:xfrm rot="2320970">
              <a:off x="2273906" y="678741"/>
              <a:ext cx="287313" cy="256899"/>
              <a:chOff x="2957323" y="3936947"/>
              <a:chExt cx="194554" cy="173959"/>
            </a:xfrm>
          </p:grpSpPr>
          <p:sp>
            <p:nvSpPr>
              <p:cNvPr id="1136" name="Google Shape;1136;p52"/>
              <p:cNvSpPr/>
              <p:nvPr/>
            </p:nvSpPr>
            <p:spPr>
              <a:xfrm rot="-45834">
                <a:off x="3060432" y="3936962"/>
                <a:ext cx="3360" cy="173930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231886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231886"/>
                    </a:lnTo>
                    <a:lnTo>
                      <a:pt x="0" y="23188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7" name="Google Shape;1137;p52"/>
              <p:cNvSpPr/>
              <p:nvPr/>
            </p:nvSpPr>
            <p:spPr>
              <a:xfrm rot="-206705">
                <a:off x="2957248" y="4012021"/>
                <a:ext cx="194704" cy="3355"/>
              </a:xfrm>
              <a:custGeom>
                <a:avLst/>
                <a:gdLst/>
                <a:ahLst/>
                <a:cxnLst/>
                <a:rect l="l" t="t" r="r" b="b"/>
                <a:pathLst>
                  <a:path w="260003" h="4480" extrusionOk="0">
                    <a:moveTo>
                      <a:pt x="0" y="0"/>
                    </a:moveTo>
                    <a:lnTo>
                      <a:pt x="260004" y="0"/>
                    </a:lnTo>
                    <a:lnTo>
                      <a:pt x="260004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8" name="Google Shape;1138;p52"/>
              <p:cNvSpPr/>
              <p:nvPr/>
            </p:nvSpPr>
            <p:spPr>
              <a:xfrm rot="-2667569">
                <a:off x="2985839" y="4013185"/>
                <a:ext cx="150521" cy="3358"/>
              </a:xfrm>
              <a:custGeom>
                <a:avLst/>
                <a:gdLst/>
                <a:ahLst/>
                <a:cxnLst/>
                <a:rect l="l" t="t" r="r" b="b"/>
                <a:pathLst>
                  <a:path w="200811" h="4480" extrusionOk="0">
                    <a:moveTo>
                      <a:pt x="0" y="0"/>
                    </a:moveTo>
                    <a:lnTo>
                      <a:pt x="200811" y="0"/>
                    </a:lnTo>
                    <a:lnTo>
                      <a:pt x="200811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9" name="Google Shape;1139;p52"/>
              <p:cNvSpPr/>
              <p:nvPr/>
            </p:nvSpPr>
            <p:spPr>
              <a:xfrm rot="-2716216">
                <a:off x="3069932" y="3955542"/>
                <a:ext cx="3358" cy="133807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78518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78518"/>
                    </a:lnTo>
                    <a:lnTo>
                      <a:pt x="0" y="1785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40" name="Google Shape;1140;p52"/>
            <p:cNvGrpSpPr/>
            <p:nvPr/>
          </p:nvGrpSpPr>
          <p:grpSpPr>
            <a:xfrm rot="-3680103">
              <a:off x="880651" y="3166210"/>
              <a:ext cx="287316" cy="256903"/>
              <a:chOff x="2957323" y="3936947"/>
              <a:chExt cx="194554" cy="173959"/>
            </a:xfrm>
          </p:grpSpPr>
          <p:sp>
            <p:nvSpPr>
              <p:cNvPr id="1141" name="Google Shape;1141;p52"/>
              <p:cNvSpPr/>
              <p:nvPr/>
            </p:nvSpPr>
            <p:spPr>
              <a:xfrm rot="-45834">
                <a:off x="3060432" y="3936962"/>
                <a:ext cx="3360" cy="173930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231886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231886"/>
                    </a:lnTo>
                    <a:lnTo>
                      <a:pt x="0" y="23188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2" name="Google Shape;1142;p52"/>
              <p:cNvSpPr/>
              <p:nvPr/>
            </p:nvSpPr>
            <p:spPr>
              <a:xfrm rot="-206705">
                <a:off x="2957248" y="4012021"/>
                <a:ext cx="194704" cy="3355"/>
              </a:xfrm>
              <a:custGeom>
                <a:avLst/>
                <a:gdLst/>
                <a:ahLst/>
                <a:cxnLst/>
                <a:rect l="l" t="t" r="r" b="b"/>
                <a:pathLst>
                  <a:path w="260003" h="4480" extrusionOk="0">
                    <a:moveTo>
                      <a:pt x="0" y="0"/>
                    </a:moveTo>
                    <a:lnTo>
                      <a:pt x="260004" y="0"/>
                    </a:lnTo>
                    <a:lnTo>
                      <a:pt x="260004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3" name="Google Shape;1143;p52"/>
              <p:cNvSpPr/>
              <p:nvPr/>
            </p:nvSpPr>
            <p:spPr>
              <a:xfrm rot="-2667569">
                <a:off x="2985839" y="4013185"/>
                <a:ext cx="150521" cy="3358"/>
              </a:xfrm>
              <a:custGeom>
                <a:avLst/>
                <a:gdLst/>
                <a:ahLst/>
                <a:cxnLst/>
                <a:rect l="l" t="t" r="r" b="b"/>
                <a:pathLst>
                  <a:path w="200811" h="4480" extrusionOk="0">
                    <a:moveTo>
                      <a:pt x="0" y="0"/>
                    </a:moveTo>
                    <a:lnTo>
                      <a:pt x="200811" y="0"/>
                    </a:lnTo>
                    <a:lnTo>
                      <a:pt x="200811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4" name="Google Shape;1144;p52"/>
              <p:cNvSpPr/>
              <p:nvPr/>
            </p:nvSpPr>
            <p:spPr>
              <a:xfrm rot="-2716216">
                <a:off x="3069932" y="3955542"/>
                <a:ext cx="3358" cy="133807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78518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78518"/>
                    </a:lnTo>
                    <a:lnTo>
                      <a:pt x="0" y="1785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53"/>
          <p:cNvSpPr txBox="1">
            <a:spLocks noGrp="1"/>
          </p:cNvSpPr>
          <p:nvPr>
            <p:ph type="title"/>
          </p:nvPr>
        </p:nvSpPr>
        <p:spPr>
          <a:xfrm>
            <a:off x="720000" y="47485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What is matter?</a:t>
            </a:r>
            <a:endParaRPr/>
          </a:p>
        </p:txBody>
      </p:sp>
      <p:sp>
        <p:nvSpPr>
          <p:cNvPr id="1150" name="Google Shape;1150;p53"/>
          <p:cNvSpPr txBox="1">
            <a:spLocks noGrp="1"/>
          </p:cNvSpPr>
          <p:nvPr>
            <p:ph type="body" idx="1"/>
          </p:nvPr>
        </p:nvSpPr>
        <p:spPr>
          <a:xfrm>
            <a:off x="720000" y="1170000"/>
            <a:ext cx="3485100" cy="21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Matter is that which can be</a:t>
            </a:r>
            <a:r>
              <a:rPr lang="es" b="1"/>
              <a:t> perceived through the senses</a:t>
            </a:r>
            <a:r>
              <a:rPr lang="es"/>
              <a:t>, specifically everything that is </a:t>
            </a:r>
            <a:r>
              <a:rPr lang="es" b="1"/>
              <a:t>observable </a:t>
            </a:r>
            <a:r>
              <a:rPr lang="es"/>
              <a:t>and </a:t>
            </a:r>
            <a:r>
              <a:rPr lang="es" b="1"/>
              <a:t>measurable</a:t>
            </a:r>
            <a:r>
              <a:rPr lang="es"/>
              <a:t>. It is defined as everything that has</a:t>
            </a:r>
            <a:r>
              <a:rPr lang="es" b="1"/>
              <a:t> mass and occupies a place in space</a:t>
            </a:r>
            <a:endParaRPr b="1"/>
          </a:p>
        </p:txBody>
      </p:sp>
      <p:grpSp>
        <p:nvGrpSpPr>
          <p:cNvPr id="1151" name="Google Shape;1151;p53"/>
          <p:cNvGrpSpPr/>
          <p:nvPr/>
        </p:nvGrpSpPr>
        <p:grpSpPr>
          <a:xfrm>
            <a:off x="4413126" y="1288642"/>
            <a:ext cx="3962717" cy="3314852"/>
            <a:chOff x="4413126" y="1288642"/>
            <a:chExt cx="3962717" cy="3314852"/>
          </a:xfrm>
        </p:grpSpPr>
        <p:grpSp>
          <p:nvGrpSpPr>
            <p:cNvPr id="1152" name="Google Shape;1152;p53"/>
            <p:cNvGrpSpPr/>
            <p:nvPr/>
          </p:nvGrpSpPr>
          <p:grpSpPr>
            <a:xfrm rot="578496">
              <a:off x="4566041" y="2458315"/>
              <a:ext cx="1982559" cy="1993233"/>
              <a:chOff x="2475309" y="464344"/>
              <a:chExt cx="4192524" cy="4215098"/>
            </a:xfrm>
          </p:grpSpPr>
          <p:sp>
            <p:nvSpPr>
              <p:cNvPr id="1153" name="Google Shape;1153;p53"/>
              <p:cNvSpPr/>
              <p:nvPr/>
            </p:nvSpPr>
            <p:spPr>
              <a:xfrm>
                <a:off x="2475309" y="464344"/>
                <a:ext cx="4192524" cy="4215098"/>
              </a:xfrm>
              <a:custGeom>
                <a:avLst/>
                <a:gdLst/>
                <a:ahLst/>
                <a:cxnLst/>
                <a:rect l="l" t="t" r="r" b="b"/>
                <a:pathLst>
                  <a:path w="5590032" h="5620130" extrusionOk="0">
                    <a:moveTo>
                      <a:pt x="5590032" y="3759613"/>
                    </a:moveTo>
                    <a:lnTo>
                      <a:pt x="2420969" y="5620131"/>
                    </a:lnTo>
                    <a:lnTo>
                      <a:pt x="0" y="1496187"/>
                    </a:lnTo>
                    <a:lnTo>
                      <a:pt x="2548604" y="0"/>
                    </a:lnTo>
                    <a:lnTo>
                      <a:pt x="3495389" y="191548"/>
                    </a:lnTo>
                    <a:lnTo>
                      <a:pt x="5590032" y="3759613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4" name="Google Shape;1154;p53"/>
              <p:cNvSpPr/>
              <p:nvPr/>
            </p:nvSpPr>
            <p:spPr>
              <a:xfrm>
                <a:off x="4386762" y="464344"/>
                <a:ext cx="710088" cy="490704"/>
              </a:xfrm>
              <a:custGeom>
                <a:avLst/>
                <a:gdLst/>
                <a:ahLst/>
                <a:cxnLst/>
                <a:rect l="l" t="t" r="r" b="b"/>
                <a:pathLst>
                  <a:path w="946784" h="654272" extrusionOk="0">
                    <a:moveTo>
                      <a:pt x="305943" y="654272"/>
                    </a:moveTo>
                    <a:lnTo>
                      <a:pt x="946785" y="191548"/>
                    </a:lnTo>
                    <a:lnTo>
                      <a:pt x="0" y="0"/>
                    </a:lnTo>
                    <a:lnTo>
                      <a:pt x="305943" y="65427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5" name="Google Shape;1155;p53"/>
              <p:cNvSpPr/>
              <p:nvPr/>
            </p:nvSpPr>
            <p:spPr>
              <a:xfrm rot="-1865683">
                <a:off x="3390248" y="1773093"/>
                <a:ext cx="1566052" cy="14293"/>
              </a:xfrm>
              <a:custGeom>
                <a:avLst/>
                <a:gdLst/>
                <a:ahLst/>
                <a:cxnLst/>
                <a:rect l="l" t="t" r="r" b="b"/>
                <a:pathLst>
                  <a:path w="2087212" h="19049" extrusionOk="0">
                    <a:moveTo>
                      <a:pt x="0" y="0"/>
                    </a:moveTo>
                    <a:lnTo>
                      <a:pt x="2087212" y="0"/>
                    </a:lnTo>
                    <a:lnTo>
                      <a:pt x="2087212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6" name="Google Shape;1156;p53"/>
              <p:cNvSpPr/>
              <p:nvPr/>
            </p:nvSpPr>
            <p:spPr>
              <a:xfrm rot="-1865683">
                <a:off x="3577396" y="2090028"/>
                <a:ext cx="1566052" cy="14293"/>
              </a:xfrm>
              <a:custGeom>
                <a:avLst/>
                <a:gdLst/>
                <a:ahLst/>
                <a:cxnLst/>
                <a:rect l="l" t="t" r="r" b="b"/>
                <a:pathLst>
                  <a:path w="2087212" h="19049" extrusionOk="0">
                    <a:moveTo>
                      <a:pt x="0" y="0"/>
                    </a:moveTo>
                    <a:lnTo>
                      <a:pt x="2087213" y="0"/>
                    </a:lnTo>
                    <a:lnTo>
                      <a:pt x="2087213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7" name="Google Shape;1157;p53"/>
              <p:cNvSpPr/>
              <p:nvPr/>
            </p:nvSpPr>
            <p:spPr>
              <a:xfrm rot="-1865683">
                <a:off x="3764483" y="2406929"/>
                <a:ext cx="1566052" cy="14293"/>
              </a:xfrm>
              <a:custGeom>
                <a:avLst/>
                <a:gdLst/>
                <a:ahLst/>
                <a:cxnLst/>
                <a:rect l="l" t="t" r="r" b="b"/>
                <a:pathLst>
                  <a:path w="2087212" h="19049" extrusionOk="0">
                    <a:moveTo>
                      <a:pt x="0" y="0"/>
                    </a:moveTo>
                    <a:lnTo>
                      <a:pt x="2087213" y="0"/>
                    </a:lnTo>
                    <a:lnTo>
                      <a:pt x="2087213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8" name="Google Shape;1158;p53"/>
              <p:cNvSpPr/>
              <p:nvPr/>
            </p:nvSpPr>
            <p:spPr>
              <a:xfrm rot="-1865683">
                <a:off x="3951631" y="2723864"/>
                <a:ext cx="1566052" cy="14293"/>
              </a:xfrm>
              <a:custGeom>
                <a:avLst/>
                <a:gdLst/>
                <a:ahLst/>
                <a:cxnLst/>
                <a:rect l="l" t="t" r="r" b="b"/>
                <a:pathLst>
                  <a:path w="2087212" h="19049" extrusionOk="0">
                    <a:moveTo>
                      <a:pt x="0" y="0"/>
                    </a:moveTo>
                    <a:lnTo>
                      <a:pt x="2087213" y="0"/>
                    </a:lnTo>
                    <a:lnTo>
                      <a:pt x="2087213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9" name="Google Shape;1159;p53"/>
              <p:cNvSpPr/>
              <p:nvPr/>
            </p:nvSpPr>
            <p:spPr>
              <a:xfrm rot="-1865683">
                <a:off x="4138718" y="3040837"/>
                <a:ext cx="1566052" cy="14293"/>
              </a:xfrm>
              <a:custGeom>
                <a:avLst/>
                <a:gdLst/>
                <a:ahLst/>
                <a:cxnLst/>
                <a:rect l="l" t="t" r="r" b="b"/>
                <a:pathLst>
                  <a:path w="2087212" h="19049" extrusionOk="0">
                    <a:moveTo>
                      <a:pt x="0" y="0"/>
                    </a:moveTo>
                    <a:lnTo>
                      <a:pt x="2087212" y="0"/>
                    </a:lnTo>
                    <a:lnTo>
                      <a:pt x="2087212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0" name="Google Shape;1160;p53"/>
              <p:cNvSpPr/>
              <p:nvPr/>
            </p:nvSpPr>
            <p:spPr>
              <a:xfrm rot="-1865683">
                <a:off x="4325805" y="3357737"/>
                <a:ext cx="1566052" cy="14293"/>
              </a:xfrm>
              <a:custGeom>
                <a:avLst/>
                <a:gdLst/>
                <a:ahLst/>
                <a:cxnLst/>
                <a:rect l="l" t="t" r="r" b="b"/>
                <a:pathLst>
                  <a:path w="2087212" h="19049" extrusionOk="0">
                    <a:moveTo>
                      <a:pt x="0" y="0"/>
                    </a:moveTo>
                    <a:lnTo>
                      <a:pt x="2087213" y="0"/>
                    </a:lnTo>
                    <a:lnTo>
                      <a:pt x="2087213" y="19050"/>
                    </a:lnTo>
                    <a:lnTo>
                      <a:pt x="0" y="1905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61" name="Google Shape;1161;p53"/>
            <p:cNvGrpSpPr/>
            <p:nvPr/>
          </p:nvGrpSpPr>
          <p:grpSpPr>
            <a:xfrm rot="842747">
              <a:off x="6402699" y="1625728"/>
              <a:ext cx="1794057" cy="1696718"/>
              <a:chOff x="5925642" y="2405231"/>
              <a:chExt cx="560305" cy="547913"/>
            </a:xfrm>
          </p:grpSpPr>
          <p:sp>
            <p:nvSpPr>
              <p:cNvPr id="1162" name="Google Shape;1162;p53"/>
              <p:cNvSpPr/>
              <p:nvPr/>
            </p:nvSpPr>
            <p:spPr>
              <a:xfrm>
                <a:off x="5925642" y="2405231"/>
                <a:ext cx="560305" cy="547913"/>
              </a:xfrm>
              <a:custGeom>
                <a:avLst/>
                <a:gdLst/>
                <a:ahLst/>
                <a:cxnLst/>
                <a:rect l="l" t="t" r="r" b="b"/>
                <a:pathLst>
                  <a:path w="747073" h="730550" extrusionOk="0">
                    <a:moveTo>
                      <a:pt x="675449" y="143767"/>
                    </a:moveTo>
                    <a:cubicBezTo>
                      <a:pt x="794237" y="302391"/>
                      <a:pt x="761930" y="527264"/>
                      <a:pt x="603307" y="646030"/>
                    </a:cubicBezTo>
                    <a:cubicBezTo>
                      <a:pt x="444683" y="764818"/>
                      <a:pt x="177062" y="764527"/>
                      <a:pt x="58274" y="605903"/>
                    </a:cubicBezTo>
                    <a:cubicBezTo>
                      <a:pt x="-60514" y="447280"/>
                      <a:pt x="14540" y="190391"/>
                      <a:pt x="173164" y="71625"/>
                    </a:cubicBezTo>
                    <a:cubicBezTo>
                      <a:pt x="331787" y="-47164"/>
                      <a:pt x="556661" y="-14856"/>
                      <a:pt x="675427" y="14376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3" name="Google Shape;1163;p53"/>
              <p:cNvSpPr/>
              <p:nvPr/>
            </p:nvSpPr>
            <p:spPr>
              <a:xfrm>
                <a:off x="6134457" y="2509174"/>
                <a:ext cx="111183" cy="349605"/>
              </a:xfrm>
              <a:custGeom>
                <a:avLst/>
                <a:gdLst/>
                <a:ahLst/>
                <a:cxnLst/>
                <a:rect l="l" t="t" r="r" b="b"/>
                <a:pathLst>
                  <a:path w="148244" h="466140" extrusionOk="0">
                    <a:moveTo>
                      <a:pt x="109401" y="464646"/>
                    </a:moveTo>
                    <a:lnTo>
                      <a:pt x="99811" y="465811"/>
                    </a:lnTo>
                    <a:cubicBezTo>
                      <a:pt x="75593" y="468768"/>
                      <a:pt x="53569" y="451517"/>
                      <a:pt x="50611" y="427297"/>
                    </a:cubicBezTo>
                    <a:lnTo>
                      <a:pt x="0" y="11852"/>
                    </a:lnTo>
                    <a:lnTo>
                      <a:pt x="97302" y="0"/>
                    </a:lnTo>
                    <a:lnTo>
                      <a:pt x="147914" y="415445"/>
                    </a:lnTo>
                    <a:cubicBezTo>
                      <a:pt x="150871" y="439665"/>
                      <a:pt x="133620" y="461688"/>
                      <a:pt x="109401" y="46464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4" name="Google Shape;1164;p53"/>
              <p:cNvSpPr/>
              <p:nvPr/>
            </p:nvSpPr>
            <p:spPr>
              <a:xfrm rot="-413295">
                <a:off x="6119978" y="2478548"/>
                <a:ext cx="97362" cy="35727"/>
              </a:xfrm>
              <a:custGeom>
                <a:avLst/>
                <a:gdLst/>
                <a:ahLst/>
                <a:cxnLst/>
                <a:rect l="l" t="t" r="r" b="b"/>
                <a:pathLst>
                  <a:path w="129744" h="47609" extrusionOk="0">
                    <a:moveTo>
                      <a:pt x="0" y="0"/>
                    </a:moveTo>
                    <a:lnTo>
                      <a:pt x="129744" y="0"/>
                    </a:lnTo>
                    <a:lnTo>
                      <a:pt x="129744" y="47610"/>
                    </a:lnTo>
                    <a:lnTo>
                      <a:pt x="0" y="4761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5" name="Google Shape;1165;p53"/>
              <p:cNvSpPr/>
              <p:nvPr/>
            </p:nvSpPr>
            <p:spPr>
              <a:xfrm>
                <a:off x="6065280" y="2569817"/>
                <a:ext cx="287618" cy="302199"/>
              </a:xfrm>
              <a:custGeom>
                <a:avLst/>
                <a:gdLst/>
                <a:ahLst/>
                <a:cxnLst/>
                <a:rect l="l" t="t" r="r" b="b"/>
                <a:pathLst>
                  <a:path w="383490" h="402932" extrusionOk="0">
                    <a:moveTo>
                      <a:pt x="3425" y="344423"/>
                    </a:moveTo>
                    <a:lnTo>
                      <a:pt x="150017" y="0"/>
                    </a:lnTo>
                    <a:lnTo>
                      <a:pt x="375003" y="299167"/>
                    </a:lnTo>
                    <a:cubicBezTo>
                      <a:pt x="394449" y="325021"/>
                      <a:pt x="378609" y="362235"/>
                      <a:pt x="346482" y="366156"/>
                    </a:cubicBezTo>
                    <a:lnTo>
                      <a:pt x="47181" y="402608"/>
                    </a:lnTo>
                    <a:cubicBezTo>
                      <a:pt x="15052" y="406529"/>
                      <a:pt x="-9256" y="374199"/>
                      <a:pt x="3425" y="34442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6" name="Google Shape;1166;p53"/>
              <p:cNvSpPr/>
              <p:nvPr/>
            </p:nvSpPr>
            <p:spPr>
              <a:xfrm>
                <a:off x="6090459" y="2680249"/>
                <a:ext cx="234436" cy="170251"/>
              </a:xfrm>
              <a:custGeom>
                <a:avLst/>
                <a:gdLst/>
                <a:ahLst/>
                <a:cxnLst/>
                <a:rect l="l" t="t" r="r" b="b"/>
                <a:pathLst>
                  <a:path w="312582" h="227001" extrusionOk="0">
                    <a:moveTo>
                      <a:pt x="306121" y="145495"/>
                    </a:moveTo>
                    <a:lnTo>
                      <a:pt x="196698" y="0"/>
                    </a:lnTo>
                    <a:lnTo>
                      <a:pt x="73899" y="14966"/>
                    </a:lnTo>
                    <a:lnTo>
                      <a:pt x="2608" y="182462"/>
                    </a:lnTo>
                    <a:cubicBezTo>
                      <a:pt x="-7048" y="205135"/>
                      <a:pt x="11458" y="229735"/>
                      <a:pt x="35923" y="226756"/>
                    </a:cubicBezTo>
                    <a:lnTo>
                      <a:pt x="284411" y="196487"/>
                    </a:lnTo>
                    <a:cubicBezTo>
                      <a:pt x="308855" y="193507"/>
                      <a:pt x="320930" y="165166"/>
                      <a:pt x="306121" y="14549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7" name="Google Shape;1167;p53"/>
              <p:cNvSpPr/>
              <p:nvPr/>
            </p:nvSpPr>
            <p:spPr>
              <a:xfrm>
                <a:off x="6169089" y="2506066"/>
                <a:ext cx="130393" cy="284363"/>
              </a:xfrm>
              <a:custGeom>
                <a:avLst/>
                <a:gdLst/>
                <a:ahLst/>
                <a:cxnLst/>
                <a:rect l="l" t="t" r="r" b="b"/>
                <a:pathLst>
                  <a:path w="173858" h="379150" extrusionOk="0">
                    <a:moveTo>
                      <a:pt x="170251" y="379150"/>
                    </a:moveTo>
                    <a:lnTo>
                      <a:pt x="20276" y="174643"/>
                    </a:lnTo>
                    <a:lnTo>
                      <a:pt x="20209" y="174060"/>
                    </a:lnTo>
                    <a:lnTo>
                      <a:pt x="0" y="8133"/>
                    </a:lnTo>
                    <a:lnTo>
                      <a:pt x="66608" y="0"/>
                    </a:lnTo>
                    <a:lnTo>
                      <a:pt x="67168" y="4458"/>
                    </a:lnTo>
                    <a:lnTo>
                      <a:pt x="4974" y="12031"/>
                    </a:lnTo>
                    <a:lnTo>
                      <a:pt x="24578" y="172917"/>
                    </a:lnTo>
                    <a:lnTo>
                      <a:pt x="173859" y="376507"/>
                    </a:lnTo>
                    <a:lnTo>
                      <a:pt x="170251" y="37915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68" name="Google Shape;1168;p53"/>
            <p:cNvSpPr/>
            <p:nvPr/>
          </p:nvSpPr>
          <p:spPr>
            <a:xfrm>
              <a:off x="5491437" y="1433397"/>
              <a:ext cx="859728" cy="859707"/>
            </a:xfrm>
            <a:custGeom>
              <a:avLst/>
              <a:gdLst/>
              <a:ahLst/>
              <a:cxnLst/>
              <a:rect l="l" t="t" r="r" b="b"/>
              <a:pathLst>
                <a:path w="895550" h="895528" extrusionOk="0">
                  <a:moveTo>
                    <a:pt x="695075" y="349621"/>
                  </a:moveTo>
                  <a:lnTo>
                    <a:pt x="809517" y="178743"/>
                  </a:lnTo>
                  <a:lnTo>
                    <a:pt x="612985" y="239145"/>
                  </a:lnTo>
                  <a:lnTo>
                    <a:pt x="626450" y="33988"/>
                  </a:lnTo>
                  <a:lnTo>
                    <a:pt x="486355" y="184456"/>
                  </a:lnTo>
                  <a:lnTo>
                    <a:pt x="395551" y="0"/>
                  </a:lnTo>
                  <a:lnTo>
                    <a:pt x="349644" y="200475"/>
                  </a:lnTo>
                  <a:lnTo>
                    <a:pt x="178743" y="86033"/>
                  </a:lnTo>
                  <a:lnTo>
                    <a:pt x="239145" y="282565"/>
                  </a:lnTo>
                  <a:lnTo>
                    <a:pt x="33987" y="269100"/>
                  </a:lnTo>
                  <a:lnTo>
                    <a:pt x="184455" y="409195"/>
                  </a:lnTo>
                  <a:lnTo>
                    <a:pt x="0" y="499978"/>
                  </a:lnTo>
                  <a:lnTo>
                    <a:pt x="200475" y="545907"/>
                  </a:lnTo>
                  <a:lnTo>
                    <a:pt x="86033" y="716785"/>
                  </a:lnTo>
                  <a:lnTo>
                    <a:pt x="282565" y="656405"/>
                  </a:lnTo>
                  <a:lnTo>
                    <a:pt x="269099" y="861563"/>
                  </a:lnTo>
                  <a:lnTo>
                    <a:pt x="409195" y="711072"/>
                  </a:lnTo>
                  <a:lnTo>
                    <a:pt x="499977" y="895528"/>
                  </a:lnTo>
                  <a:lnTo>
                    <a:pt x="545906" y="695075"/>
                  </a:lnTo>
                  <a:lnTo>
                    <a:pt x="716785" y="809495"/>
                  </a:lnTo>
                  <a:lnTo>
                    <a:pt x="656405" y="612963"/>
                  </a:lnTo>
                  <a:lnTo>
                    <a:pt x="861563" y="626451"/>
                  </a:lnTo>
                  <a:lnTo>
                    <a:pt x="711072" y="486356"/>
                  </a:lnTo>
                  <a:lnTo>
                    <a:pt x="895550" y="395550"/>
                  </a:lnTo>
                  <a:lnTo>
                    <a:pt x="695075" y="34962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53"/>
            <p:cNvSpPr/>
            <p:nvPr/>
          </p:nvSpPr>
          <p:spPr>
            <a:xfrm>
              <a:off x="7607588" y="1341225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53"/>
            <p:cNvSpPr/>
            <p:nvPr/>
          </p:nvSpPr>
          <p:spPr>
            <a:xfrm>
              <a:off x="6549775" y="3379063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53"/>
            <p:cNvSpPr/>
            <p:nvPr/>
          </p:nvSpPr>
          <p:spPr>
            <a:xfrm>
              <a:off x="6199425" y="4189238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53"/>
            <p:cNvSpPr/>
            <p:nvPr/>
          </p:nvSpPr>
          <p:spPr>
            <a:xfrm>
              <a:off x="6821924" y="3514773"/>
              <a:ext cx="955621" cy="955621"/>
            </a:xfrm>
            <a:custGeom>
              <a:avLst/>
              <a:gdLst/>
              <a:ahLst/>
              <a:cxnLst/>
              <a:rect l="l" t="t" r="r" b="b"/>
              <a:pathLst>
                <a:path w="355580" h="355580" extrusionOk="0">
                  <a:moveTo>
                    <a:pt x="329323" y="77900"/>
                  </a:moveTo>
                  <a:lnTo>
                    <a:pt x="266434" y="19425"/>
                  </a:lnTo>
                  <a:lnTo>
                    <a:pt x="239996" y="47856"/>
                  </a:lnTo>
                  <a:cubicBezTo>
                    <a:pt x="232132" y="44092"/>
                    <a:pt x="223977" y="41112"/>
                    <a:pt x="215710" y="38849"/>
                  </a:cubicBezTo>
                  <a:lnTo>
                    <a:pt x="214299" y="0"/>
                  </a:lnTo>
                  <a:lnTo>
                    <a:pt x="128489" y="3114"/>
                  </a:lnTo>
                  <a:lnTo>
                    <a:pt x="129901" y="41963"/>
                  </a:lnTo>
                  <a:cubicBezTo>
                    <a:pt x="121791" y="44809"/>
                    <a:pt x="113904" y="48371"/>
                    <a:pt x="106331" y="52695"/>
                  </a:cubicBezTo>
                  <a:lnTo>
                    <a:pt x="77900" y="26258"/>
                  </a:lnTo>
                  <a:lnTo>
                    <a:pt x="19425" y="89147"/>
                  </a:lnTo>
                  <a:lnTo>
                    <a:pt x="47856" y="115584"/>
                  </a:lnTo>
                  <a:cubicBezTo>
                    <a:pt x="44092" y="123448"/>
                    <a:pt x="41112" y="131604"/>
                    <a:pt x="38849" y="139871"/>
                  </a:cubicBezTo>
                  <a:lnTo>
                    <a:pt x="0" y="141282"/>
                  </a:lnTo>
                  <a:lnTo>
                    <a:pt x="3114" y="227091"/>
                  </a:lnTo>
                  <a:lnTo>
                    <a:pt x="41963" y="225680"/>
                  </a:lnTo>
                  <a:cubicBezTo>
                    <a:pt x="44809" y="233790"/>
                    <a:pt x="48371" y="241677"/>
                    <a:pt x="52695" y="249249"/>
                  </a:cubicBezTo>
                  <a:lnTo>
                    <a:pt x="26258" y="277681"/>
                  </a:lnTo>
                  <a:lnTo>
                    <a:pt x="89147" y="336156"/>
                  </a:lnTo>
                  <a:lnTo>
                    <a:pt x="115584" y="307725"/>
                  </a:lnTo>
                  <a:cubicBezTo>
                    <a:pt x="123448" y="311489"/>
                    <a:pt x="131604" y="314469"/>
                    <a:pt x="139871" y="316732"/>
                  </a:cubicBezTo>
                  <a:lnTo>
                    <a:pt x="141283" y="355581"/>
                  </a:lnTo>
                  <a:lnTo>
                    <a:pt x="227091" y="352467"/>
                  </a:lnTo>
                  <a:lnTo>
                    <a:pt x="225680" y="313617"/>
                  </a:lnTo>
                  <a:cubicBezTo>
                    <a:pt x="233790" y="310772"/>
                    <a:pt x="241677" y="307210"/>
                    <a:pt x="249249" y="302886"/>
                  </a:cubicBezTo>
                  <a:lnTo>
                    <a:pt x="277681" y="329323"/>
                  </a:lnTo>
                  <a:lnTo>
                    <a:pt x="336156" y="266434"/>
                  </a:lnTo>
                  <a:lnTo>
                    <a:pt x="307725" y="239996"/>
                  </a:lnTo>
                  <a:cubicBezTo>
                    <a:pt x="311489" y="232132"/>
                    <a:pt x="314469" y="224000"/>
                    <a:pt x="316732" y="215710"/>
                  </a:cubicBezTo>
                  <a:lnTo>
                    <a:pt x="355581" y="214298"/>
                  </a:lnTo>
                  <a:lnTo>
                    <a:pt x="352467" y="128489"/>
                  </a:lnTo>
                  <a:lnTo>
                    <a:pt x="313617" y="129901"/>
                  </a:lnTo>
                  <a:cubicBezTo>
                    <a:pt x="310772" y="121791"/>
                    <a:pt x="307210" y="113904"/>
                    <a:pt x="302886" y="106331"/>
                  </a:cubicBezTo>
                  <a:lnTo>
                    <a:pt x="329323" y="77900"/>
                  </a:lnTo>
                  <a:close/>
                  <a:moveTo>
                    <a:pt x="214276" y="211722"/>
                  </a:moveTo>
                  <a:cubicBezTo>
                    <a:pt x="195546" y="231864"/>
                    <a:pt x="164045" y="233006"/>
                    <a:pt x="143904" y="214276"/>
                  </a:cubicBezTo>
                  <a:cubicBezTo>
                    <a:pt x="123762" y="195546"/>
                    <a:pt x="122619" y="164045"/>
                    <a:pt x="141350" y="143904"/>
                  </a:cubicBezTo>
                  <a:cubicBezTo>
                    <a:pt x="160080" y="123762"/>
                    <a:pt x="191580" y="122619"/>
                    <a:pt x="211722" y="141350"/>
                  </a:cubicBezTo>
                  <a:cubicBezTo>
                    <a:pt x="231864" y="160080"/>
                    <a:pt x="233006" y="191580"/>
                    <a:pt x="214276" y="21172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53"/>
            <p:cNvSpPr/>
            <p:nvPr/>
          </p:nvSpPr>
          <p:spPr>
            <a:xfrm>
              <a:off x="7688101" y="3306422"/>
              <a:ext cx="576203" cy="576149"/>
            </a:xfrm>
            <a:custGeom>
              <a:avLst/>
              <a:gdLst/>
              <a:ahLst/>
              <a:cxnLst/>
              <a:rect l="l" t="t" r="r" b="b"/>
              <a:pathLst>
                <a:path w="233991" h="233969" extrusionOk="0">
                  <a:moveTo>
                    <a:pt x="121723" y="233970"/>
                  </a:moveTo>
                  <a:lnTo>
                    <a:pt x="114464" y="209952"/>
                  </a:lnTo>
                  <a:cubicBezTo>
                    <a:pt x="109938" y="209840"/>
                    <a:pt x="105458" y="209392"/>
                    <a:pt x="101089" y="208630"/>
                  </a:cubicBezTo>
                  <a:lnTo>
                    <a:pt x="89237" y="230721"/>
                  </a:lnTo>
                  <a:lnTo>
                    <a:pt x="37617" y="203029"/>
                  </a:lnTo>
                  <a:lnTo>
                    <a:pt x="49469" y="180938"/>
                  </a:lnTo>
                  <a:cubicBezTo>
                    <a:pt x="46422" y="177712"/>
                    <a:pt x="43577" y="174217"/>
                    <a:pt x="40978" y="170520"/>
                  </a:cubicBezTo>
                  <a:lnTo>
                    <a:pt x="16938" y="177779"/>
                  </a:lnTo>
                  <a:lnTo>
                    <a:pt x="0" y="121701"/>
                  </a:lnTo>
                  <a:lnTo>
                    <a:pt x="24017" y="114442"/>
                  </a:lnTo>
                  <a:cubicBezTo>
                    <a:pt x="24130" y="109916"/>
                    <a:pt x="24578" y="105435"/>
                    <a:pt x="25339" y="101066"/>
                  </a:cubicBezTo>
                  <a:lnTo>
                    <a:pt x="3249" y="89215"/>
                  </a:lnTo>
                  <a:lnTo>
                    <a:pt x="30940" y="37595"/>
                  </a:lnTo>
                  <a:lnTo>
                    <a:pt x="53031" y="49447"/>
                  </a:lnTo>
                  <a:cubicBezTo>
                    <a:pt x="56258" y="46400"/>
                    <a:pt x="59730" y="43554"/>
                    <a:pt x="63449" y="40955"/>
                  </a:cubicBezTo>
                  <a:lnTo>
                    <a:pt x="56190" y="16938"/>
                  </a:lnTo>
                  <a:lnTo>
                    <a:pt x="112269" y="0"/>
                  </a:lnTo>
                  <a:lnTo>
                    <a:pt x="119528" y="24018"/>
                  </a:lnTo>
                  <a:cubicBezTo>
                    <a:pt x="124053" y="24130"/>
                    <a:pt x="128534" y="24578"/>
                    <a:pt x="132903" y="25339"/>
                  </a:cubicBezTo>
                  <a:lnTo>
                    <a:pt x="144755" y="3249"/>
                  </a:lnTo>
                  <a:lnTo>
                    <a:pt x="196375" y="30941"/>
                  </a:lnTo>
                  <a:lnTo>
                    <a:pt x="184523" y="53031"/>
                  </a:lnTo>
                  <a:cubicBezTo>
                    <a:pt x="187570" y="56258"/>
                    <a:pt x="190415" y="59730"/>
                    <a:pt x="193014" y="63449"/>
                  </a:cubicBezTo>
                  <a:lnTo>
                    <a:pt x="217054" y="56190"/>
                  </a:lnTo>
                  <a:lnTo>
                    <a:pt x="233992" y="112269"/>
                  </a:lnTo>
                  <a:lnTo>
                    <a:pt x="209974" y="119528"/>
                  </a:lnTo>
                  <a:cubicBezTo>
                    <a:pt x="209862" y="124053"/>
                    <a:pt x="209414" y="128534"/>
                    <a:pt x="208653" y="132903"/>
                  </a:cubicBezTo>
                  <a:lnTo>
                    <a:pt x="230743" y="144755"/>
                  </a:lnTo>
                  <a:lnTo>
                    <a:pt x="203051" y="196375"/>
                  </a:lnTo>
                  <a:lnTo>
                    <a:pt x="180961" y="184523"/>
                  </a:lnTo>
                  <a:cubicBezTo>
                    <a:pt x="177734" y="187570"/>
                    <a:pt x="174262" y="190415"/>
                    <a:pt x="170543" y="193014"/>
                  </a:cubicBezTo>
                  <a:lnTo>
                    <a:pt x="177802" y="217032"/>
                  </a:lnTo>
                  <a:lnTo>
                    <a:pt x="121723" y="233970"/>
                  </a:lnTo>
                  <a:close/>
                  <a:moveTo>
                    <a:pt x="98691" y="203612"/>
                  </a:moveTo>
                  <a:lnTo>
                    <a:pt x="100305" y="203925"/>
                  </a:lnTo>
                  <a:cubicBezTo>
                    <a:pt x="105435" y="204911"/>
                    <a:pt x="110767" y="205426"/>
                    <a:pt x="116145" y="205494"/>
                  </a:cubicBezTo>
                  <a:lnTo>
                    <a:pt x="117802" y="205494"/>
                  </a:lnTo>
                  <a:cubicBezTo>
                    <a:pt x="117802" y="205494"/>
                    <a:pt x="124703" y="228391"/>
                    <a:pt x="124703" y="228391"/>
                  </a:cubicBezTo>
                  <a:lnTo>
                    <a:pt x="172223" y="214052"/>
                  </a:lnTo>
                  <a:lnTo>
                    <a:pt x="165322" y="191177"/>
                  </a:lnTo>
                  <a:lnTo>
                    <a:pt x="166689" y="190258"/>
                  </a:lnTo>
                  <a:cubicBezTo>
                    <a:pt x="171148" y="187234"/>
                    <a:pt x="175292" y="183851"/>
                    <a:pt x="179034" y="180199"/>
                  </a:cubicBezTo>
                  <a:lnTo>
                    <a:pt x="180199" y="179034"/>
                  </a:lnTo>
                  <a:lnTo>
                    <a:pt x="201237" y="190326"/>
                  </a:lnTo>
                  <a:lnTo>
                    <a:pt x="224694" y="146592"/>
                  </a:lnTo>
                  <a:lnTo>
                    <a:pt x="203656" y="135300"/>
                  </a:lnTo>
                  <a:lnTo>
                    <a:pt x="203970" y="133687"/>
                  </a:lnTo>
                  <a:cubicBezTo>
                    <a:pt x="204956" y="128557"/>
                    <a:pt x="205471" y="123224"/>
                    <a:pt x="205538" y="117847"/>
                  </a:cubicBezTo>
                  <a:lnTo>
                    <a:pt x="205538" y="116189"/>
                  </a:lnTo>
                  <a:cubicBezTo>
                    <a:pt x="205538" y="116189"/>
                    <a:pt x="228436" y="109289"/>
                    <a:pt x="228436" y="109289"/>
                  </a:cubicBezTo>
                  <a:lnTo>
                    <a:pt x="214097" y="61769"/>
                  </a:lnTo>
                  <a:lnTo>
                    <a:pt x="191222" y="68670"/>
                  </a:lnTo>
                  <a:lnTo>
                    <a:pt x="190303" y="67303"/>
                  </a:lnTo>
                  <a:cubicBezTo>
                    <a:pt x="187279" y="62844"/>
                    <a:pt x="183896" y="58700"/>
                    <a:pt x="180244" y="54958"/>
                  </a:cubicBezTo>
                  <a:lnTo>
                    <a:pt x="179079" y="53793"/>
                  </a:lnTo>
                  <a:lnTo>
                    <a:pt x="190370" y="32755"/>
                  </a:lnTo>
                  <a:lnTo>
                    <a:pt x="146637" y="9298"/>
                  </a:lnTo>
                  <a:lnTo>
                    <a:pt x="135345" y="30336"/>
                  </a:lnTo>
                  <a:lnTo>
                    <a:pt x="133732" y="30022"/>
                  </a:lnTo>
                  <a:cubicBezTo>
                    <a:pt x="128602" y="29036"/>
                    <a:pt x="123269" y="28521"/>
                    <a:pt x="117892" y="28454"/>
                  </a:cubicBezTo>
                  <a:lnTo>
                    <a:pt x="116234" y="28454"/>
                  </a:lnTo>
                  <a:cubicBezTo>
                    <a:pt x="116234" y="28454"/>
                    <a:pt x="109334" y="5556"/>
                    <a:pt x="109334" y="5556"/>
                  </a:cubicBezTo>
                  <a:lnTo>
                    <a:pt x="61814" y="19895"/>
                  </a:lnTo>
                  <a:lnTo>
                    <a:pt x="68714" y="42770"/>
                  </a:lnTo>
                  <a:lnTo>
                    <a:pt x="67348" y="43689"/>
                  </a:lnTo>
                  <a:cubicBezTo>
                    <a:pt x="62889" y="46713"/>
                    <a:pt x="58744" y="50096"/>
                    <a:pt x="55003" y="53748"/>
                  </a:cubicBezTo>
                  <a:lnTo>
                    <a:pt x="53838" y="54913"/>
                  </a:lnTo>
                  <a:lnTo>
                    <a:pt x="32800" y="43622"/>
                  </a:lnTo>
                  <a:lnTo>
                    <a:pt x="9342" y="87355"/>
                  </a:lnTo>
                  <a:lnTo>
                    <a:pt x="30380" y="98647"/>
                  </a:lnTo>
                  <a:lnTo>
                    <a:pt x="30067" y="100260"/>
                  </a:lnTo>
                  <a:cubicBezTo>
                    <a:pt x="29081" y="105391"/>
                    <a:pt x="28566" y="110723"/>
                    <a:pt x="28498" y="116100"/>
                  </a:cubicBezTo>
                  <a:lnTo>
                    <a:pt x="28498" y="117758"/>
                  </a:lnTo>
                  <a:cubicBezTo>
                    <a:pt x="28498" y="117758"/>
                    <a:pt x="5601" y="124658"/>
                    <a:pt x="5601" y="124658"/>
                  </a:cubicBezTo>
                  <a:lnTo>
                    <a:pt x="19940" y="172178"/>
                  </a:lnTo>
                  <a:lnTo>
                    <a:pt x="42815" y="165278"/>
                  </a:lnTo>
                  <a:lnTo>
                    <a:pt x="43734" y="166644"/>
                  </a:lnTo>
                  <a:cubicBezTo>
                    <a:pt x="46736" y="171103"/>
                    <a:pt x="50141" y="175248"/>
                    <a:pt x="53793" y="178989"/>
                  </a:cubicBezTo>
                  <a:lnTo>
                    <a:pt x="54958" y="180154"/>
                  </a:lnTo>
                  <a:lnTo>
                    <a:pt x="43666" y="201192"/>
                  </a:lnTo>
                  <a:lnTo>
                    <a:pt x="87400" y="224649"/>
                  </a:lnTo>
                  <a:lnTo>
                    <a:pt x="98691" y="203612"/>
                  </a:lnTo>
                  <a:close/>
                  <a:moveTo>
                    <a:pt x="116951" y="150603"/>
                  </a:moveTo>
                  <a:cubicBezTo>
                    <a:pt x="111596" y="150603"/>
                    <a:pt x="106152" y="149326"/>
                    <a:pt x="101111" y="146615"/>
                  </a:cubicBezTo>
                  <a:cubicBezTo>
                    <a:pt x="93202" y="142380"/>
                    <a:pt x="87400" y="135300"/>
                    <a:pt x="84823" y="126697"/>
                  </a:cubicBezTo>
                  <a:cubicBezTo>
                    <a:pt x="82224" y="118094"/>
                    <a:pt x="83143" y="108998"/>
                    <a:pt x="87377" y="101089"/>
                  </a:cubicBezTo>
                  <a:cubicBezTo>
                    <a:pt x="96138" y="84756"/>
                    <a:pt x="116570" y="78595"/>
                    <a:pt x="132903" y="87355"/>
                  </a:cubicBezTo>
                  <a:cubicBezTo>
                    <a:pt x="140812" y="91589"/>
                    <a:pt x="146615" y="98669"/>
                    <a:pt x="149191" y="107272"/>
                  </a:cubicBezTo>
                  <a:cubicBezTo>
                    <a:pt x="151790" y="115876"/>
                    <a:pt x="150871" y="124972"/>
                    <a:pt x="146637" y="132881"/>
                  </a:cubicBezTo>
                  <a:cubicBezTo>
                    <a:pt x="140588" y="144173"/>
                    <a:pt x="128960" y="150603"/>
                    <a:pt x="116951" y="150603"/>
                  </a:cubicBezTo>
                  <a:close/>
                  <a:moveTo>
                    <a:pt x="117063" y="87848"/>
                  </a:moveTo>
                  <a:cubicBezTo>
                    <a:pt x="106668" y="87848"/>
                    <a:pt x="96586" y="93427"/>
                    <a:pt x="91343" y="103217"/>
                  </a:cubicBezTo>
                  <a:cubicBezTo>
                    <a:pt x="87669" y="110073"/>
                    <a:pt x="86884" y="117959"/>
                    <a:pt x="89125" y="125420"/>
                  </a:cubicBezTo>
                  <a:cubicBezTo>
                    <a:pt x="91365" y="132881"/>
                    <a:pt x="96384" y="138997"/>
                    <a:pt x="103240" y="142671"/>
                  </a:cubicBezTo>
                  <a:cubicBezTo>
                    <a:pt x="117399" y="150267"/>
                    <a:pt x="135099" y="144934"/>
                    <a:pt x="142694" y="130775"/>
                  </a:cubicBezTo>
                  <a:cubicBezTo>
                    <a:pt x="146368" y="123919"/>
                    <a:pt x="147152" y="116033"/>
                    <a:pt x="144912" y="108594"/>
                  </a:cubicBezTo>
                  <a:cubicBezTo>
                    <a:pt x="142671" y="101134"/>
                    <a:pt x="137653" y="95017"/>
                    <a:pt x="130797" y="91343"/>
                  </a:cubicBezTo>
                  <a:cubicBezTo>
                    <a:pt x="126428" y="88991"/>
                    <a:pt x="121723" y="87893"/>
                    <a:pt x="117086" y="878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74" name="Google Shape;1174;p53"/>
            <p:cNvGrpSpPr/>
            <p:nvPr/>
          </p:nvGrpSpPr>
          <p:grpSpPr>
            <a:xfrm>
              <a:off x="6701531" y="1288642"/>
              <a:ext cx="287317" cy="256903"/>
              <a:chOff x="2957323" y="3936947"/>
              <a:chExt cx="194554" cy="173959"/>
            </a:xfrm>
          </p:grpSpPr>
          <p:sp>
            <p:nvSpPr>
              <p:cNvPr id="1175" name="Google Shape;1175;p53"/>
              <p:cNvSpPr/>
              <p:nvPr/>
            </p:nvSpPr>
            <p:spPr>
              <a:xfrm rot="-45834">
                <a:off x="3060432" y="3936962"/>
                <a:ext cx="3360" cy="173930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231886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231886"/>
                    </a:lnTo>
                    <a:lnTo>
                      <a:pt x="0" y="23188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6" name="Google Shape;1176;p53"/>
              <p:cNvSpPr/>
              <p:nvPr/>
            </p:nvSpPr>
            <p:spPr>
              <a:xfrm rot="-206705">
                <a:off x="2957248" y="4012021"/>
                <a:ext cx="194704" cy="3355"/>
              </a:xfrm>
              <a:custGeom>
                <a:avLst/>
                <a:gdLst/>
                <a:ahLst/>
                <a:cxnLst/>
                <a:rect l="l" t="t" r="r" b="b"/>
                <a:pathLst>
                  <a:path w="260003" h="4480" extrusionOk="0">
                    <a:moveTo>
                      <a:pt x="0" y="0"/>
                    </a:moveTo>
                    <a:lnTo>
                      <a:pt x="260004" y="0"/>
                    </a:lnTo>
                    <a:lnTo>
                      <a:pt x="260004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7" name="Google Shape;1177;p53"/>
              <p:cNvSpPr/>
              <p:nvPr/>
            </p:nvSpPr>
            <p:spPr>
              <a:xfrm rot="-2667569">
                <a:off x="2985839" y="4013185"/>
                <a:ext cx="150521" cy="3358"/>
              </a:xfrm>
              <a:custGeom>
                <a:avLst/>
                <a:gdLst/>
                <a:ahLst/>
                <a:cxnLst/>
                <a:rect l="l" t="t" r="r" b="b"/>
                <a:pathLst>
                  <a:path w="200811" h="4480" extrusionOk="0">
                    <a:moveTo>
                      <a:pt x="0" y="0"/>
                    </a:moveTo>
                    <a:lnTo>
                      <a:pt x="200811" y="0"/>
                    </a:lnTo>
                    <a:lnTo>
                      <a:pt x="200811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8" name="Google Shape;1178;p53"/>
              <p:cNvSpPr/>
              <p:nvPr/>
            </p:nvSpPr>
            <p:spPr>
              <a:xfrm rot="-2716216">
                <a:off x="3069932" y="3955542"/>
                <a:ext cx="3358" cy="133807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78518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78518"/>
                    </a:lnTo>
                    <a:lnTo>
                      <a:pt x="0" y="1785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79" name="Google Shape;1179;p53"/>
            <p:cNvGrpSpPr/>
            <p:nvPr/>
          </p:nvGrpSpPr>
          <p:grpSpPr>
            <a:xfrm rot="7607305">
              <a:off x="4571222" y="4020582"/>
              <a:ext cx="287317" cy="256903"/>
              <a:chOff x="2957323" y="3936947"/>
              <a:chExt cx="194554" cy="173959"/>
            </a:xfrm>
          </p:grpSpPr>
          <p:sp>
            <p:nvSpPr>
              <p:cNvPr id="1180" name="Google Shape;1180;p53"/>
              <p:cNvSpPr/>
              <p:nvPr/>
            </p:nvSpPr>
            <p:spPr>
              <a:xfrm rot="-45834">
                <a:off x="3060432" y="3936962"/>
                <a:ext cx="3360" cy="173930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231886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231886"/>
                    </a:lnTo>
                    <a:lnTo>
                      <a:pt x="0" y="23188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1" name="Google Shape;1181;p53"/>
              <p:cNvSpPr/>
              <p:nvPr/>
            </p:nvSpPr>
            <p:spPr>
              <a:xfrm rot="-206705">
                <a:off x="2957248" y="4012021"/>
                <a:ext cx="194704" cy="3355"/>
              </a:xfrm>
              <a:custGeom>
                <a:avLst/>
                <a:gdLst/>
                <a:ahLst/>
                <a:cxnLst/>
                <a:rect l="l" t="t" r="r" b="b"/>
                <a:pathLst>
                  <a:path w="260003" h="4480" extrusionOk="0">
                    <a:moveTo>
                      <a:pt x="0" y="0"/>
                    </a:moveTo>
                    <a:lnTo>
                      <a:pt x="260004" y="0"/>
                    </a:lnTo>
                    <a:lnTo>
                      <a:pt x="260004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2" name="Google Shape;1182;p53"/>
              <p:cNvSpPr/>
              <p:nvPr/>
            </p:nvSpPr>
            <p:spPr>
              <a:xfrm rot="-2667569">
                <a:off x="2985839" y="4013185"/>
                <a:ext cx="150521" cy="3358"/>
              </a:xfrm>
              <a:custGeom>
                <a:avLst/>
                <a:gdLst/>
                <a:ahLst/>
                <a:cxnLst/>
                <a:rect l="l" t="t" r="r" b="b"/>
                <a:pathLst>
                  <a:path w="200811" h="4480" extrusionOk="0">
                    <a:moveTo>
                      <a:pt x="0" y="0"/>
                    </a:moveTo>
                    <a:lnTo>
                      <a:pt x="200811" y="0"/>
                    </a:lnTo>
                    <a:lnTo>
                      <a:pt x="200811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3" name="Google Shape;1183;p53"/>
              <p:cNvSpPr/>
              <p:nvPr/>
            </p:nvSpPr>
            <p:spPr>
              <a:xfrm rot="-2716216">
                <a:off x="3069932" y="3955542"/>
                <a:ext cx="3358" cy="133807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78518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78518"/>
                    </a:lnTo>
                    <a:lnTo>
                      <a:pt x="0" y="1785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54"/>
          <p:cNvSpPr txBox="1">
            <a:spLocks noGrp="1"/>
          </p:cNvSpPr>
          <p:nvPr>
            <p:ph type="title"/>
          </p:nvPr>
        </p:nvSpPr>
        <p:spPr>
          <a:xfrm>
            <a:off x="720000" y="47485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What are mass and space?</a:t>
            </a:r>
            <a:endParaRPr/>
          </a:p>
        </p:txBody>
      </p:sp>
      <p:sp>
        <p:nvSpPr>
          <p:cNvPr id="1189" name="Google Shape;1189;p54"/>
          <p:cNvSpPr txBox="1"/>
          <p:nvPr/>
        </p:nvSpPr>
        <p:spPr>
          <a:xfrm>
            <a:off x="1348463" y="1350000"/>
            <a:ext cx="2859300" cy="43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b="1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rPr>
              <a:t>Mass</a:t>
            </a:r>
            <a:endParaRPr sz="1800" b="1">
              <a:solidFill>
                <a:schemeClr val="accent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90" name="Google Shape;1190;p54"/>
          <p:cNvSpPr txBox="1"/>
          <p:nvPr/>
        </p:nvSpPr>
        <p:spPr>
          <a:xfrm>
            <a:off x="1348475" y="1783500"/>
            <a:ext cx="2859300" cy="10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Mass is the </a:t>
            </a:r>
            <a:r>
              <a:rPr lang="es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amount of matter</a:t>
            </a:r>
            <a:r>
              <a:rPr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that the body has, which can be measured using scales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1" name="Google Shape;1191;p54"/>
          <p:cNvSpPr txBox="1"/>
          <p:nvPr/>
        </p:nvSpPr>
        <p:spPr>
          <a:xfrm>
            <a:off x="1348475" y="3152900"/>
            <a:ext cx="2859300" cy="1326600"/>
          </a:xfrm>
          <a:prstGeom prst="rect">
            <a:avLst/>
          </a:prstGeom>
          <a:solidFill>
            <a:srgbClr val="CCC0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Kilograms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Grams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Milligrams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Etc.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2" name="Google Shape;1192;p54"/>
          <p:cNvSpPr txBox="1"/>
          <p:nvPr/>
        </p:nvSpPr>
        <p:spPr>
          <a:xfrm>
            <a:off x="4936237" y="1350000"/>
            <a:ext cx="2859300" cy="43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b="1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rPr>
              <a:t>Space</a:t>
            </a:r>
            <a:endParaRPr sz="1800" b="1">
              <a:solidFill>
                <a:schemeClr val="accent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93" name="Google Shape;1193;p54"/>
          <p:cNvSpPr txBox="1"/>
          <p:nvPr/>
        </p:nvSpPr>
        <p:spPr>
          <a:xfrm>
            <a:off x="4936236" y="1783500"/>
            <a:ext cx="2859300" cy="10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Space is the </a:t>
            </a:r>
            <a:r>
              <a:rPr lang="es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volume occupied</a:t>
            </a:r>
            <a:r>
              <a:rPr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by matter or a body</a:t>
            </a:r>
            <a:endParaRPr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4" name="Google Shape;1194;p54"/>
          <p:cNvSpPr txBox="1"/>
          <p:nvPr/>
        </p:nvSpPr>
        <p:spPr>
          <a:xfrm>
            <a:off x="4936237" y="3152902"/>
            <a:ext cx="2859300" cy="1326600"/>
          </a:xfrm>
          <a:prstGeom prst="rect">
            <a:avLst/>
          </a:prstGeom>
          <a:solidFill>
            <a:srgbClr val="CCC0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Cubic meters (m3)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</a:pPr>
            <a:r>
              <a:rPr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Liters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95" name="Google Shape;1195;p54"/>
          <p:cNvCxnSpPr>
            <a:stCxn id="1190" idx="2"/>
            <a:endCxn id="1191" idx="0"/>
          </p:cNvCxnSpPr>
          <p:nvPr/>
        </p:nvCxnSpPr>
        <p:spPr>
          <a:xfrm>
            <a:off x="2778125" y="2816100"/>
            <a:ext cx="0" cy="336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96" name="Google Shape;1196;p54"/>
          <p:cNvCxnSpPr>
            <a:stCxn id="1193" idx="2"/>
            <a:endCxn id="1194" idx="0"/>
          </p:cNvCxnSpPr>
          <p:nvPr/>
        </p:nvCxnSpPr>
        <p:spPr>
          <a:xfrm>
            <a:off x="6365886" y="2816100"/>
            <a:ext cx="0" cy="336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p55"/>
          <p:cNvSpPr txBox="1">
            <a:spLocks noGrp="1"/>
          </p:cNvSpPr>
          <p:nvPr>
            <p:ph type="title"/>
          </p:nvPr>
        </p:nvSpPr>
        <p:spPr>
          <a:xfrm>
            <a:off x="720000" y="47485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Where can we find matter?</a:t>
            </a:r>
            <a:endParaRPr/>
          </a:p>
        </p:txBody>
      </p:sp>
      <p:sp>
        <p:nvSpPr>
          <p:cNvPr id="1202" name="Google Shape;1202;p55"/>
          <p:cNvSpPr txBox="1"/>
          <p:nvPr/>
        </p:nvSpPr>
        <p:spPr>
          <a:xfrm>
            <a:off x="720000" y="1170000"/>
            <a:ext cx="7704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We can find matter on Earth in </a:t>
            </a:r>
            <a:r>
              <a:rPr lang="es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three different forms:</a:t>
            </a:r>
            <a:endParaRPr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203" name="Google Shape;1203;p55"/>
          <p:cNvGraphicFramePr/>
          <p:nvPr/>
        </p:nvGraphicFramePr>
        <p:xfrm>
          <a:off x="801413" y="1949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{DC7FAEF9-E857-4D20-BD95-D3EB6A35EF98}</a:tableStyleId>
              </a:tblPr>
              <a:tblGrid>
                <a:gridCol w="2513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3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3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99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 b="1">
                          <a:solidFill>
                            <a:schemeClr val="accent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Liquid</a:t>
                      </a:r>
                      <a:endParaRPr sz="1800" b="1">
                        <a:solidFill>
                          <a:schemeClr val="accent5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 b="1">
                          <a:solidFill>
                            <a:schemeClr val="accent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Gaseous</a:t>
                      </a:r>
                      <a:endParaRPr sz="1800" b="1">
                        <a:solidFill>
                          <a:schemeClr val="accent5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 b="1">
                          <a:solidFill>
                            <a:schemeClr val="accent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Solid</a:t>
                      </a:r>
                      <a:endParaRPr sz="1800" b="1">
                        <a:solidFill>
                          <a:schemeClr val="accent5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93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The shape of liquid materials depends on the container they are located in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0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Gaseous materials have no shape or volume.  We can find them in any space that is available within a 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certain place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0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Solid materials are those that have a weight and volume that do not change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0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56"/>
          <p:cNvSpPr txBox="1">
            <a:spLocks noGrp="1"/>
          </p:cNvSpPr>
          <p:nvPr>
            <p:ph type="title"/>
          </p:nvPr>
        </p:nvSpPr>
        <p:spPr>
          <a:xfrm>
            <a:off x="849450" y="767725"/>
            <a:ext cx="1312500" cy="109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02.</a:t>
            </a:r>
            <a:endParaRPr/>
          </a:p>
        </p:txBody>
      </p:sp>
      <p:sp>
        <p:nvSpPr>
          <p:cNvPr id="1209" name="Google Shape;1209;p56"/>
          <p:cNvSpPr txBox="1">
            <a:spLocks noGrp="1"/>
          </p:cNvSpPr>
          <p:nvPr>
            <p:ph type="title" idx="2"/>
          </p:nvPr>
        </p:nvSpPr>
        <p:spPr>
          <a:xfrm>
            <a:off x="720000" y="1942225"/>
            <a:ext cx="4705200" cy="11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Properties</a:t>
            </a:r>
            <a:endParaRPr/>
          </a:p>
        </p:txBody>
      </p:sp>
      <p:grpSp>
        <p:nvGrpSpPr>
          <p:cNvPr id="1210" name="Google Shape;1210;p56"/>
          <p:cNvGrpSpPr/>
          <p:nvPr/>
        </p:nvGrpSpPr>
        <p:grpSpPr>
          <a:xfrm>
            <a:off x="4904639" y="893552"/>
            <a:ext cx="4153158" cy="4205875"/>
            <a:chOff x="4904639" y="893552"/>
            <a:chExt cx="4153158" cy="4205875"/>
          </a:xfrm>
        </p:grpSpPr>
        <p:sp>
          <p:nvSpPr>
            <p:cNvPr id="1211" name="Google Shape;1211;p56"/>
            <p:cNvSpPr/>
            <p:nvPr/>
          </p:nvSpPr>
          <p:spPr>
            <a:xfrm rot="3533812">
              <a:off x="5329175" y="1590655"/>
              <a:ext cx="2896837" cy="2626908"/>
            </a:xfrm>
            <a:custGeom>
              <a:avLst/>
              <a:gdLst/>
              <a:ahLst/>
              <a:cxnLst/>
              <a:rect l="l" t="t" r="r" b="b"/>
              <a:pathLst>
                <a:path w="864999" h="824732" extrusionOk="0">
                  <a:moveTo>
                    <a:pt x="41272" y="594188"/>
                  </a:moveTo>
                  <a:cubicBezTo>
                    <a:pt x="-57554" y="390823"/>
                    <a:pt x="27179" y="145876"/>
                    <a:pt x="230544" y="47050"/>
                  </a:cubicBezTo>
                  <a:cubicBezTo>
                    <a:pt x="433910" y="-51777"/>
                    <a:pt x="733681" y="6318"/>
                    <a:pt x="832507" y="209683"/>
                  </a:cubicBezTo>
                  <a:cubicBezTo>
                    <a:pt x="931333" y="413026"/>
                    <a:pt x="791776" y="684635"/>
                    <a:pt x="588433" y="783461"/>
                  </a:cubicBezTo>
                  <a:cubicBezTo>
                    <a:pt x="385068" y="882287"/>
                    <a:pt x="140120" y="797554"/>
                    <a:pt x="41294" y="59418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12" name="Google Shape;1212;p56"/>
            <p:cNvGrpSpPr/>
            <p:nvPr/>
          </p:nvGrpSpPr>
          <p:grpSpPr>
            <a:xfrm rot="7555112">
              <a:off x="7856611" y="1515151"/>
              <a:ext cx="1134782" cy="743207"/>
              <a:chOff x="3925143" y="3783342"/>
              <a:chExt cx="240326" cy="157397"/>
            </a:xfrm>
          </p:grpSpPr>
          <p:sp>
            <p:nvSpPr>
              <p:cNvPr id="1213" name="Google Shape;1213;p56"/>
              <p:cNvSpPr/>
              <p:nvPr/>
            </p:nvSpPr>
            <p:spPr>
              <a:xfrm>
                <a:off x="3955855" y="3817011"/>
                <a:ext cx="93460" cy="100786"/>
              </a:xfrm>
              <a:custGeom>
                <a:avLst/>
                <a:gdLst/>
                <a:ahLst/>
                <a:cxnLst/>
                <a:rect l="l" t="t" r="r" b="b"/>
                <a:pathLst>
                  <a:path w="124613" h="134381" extrusionOk="0">
                    <a:moveTo>
                      <a:pt x="70529" y="134382"/>
                    </a:moveTo>
                    <a:lnTo>
                      <a:pt x="8223" y="107900"/>
                    </a:lnTo>
                    <a:lnTo>
                      <a:pt x="0" y="40709"/>
                    </a:lnTo>
                    <a:lnTo>
                      <a:pt x="54084" y="0"/>
                    </a:lnTo>
                    <a:lnTo>
                      <a:pt x="116391" y="26482"/>
                    </a:lnTo>
                    <a:lnTo>
                      <a:pt x="124614" y="93673"/>
                    </a:lnTo>
                    <a:lnTo>
                      <a:pt x="70529" y="134382"/>
                    </a:lnTo>
                    <a:close/>
                    <a:moveTo>
                      <a:pt x="10306" y="106354"/>
                    </a:moveTo>
                    <a:lnTo>
                      <a:pt x="70216" y="131805"/>
                    </a:lnTo>
                    <a:lnTo>
                      <a:pt x="122216" y="92642"/>
                    </a:lnTo>
                    <a:lnTo>
                      <a:pt x="114308" y="28028"/>
                    </a:lnTo>
                    <a:lnTo>
                      <a:pt x="54398" y="2554"/>
                    </a:lnTo>
                    <a:lnTo>
                      <a:pt x="2397" y="41717"/>
                    </a:lnTo>
                    <a:lnTo>
                      <a:pt x="10306" y="1063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4" name="Google Shape;1214;p56"/>
              <p:cNvSpPr/>
              <p:nvPr/>
            </p:nvSpPr>
            <p:spPr>
              <a:xfrm>
                <a:off x="4041468" y="3806543"/>
                <a:ext cx="93460" cy="100786"/>
              </a:xfrm>
              <a:custGeom>
                <a:avLst/>
                <a:gdLst/>
                <a:ahLst/>
                <a:cxnLst/>
                <a:rect l="l" t="t" r="r" b="b"/>
                <a:pathLst>
                  <a:path w="124613" h="134381" extrusionOk="0">
                    <a:moveTo>
                      <a:pt x="70529" y="134382"/>
                    </a:moveTo>
                    <a:lnTo>
                      <a:pt x="8222" y="107900"/>
                    </a:lnTo>
                    <a:lnTo>
                      <a:pt x="0" y="40709"/>
                    </a:lnTo>
                    <a:lnTo>
                      <a:pt x="54084" y="0"/>
                    </a:lnTo>
                    <a:lnTo>
                      <a:pt x="116391" y="26482"/>
                    </a:lnTo>
                    <a:lnTo>
                      <a:pt x="124614" y="93673"/>
                    </a:lnTo>
                    <a:lnTo>
                      <a:pt x="70552" y="134382"/>
                    </a:lnTo>
                    <a:close/>
                    <a:moveTo>
                      <a:pt x="10306" y="106354"/>
                    </a:moveTo>
                    <a:lnTo>
                      <a:pt x="70215" y="131805"/>
                    </a:lnTo>
                    <a:lnTo>
                      <a:pt x="122216" y="92642"/>
                    </a:lnTo>
                    <a:lnTo>
                      <a:pt x="114308" y="28028"/>
                    </a:lnTo>
                    <a:lnTo>
                      <a:pt x="54398" y="2576"/>
                    </a:lnTo>
                    <a:lnTo>
                      <a:pt x="2397" y="41739"/>
                    </a:lnTo>
                    <a:lnTo>
                      <a:pt x="10306" y="10635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5" name="Google Shape;1215;p56"/>
              <p:cNvSpPr/>
              <p:nvPr/>
            </p:nvSpPr>
            <p:spPr>
              <a:xfrm rot="-413295">
                <a:off x="3993713" y="3783318"/>
                <a:ext cx="1681" cy="34667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46197" extrusionOk="0">
                    <a:moveTo>
                      <a:pt x="0" y="0"/>
                    </a:moveTo>
                    <a:lnTo>
                      <a:pt x="2241" y="0"/>
                    </a:lnTo>
                    <a:lnTo>
                      <a:pt x="2241" y="46198"/>
                    </a:lnTo>
                    <a:lnTo>
                      <a:pt x="0" y="4619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6" name="Google Shape;1216;p56"/>
              <p:cNvSpPr/>
              <p:nvPr/>
            </p:nvSpPr>
            <p:spPr>
              <a:xfrm rot="-413295">
                <a:off x="4095626" y="3906097"/>
                <a:ext cx="1681" cy="34667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46197" extrusionOk="0">
                    <a:moveTo>
                      <a:pt x="0" y="0"/>
                    </a:moveTo>
                    <a:lnTo>
                      <a:pt x="2241" y="0"/>
                    </a:lnTo>
                    <a:lnTo>
                      <a:pt x="2241" y="46198"/>
                    </a:lnTo>
                    <a:lnTo>
                      <a:pt x="0" y="4619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7" name="Google Shape;1217;p56"/>
              <p:cNvSpPr/>
              <p:nvPr/>
            </p:nvSpPr>
            <p:spPr>
              <a:xfrm rot="-4446430">
                <a:off x="4148738" y="3863950"/>
                <a:ext cx="1677" cy="32572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43509" extrusionOk="0">
                    <a:moveTo>
                      <a:pt x="0" y="0"/>
                    </a:moveTo>
                    <a:lnTo>
                      <a:pt x="2240" y="0"/>
                    </a:lnTo>
                    <a:lnTo>
                      <a:pt x="2240" y="43509"/>
                    </a:lnTo>
                    <a:lnTo>
                      <a:pt x="0" y="4350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8" name="Google Shape;1218;p56"/>
              <p:cNvSpPr/>
              <p:nvPr/>
            </p:nvSpPr>
            <p:spPr>
              <a:xfrm rot="-4446430">
                <a:off x="3940198" y="3827192"/>
                <a:ext cx="1677" cy="32572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43509" extrusionOk="0">
                    <a:moveTo>
                      <a:pt x="0" y="0"/>
                    </a:moveTo>
                    <a:lnTo>
                      <a:pt x="2240" y="0"/>
                    </a:lnTo>
                    <a:lnTo>
                      <a:pt x="2240" y="43509"/>
                    </a:lnTo>
                    <a:lnTo>
                      <a:pt x="0" y="4350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19" name="Google Shape;1219;p56"/>
            <p:cNvSpPr/>
            <p:nvPr/>
          </p:nvSpPr>
          <p:spPr>
            <a:xfrm rot="177047">
              <a:off x="5974371" y="1935926"/>
              <a:ext cx="1389001" cy="1936393"/>
            </a:xfrm>
            <a:custGeom>
              <a:avLst/>
              <a:gdLst/>
              <a:ahLst/>
              <a:cxnLst/>
              <a:rect l="l" t="t" r="r" b="b"/>
              <a:pathLst>
                <a:path w="408589" h="569610" extrusionOk="0">
                  <a:moveTo>
                    <a:pt x="233185" y="0"/>
                  </a:moveTo>
                  <a:lnTo>
                    <a:pt x="233185" y="0"/>
                  </a:lnTo>
                  <a:cubicBezTo>
                    <a:pt x="136309" y="0"/>
                    <a:pt x="57781" y="78528"/>
                    <a:pt x="57781" y="175404"/>
                  </a:cubicBezTo>
                  <a:lnTo>
                    <a:pt x="57781" y="175404"/>
                  </a:lnTo>
                  <a:cubicBezTo>
                    <a:pt x="57781" y="183537"/>
                    <a:pt x="56011" y="191558"/>
                    <a:pt x="52561" y="198929"/>
                  </a:cubicBezTo>
                  <a:lnTo>
                    <a:pt x="0" y="311735"/>
                  </a:lnTo>
                  <a:lnTo>
                    <a:pt x="57781" y="317225"/>
                  </a:lnTo>
                  <a:lnTo>
                    <a:pt x="57781" y="462853"/>
                  </a:lnTo>
                  <a:lnTo>
                    <a:pt x="174262" y="462853"/>
                  </a:lnTo>
                  <a:lnTo>
                    <a:pt x="174262" y="569611"/>
                  </a:lnTo>
                  <a:lnTo>
                    <a:pt x="408590" y="569611"/>
                  </a:lnTo>
                  <a:lnTo>
                    <a:pt x="408590" y="175404"/>
                  </a:lnTo>
                  <a:cubicBezTo>
                    <a:pt x="408590" y="78528"/>
                    <a:pt x="330062" y="0"/>
                    <a:pt x="23318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20" name="Google Shape;1220;p56"/>
            <p:cNvGrpSpPr/>
            <p:nvPr/>
          </p:nvGrpSpPr>
          <p:grpSpPr>
            <a:xfrm rot="178485">
              <a:off x="6371690" y="2029717"/>
              <a:ext cx="1143182" cy="590868"/>
              <a:chOff x="1361538" y="294814"/>
              <a:chExt cx="318104" cy="164420"/>
            </a:xfrm>
          </p:grpSpPr>
          <p:sp>
            <p:nvSpPr>
              <p:cNvPr id="1221" name="Google Shape;1221;p56"/>
              <p:cNvSpPr/>
              <p:nvPr/>
            </p:nvSpPr>
            <p:spPr>
              <a:xfrm>
                <a:off x="1361538" y="294814"/>
                <a:ext cx="318104" cy="164420"/>
              </a:xfrm>
              <a:custGeom>
                <a:avLst/>
                <a:gdLst/>
                <a:ahLst/>
                <a:cxnLst/>
                <a:rect l="l" t="t" r="r" b="b"/>
                <a:pathLst>
                  <a:path w="424138" h="219227" extrusionOk="0">
                    <a:moveTo>
                      <a:pt x="424139" y="109625"/>
                    </a:moveTo>
                    <a:cubicBezTo>
                      <a:pt x="388628" y="159609"/>
                      <a:pt x="335887" y="196532"/>
                      <a:pt x="274589" y="211655"/>
                    </a:cubicBezTo>
                    <a:cubicBezTo>
                      <a:pt x="254559" y="216606"/>
                      <a:pt x="233634" y="219227"/>
                      <a:pt x="212080" y="219227"/>
                    </a:cubicBezTo>
                    <a:cubicBezTo>
                      <a:pt x="190527" y="219227"/>
                      <a:pt x="169579" y="216606"/>
                      <a:pt x="149550" y="211655"/>
                    </a:cubicBezTo>
                    <a:cubicBezTo>
                      <a:pt x="88229" y="196509"/>
                      <a:pt x="35489" y="159609"/>
                      <a:pt x="0" y="109625"/>
                    </a:cubicBezTo>
                    <a:cubicBezTo>
                      <a:pt x="35489" y="59618"/>
                      <a:pt x="88229" y="22718"/>
                      <a:pt x="149550" y="7573"/>
                    </a:cubicBezTo>
                    <a:cubicBezTo>
                      <a:pt x="169579" y="2621"/>
                      <a:pt x="190527" y="0"/>
                      <a:pt x="212080" y="0"/>
                    </a:cubicBezTo>
                    <a:cubicBezTo>
                      <a:pt x="233634" y="0"/>
                      <a:pt x="254559" y="2621"/>
                      <a:pt x="274589" y="7573"/>
                    </a:cubicBezTo>
                    <a:cubicBezTo>
                      <a:pt x="335887" y="22718"/>
                      <a:pt x="388628" y="59618"/>
                      <a:pt x="424139" y="10962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2" name="Google Shape;1222;p56"/>
              <p:cNvSpPr/>
              <p:nvPr/>
            </p:nvSpPr>
            <p:spPr>
              <a:xfrm>
                <a:off x="1430852" y="294814"/>
                <a:ext cx="179476" cy="164420"/>
              </a:xfrm>
              <a:custGeom>
                <a:avLst/>
                <a:gdLst/>
                <a:ahLst/>
                <a:cxnLst/>
                <a:rect l="l" t="t" r="r" b="b"/>
                <a:pathLst>
                  <a:path w="239301" h="219227" extrusionOk="0">
                    <a:moveTo>
                      <a:pt x="239302" y="109625"/>
                    </a:moveTo>
                    <a:cubicBezTo>
                      <a:pt x="239302" y="152776"/>
                      <a:pt x="216449" y="190617"/>
                      <a:pt x="182171" y="211655"/>
                    </a:cubicBezTo>
                    <a:cubicBezTo>
                      <a:pt x="162141" y="216606"/>
                      <a:pt x="141215" y="219227"/>
                      <a:pt x="119662" y="219227"/>
                    </a:cubicBezTo>
                    <a:cubicBezTo>
                      <a:pt x="98109" y="219227"/>
                      <a:pt x="77161" y="216606"/>
                      <a:pt x="57131" y="211655"/>
                    </a:cubicBezTo>
                    <a:cubicBezTo>
                      <a:pt x="22853" y="190617"/>
                      <a:pt x="0" y="152776"/>
                      <a:pt x="0" y="109625"/>
                    </a:cubicBezTo>
                    <a:cubicBezTo>
                      <a:pt x="0" y="66474"/>
                      <a:pt x="22853" y="28610"/>
                      <a:pt x="57131" y="7573"/>
                    </a:cubicBezTo>
                    <a:cubicBezTo>
                      <a:pt x="77161" y="2621"/>
                      <a:pt x="98109" y="0"/>
                      <a:pt x="119662" y="0"/>
                    </a:cubicBezTo>
                    <a:cubicBezTo>
                      <a:pt x="141215" y="0"/>
                      <a:pt x="162141" y="2621"/>
                      <a:pt x="182171" y="7573"/>
                    </a:cubicBezTo>
                    <a:cubicBezTo>
                      <a:pt x="216449" y="28610"/>
                      <a:pt x="239302" y="66452"/>
                      <a:pt x="239302" y="10962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3" name="Google Shape;1223;p56"/>
              <p:cNvSpPr/>
              <p:nvPr/>
            </p:nvSpPr>
            <p:spPr>
              <a:xfrm>
                <a:off x="1472860" y="326673"/>
                <a:ext cx="92620" cy="92620"/>
              </a:xfrm>
              <a:custGeom>
                <a:avLst/>
                <a:gdLst/>
                <a:ahLst/>
                <a:cxnLst/>
                <a:rect l="l" t="t" r="r" b="b"/>
                <a:pathLst>
                  <a:path w="123493" h="123493" extrusionOk="0">
                    <a:moveTo>
                      <a:pt x="123493" y="61747"/>
                    </a:moveTo>
                    <a:cubicBezTo>
                      <a:pt x="123493" y="95848"/>
                      <a:pt x="95848" y="123493"/>
                      <a:pt x="61747" y="123493"/>
                    </a:cubicBezTo>
                    <a:cubicBezTo>
                      <a:pt x="27645" y="123493"/>
                      <a:pt x="0" y="95848"/>
                      <a:pt x="0" y="61747"/>
                    </a:cubicBezTo>
                    <a:cubicBezTo>
                      <a:pt x="0" y="27645"/>
                      <a:pt x="27645" y="0"/>
                      <a:pt x="61747" y="0"/>
                    </a:cubicBezTo>
                    <a:cubicBezTo>
                      <a:pt x="95848" y="0"/>
                      <a:pt x="123493" y="27645"/>
                      <a:pt x="123493" y="6174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24" name="Google Shape;1224;p56"/>
            <p:cNvGrpSpPr/>
            <p:nvPr/>
          </p:nvGrpSpPr>
          <p:grpSpPr>
            <a:xfrm rot="4347268">
              <a:off x="7201454" y="3337897"/>
              <a:ext cx="1586644" cy="1544619"/>
              <a:chOff x="1756957" y="810918"/>
              <a:chExt cx="573933" cy="558757"/>
            </a:xfrm>
          </p:grpSpPr>
          <p:sp>
            <p:nvSpPr>
              <p:cNvPr id="1225" name="Google Shape;1225;p56"/>
              <p:cNvSpPr/>
              <p:nvPr/>
            </p:nvSpPr>
            <p:spPr>
              <a:xfrm>
                <a:off x="1770430" y="822523"/>
                <a:ext cx="560460" cy="547152"/>
              </a:xfrm>
              <a:custGeom>
                <a:avLst/>
                <a:gdLst/>
                <a:ahLst/>
                <a:cxnLst/>
                <a:rect l="l" t="t" r="r" b="b"/>
                <a:pathLst>
                  <a:path w="747280" h="729536" extrusionOk="0">
                    <a:moveTo>
                      <a:pt x="685240" y="637630"/>
                    </a:moveTo>
                    <a:cubicBezTo>
                      <a:pt x="591993" y="747345"/>
                      <a:pt x="426872" y="760743"/>
                      <a:pt x="317135" y="667496"/>
                    </a:cubicBezTo>
                    <a:lnTo>
                      <a:pt x="0" y="397970"/>
                    </a:lnTo>
                    <a:lnTo>
                      <a:pt x="104763" y="274701"/>
                    </a:lnTo>
                    <a:lnTo>
                      <a:pt x="421898" y="544226"/>
                    </a:lnTo>
                    <a:cubicBezTo>
                      <a:pt x="463660" y="579715"/>
                      <a:pt x="526482" y="574607"/>
                      <a:pt x="561971" y="532867"/>
                    </a:cubicBezTo>
                    <a:cubicBezTo>
                      <a:pt x="597459" y="491105"/>
                      <a:pt x="592351" y="428283"/>
                      <a:pt x="550612" y="392795"/>
                    </a:cubicBezTo>
                    <a:lnTo>
                      <a:pt x="233477" y="123269"/>
                    </a:lnTo>
                    <a:lnTo>
                      <a:pt x="338240" y="0"/>
                    </a:lnTo>
                    <a:lnTo>
                      <a:pt x="655375" y="269525"/>
                    </a:lnTo>
                    <a:cubicBezTo>
                      <a:pt x="765089" y="362773"/>
                      <a:pt x="778487" y="527894"/>
                      <a:pt x="685240" y="63763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6" name="Google Shape;1226;p56"/>
              <p:cNvSpPr/>
              <p:nvPr/>
            </p:nvSpPr>
            <p:spPr>
              <a:xfrm rot="-2983801">
                <a:off x="1757630" y="1053004"/>
                <a:ext cx="121372" cy="58013"/>
              </a:xfrm>
              <a:custGeom>
                <a:avLst/>
                <a:gdLst/>
                <a:ahLst/>
                <a:cxnLst/>
                <a:rect l="l" t="t" r="r" b="b"/>
                <a:pathLst>
                  <a:path w="161760" h="77317" extrusionOk="0">
                    <a:moveTo>
                      <a:pt x="0" y="0"/>
                    </a:moveTo>
                    <a:lnTo>
                      <a:pt x="161760" y="0"/>
                    </a:lnTo>
                    <a:lnTo>
                      <a:pt x="161760" y="77318"/>
                    </a:lnTo>
                    <a:lnTo>
                      <a:pt x="0" y="77318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7" name="Google Shape;1227;p56"/>
              <p:cNvSpPr/>
              <p:nvPr/>
            </p:nvSpPr>
            <p:spPr>
              <a:xfrm rot="-2983801">
                <a:off x="1932733" y="846965"/>
                <a:ext cx="121372" cy="58013"/>
              </a:xfrm>
              <a:custGeom>
                <a:avLst/>
                <a:gdLst/>
                <a:ahLst/>
                <a:cxnLst/>
                <a:rect l="l" t="t" r="r" b="b"/>
                <a:pathLst>
                  <a:path w="161760" h="77317" extrusionOk="0">
                    <a:moveTo>
                      <a:pt x="0" y="0"/>
                    </a:moveTo>
                    <a:lnTo>
                      <a:pt x="161760" y="0"/>
                    </a:lnTo>
                    <a:lnTo>
                      <a:pt x="161760" y="77318"/>
                    </a:lnTo>
                    <a:lnTo>
                      <a:pt x="0" y="77318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8" name="Google Shape;1228;p56"/>
              <p:cNvSpPr/>
              <p:nvPr/>
            </p:nvSpPr>
            <p:spPr>
              <a:xfrm>
                <a:off x="1809195" y="872580"/>
                <a:ext cx="438175" cy="414067"/>
              </a:xfrm>
              <a:custGeom>
                <a:avLst/>
                <a:gdLst/>
                <a:ahLst/>
                <a:cxnLst/>
                <a:rect l="l" t="t" r="r" b="b"/>
                <a:pathLst>
                  <a:path w="584233" h="552090" extrusionOk="0">
                    <a:moveTo>
                      <a:pt x="430636" y="552046"/>
                    </a:moveTo>
                    <a:cubicBezTo>
                      <a:pt x="395461" y="552046"/>
                      <a:pt x="360129" y="540059"/>
                      <a:pt x="331295" y="515571"/>
                    </a:cubicBezTo>
                    <a:lnTo>
                      <a:pt x="0" y="234014"/>
                    </a:lnTo>
                    <a:lnTo>
                      <a:pt x="2890" y="230609"/>
                    </a:lnTo>
                    <a:lnTo>
                      <a:pt x="334185" y="512166"/>
                    </a:lnTo>
                    <a:cubicBezTo>
                      <a:pt x="364520" y="537953"/>
                      <a:pt x="403101" y="550388"/>
                      <a:pt x="442801" y="547161"/>
                    </a:cubicBezTo>
                    <a:cubicBezTo>
                      <a:pt x="482502" y="543935"/>
                      <a:pt x="518551" y="525451"/>
                      <a:pt x="544338" y="495116"/>
                    </a:cubicBezTo>
                    <a:cubicBezTo>
                      <a:pt x="597571" y="432473"/>
                      <a:pt x="589931" y="338195"/>
                      <a:pt x="527289" y="284962"/>
                    </a:cubicBezTo>
                    <a:lnTo>
                      <a:pt x="195994" y="3406"/>
                    </a:lnTo>
                    <a:lnTo>
                      <a:pt x="198884" y="0"/>
                    </a:lnTo>
                    <a:lnTo>
                      <a:pt x="530179" y="281557"/>
                    </a:lnTo>
                    <a:cubicBezTo>
                      <a:pt x="594704" y="336403"/>
                      <a:pt x="602590" y="433504"/>
                      <a:pt x="547744" y="498028"/>
                    </a:cubicBezTo>
                    <a:cubicBezTo>
                      <a:pt x="517408" y="533719"/>
                      <a:pt x="474145" y="552090"/>
                      <a:pt x="430613" y="5520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29" name="Google Shape;1229;p56"/>
            <p:cNvGrpSpPr/>
            <p:nvPr/>
          </p:nvGrpSpPr>
          <p:grpSpPr>
            <a:xfrm>
              <a:off x="5538044" y="893552"/>
              <a:ext cx="494365" cy="743207"/>
              <a:chOff x="2993166" y="926240"/>
              <a:chExt cx="181226" cy="272437"/>
            </a:xfrm>
          </p:grpSpPr>
          <p:sp>
            <p:nvSpPr>
              <p:cNvPr id="1230" name="Google Shape;1230;p56"/>
              <p:cNvSpPr/>
              <p:nvPr/>
            </p:nvSpPr>
            <p:spPr>
              <a:xfrm>
                <a:off x="2993166" y="926240"/>
                <a:ext cx="181226" cy="272437"/>
              </a:xfrm>
              <a:custGeom>
                <a:avLst/>
                <a:gdLst/>
                <a:ahLst/>
                <a:cxnLst/>
                <a:rect l="l" t="t" r="r" b="b"/>
                <a:pathLst>
                  <a:path w="241634" h="363249" extrusionOk="0">
                    <a:moveTo>
                      <a:pt x="227216" y="140690"/>
                    </a:moveTo>
                    <a:lnTo>
                      <a:pt x="143670" y="132423"/>
                    </a:lnTo>
                    <a:lnTo>
                      <a:pt x="171227" y="19840"/>
                    </a:lnTo>
                    <a:cubicBezTo>
                      <a:pt x="175170" y="3709"/>
                      <a:pt x="154939" y="-6978"/>
                      <a:pt x="143826" y="5367"/>
                    </a:cubicBezTo>
                    <a:lnTo>
                      <a:pt x="4112" y="160787"/>
                    </a:lnTo>
                    <a:cubicBezTo>
                      <a:pt x="-4581" y="170466"/>
                      <a:pt x="1312" y="185925"/>
                      <a:pt x="14262" y="187336"/>
                    </a:cubicBezTo>
                    <a:lnTo>
                      <a:pt x="101101" y="196791"/>
                    </a:lnTo>
                    <a:lnTo>
                      <a:pt x="64089" y="344078"/>
                    </a:lnTo>
                    <a:cubicBezTo>
                      <a:pt x="60034" y="360231"/>
                      <a:pt x="80982" y="370380"/>
                      <a:pt x="91131" y="357184"/>
                    </a:cubicBezTo>
                    <a:lnTo>
                      <a:pt x="238620" y="165873"/>
                    </a:lnTo>
                    <a:cubicBezTo>
                      <a:pt x="245789" y="155880"/>
                      <a:pt x="239449" y="141877"/>
                      <a:pt x="227216" y="14066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1" name="Google Shape;1231;p56"/>
              <p:cNvSpPr/>
              <p:nvPr/>
            </p:nvSpPr>
            <p:spPr>
              <a:xfrm>
                <a:off x="3043988" y="927157"/>
                <a:ext cx="120479" cy="135334"/>
              </a:xfrm>
              <a:custGeom>
                <a:avLst/>
                <a:gdLst/>
                <a:ahLst/>
                <a:cxnLst/>
                <a:rect l="l" t="t" r="r" b="b"/>
                <a:pathLst>
                  <a:path w="160639" h="180445" extrusionOk="0">
                    <a:moveTo>
                      <a:pt x="160214" y="180445"/>
                    </a:moveTo>
                    <a:lnTo>
                      <a:pt x="0" y="165255"/>
                    </a:lnTo>
                    <a:lnTo>
                      <a:pt x="94233" y="0"/>
                    </a:lnTo>
                    <a:lnTo>
                      <a:pt x="98131" y="2218"/>
                    </a:lnTo>
                    <a:lnTo>
                      <a:pt x="7326" y="161446"/>
                    </a:lnTo>
                    <a:lnTo>
                      <a:pt x="160640" y="175987"/>
                    </a:lnTo>
                    <a:lnTo>
                      <a:pt x="160214" y="18044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32" name="Google Shape;1232;p56"/>
            <p:cNvGrpSpPr/>
            <p:nvPr/>
          </p:nvGrpSpPr>
          <p:grpSpPr>
            <a:xfrm>
              <a:off x="5589807" y="3786955"/>
              <a:ext cx="1172295" cy="964109"/>
              <a:chOff x="6450059" y="3493418"/>
              <a:chExt cx="375098" cy="308495"/>
            </a:xfrm>
          </p:grpSpPr>
          <p:sp>
            <p:nvSpPr>
              <p:cNvPr id="1233" name="Google Shape;1233;p56"/>
              <p:cNvSpPr/>
              <p:nvPr/>
            </p:nvSpPr>
            <p:spPr>
              <a:xfrm rot="-2700000">
                <a:off x="6526781" y="3538596"/>
                <a:ext cx="218139" cy="218139"/>
              </a:xfrm>
              <a:custGeom>
                <a:avLst/>
                <a:gdLst/>
                <a:ahLst/>
                <a:cxnLst/>
                <a:rect l="l" t="t" r="r" b="b"/>
                <a:pathLst>
                  <a:path w="291033" h="291033" extrusionOk="0">
                    <a:moveTo>
                      <a:pt x="291034" y="145517"/>
                    </a:moveTo>
                    <a:cubicBezTo>
                      <a:pt x="291034" y="225884"/>
                      <a:pt x="225884" y="291034"/>
                      <a:pt x="145517" y="291034"/>
                    </a:cubicBezTo>
                    <a:cubicBezTo>
                      <a:pt x="65150" y="291034"/>
                      <a:pt x="0" y="225884"/>
                      <a:pt x="0" y="145517"/>
                    </a:cubicBezTo>
                    <a:cubicBezTo>
                      <a:pt x="0" y="65150"/>
                      <a:pt x="65150" y="0"/>
                      <a:pt x="145517" y="0"/>
                    </a:cubicBezTo>
                    <a:cubicBezTo>
                      <a:pt x="225884" y="0"/>
                      <a:pt x="291034" y="65150"/>
                      <a:pt x="291034" y="14551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4" name="Google Shape;1234;p56"/>
              <p:cNvSpPr/>
              <p:nvPr/>
            </p:nvSpPr>
            <p:spPr>
              <a:xfrm>
                <a:off x="6552423" y="3558567"/>
                <a:ext cx="172641" cy="178224"/>
              </a:xfrm>
              <a:custGeom>
                <a:avLst/>
                <a:gdLst/>
                <a:ahLst/>
                <a:cxnLst/>
                <a:rect l="l" t="t" r="r" b="b"/>
                <a:pathLst>
                  <a:path w="230188" h="237632" extrusionOk="0">
                    <a:moveTo>
                      <a:pt x="111283" y="237633"/>
                    </a:moveTo>
                    <a:cubicBezTo>
                      <a:pt x="94412" y="237633"/>
                      <a:pt x="77609" y="234003"/>
                      <a:pt x="61836" y="226767"/>
                    </a:cubicBezTo>
                    <a:cubicBezTo>
                      <a:pt x="33002" y="213548"/>
                      <a:pt x="11023" y="189889"/>
                      <a:pt x="0" y="160136"/>
                    </a:cubicBezTo>
                    <a:lnTo>
                      <a:pt x="2106" y="159351"/>
                    </a:lnTo>
                    <a:cubicBezTo>
                      <a:pt x="12927" y="188544"/>
                      <a:pt x="34480" y="211756"/>
                      <a:pt x="62777" y="224728"/>
                    </a:cubicBezTo>
                    <a:cubicBezTo>
                      <a:pt x="91074" y="237700"/>
                      <a:pt x="122732" y="238887"/>
                      <a:pt x="151924" y="228044"/>
                    </a:cubicBezTo>
                    <a:cubicBezTo>
                      <a:pt x="181117" y="217200"/>
                      <a:pt x="204328" y="195669"/>
                      <a:pt x="217301" y="167372"/>
                    </a:cubicBezTo>
                    <a:cubicBezTo>
                      <a:pt x="230273" y="139076"/>
                      <a:pt x="231460" y="107418"/>
                      <a:pt x="220616" y="78225"/>
                    </a:cubicBezTo>
                    <a:cubicBezTo>
                      <a:pt x="198257" y="17980"/>
                      <a:pt x="131044" y="-12826"/>
                      <a:pt x="70798" y="9533"/>
                    </a:cubicBezTo>
                    <a:lnTo>
                      <a:pt x="70014" y="7427"/>
                    </a:lnTo>
                    <a:cubicBezTo>
                      <a:pt x="131424" y="-15358"/>
                      <a:pt x="199915" y="16053"/>
                      <a:pt x="222700" y="77441"/>
                    </a:cubicBezTo>
                    <a:cubicBezTo>
                      <a:pt x="233745" y="107194"/>
                      <a:pt x="232535" y="139457"/>
                      <a:pt x="219317" y="168291"/>
                    </a:cubicBezTo>
                    <a:cubicBezTo>
                      <a:pt x="206098" y="197126"/>
                      <a:pt x="182439" y="219104"/>
                      <a:pt x="152686" y="230127"/>
                    </a:cubicBezTo>
                    <a:cubicBezTo>
                      <a:pt x="139221" y="235123"/>
                      <a:pt x="125241" y="237610"/>
                      <a:pt x="111283" y="23761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5" name="Google Shape;1235;p56"/>
              <p:cNvSpPr/>
              <p:nvPr/>
            </p:nvSpPr>
            <p:spPr>
              <a:xfrm>
                <a:off x="6450059" y="3577630"/>
                <a:ext cx="375098" cy="148996"/>
              </a:xfrm>
              <a:custGeom>
                <a:avLst/>
                <a:gdLst/>
                <a:ahLst/>
                <a:cxnLst/>
                <a:rect l="l" t="t" r="r" b="b"/>
                <a:pathLst>
                  <a:path w="500131" h="198661" extrusionOk="0">
                    <a:moveTo>
                      <a:pt x="20588" y="198662"/>
                    </a:moveTo>
                    <a:cubicBezTo>
                      <a:pt x="9744" y="198662"/>
                      <a:pt x="2148" y="196780"/>
                      <a:pt x="379" y="192008"/>
                    </a:cubicBezTo>
                    <a:cubicBezTo>
                      <a:pt x="-6052" y="174689"/>
                      <a:pt x="71064" y="135997"/>
                      <a:pt x="104537" y="120179"/>
                    </a:cubicBezTo>
                    <a:lnTo>
                      <a:pt x="105500" y="122195"/>
                    </a:lnTo>
                    <a:cubicBezTo>
                      <a:pt x="24822" y="160372"/>
                      <a:pt x="-607" y="182889"/>
                      <a:pt x="2485" y="191223"/>
                    </a:cubicBezTo>
                    <a:cubicBezTo>
                      <a:pt x="6450" y="201865"/>
                      <a:pt x="55785" y="195749"/>
                      <a:pt x="128218" y="175607"/>
                    </a:cubicBezTo>
                    <a:cubicBezTo>
                      <a:pt x="168838" y="164338"/>
                      <a:pt x="215147" y="149148"/>
                      <a:pt x="262107" y="131717"/>
                    </a:cubicBezTo>
                    <a:cubicBezTo>
                      <a:pt x="309067" y="114286"/>
                      <a:pt x="354033" y="95579"/>
                      <a:pt x="392187" y="77610"/>
                    </a:cubicBezTo>
                    <a:cubicBezTo>
                      <a:pt x="460208" y="45617"/>
                      <a:pt x="501611" y="18059"/>
                      <a:pt x="497645" y="7395"/>
                    </a:cubicBezTo>
                    <a:cubicBezTo>
                      <a:pt x="494553" y="-940"/>
                      <a:pt x="460588" y="-1410"/>
                      <a:pt x="374555" y="22294"/>
                    </a:cubicBezTo>
                    <a:lnTo>
                      <a:pt x="373950" y="20143"/>
                    </a:lnTo>
                    <a:cubicBezTo>
                      <a:pt x="409641" y="10307"/>
                      <a:pt x="493321" y="-10685"/>
                      <a:pt x="499751" y="6611"/>
                    </a:cubicBezTo>
                    <a:cubicBezTo>
                      <a:pt x="506271" y="24198"/>
                      <a:pt x="427362" y="63518"/>
                      <a:pt x="393128" y="79627"/>
                    </a:cubicBezTo>
                    <a:cubicBezTo>
                      <a:pt x="354929" y="97617"/>
                      <a:pt x="309874" y="116348"/>
                      <a:pt x="262869" y="133801"/>
                    </a:cubicBezTo>
                    <a:cubicBezTo>
                      <a:pt x="215842" y="151254"/>
                      <a:pt x="169487" y="166444"/>
                      <a:pt x="128801" y="177736"/>
                    </a:cubicBezTo>
                    <a:cubicBezTo>
                      <a:pt x="102252" y="185129"/>
                      <a:pt x="49691" y="198639"/>
                      <a:pt x="20588" y="1986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6" name="Google Shape;1236;p56"/>
              <p:cNvSpPr/>
              <p:nvPr/>
            </p:nvSpPr>
            <p:spPr>
              <a:xfrm>
                <a:off x="6509341" y="3594800"/>
                <a:ext cx="248904" cy="94169"/>
              </a:xfrm>
              <a:custGeom>
                <a:avLst/>
                <a:gdLst/>
                <a:ahLst/>
                <a:cxnLst/>
                <a:rect l="l" t="t" r="r" b="b"/>
                <a:pathLst>
                  <a:path w="331872" h="125559" extrusionOk="0">
                    <a:moveTo>
                      <a:pt x="2798" y="125515"/>
                    </a:moveTo>
                    <a:cubicBezTo>
                      <a:pt x="602" y="125515"/>
                      <a:pt x="356" y="124865"/>
                      <a:pt x="154" y="124283"/>
                    </a:cubicBezTo>
                    <a:cubicBezTo>
                      <a:pt x="-384" y="122849"/>
                      <a:pt x="-1101" y="120900"/>
                      <a:pt x="27980" y="107815"/>
                    </a:cubicBezTo>
                    <a:lnTo>
                      <a:pt x="28899" y="109854"/>
                    </a:lnTo>
                    <a:cubicBezTo>
                      <a:pt x="9788" y="118457"/>
                      <a:pt x="4366" y="121975"/>
                      <a:pt x="2865" y="123297"/>
                    </a:cubicBezTo>
                    <a:cubicBezTo>
                      <a:pt x="4837" y="123409"/>
                      <a:pt x="11244" y="122423"/>
                      <a:pt x="30871" y="116643"/>
                    </a:cubicBezTo>
                    <a:cubicBezTo>
                      <a:pt x="34141" y="115679"/>
                      <a:pt x="37659" y="114604"/>
                      <a:pt x="41378" y="113461"/>
                    </a:cubicBezTo>
                    <a:cubicBezTo>
                      <a:pt x="73260" y="103626"/>
                      <a:pt x="119570" y="87584"/>
                      <a:pt x="168434" y="69437"/>
                    </a:cubicBezTo>
                    <a:cubicBezTo>
                      <a:pt x="217275" y="51311"/>
                      <a:pt x="262824" y="33253"/>
                      <a:pt x="293428" y="19900"/>
                    </a:cubicBezTo>
                    <a:cubicBezTo>
                      <a:pt x="296991" y="18332"/>
                      <a:pt x="300351" y="16854"/>
                      <a:pt x="303465" y="15464"/>
                    </a:cubicBezTo>
                    <a:cubicBezTo>
                      <a:pt x="322151" y="7018"/>
                      <a:pt x="327505" y="3545"/>
                      <a:pt x="329029" y="2223"/>
                    </a:cubicBezTo>
                    <a:lnTo>
                      <a:pt x="328962" y="2223"/>
                    </a:lnTo>
                    <a:cubicBezTo>
                      <a:pt x="326833" y="2223"/>
                      <a:pt x="320358" y="3164"/>
                      <a:pt x="300531" y="9056"/>
                    </a:cubicBezTo>
                    <a:lnTo>
                      <a:pt x="299881" y="6906"/>
                    </a:lnTo>
                    <a:cubicBezTo>
                      <a:pt x="330440" y="-2168"/>
                      <a:pt x="331180" y="-196"/>
                      <a:pt x="331717" y="1237"/>
                    </a:cubicBezTo>
                    <a:cubicBezTo>
                      <a:pt x="332255" y="2649"/>
                      <a:pt x="332972" y="4598"/>
                      <a:pt x="304384" y="17525"/>
                    </a:cubicBezTo>
                    <a:cubicBezTo>
                      <a:pt x="301270" y="18915"/>
                      <a:pt x="297887" y="20416"/>
                      <a:pt x="294325" y="21984"/>
                    </a:cubicBezTo>
                    <a:cubicBezTo>
                      <a:pt x="263697" y="35360"/>
                      <a:pt x="218082" y="53417"/>
                      <a:pt x="169218" y="71565"/>
                    </a:cubicBezTo>
                    <a:cubicBezTo>
                      <a:pt x="120309" y="89712"/>
                      <a:pt x="73954" y="105777"/>
                      <a:pt x="42050" y="115634"/>
                    </a:cubicBezTo>
                    <a:cubicBezTo>
                      <a:pt x="38309" y="116777"/>
                      <a:pt x="34791" y="117852"/>
                      <a:pt x="31520" y="118838"/>
                    </a:cubicBezTo>
                    <a:cubicBezTo>
                      <a:pt x="13574" y="124126"/>
                      <a:pt x="6069" y="125559"/>
                      <a:pt x="2820" y="12555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37" name="Google Shape;1237;p56"/>
            <p:cNvGrpSpPr/>
            <p:nvPr/>
          </p:nvGrpSpPr>
          <p:grpSpPr>
            <a:xfrm>
              <a:off x="4904639" y="3786945"/>
              <a:ext cx="599775" cy="483248"/>
              <a:chOff x="4528496" y="3602214"/>
              <a:chExt cx="116631" cy="93997"/>
            </a:xfrm>
          </p:grpSpPr>
          <p:sp>
            <p:nvSpPr>
              <p:cNvPr id="1238" name="Google Shape;1238;p56"/>
              <p:cNvSpPr/>
              <p:nvPr/>
            </p:nvSpPr>
            <p:spPr>
              <a:xfrm>
                <a:off x="4579124" y="3602214"/>
                <a:ext cx="66003" cy="54913"/>
              </a:xfrm>
              <a:custGeom>
                <a:avLst/>
                <a:gdLst/>
                <a:ahLst/>
                <a:cxnLst/>
                <a:rect l="l" t="t" r="r" b="b"/>
                <a:pathLst>
                  <a:path w="88004" h="73217" extrusionOk="0">
                    <a:moveTo>
                      <a:pt x="16378" y="73218"/>
                    </a:moveTo>
                    <a:lnTo>
                      <a:pt x="0" y="56840"/>
                    </a:lnTo>
                    <a:lnTo>
                      <a:pt x="1591" y="55249"/>
                    </a:lnTo>
                    <a:lnTo>
                      <a:pt x="16378" y="70036"/>
                    </a:lnTo>
                    <a:lnTo>
                      <a:pt x="86437" y="0"/>
                    </a:lnTo>
                    <a:lnTo>
                      <a:pt x="88005" y="1591"/>
                    </a:lnTo>
                    <a:lnTo>
                      <a:pt x="16378" y="732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9" name="Google Shape;1239;p56"/>
              <p:cNvSpPr/>
              <p:nvPr/>
            </p:nvSpPr>
            <p:spPr>
              <a:xfrm>
                <a:off x="4528496" y="3692851"/>
                <a:ext cx="3360" cy="3360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4480" extrusionOk="0">
                    <a:moveTo>
                      <a:pt x="2240" y="4481"/>
                    </a:moveTo>
                    <a:cubicBezTo>
                      <a:pt x="1635" y="4481"/>
                      <a:pt x="1075" y="4257"/>
                      <a:pt x="672" y="3831"/>
                    </a:cubicBezTo>
                    <a:cubicBezTo>
                      <a:pt x="246" y="3406"/>
                      <a:pt x="0" y="2845"/>
                      <a:pt x="0" y="2240"/>
                    </a:cubicBezTo>
                    <a:cubicBezTo>
                      <a:pt x="0" y="1949"/>
                      <a:pt x="67" y="1658"/>
                      <a:pt x="179" y="1389"/>
                    </a:cubicBezTo>
                    <a:cubicBezTo>
                      <a:pt x="291" y="1120"/>
                      <a:pt x="448" y="874"/>
                      <a:pt x="672" y="672"/>
                    </a:cubicBezTo>
                    <a:cubicBezTo>
                      <a:pt x="874" y="448"/>
                      <a:pt x="1120" y="292"/>
                      <a:pt x="1389" y="179"/>
                    </a:cubicBezTo>
                    <a:cubicBezTo>
                      <a:pt x="1792" y="0"/>
                      <a:pt x="2240" y="-45"/>
                      <a:pt x="2689" y="45"/>
                    </a:cubicBezTo>
                    <a:cubicBezTo>
                      <a:pt x="2823" y="67"/>
                      <a:pt x="2980" y="112"/>
                      <a:pt x="3114" y="179"/>
                    </a:cubicBezTo>
                    <a:cubicBezTo>
                      <a:pt x="3249" y="224"/>
                      <a:pt x="3361" y="292"/>
                      <a:pt x="3495" y="381"/>
                    </a:cubicBezTo>
                    <a:cubicBezTo>
                      <a:pt x="3607" y="470"/>
                      <a:pt x="3719" y="560"/>
                      <a:pt x="3831" y="672"/>
                    </a:cubicBezTo>
                    <a:cubicBezTo>
                      <a:pt x="4033" y="874"/>
                      <a:pt x="4212" y="1120"/>
                      <a:pt x="4324" y="1389"/>
                    </a:cubicBezTo>
                    <a:cubicBezTo>
                      <a:pt x="4436" y="1658"/>
                      <a:pt x="4481" y="1949"/>
                      <a:pt x="4481" y="2240"/>
                    </a:cubicBezTo>
                    <a:cubicBezTo>
                      <a:pt x="4481" y="2845"/>
                      <a:pt x="4257" y="3406"/>
                      <a:pt x="3831" y="3831"/>
                    </a:cubicBezTo>
                    <a:cubicBezTo>
                      <a:pt x="3406" y="4257"/>
                      <a:pt x="2845" y="4481"/>
                      <a:pt x="2240" y="448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0" name="Google Shape;1240;p56"/>
              <p:cNvSpPr/>
              <p:nvPr/>
            </p:nvSpPr>
            <p:spPr>
              <a:xfrm>
                <a:off x="4535196" y="3652687"/>
                <a:ext cx="36841" cy="36837"/>
              </a:xfrm>
              <a:custGeom>
                <a:avLst/>
                <a:gdLst/>
                <a:ahLst/>
                <a:cxnLst/>
                <a:rect l="l" t="t" r="r" b="b"/>
                <a:pathLst>
                  <a:path w="49121" h="49116" extrusionOk="0">
                    <a:moveTo>
                      <a:pt x="655" y="48444"/>
                    </a:moveTo>
                    <a:cubicBezTo>
                      <a:pt x="-218" y="47570"/>
                      <a:pt x="-218" y="46159"/>
                      <a:pt x="655" y="45285"/>
                    </a:cubicBezTo>
                    <a:lnTo>
                      <a:pt x="655" y="45285"/>
                    </a:lnTo>
                    <a:cubicBezTo>
                      <a:pt x="1529" y="44412"/>
                      <a:pt x="2941" y="44412"/>
                      <a:pt x="3837" y="45285"/>
                    </a:cubicBezTo>
                    <a:lnTo>
                      <a:pt x="3837" y="45285"/>
                    </a:lnTo>
                    <a:cubicBezTo>
                      <a:pt x="4688" y="46159"/>
                      <a:pt x="4688" y="47570"/>
                      <a:pt x="3837" y="48444"/>
                    </a:cubicBezTo>
                    <a:lnTo>
                      <a:pt x="3837" y="48444"/>
                    </a:lnTo>
                    <a:cubicBezTo>
                      <a:pt x="3389" y="48892"/>
                      <a:pt x="2806" y="49116"/>
                      <a:pt x="2246" y="49116"/>
                    </a:cubicBezTo>
                    <a:lnTo>
                      <a:pt x="2246" y="49116"/>
                    </a:lnTo>
                    <a:cubicBezTo>
                      <a:pt x="1663" y="49116"/>
                      <a:pt x="1103" y="48892"/>
                      <a:pt x="655" y="48444"/>
                    </a:cubicBezTo>
                    <a:close/>
                    <a:moveTo>
                      <a:pt x="9572" y="39527"/>
                    </a:moveTo>
                    <a:cubicBezTo>
                      <a:pt x="8698" y="38653"/>
                      <a:pt x="8698" y="37242"/>
                      <a:pt x="9572" y="36346"/>
                    </a:cubicBezTo>
                    <a:lnTo>
                      <a:pt x="9572" y="36346"/>
                    </a:lnTo>
                    <a:cubicBezTo>
                      <a:pt x="10446" y="35472"/>
                      <a:pt x="11880" y="35472"/>
                      <a:pt x="12754" y="36346"/>
                    </a:cubicBezTo>
                    <a:lnTo>
                      <a:pt x="12754" y="36346"/>
                    </a:lnTo>
                    <a:cubicBezTo>
                      <a:pt x="13628" y="37242"/>
                      <a:pt x="13628" y="38653"/>
                      <a:pt x="12754" y="39527"/>
                    </a:cubicBezTo>
                    <a:lnTo>
                      <a:pt x="12754" y="39527"/>
                    </a:lnTo>
                    <a:cubicBezTo>
                      <a:pt x="12306" y="39953"/>
                      <a:pt x="11745" y="40177"/>
                      <a:pt x="11163" y="40177"/>
                    </a:cubicBezTo>
                    <a:lnTo>
                      <a:pt x="11163" y="40177"/>
                    </a:lnTo>
                    <a:cubicBezTo>
                      <a:pt x="10603" y="40177"/>
                      <a:pt x="10020" y="39953"/>
                      <a:pt x="9572" y="39527"/>
                    </a:cubicBezTo>
                    <a:close/>
                    <a:moveTo>
                      <a:pt x="18512" y="30610"/>
                    </a:moveTo>
                    <a:cubicBezTo>
                      <a:pt x="17638" y="29714"/>
                      <a:pt x="17638" y="28302"/>
                      <a:pt x="18512" y="27429"/>
                    </a:cubicBezTo>
                    <a:lnTo>
                      <a:pt x="18512" y="27429"/>
                    </a:lnTo>
                    <a:cubicBezTo>
                      <a:pt x="19385" y="26555"/>
                      <a:pt x="20797" y="26555"/>
                      <a:pt x="21671" y="27429"/>
                    </a:cubicBezTo>
                    <a:lnTo>
                      <a:pt x="21671" y="27429"/>
                    </a:lnTo>
                    <a:cubicBezTo>
                      <a:pt x="22545" y="28302"/>
                      <a:pt x="22545" y="29714"/>
                      <a:pt x="21671" y="30610"/>
                    </a:cubicBezTo>
                    <a:lnTo>
                      <a:pt x="21671" y="30610"/>
                    </a:lnTo>
                    <a:cubicBezTo>
                      <a:pt x="21245" y="31036"/>
                      <a:pt x="20662" y="31260"/>
                      <a:pt x="20102" y="31260"/>
                    </a:cubicBezTo>
                    <a:lnTo>
                      <a:pt x="20102" y="31260"/>
                    </a:lnTo>
                    <a:cubicBezTo>
                      <a:pt x="19520" y="31260"/>
                      <a:pt x="18937" y="31036"/>
                      <a:pt x="18512" y="30610"/>
                    </a:cubicBezTo>
                    <a:close/>
                    <a:moveTo>
                      <a:pt x="27429" y="21671"/>
                    </a:moveTo>
                    <a:cubicBezTo>
                      <a:pt x="26555" y="20797"/>
                      <a:pt x="26555" y="19385"/>
                      <a:pt x="27429" y="18512"/>
                    </a:cubicBezTo>
                    <a:lnTo>
                      <a:pt x="27429" y="18512"/>
                    </a:lnTo>
                    <a:cubicBezTo>
                      <a:pt x="28302" y="17638"/>
                      <a:pt x="29736" y="17638"/>
                      <a:pt x="30610" y="18512"/>
                    </a:cubicBezTo>
                    <a:lnTo>
                      <a:pt x="30610" y="18512"/>
                    </a:lnTo>
                    <a:cubicBezTo>
                      <a:pt x="31484" y="19385"/>
                      <a:pt x="31484" y="20797"/>
                      <a:pt x="30610" y="21671"/>
                    </a:cubicBezTo>
                    <a:lnTo>
                      <a:pt x="30610" y="21671"/>
                    </a:lnTo>
                    <a:cubicBezTo>
                      <a:pt x="30162" y="22119"/>
                      <a:pt x="29602" y="22320"/>
                      <a:pt x="29019" y="22320"/>
                    </a:cubicBezTo>
                    <a:lnTo>
                      <a:pt x="29019" y="22320"/>
                    </a:lnTo>
                    <a:cubicBezTo>
                      <a:pt x="28437" y="22320"/>
                      <a:pt x="27877" y="22119"/>
                      <a:pt x="27429" y="21671"/>
                    </a:cubicBezTo>
                    <a:close/>
                    <a:moveTo>
                      <a:pt x="36368" y="12754"/>
                    </a:moveTo>
                    <a:cubicBezTo>
                      <a:pt x="35494" y="11880"/>
                      <a:pt x="35494" y="10446"/>
                      <a:pt x="36368" y="9572"/>
                    </a:cubicBezTo>
                    <a:lnTo>
                      <a:pt x="36368" y="9572"/>
                    </a:lnTo>
                    <a:cubicBezTo>
                      <a:pt x="37242" y="8698"/>
                      <a:pt x="38653" y="8698"/>
                      <a:pt x="39527" y="9572"/>
                    </a:cubicBezTo>
                    <a:lnTo>
                      <a:pt x="39527" y="9572"/>
                    </a:lnTo>
                    <a:cubicBezTo>
                      <a:pt x="40401" y="10446"/>
                      <a:pt x="40401" y="11880"/>
                      <a:pt x="39527" y="12754"/>
                    </a:cubicBezTo>
                    <a:lnTo>
                      <a:pt x="39527" y="12754"/>
                    </a:lnTo>
                    <a:cubicBezTo>
                      <a:pt x="39101" y="13179"/>
                      <a:pt x="38519" y="13404"/>
                      <a:pt x="37959" y="13404"/>
                    </a:cubicBezTo>
                    <a:lnTo>
                      <a:pt x="37959" y="13404"/>
                    </a:lnTo>
                    <a:cubicBezTo>
                      <a:pt x="37376" y="13404"/>
                      <a:pt x="36794" y="13179"/>
                      <a:pt x="36368" y="12754"/>
                    </a:cubicBezTo>
                    <a:close/>
                    <a:moveTo>
                      <a:pt x="45285" y="3814"/>
                    </a:moveTo>
                    <a:cubicBezTo>
                      <a:pt x="44411" y="2941"/>
                      <a:pt x="44411" y="1529"/>
                      <a:pt x="45285" y="656"/>
                    </a:cubicBezTo>
                    <a:lnTo>
                      <a:pt x="45285" y="656"/>
                    </a:lnTo>
                    <a:cubicBezTo>
                      <a:pt x="46159" y="-219"/>
                      <a:pt x="47593" y="-219"/>
                      <a:pt x="48466" y="656"/>
                    </a:cubicBezTo>
                    <a:lnTo>
                      <a:pt x="48466" y="656"/>
                    </a:lnTo>
                    <a:cubicBezTo>
                      <a:pt x="49340" y="1529"/>
                      <a:pt x="49340" y="2941"/>
                      <a:pt x="48466" y="3814"/>
                    </a:cubicBezTo>
                    <a:lnTo>
                      <a:pt x="48466" y="3814"/>
                    </a:lnTo>
                    <a:cubicBezTo>
                      <a:pt x="48018" y="4262"/>
                      <a:pt x="47458" y="4464"/>
                      <a:pt x="46876" y="4464"/>
                    </a:cubicBezTo>
                    <a:lnTo>
                      <a:pt x="46876" y="4464"/>
                    </a:lnTo>
                    <a:cubicBezTo>
                      <a:pt x="46293" y="4464"/>
                      <a:pt x="45733" y="4262"/>
                      <a:pt x="45285" y="381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1" name="Google Shape;1241;p56"/>
              <p:cNvSpPr/>
              <p:nvPr/>
            </p:nvSpPr>
            <p:spPr>
              <a:xfrm>
                <a:off x="4575377" y="3646008"/>
                <a:ext cx="3343" cy="3339"/>
              </a:xfrm>
              <a:custGeom>
                <a:avLst/>
                <a:gdLst/>
                <a:ahLst/>
                <a:cxnLst/>
                <a:rect l="l" t="t" r="r" b="b"/>
                <a:pathLst>
                  <a:path w="4458" h="4452" extrusionOk="0">
                    <a:moveTo>
                      <a:pt x="2218" y="4453"/>
                    </a:moveTo>
                    <a:cubicBezTo>
                      <a:pt x="1927" y="4453"/>
                      <a:pt x="1635" y="4386"/>
                      <a:pt x="1367" y="4274"/>
                    </a:cubicBezTo>
                    <a:cubicBezTo>
                      <a:pt x="1098" y="4161"/>
                      <a:pt x="851" y="4005"/>
                      <a:pt x="650" y="3803"/>
                    </a:cubicBezTo>
                    <a:cubicBezTo>
                      <a:pt x="426" y="3579"/>
                      <a:pt x="269" y="3333"/>
                      <a:pt x="157" y="3064"/>
                    </a:cubicBezTo>
                    <a:cubicBezTo>
                      <a:pt x="45" y="2795"/>
                      <a:pt x="0" y="2504"/>
                      <a:pt x="0" y="2213"/>
                    </a:cubicBezTo>
                    <a:cubicBezTo>
                      <a:pt x="0" y="1921"/>
                      <a:pt x="45" y="1630"/>
                      <a:pt x="157" y="1361"/>
                    </a:cubicBezTo>
                    <a:cubicBezTo>
                      <a:pt x="269" y="1070"/>
                      <a:pt x="426" y="846"/>
                      <a:pt x="650" y="622"/>
                    </a:cubicBezTo>
                    <a:cubicBezTo>
                      <a:pt x="1479" y="-207"/>
                      <a:pt x="2980" y="-207"/>
                      <a:pt x="3809" y="622"/>
                    </a:cubicBezTo>
                    <a:cubicBezTo>
                      <a:pt x="4010" y="846"/>
                      <a:pt x="4190" y="1070"/>
                      <a:pt x="4302" y="1361"/>
                    </a:cubicBezTo>
                    <a:cubicBezTo>
                      <a:pt x="4414" y="1630"/>
                      <a:pt x="4458" y="1921"/>
                      <a:pt x="4458" y="2213"/>
                    </a:cubicBezTo>
                    <a:cubicBezTo>
                      <a:pt x="4458" y="2504"/>
                      <a:pt x="4414" y="2795"/>
                      <a:pt x="4302" y="3064"/>
                    </a:cubicBezTo>
                    <a:cubicBezTo>
                      <a:pt x="4190" y="3333"/>
                      <a:pt x="4033" y="3579"/>
                      <a:pt x="3809" y="3803"/>
                    </a:cubicBezTo>
                    <a:cubicBezTo>
                      <a:pt x="3607" y="4005"/>
                      <a:pt x="3361" y="4161"/>
                      <a:pt x="3092" y="4274"/>
                    </a:cubicBezTo>
                    <a:cubicBezTo>
                      <a:pt x="2823" y="4386"/>
                      <a:pt x="2532" y="4453"/>
                      <a:pt x="2218" y="44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42" name="Google Shape;1242;p56"/>
            <p:cNvSpPr/>
            <p:nvPr/>
          </p:nvSpPr>
          <p:spPr>
            <a:xfrm>
              <a:off x="8564563" y="4592050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56"/>
            <p:cNvSpPr/>
            <p:nvPr/>
          </p:nvSpPr>
          <p:spPr>
            <a:xfrm>
              <a:off x="5049338" y="3552375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56"/>
            <p:cNvSpPr/>
            <p:nvPr/>
          </p:nvSpPr>
          <p:spPr>
            <a:xfrm>
              <a:off x="6357113" y="936475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45" name="Google Shape;1245;p56"/>
            <p:cNvGrpSpPr/>
            <p:nvPr/>
          </p:nvGrpSpPr>
          <p:grpSpPr>
            <a:xfrm>
              <a:off x="8361620" y="2888110"/>
              <a:ext cx="417843" cy="373630"/>
              <a:chOff x="2957323" y="3936947"/>
              <a:chExt cx="194554" cy="173959"/>
            </a:xfrm>
          </p:grpSpPr>
          <p:sp>
            <p:nvSpPr>
              <p:cNvPr id="1246" name="Google Shape;1246;p56"/>
              <p:cNvSpPr/>
              <p:nvPr/>
            </p:nvSpPr>
            <p:spPr>
              <a:xfrm rot="-45834">
                <a:off x="3060432" y="3936962"/>
                <a:ext cx="3360" cy="173930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231886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231886"/>
                    </a:lnTo>
                    <a:lnTo>
                      <a:pt x="0" y="23188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7" name="Google Shape;1247;p56"/>
              <p:cNvSpPr/>
              <p:nvPr/>
            </p:nvSpPr>
            <p:spPr>
              <a:xfrm rot="-206705">
                <a:off x="2957248" y="4012021"/>
                <a:ext cx="194704" cy="3355"/>
              </a:xfrm>
              <a:custGeom>
                <a:avLst/>
                <a:gdLst/>
                <a:ahLst/>
                <a:cxnLst/>
                <a:rect l="l" t="t" r="r" b="b"/>
                <a:pathLst>
                  <a:path w="260003" h="4480" extrusionOk="0">
                    <a:moveTo>
                      <a:pt x="0" y="0"/>
                    </a:moveTo>
                    <a:lnTo>
                      <a:pt x="260004" y="0"/>
                    </a:lnTo>
                    <a:lnTo>
                      <a:pt x="260004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8" name="Google Shape;1248;p56"/>
              <p:cNvSpPr/>
              <p:nvPr/>
            </p:nvSpPr>
            <p:spPr>
              <a:xfrm rot="-2667569">
                <a:off x="2985839" y="4013185"/>
                <a:ext cx="150521" cy="3358"/>
              </a:xfrm>
              <a:custGeom>
                <a:avLst/>
                <a:gdLst/>
                <a:ahLst/>
                <a:cxnLst/>
                <a:rect l="l" t="t" r="r" b="b"/>
                <a:pathLst>
                  <a:path w="200811" h="4480" extrusionOk="0">
                    <a:moveTo>
                      <a:pt x="0" y="0"/>
                    </a:moveTo>
                    <a:lnTo>
                      <a:pt x="200811" y="0"/>
                    </a:lnTo>
                    <a:lnTo>
                      <a:pt x="200811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9" name="Google Shape;1249;p56"/>
              <p:cNvSpPr/>
              <p:nvPr/>
            </p:nvSpPr>
            <p:spPr>
              <a:xfrm rot="-2716216">
                <a:off x="3069932" y="3955542"/>
                <a:ext cx="3358" cy="133807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78518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78518"/>
                    </a:lnTo>
                    <a:lnTo>
                      <a:pt x="0" y="1785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50" name="Google Shape;1250;p56"/>
            <p:cNvGrpSpPr/>
            <p:nvPr/>
          </p:nvGrpSpPr>
          <p:grpSpPr>
            <a:xfrm rot="9908617">
              <a:off x="7308739" y="1020536"/>
              <a:ext cx="413394" cy="369668"/>
              <a:chOff x="2957323" y="3936947"/>
              <a:chExt cx="194554" cy="173959"/>
            </a:xfrm>
          </p:grpSpPr>
          <p:sp>
            <p:nvSpPr>
              <p:cNvPr id="1251" name="Google Shape;1251;p56"/>
              <p:cNvSpPr/>
              <p:nvPr/>
            </p:nvSpPr>
            <p:spPr>
              <a:xfrm rot="-45834">
                <a:off x="3060432" y="3936962"/>
                <a:ext cx="3360" cy="173930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231886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231886"/>
                    </a:lnTo>
                    <a:lnTo>
                      <a:pt x="0" y="23188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2" name="Google Shape;1252;p56"/>
              <p:cNvSpPr/>
              <p:nvPr/>
            </p:nvSpPr>
            <p:spPr>
              <a:xfrm rot="-206705">
                <a:off x="2957248" y="4012021"/>
                <a:ext cx="194704" cy="3355"/>
              </a:xfrm>
              <a:custGeom>
                <a:avLst/>
                <a:gdLst/>
                <a:ahLst/>
                <a:cxnLst/>
                <a:rect l="l" t="t" r="r" b="b"/>
                <a:pathLst>
                  <a:path w="260003" h="4480" extrusionOk="0">
                    <a:moveTo>
                      <a:pt x="0" y="0"/>
                    </a:moveTo>
                    <a:lnTo>
                      <a:pt x="260004" y="0"/>
                    </a:lnTo>
                    <a:lnTo>
                      <a:pt x="260004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3" name="Google Shape;1253;p56"/>
              <p:cNvSpPr/>
              <p:nvPr/>
            </p:nvSpPr>
            <p:spPr>
              <a:xfrm rot="-2667569">
                <a:off x="2985839" y="4013185"/>
                <a:ext cx="150521" cy="3358"/>
              </a:xfrm>
              <a:custGeom>
                <a:avLst/>
                <a:gdLst/>
                <a:ahLst/>
                <a:cxnLst/>
                <a:rect l="l" t="t" r="r" b="b"/>
                <a:pathLst>
                  <a:path w="200811" h="4480" extrusionOk="0">
                    <a:moveTo>
                      <a:pt x="0" y="0"/>
                    </a:moveTo>
                    <a:lnTo>
                      <a:pt x="200811" y="0"/>
                    </a:lnTo>
                    <a:lnTo>
                      <a:pt x="200811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4" name="Google Shape;1254;p56"/>
              <p:cNvSpPr/>
              <p:nvPr/>
            </p:nvSpPr>
            <p:spPr>
              <a:xfrm rot="-2716216">
                <a:off x="3069932" y="3955542"/>
                <a:ext cx="3358" cy="133807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78518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78518"/>
                    </a:lnTo>
                    <a:lnTo>
                      <a:pt x="0" y="1785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57"/>
          <p:cNvSpPr txBox="1">
            <a:spLocks noGrp="1"/>
          </p:cNvSpPr>
          <p:nvPr>
            <p:ph type="title"/>
          </p:nvPr>
        </p:nvSpPr>
        <p:spPr>
          <a:xfrm>
            <a:off x="720000" y="47485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General and specific properties</a:t>
            </a:r>
            <a:endParaRPr/>
          </a:p>
        </p:txBody>
      </p:sp>
      <p:sp>
        <p:nvSpPr>
          <p:cNvPr id="1260" name="Google Shape;1260;p57"/>
          <p:cNvSpPr txBox="1"/>
          <p:nvPr/>
        </p:nvSpPr>
        <p:spPr>
          <a:xfrm>
            <a:off x="913950" y="1170000"/>
            <a:ext cx="7316100" cy="8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general properties of matter are</a:t>
            </a:r>
            <a:r>
              <a:rPr lang="es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common characteristics </a:t>
            </a:r>
            <a:r>
              <a:rPr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that are found in </a:t>
            </a:r>
            <a:r>
              <a:rPr lang="es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all bodies. </a:t>
            </a:r>
            <a:r>
              <a:rPr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They allow us to identify common properties in all the substances that make up matter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61" name="Google Shape;1261;p57"/>
          <p:cNvSpPr txBox="1"/>
          <p:nvPr/>
        </p:nvSpPr>
        <p:spPr>
          <a:xfrm>
            <a:off x="913950" y="3128875"/>
            <a:ext cx="2329800" cy="6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Some general properties of matter are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62" name="Google Shape;1262;p57"/>
          <p:cNvSpPr txBox="1"/>
          <p:nvPr/>
        </p:nvSpPr>
        <p:spPr>
          <a:xfrm>
            <a:off x="5230050" y="2353123"/>
            <a:ext cx="3000000" cy="528600"/>
          </a:xfrm>
          <a:prstGeom prst="rect">
            <a:avLst/>
          </a:prstGeom>
          <a:solidFill>
            <a:srgbClr val="CCC0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Mass</a:t>
            </a:r>
            <a:endParaRPr sz="18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63" name="Google Shape;1263;p57"/>
          <p:cNvSpPr txBox="1"/>
          <p:nvPr/>
        </p:nvSpPr>
        <p:spPr>
          <a:xfrm>
            <a:off x="5230050" y="3214086"/>
            <a:ext cx="3000000" cy="528600"/>
          </a:xfrm>
          <a:prstGeom prst="rect">
            <a:avLst/>
          </a:prstGeom>
          <a:solidFill>
            <a:srgbClr val="CCC0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Volume</a:t>
            </a:r>
            <a:endParaRPr sz="18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64" name="Google Shape;1264;p57"/>
          <p:cNvSpPr txBox="1"/>
          <p:nvPr/>
        </p:nvSpPr>
        <p:spPr>
          <a:xfrm>
            <a:off x="5230050" y="4075048"/>
            <a:ext cx="3000000" cy="528600"/>
          </a:xfrm>
          <a:prstGeom prst="rect">
            <a:avLst/>
          </a:prstGeom>
          <a:solidFill>
            <a:srgbClr val="CCC0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Temperature</a:t>
            </a:r>
            <a:endParaRPr sz="18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265" name="Google Shape;1265;p57"/>
          <p:cNvCxnSpPr>
            <a:stCxn id="1261" idx="3"/>
            <a:endCxn id="1262" idx="1"/>
          </p:cNvCxnSpPr>
          <p:nvPr/>
        </p:nvCxnSpPr>
        <p:spPr>
          <a:xfrm rot="10800000" flipH="1">
            <a:off x="3243750" y="2617375"/>
            <a:ext cx="1986300" cy="8610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66" name="Google Shape;1266;p57"/>
          <p:cNvCxnSpPr>
            <a:stCxn id="1261" idx="3"/>
            <a:endCxn id="1264" idx="1"/>
          </p:cNvCxnSpPr>
          <p:nvPr/>
        </p:nvCxnSpPr>
        <p:spPr>
          <a:xfrm>
            <a:off x="3243750" y="3478375"/>
            <a:ext cx="1986300" cy="8610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67" name="Google Shape;1267;p57"/>
          <p:cNvCxnSpPr>
            <a:stCxn id="1261" idx="3"/>
            <a:endCxn id="1263" idx="1"/>
          </p:cNvCxnSpPr>
          <p:nvPr/>
        </p:nvCxnSpPr>
        <p:spPr>
          <a:xfrm>
            <a:off x="3243750" y="3478375"/>
            <a:ext cx="1986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58"/>
          <p:cNvSpPr txBox="1">
            <a:spLocks noGrp="1"/>
          </p:cNvSpPr>
          <p:nvPr>
            <p:ph type="title"/>
          </p:nvPr>
        </p:nvSpPr>
        <p:spPr>
          <a:xfrm>
            <a:off x="720000" y="47485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Temperature</a:t>
            </a:r>
            <a:endParaRPr/>
          </a:p>
        </p:txBody>
      </p:sp>
      <p:sp>
        <p:nvSpPr>
          <p:cNvPr id="1273" name="Google Shape;1273;p58"/>
          <p:cNvSpPr txBox="1"/>
          <p:nvPr/>
        </p:nvSpPr>
        <p:spPr>
          <a:xfrm>
            <a:off x="1438200" y="1170000"/>
            <a:ext cx="6267600" cy="7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Temperature is a </a:t>
            </a:r>
            <a:r>
              <a:rPr lang="es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general property of matter</a:t>
            </a:r>
            <a:r>
              <a:rPr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since all bodies or objects have a certain temperature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74" name="Google Shape;1274;p58"/>
          <p:cNvSpPr txBox="1"/>
          <p:nvPr/>
        </p:nvSpPr>
        <p:spPr>
          <a:xfrm>
            <a:off x="2590650" y="2483325"/>
            <a:ext cx="3962700" cy="459300"/>
          </a:xfrm>
          <a:prstGeom prst="rect">
            <a:avLst/>
          </a:prstGeom>
          <a:solidFill>
            <a:srgbClr val="CCC0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Temperature ≠ Heat</a:t>
            </a:r>
            <a:endParaRPr sz="18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75" name="Google Shape;1275;p58"/>
          <p:cNvSpPr txBox="1"/>
          <p:nvPr/>
        </p:nvSpPr>
        <p:spPr>
          <a:xfrm>
            <a:off x="2959500" y="3317625"/>
            <a:ext cx="3225000" cy="7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Temperature is a property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of matter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76" name="Google Shape;1276;p58"/>
          <p:cNvCxnSpPr>
            <a:stCxn id="1274" idx="2"/>
            <a:endCxn id="1275" idx="0"/>
          </p:cNvCxnSpPr>
          <p:nvPr/>
        </p:nvCxnSpPr>
        <p:spPr>
          <a:xfrm>
            <a:off x="4572000" y="2942625"/>
            <a:ext cx="0" cy="375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59"/>
          <p:cNvSpPr txBox="1">
            <a:spLocks noGrp="1"/>
          </p:cNvSpPr>
          <p:nvPr>
            <p:ph type="title"/>
          </p:nvPr>
        </p:nvSpPr>
        <p:spPr>
          <a:xfrm>
            <a:off x="720000" y="47485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Volume and mass</a:t>
            </a:r>
            <a:endParaRPr/>
          </a:p>
        </p:txBody>
      </p:sp>
      <p:sp>
        <p:nvSpPr>
          <p:cNvPr id="1282" name="Google Shape;1282;p59"/>
          <p:cNvSpPr txBox="1"/>
          <p:nvPr/>
        </p:nvSpPr>
        <p:spPr>
          <a:xfrm>
            <a:off x="1494125" y="1955375"/>
            <a:ext cx="2331300" cy="47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b="1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rPr>
              <a:t>Volume</a:t>
            </a:r>
            <a:endParaRPr sz="1800" b="1">
              <a:solidFill>
                <a:schemeClr val="accent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3" name="Google Shape;1283;p59"/>
          <p:cNvSpPr txBox="1"/>
          <p:nvPr/>
        </p:nvSpPr>
        <p:spPr>
          <a:xfrm>
            <a:off x="4649875" y="1566775"/>
            <a:ext cx="3000000" cy="1248600"/>
          </a:xfrm>
          <a:prstGeom prst="rect">
            <a:avLst/>
          </a:prstGeom>
          <a:solidFill>
            <a:srgbClr val="CCC0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Volume is the </a:t>
            </a:r>
            <a:r>
              <a:rPr lang="es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space occupied</a:t>
            </a:r>
            <a:r>
              <a:rPr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by matter or a body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84" name="Google Shape;1284;p59"/>
          <p:cNvSpPr txBox="1"/>
          <p:nvPr/>
        </p:nvSpPr>
        <p:spPr>
          <a:xfrm>
            <a:off x="1494125" y="3427475"/>
            <a:ext cx="2331300" cy="47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b="1">
                <a:solidFill>
                  <a:schemeClr val="accent5"/>
                </a:solidFill>
                <a:latin typeface="Poppins"/>
                <a:ea typeface="Poppins"/>
                <a:cs typeface="Poppins"/>
                <a:sym typeface="Poppins"/>
              </a:rPr>
              <a:t>Mass</a:t>
            </a:r>
            <a:endParaRPr sz="1800" b="1">
              <a:solidFill>
                <a:schemeClr val="accent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5" name="Google Shape;1285;p59"/>
          <p:cNvSpPr txBox="1"/>
          <p:nvPr/>
        </p:nvSpPr>
        <p:spPr>
          <a:xfrm>
            <a:off x="4649875" y="3038825"/>
            <a:ext cx="3000000" cy="1248600"/>
          </a:xfrm>
          <a:prstGeom prst="rect">
            <a:avLst/>
          </a:prstGeom>
          <a:solidFill>
            <a:srgbClr val="CCC0FF">
              <a:alpha val="50000"/>
            </a:srgb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Mass tells us the </a:t>
            </a:r>
            <a:r>
              <a:rPr lang="es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amount of matter that is present</a:t>
            </a:r>
            <a:r>
              <a:rPr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 The mass does not change, but the weight depends on where the body of matter is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86" name="Google Shape;1286;p59"/>
          <p:cNvCxnSpPr>
            <a:stCxn id="1282" idx="3"/>
            <a:endCxn id="1283" idx="1"/>
          </p:cNvCxnSpPr>
          <p:nvPr/>
        </p:nvCxnSpPr>
        <p:spPr>
          <a:xfrm>
            <a:off x="3825425" y="2191025"/>
            <a:ext cx="82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87" name="Google Shape;1287;p59"/>
          <p:cNvCxnSpPr>
            <a:stCxn id="1284" idx="3"/>
            <a:endCxn id="1285" idx="1"/>
          </p:cNvCxnSpPr>
          <p:nvPr/>
        </p:nvCxnSpPr>
        <p:spPr>
          <a:xfrm>
            <a:off x="3825425" y="3663125"/>
            <a:ext cx="824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60"/>
          <p:cNvSpPr txBox="1">
            <a:spLocks noGrp="1"/>
          </p:cNvSpPr>
          <p:nvPr>
            <p:ph type="title"/>
          </p:nvPr>
        </p:nvSpPr>
        <p:spPr>
          <a:xfrm>
            <a:off x="720000" y="47485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General and specific properties</a:t>
            </a:r>
            <a:endParaRPr/>
          </a:p>
        </p:txBody>
      </p:sp>
      <p:sp>
        <p:nvSpPr>
          <p:cNvPr id="1293" name="Google Shape;1293;p60"/>
          <p:cNvSpPr txBox="1"/>
          <p:nvPr/>
        </p:nvSpPr>
        <p:spPr>
          <a:xfrm>
            <a:off x="1353175" y="1170000"/>
            <a:ext cx="6437700" cy="65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specific properties of matter are the s</a:t>
            </a:r>
            <a:r>
              <a:rPr lang="es" b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pecific characteristics of each of the substances that make up matter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294" name="Google Shape;1294;p60"/>
          <p:cNvGraphicFramePr/>
          <p:nvPr/>
        </p:nvGraphicFramePr>
        <p:xfrm>
          <a:off x="801400" y="1949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{DC7FAEF9-E857-4D20-BD95-D3EB6A35EF98}</a:tableStyleId>
              </a:tblPr>
              <a:tblGrid>
                <a:gridCol w="377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99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 b="1">
                          <a:solidFill>
                            <a:schemeClr val="accent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Chemistry</a:t>
                      </a:r>
                      <a:endParaRPr sz="1800" b="1">
                        <a:solidFill>
                          <a:schemeClr val="accent5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 b="1">
                          <a:solidFill>
                            <a:schemeClr val="accent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Physics</a:t>
                      </a:r>
                      <a:endParaRPr sz="1800" b="1">
                        <a:solidFill>
                          <a:schemeClr val="accent5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9375">
                <a:tc>
                  <a:txBody>
                    <a:bodyPr/>
                    <a:lstStyle/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ato"/>
                        <a:buChar char="●"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Oxidation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ato"/>
                        <a:buChar char="●"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Alkalinity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ato"/>
                        <a:buChar char="●"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Combustion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ato"/>
                        <a:buChar char="●"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Etc.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0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ato"/>
                        <a:buChar char="●"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Boiling point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ato"/>
                        <a:buChar char="●"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Density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ato"/>
                        <a:buChar char="●"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Electric conductivity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Lato"/>
                        <a:buChar char="●"/>
                      </a:pPr>
                      <a:r>
                        <a:rPr lang="es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Etc.</a:t>
                      </a:r>
                      <a:endParaRPr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0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p61"/>
          <p:cNvSpPr txBox="1">
            <a:spLocks noGrp="1"/>
          </p:cNvSpPr>
          <p:nvPr>
            <p:ph type="title"/>
          </p:nvPr>
        </p:nvSpPr>
        <p:spPr>
          <a:xfrm>
            <a:off x="1279750" y="1359450"/>
            <a:ext cx="4536900" cy="57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Density</a:t>
            </a:r>
            <a:endParaRPr/>
          </a:p>
        </p:txBody>
      </p:sp>
      <p:sp>
        <p:nvSpPr>
          <p:cNvPr id="1300" name="Google Shape;1300;p61"/>
          <p:cNvSpPr txBox="1">
            <a:spLocks noGrp="1"/>
          </p:cNvSpPr>
          <p:nvPr>
            <p:ph type="subTitle" idx="1"/>
          </p:nvPr>
        </p:nvSpPr>
        <p:spPr>
          <a:xfrm>
            <a:off x="1279750" y="1859250"/>
            <a:ext cx="4536900" cy="21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Density is the </a:t>
            </a:r>
            <a:r>
              <a:rPr lang="es" b="1"/>
              <a:t>amount of matter that we can observe in a material.</a:t>
            </a:r>
            <a:r>
              <a:rPr lang="es"/>
              <a:t> It establishes the type of substance, but the </a:t>
            </a:r>
            <a:r>
              <a:rPr lang="es" b="1"/>
              <a:t>proximity of the particles </a:t>
            </a:r>
            <a:r>
              <a:rPr lang="es"/>
              <a:t>must also be taken into account in order to determine</a:t>
            </a:r>
            <a:r>
              <a:rPr lang="es" b="1"/>
              <a:t> how dense</a:t>
            </a:r>
            <a:r>
              <a:rPr lang="es"/>
              <a:t> the materials in question are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p62"/>
          <p:cNvSpPr txBox="1">
            <a:spLocks noGrp="1"/>
          </p:cNvSpPr>
          <p:nvPr>
            <p:ph type="title"/>
          </p:nvPr>
        </p:nvSpPr>
        <p:spPr>
          <a:xfrm>
            <a:off x="3915775" y="1243500"/>
            <a:ext cx="1312500" cy="109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03.</a:t>
            </a:r>
            <a:endParaRPr/>
          </a:p>
        </p:txBody>
      </p:sp>
      <p:sp>
        <p:nvSpPr>
          <p:cNvPr id="1306" name="Google Shape;1306;p62"/>
          <p:cNvSpPr txBox="1">
            <a:spLocks noGrp="1"/>
          </p:cNvSpPr>
          <p:nvPr>
            <p:ph type="title" idx="2"/>
          </p:nvPr>
        </p:nvSpPr>
        <p:spPr>
          <a:xfrm>
            <a:off x="2244900" y="2418000"/>
            <a:ext cx="4654200" cy="188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Changes in matter</a:t>
            </a:r>
            <a:endParaRPr/>
          </a:p>
        </p:txBody>
      </p:sp>
      <p:grpSp>
        <p:nvGrpSpPr>
          <p:cNvPr id="1307" name="Google Shape;1307;p62"/>
          <p:cNvGrpSpPr/>
          <p:nvPr/>
        </p:nvGrpSpPr>
        <p:grpSpPr>
          <a:xfrm>
            <a:off x="6899097" y="3402525"/>
            <a:ext cx="1315521" cy="975954"/>
            <a:chOff x="6899097" y="3402525"/>
            <a:chExt cx="1315521" cy="975954"/>
          </a:xfrm>
        </p:grpSpPr>
        <p:grpSp>
          <p:nvGrpSpPr>
            <p:cNvPr id="1308" name="Google Shape;1308;p62"/>
            <p:cNvGrpSpPr/>
            <p:nvPr/>
          </p:nvGrpSpPr>
          <p:grpSpPr>
            <a:xfrm>
              <a:off x="6899097" y="3402526"/>
              <a:ext cx="975929" cy="975953"/>
              <a:chOff x="3518430" y="3718308"/>
              <a:chExt cx="241531" cy="241531"/>
            </a:xfrm>
          </p:grpSpPr>
          <p:sp>
            <p:nvSpPr>
              <p:cNvPr id="1309" name="Google Shape;1309;p62"/>
              <p:cNvSpPr/>
              <p:nvPr/>
            </p:nvSpPr>
            <p:spPr>
              <a:xfrm rot="-2700000">
                <a:off x="3601726" y="3800378"/>
                <a:ext cx="74863" cy="74863"/>
              </a:xfrm>
              <a:custGeom>
                <a:avLst/>
                <a:gdLst/>
                <a:ahLst/>
                <a:cxnLst/>
                <a:rect l="l" t="t" r="r" b="b"/>
                <a:pathLst>
                  <a:path w="99879" h="99879" extrusionOk="0">
                    <a:moveTo>
                      <a:pt x="99879" y="49939"/>
                    </a:moveTo>
                    <a:cubicBezTo>
                      <a:pt x="99879" y="77521"/>
                      <a:pt x="77520" y="99879"/>
                      <a:pt x="49940" y="99879"/>
                    </a:cubicBezTo>
                    <a:cubicBezTo>
                      <a:pt x="22359" y="99879"/>
                      <a:pt x="0" y="77521"/>
                      <a:pt x="0" y="49939"/>
                    </a:cubicBezTo>
                    <a:cubicBezTo>
                      <a:pt x="0" y="22358"/>
                      <a:pt x="22359" y="0"/>
                      <a:pt x="49940" y="0"/>
                    </a:cubicBezTo>
                    <a:cubicBezTo>
                      <a:pt x="77520" y="0"/>
                      <a:pt x="99879" y="22358"/>
                      <a:pt x="99879" y="499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0" name="Google Shape;1310;p62"/>
              <p:cNvSpPr/>
              <p:nvPr/>
            </p:nvSpPr>
            <p:spPr>
              <a:xfrm>
                <a:off x="3518430" y="3718308"/>
                <a:ext cx="241531" cy="241531"/>
              </a:xfrm>
              <a:custGeom>
                <a:avLst/>
                <a:gdLst/>
                <a:ahLst/>
                <a:cxnLst/>
                <a:rect l="l" t="t" r="r" b="b"/>
                <a:pathLst>
                  <a:path w="322041" h="322041" extrusionOk="0">
                    <a:moveTo>
                      <a:pt x="322041" y="161020"/>
                    </a:moveTo>
                    <a:cubicBezTo>
                      <a:pt x="322041" y="136152"/>
                      <a:pt x="303871" y="115539"/>
                      <a:pt x="280078" y="111708"/>
                    </a:cubicBezTo>
                    <a:cubicBezTo>
                      <a:pt x="294193" y="92194"/>
                      <a:pt x="292468" y="64749"/>
                      <a:pt x="274880" y="47161"/>
                    </a:cubicBezTo>
                    <a:cubicBezTo>
                      <a:pt x="257293" y="29574"/>
                      <a:pt x="229870" y="27849"/>
                      <a:pt x="210333" y="41963"/>
                    </a:cubicBezTo>
                    <a:cubicBezTo>
                      <a:pt x="206502" y="18170"/>
                      <a:pt x="185890" y="0"/>
                      <a:pt x="161021" y="0"/>
                    </a:cubicBezTo>
                    <a:cubicBezTo>
                      <a:pt x="136152" y="0"/>
                      <a:pt x="115540" y="18170"/>
                      <a:pt x="111709" y="41963"/>
                    </a:cubicBezTo>
                    <a:cubicBezTo>
                      <a:pt x="92194" y="27849"/>
                      <a:pt x="64749" y="29574"/>
                      <a:pt x="47161" y="47161"/>
                    </a:cubicBezTo>
                    <a:cubicBezTo>
                      <a:pt x="29574" y="64749"/>
                      <a:pt x="27849" y="92172"/>
                      <a:pt x="41963" y="111708"/>
                    </a:cubicBezTo>
                    <a:cubicBezTo>
                      <a:pt x="18170" y="115539"/>
                      <a:pt x="0" y="136152"/>
                      <a:pt x="0" y="161020"/>
                    </a:cubicBezTo>
                    <a:cubicBezTo>
                      <a:pt x="0" y="185890"/>
                      <a:pt x="18170" y="206502"/>
                      <a:pt x="41963" y="210333"/>
                    </a:cubicBezTo>
                    <a:cubicBezTo>
                      <a:pt x="27849" y="229847"/>
                      <a:pt x="29574" y="257292"/>
                      <a:pt x="47161" y="274880"/>
                    </a:cubicBezTo>
                    <a:cubicBezTo>
                      <a:pt x="64749" y="292467"/>
                      <a:pt x="92172" y="294192"/>
                      <a:pt x="111709" y="280078"/>
                    </a:cubicBezTo>
                    <a:cubicBezTo>
                      <a:pt x="115540" y="303871"/>
                      <a:pt x="136152" y="322041"/>
                      <a:pt x="161021" y="322041"/>
                    </a:cubicBezTo>
                    <a:cubicBezTo>
                      <a:pt x="185890" y="322041"/>
                      <a:pt x="206502" y="303871"/>
                      <a:pt x="210333" y="280078"/>
                    </a:cubicBezTo>
                    <a:cubicBezTo>
                      <a:pt x="229847" y="294192"/>
                      <a:pt x="257293" y="292467"/>
                      <a:pt x="274880" y="274880"/>
                    </a:cubicBezTo>
                    <a:cubicBezTo>
                      <a:pt x="292468" y="257292"/>
                      <a:pt x="294193" y="229869"/>
                      <a:pt x="280078" y="210333"/>
                    </a:cubicBezTo>
                    <a:cubicBezTo>
                      <a:pt x="303871" y="206502"/>
                      <a:pt x="322041" y="185890"/>
                      <a:pt x="322041" y="161020"/>
                    </a:cubicBezTo>
                    <a:close/>
                    <a:moveTo>
                      <a:pt x="131805" y="231594"/>
                    </a:moveTo>
                    <a:cubicBezTo>
                      <a:pt x="130192" y="221580"/>
                      <a:pt x="125555" y="211968"/>
                      <a:pt x="117825" y="204239"/>
                    </a:cubicBezTo>
                    <a:cubicBezTo>
                      <a:pt x="110095" y="196509"/>
                      <a:pt x="100484" y="191871"/>
                      <a:pt x="90469" y="190258"/>
                    </a:cubicBezTo>
                    <a:cubicBezTo>
                      <a:pt x="96406" y="182036"/>
                      <a:pt x="99924" y="171954"/>
                      <a:pt x="99924" y="161020"/>
                    </a:cubicBezTo>
                    <a:cubicBezTo>
                      <a:pt x="99924" y="150087"/>
                      <a:pt x="96406" y="140005"/>
                      <a:pt x="90469" y="131783"/>
                    </a:cubicBezTo>
                    <a:cubicBezTo>
                      <a:pt x="100484" y="130169"/>
                      <a:pt x="110095" y="125532"/>
                      <a:pt x="117825" y="117802"/>
                    </a:cubicBezTo>
                    <a:cubicBezTo>
                      <a:pt x="125555" y="110073"/>
                      <a:pt x="130192" y="100461"/>
                      <a:pt x="131805" y="90446"/>
                    </a:cubicBezTo>
                    <a:cubicBezTo>
                      <a:pt x="140028" y="96384"/>
                      <a:pt x="150110" y="99901"/>
                      <a:pt x="161043" y="99901"/>
                    </a:cubicBezTo>
                    <a:cubicBezTo>
                      <a:pt x="171977" y="99901"/>
                      <a:pt x="182059" y="96384"/>
                      <a:pt x="190281" y="90446"/>
                    </a:cubicBezTo>
                    <a:cubicBezTo>
                      <a:pt x="191894" y="100461"/>
                      <a:pt x="196532" y="110073"/>
                      <a:pt x="204261" y="117802"/>
                    </a:cubicBezTo>
                    <a:cubicBezTo>
                      <a:pt x="211991" y="125532"/>
                      <a:pt x="221602" y="130169"/>
                      <a:pt x="231617" y="131783"/>
                    </a:cubicBezTo>
                    <a:cubicBezTo>
                      <a:pt x="225680" y="140005"/>
                      <a:pt x="222163" y="150087"/>
                      <a:pt x="222163" y="161020"/>
                    </a:cubicBezTo>
                    <a:cubicBezTo>
                      <a:pt x="222163" y="171954"/>
                      <a:pt x="225680" y="182036"/>
                      <a:pt x="231617" y="190258"/>
                    </a:cubicBezTo>
                    <a:cubicBezTo>
                      <a:pt x="221602" y="191871"/>
                      <a:pt x="211991" y="196509"/>
                      <a:pt x="204261" y="204239"/>
                    </a:cubicBezTo>
                    <a:cubicBezTo>
                      <a:pt x="196532" y="211968"/>
                      <a:pt x="191894" y="221580"/>
                      <a:pt x="190281" y="231594"/>
                    </a:cubicBezTo>
                    <a:cubicBezTo>
                      <a:pt x="182059" y="225657"/>
                      <a:pt x="171977" y="222140"/>
                      <a:pt x="161043" y="222140"/>
                    </a:cubicBezTo>
                    <a:cubicBezTo>
                      <a:pt x="150110" y="222140"/>
                      <a:pt x="140028" y="225657"/>
                      <a:pt x="131805" y="23159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1" name="Google Shape;1311;p62"/>
              <p:cNvSpPr/>
              <p:nvPr/>
            </p:nvSpPr>
            <p:spPr>
              <a:xfrm>
                <a:off x="3546156" y="3746034"/>
                <a:ext cx="186113" cy="186097"/>
              </a:xfrm>
              <a:custGeom>
                <a:avLst/>
                <a:gdLst/>
                <a:ahLst/>
                <a:cxnLst/>
                <a:rect l="l" t="t" r="r" b="b"/>
                <a:pathLst>
                  <a:path w="248151" h="248129" extrusionOk="0">
                    <a:moveTo>
                      <a:pt x="124076" y="248129"/>
                    </a:moveTo>
                    <a:cubicBezTo>
                      <a:pt x="105278" y="248129"/>
                      <a:pt x="89394" y="235090"/>
                      <a:pt x="85630" y="216875"/>
                    </a:cubicBezTo>
                    <a:cubicBezTo>
                      <a:pt x="70104" y="227114"/>
                      <a:pt x="49648" y="225097"/>
                      <a:pt x="36340" y="211789"/>
                    </a:cubicBezTo>
                    <a:cubicBezTo>
                      <a:pt x="23054" y="198503"/>
                      <a:pt x="21038" y="178026"/>
                      <a:pt x="31254" y="162499"/>
                    </a:cubicBezTo>
                    <a:cubicBezTo>
                      <a:pt x="13039" y="158758"/>
                      <a:pt x="0" y="142851"/>
                      <a:pt x="0" y="124053"/>
                    </a:cubicBezTo>
                    <a:cubicBezTo>
                      <a:pt x="0" y="105256"/>
                      <a:pt x="13039" y="89371"/>
                      <a:pt x="31254" y="85607"/>
                    </a:cubicBezTo>
                    <a:cubicBezTo>
                      <a:pt x="21015" y="70081"/>
                      <a:pt x="23032" y="49626"/>
                      <a:pt x="36340" y="36318"/>
                    </a:cubicBezTo>
                    <a:cubicBezTo>
                      <a:pt x="49626" y="23032"/>
                      <a:pt x="70104" y="21015"/>
                      <a:pt x="85630" y="31254"/>
                    </a:cubicBezTo>
                    <a:cubicBezTo>
                      <a:pt x="89371" y="13039"/>
                      <a:pt x="105278" y="0"/>
                      <a:pt x="124076" y="0"/>
                    </a:cubicBezTo>
                    <a:cubicBezTo>
                      <a:pt x="142873" y="0"/>
                      <a:pt x="158758" y="13039"/>
                      <a:pt x="162522" y="31254"/>
                    </a:cubicBezTo>
                    <a:cubicBezTo>
                      <a:pt x="178048" y="21015"/>
                      <a:pt x="198526" y="23032"/>
                      <a:pt x="211812" y="36318"/>
                    </a:cubicBezTo>
                    <a:cubicBezTo>
                      <a:pt x="225097" y="49603"/>
                      <a:pt x="227114" y="70081"/>
                      <a:pt x="216898" y="85607"/>
                    </a:cubicBezTo>
                    <a:cubicBezTo>
                      <a:pt x="235112" y="89349"/>
                      <a:pt x="248152" y="105256"/>
                      <a:pt x="248152" y="124053"/>
                    </a:cubicBezTo>
                    <a:cubicBezTo>
                      <a:pt x="248152" y="142851"/>
                      <a:pt x="235112" y="158735"/>
                      <a:pt x="216898" y="162499"/>
                    </a:cubicBezTo>
                    <a:cubicBezTo>
                      <a:pt x="227136" y="178026"/>
                      <a:pt x="225120" y="198481"/>
                      <a:pt x="211812" y="211789"/>
                    </a:cubicBezTo>
                    <a:cubicBezTo>
                      <a:pt x="198526" y="225075"/>
                      <a:pt x="178048" y="227091"/>
                      <a:pt x="162522" y="216875"/>
                    </a:cubicBezTo>
                    <a:cubicBezTo>
                      <a:pt x="158780" y="235090"/>
                      <a:pt x="142873" y="248129"/>
                      <a:pt x="124076" y="248129"/>
                    </a:cubicBezTo>
                    <a:close/>
                    <a:moveTo>
                      <a:pt x="87243" y="212976"/>
                    </a:moveTo>
                    <a:lnTo>
                      <a:pt x="87534" y="214769"/>
                    </a:lnTo>
                    <a:cubicBezTo>
                      <a:pt x="90424" y="232782"/>
                      <a:pt x="105794" y="245866"/>
                      <a:pt x="124076" y="245866"/>
                    </a:cubicBezTo>
                    <a:cubicBezTo>
                      <a:pt x="142358" y="245866"/>
                      <a:pt x="157727" y="232782"/>
                      <a:pt x="160617" y="214769"/>
                    </a:cubicBezTo>
                    <a:lnTo>
                      <a:pt x="160909" y="212976"/>
                    </a:lnTo>
                    <a:lnTo>
                      <a:pt x="162387" y="214052"/>
                    </a:lnTo>
                    <a:cubicBezTo>
                      <a:pt x="177174" y="224739"/>
                      <a:pt x="197294" y="223126"/>
                      <a:pt x="210221" y="210198"/>
                    </a:cubicBezTo>
                    <a:cubicBezTo>
                      <a:pt x="223148" y="197271"/>
                      <a:pt x="224761" y="177152"/>
                      <a:pt x="214075" y="162365"/>
                    </a:cubicBezTo>
                    <a:lnTo>
                      <a:pt x="212999" y="160886"/>
                    </a:lnTo>
                    <a:lnTo>
                      <a:pt x="214791" y="160595"/>
                    </a:lnTo>
                    <a:cubicBezTo>
                      <a:pt x="232805" y="157705"/>
                      <a:pt x="245889" y="142335"/>
                      <a:pt x="245889" y="124053"/>
                    </a:cubicBezTo>
                    <a:cubicBezTo>
                      <a:pt x="245889" y="105771"/>
                      <a:pt x="232805" y="90402"/>
                      <a:pt x="214791" y="87511"/>
                    </a:cubicBezTo>
                    <a:lnTo>
                      <a:pt x="212999" y="87220"/>
                    </a:lnTo>
                    <a:lnTo>
                      <a:pt x="214075" y="85742"/>
                    </a:lnTo>
                    <a:cubicBezTo>
                      <a:pt x="224784" y="70955"/>
                      <a:pt x="223148" y="50836"/>
                      <a:pt x="210221" y="37908"/>
                    </a:cubicBezTo>
                    <a:cubicBezTo>
                      <a:pt x="197294" y="24981"/>
                      <a:pt x="177174" y="23368"/>
                      <a:pt x="162387" y="34055"/>
                    </a:cubicBezTo>
                    <a:lnTo>
                      <a:pt x="160909" y="35130"/>
                    </a:lnTo>
                    <a:lnTo>
                      <a:pt x="160617" y="33338"/>
                    </a:lnTo>
                    <a:cubicBezTo>
                      <a:pt x="157727" y="15324"/>
                      <a:pt x="142358" y="2240"/>
                      <a:pt x="124076" y="2240"/>
                    </a:cubicBezTo>
                    <a:cubicBezTo>
                      <a:pt x="105794" y="2240"/>
                      <a:pt x="90424" y="15324"/>
                      <a:pt x="87534" y="33338"/>
                    </a:cubicBezTo>
                    <a:lnTo>
                      <a:pt x="87243" y="35130"/>
                    </a:lnTo>
                    <a:lnTo>
                      <a:pt x="85764" y="34055"/>
                    </a:lnTo>
                    <a:cubicBezTo>
                      <a:pt x="70977" y="23345"/>
                      <a:pt x="50858" y="24981"/>
                      <a:pt x="37931" y="37908"/>
                    </a:cubicBezTo>
                    <a:cubicBezTo>
                      <a:pt x="25003" y="50836"/>
                      <a:pt x="23390" y="70955"/>
                      <a:pt x="34077" y="85742"/>
                    </a:cubicBezTo>
                    <a:lnTo>
                      <a:pt x="35152" y="87220"/>
                    </a:lnTo>
                    <a:lnTo>
                      <a:pt x="33360" y="87511"/>
                    </a:lnTo>
                    <a:cubicBezTo>
                      <a:pt x="15347" y="90402"/>
                      <a:pt x="2263" y="105771"/>
                      <a:pt x="2263" y="124053"/>
                    </a:cubicBezTo>
                    <a:cubicBezTo>
                      <a:pt x="2263" y="142335"/>
                      <a:pt x="15347" y="157705"/>
                      <a:pt x="33360" y="160595"/>
                    </a:cubicBezTo>
                    <a:lnTo>
                      <a:pt x="35152" y="160886"/>
                    </a:lnTo>
                    <a:lnTo>
                      <a:pt x="34077" y="162365"/>
                    </a:lnTo>
                    <a:cubicBezTo>
                      <a:pt x="23390" y="177152"/>
                      <a:pt x="25003" y="197271"/>
                      <a:pt x="37931" y="210198"/>
                    </a:cubicBezTo>
                    <a:cubicBezTo>
                      <a:pt x="50858" y="223126"/>
                      <a:pt x="70977" y="224739"/>
                      <a:pt x="85764" y="214052"/>
                    </a:cubicBezTo>
                    <a:lnTo>
                      <a:pt x="87243" y="21297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12" name="Google Shape;1312;p62"/>
            <p:cNvSpPr/>
            <p:nvPr/>
          </p:nvSpPr>
          <p:spPr>
            <a:xfrm>
              <a:off x="8062863" y="3402525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13" name="Google Shape;1313;p62"/>
          <p:cNvGrpSpPr/>
          <p:nvPr/>
        </p:nvGrpSpPr>
        <p:grpSpPr>
          <a:xfrm>
            <a:off x="7165213" y="781375"/>
            <a:ext cx="670887" cy="1226429"/>
            <a:chOff x="7241413" y="705175"/>
            <a:chExt cx="670887" cy="1226429"/>
          </a:xfrm>
        </p:grpSpPr>
        <p:grpSp>
          <p:nvGrpSpPr>
            <p:cNvPr id="1314" name="Google Shape;1314;p62"/>
            <p:cNvGrpSpPr/>
            <p:nvPr/>
          </p:nvGrpSpPr>
          <p:grpSpPr>
            <a:xfrm rot="905846" flipH="1">
              <a:off x="7329678" y="1136852"/>
              <a:ext cx="494357" cy="743201"/>
              <a:chOff x="2993166" y="926240"/>
              <a:chExt cx="181226" cy="272437"/>
            </a:xfrm>
          </p:grpSpPr>
          <p:sp>
            <p:nvSpPr>
              <p:cNvPr id="1315" name="Google Shape;1315;p62"/>
              <p:cNvSpPr/>
              <p:nvPr/>
            </p:nvSpPr>
            <p:spPr>
              <a:xfrm>
                <a:off x="2993166" y="926240"/>
                <a:ext cx="181226" cy="272437"/>
              </a:xfrm>
              <a:custGeom>
                <a:avLst/>
                <a:gdLst/>
                <a:ahLst/>
                <a:cxnLst/>
                <a:rect l="l" t="t" r="r" b="b"/>
                <a:pathLst>
                  <a:path w="241634" h="363249" extrusionOk="0">
                    <a:moveTo>
                      <a:pt x="227216" y="140690"/>
                    </a:moveTo>
                    <a:lnTo>
                      <a:pt x="143670" y="132423"/>
                    </a:lnTo>
                    <a:lnTo>
                      <a:pt x="171227" y="19840"/>
                    </a:lnTo>
                    <a:cubicBezTo>
                      <a:pt x="175170" y="3709"/>
                      <a:pt x="154939" y="-6978"/>
                      <a:pt x="143826" y="5367"/>
                    </a:cubicBezTo>
                    <a:lnTo>
                      <a:pt x="4112" y="160787"/>
                    </a:lnTo>
                    <a:cubicBezTo>
                      <a:pt x="-4581" y="170466"/>
                      <a:pt x="1312" y="185925"/>
                      <a:pt x="14262" y="187336"/>
                    </a:cubicBezTo>
                    <a:lnTo>
                      <a:pt x="101101" y="196791"/>
                    </a:lnTo>
                    <a:lnTo>
                      <a:pt x="64089" y="344078"/>
                    </a:lnTo>
                    <a:cubicBezTo>
                      <a:pt x="60034" y="360231"/>
                      <a:pt x="80982" y="370380"/>
                      <a:pt x="91131" y="357184"/>
                    </a:cubicBezTo>
                    <a:lnTo>
                      <a:pt x="238620" y="165873"/>
                    </a:lnTo>
                    <a:cubicBezTo>
                      <a:pt x="245789" y="155880"/>
                      <a:pt x="239449" y="141877"/>
                      <a:pt x="227216" y="14066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6" name="Google Shape;1316;p62"/>
              <p:cNvSpPr/>
              <p:nvPr/>
            </p:nvSpPr>
            <p:spPr>
              <a:xfrm>
                <a:off x="3043988" y="927157"/>
                <a:ext cx="120479" cy="135334"/>
              </a:xfrm>
              <a:custGeom>
                <a:avLst/>
                <a:gdLst/>
                <a:ahLst/>
                <a:cxnLst/>
                <a:rect l="l" t="t" r="r" b="b"/>
                <a:pathLst>
                  <a:path w="160639" h="180445" extrusionOk="0">
                    <a:moveTo>
                      <a:pt x="160214" y="180445"/>
                    </a:moveTo>
                    <a:lnTo>
                      <a:pt x="0" y="165255"/>
                    </a:lnTo>
                    <a:lnTo>
                      <a:pt x="94233" y="0"/>
                    </a:lnTo>
                    <a:lnTo>
                      <a:pt x="98131" y="2218"/>
                    </a:lnTo>
                    <a:lnTo>
                      <a:pt x="7326" y="161446"/>
                    </a:lnTo>
                    <a:lnTo>
                      <a:pt x="160640" y="175987"/>
                    </a:lnTo>
                    <a:lnTo>
                      <a:pt x="160214" y="18044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17" name="Google Shape;1317;p62"/>
            <p:cNvSpPr/>
            <p:nvPr/>
          </p:nvSpPr>
          <p:spPr>
            <a:xfrm>
              <a:off x="7241425" y="705175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18" name="Google Shape;1318;p62"/>
          <p:cNvGrpSpPr/>
          <p:nvPr/>
        </p:nvGrpSpPr>
        <p:grpSpPr>
          <a:xfrm rot="8954435">
            <a:off x="1261465" y="3042780"/>
            <a:ext cx="583680" cy="1356497"/>
            <a:chOff x="6450863" y="906773"/>
            <a:chExt cx="162927" cy="378648"/>
          </a:xfrm>
        </p:grpSpPr>
        <p:sp>
          <p:nvSpPr>
            <p:cNvPr id="1319" name="Google Shape;1319;p62"/>
            <p:cNvSpPr/>
            <p:nvPr/>
          </p:nvSpPr>
          <p:spPr>
            <a:xfrm rot="-4858661">
              <a:off x="6556562" y="887465"/>
              <a:ext cx="3357" cy="85244"/>
            </a:xfrm>
            <a:custGeom>
              <a:avLst/>
              <a:gdLst/>
              <a:ahLst/>
              <a:cxnLst/>
              <a:rect l="l" t="t" r="r" b="b"/>
              <a:pathLst>
                <a:path w="4480" h="113769" extrusionOk="0">
                  <a:moveTo>
                    <a:pt x="0" y="0"/>
                  </a:moveTo>
                  <a:lnTo>
                    <a:pt x="4481" y="0"/>
                  </a:lnTo>
                  <a:lnTo>
                    <a:pt x="4481" y="113770"/>
                  </a:lnTo>
                  <a:lnTo>
                    <a:pt x="0" y="11377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62"/>
            <p:cNvSpPr/>
            <p:nvPr/>
          </p:nvSpPr>
          <p:spPr>
            <a:xfrm rot="-4858661">
              <a:off x="6553937" y="904055"/>
              <a:ext cx="3357" cy="85244"/>
            </a:xfrm>
            <a:custGeom>
              <a:avLst/>
              <a:gdLst/>
              <a:ahLst/>
              <a:cxnLst/>
              <a:rect l="l" t="t" r="r" b="b"/>
              <a:pathLst>
                <a:path w="4480" h="113769" extrusionOk="0">
                  <a:moveTo>
                    <a:pt x="0" y="0"/>
                  </a:moveTo>
                  <a:lnTo>
                    <a:pt x="4481" y="0"/>
                  </a:lnTo>
                  <a:lnTo>
                    <a:pt x="4481" y="113770"/>
                  </a:lnTo>
                  <a:lnTo>
                    <a:pt x="0" y="11377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62"/>
            <p:cNvSpPr/>
            <p:nvPr/>
          </p:nvSpPr>
          <p:spPr>
            <a:xfrm rot="-4858661">
              <a:off x="6551348" y="920632"/>
              <a:ext cx="3357" cy="85244"/>
            </a:xfrm>
            <a:custGeom>
              <a:avLst/>
              <a:gdLst/>
              <a:ahLst/>
              <a:cxnLst/>
              <a:rect l="l" t="t" r="r" b="b"/>
              <a:pathLst>
                <a:path w="4480" h="113769" extrusionOk="0">
                  <a:moveTo>
                    <a:pt x="0" y="0"/>
                  </a:moveTo>
                  <a:lnTo>
                    <a:pt x="4481" y="0"/>
                  </a:lnTo>
                  <a:lnTo>
                    <a:pt x="4481" y="113770"/>
                  </a:lnTo>
                  <a:lnTo>
                    <a:pt x="0" y="11377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p62"/>
            <p:cNvSpPr/>
            <p:nvPr/>
          </p:nvSpPr>
          <p:spPr>
            <a:xfrm rot="-4858661">
              <a:off x="6548742" y="937192"/>
              <a:ext cx="3357" cy="85244"/>
            </a:xfrm>
            <a:custGeom>
              <a:avLst/>
              <a:gdLst/>
              <a:ahLst/>
              <a:cxnLst/>
              <a:rect l="l" t="t" r="r" b="b"/>
              <a:pathLst>
                <a:path w="4480" h="113769" extrusionOk="0">
                  <a:moveTo>
                    <a:pt x="0" y="0"/>
                  </a:moveTo>
                  <a:lnTo>
                    <a:pt x="4481" y="0"/>
                  </a:lnTo>
                  <a:lnTo>
                    <a:pt x="4481" y="113770"/>
                  </a:lnTo>
                  <a:lnTo>
                    <a:pt x="0" y="11377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62"/>
            <p:cNvSpPr/>
            <p:nvPr/>
          </p:nvSpPr>
          <p:spPr>
            <a:xfrm rot="-4858661">
              <a:off x="6512135" y="1169752"/>
              <a:ext cx="3357" cy="85244"/>
            </a:xfrm>
            <a:custGeom>
              <a:avLst/>
              <a:gdLst/>
              <a:ahLst/>
              <a:cxnLst/>
              <a:rect l="l" t="t" r="r" b="b"/>
              <a:pathLst>
                <a:path w="4480" h="113769" extrusionOk="0">
                  <a:moveTo>
                    <a:pt x="0" y="0"/>
                  </a:moveTo>
                  <a:lnTo>
                    <a:pt x="4481" y="0"/>
                  </a:lnTo>
                  <a:lnTo>
                    <a:pt x="4481" y="113770"/>
                  </a:lnTo>
                  <a:lnTo>
                    <a:pt x="0" y="11377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62"/>
            <p:cNvSpPr/>
            <p:nvPr/>
          </p:nvSpPr>
          <p:spPr>
            <a:xfrm rot="-4858661">
              <a:off x="6509529" y="1186328"/>
              <a:ext cx="3357" cy="85244"/>
            </a:xfrm>
            <a:custGeom>
              <a:avLst/>
              <a:gdLst/>
              <a:ahLst/>
              <a:cxnLst/>
              <a:rect l="l" t="t" r="r" b="b"/>
              <a:pathLst>
                <a:path w="4480" h="113769" extrusionOk="0">
                  <a:moveTo>
                    <a:pt x="0" y="0"/>
                  </a:moveTo>
                  <a:lnTo>
                    <a:pt x="4481" y="0"/>
                  </a:lnTo>
                  <a:lnTo>
                    <a:pt x="4481" y="113770"/>
                  </a:lnTo>
                  <a:lnTo>
                    <a:pt x="0" y="11377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62"/>
            <p:cNvSpPr/>
            <p:nvPr/>
          </p:nvSpPr>
          <p:spPr>
            <a:xfrm rot="-4858661">
              <a:off x="6506940" y="1202905"/>
              <a:ext cx="3357" cy="85244"/>
            </a:xfrm>
            <a:custGeom>
              <a:avLst/>
              <a:gdLst/>
              <a:ahLst/>
              <a:cxnLst/>
              <a:rect l="l" t="t" r="r" b="b"/>
              <a:pathLst>
                <a:path w="4480" h="113769" extrusionOk="0">
                  <a:moveTo>
                    <a:pt x="0" y="0"/>
                  </a:moveTo>
                  <a:lnTo>
                    <a:pt x="4481" y="0"/>
                  </a:lnTo>
                  <a:lnTo>
                    <a:pt x="4481" y="113770"/>
                  </a:lnTo>
                  <a:lnTo>
                    <a:pt x="0" y="11377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62"/>
            <p:cNvSpPr/>
            <p:nvPr/>
          </p:nvSpPr>
          <p:spPr>
            <a:xfrm rot="-4858661">
              <a:off x="6504368" y="1219496"/>
              <a:ext cx="3357" cy="85244"/>
            </a:xfrm>
            <a:custGeom>
              <a:avLst/>
              <a:gdLst/>
              <a:ahLst/>
              <a:cxnLst/>
              <a:rect l="l" t="t" r="r" b="b"/>
              <a:pathLst>
                <a:path w="4480" h="113769" extrusionOk="0">
                  <a:moveTo>
                    <a:pt x="0" y="0"/>
                  </a:moveTo>
                  <a:lnTo>
                    <a:pt x="4481" y="0"/>
                  </a:lnTo>
                  <a:lnTo>
                    <a:pt x="4481" y="113770"/>
                  </a:lnTo>
                  <a:lnTo>
                    <a:pt x="0" y="11377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62"/>
            <p:cNvSpPr/>
            <p:nvPr/>
          </p:nvSpPr>
          <p:spPr>
            <a:xfrm rot="-4858661">
              <a:off x="6534357" y="1028601"/>
              <a:ext cx="3357" cy="85244"/>
            </a:xfrm>
            <a:custGeom>
              <a:avLst/>
              <a:gdLst/>
              <a:ahLst/>
              <a:cxnLst/>
              <a:rect l="l" t="t" r="r" b="b"/>
              <a:pathLst>
                <a:path w="4480" h="113769" extrusionOk="0">
                  <a:moveTo>
                    <a:pt x="0" y="0"/>
                  </a:moveTo>
                  <a:lnTo>
                    <a:pt x="4481" y="0"/>
                  </a:lnTo>
                  <a:lnTo>
                    <a:pt x="4481" y="113770"/>
                  </a:lnTo>
                  <a:lnTo>
                    <a:pt x="0" y="11377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62"/>
            <p:cNvSpPr/>
            <p:nvPr/>
          </p:nvSpPr>
          <p:spPr>
            <a:xfrm rot="-4858661">
              <a:off x="6531735" y="1045175"/>
              <a:ext cx="3357" cy="85244"/>
            </a:xfrm>
            <a:custGeom>
              <a:avLst/>
              <a:gdLst/>
              <a:ahLst/>
              <a:cxnLst/>
              <a:rect l="l" t="t" r="r" b="b"/>
              <a:pathLst>
                <a:path w="4480" h="113769" extrusionOk="0">
                  <a:moveTo>
                    <a:pt x="0" y="0"/>
                  </a:moveTo>
                  <a:lnTo>
                    <a:pt x="4481" y="0"/>
                  </a:lnTo>
                  <a:lnTo>
                    <a:pt x="4481" y="113770"/>
                  </a:lnTo>
                  <a:lnTo>
                    <a:pt x="0" y="11377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62"/>
            <p:cNvSpPr/>
            <p:nvPr/>
          </p:nvSpPr>
          <p:spPr>
            <a:xfrm rot="-4858661">
              <a:off x="6529194" y="1061785"/>
              <a:ext cx="3357" cy="85244"/>
            </a:xfrm>
            <a:custGeom>
              <a:avLst/>
              <a:gdLst/>
              <a:ahLst/>
              <a:cxnLst/>
              <a:rect l="l" t="t" r="r" b="b"/>
              <a:pathLst>
                <a:path w="4480" h="113769" extrusionOk="0">
                  <a:moveTo>
                    <a:pt x="0" y="0"/>
                  </a:moveTo>
                  <a:lnTo>
                    <a:pt x="4481" y="0"/>
                  </a:lnTo>
                  <a:lnTo>
                    <a:pt x="4481" y="113770"/>
                  </a:lnTo>
                  <a:lnTo>
                    <a:pt x="0" y="11377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62"/>
            <p:cNvSpPr/>
            <p:nvPr/>
          </p:nvSpPr>
          <p:spPr>
            <a:xfrm rot="-4858661">
              <a:off x="6526521" y="1078342"/>
              <a:ext cx="3357" cy="85244"/>
            </a:xfrm>
            <a:custGeom>
              <a:avLst/>
              <a:gdLst/>
              <a:ahLst/>
              <a:cxnLst/>
              <a:rect l="l" t="t" r="r" b="b"/>
              <a:pathLst>
                <a:path w="4480" h="113769" extrusionOk="0">
                  <a:moveTo>
                    <a:pt x="0" y="0"/>
                  </a:moveTo>
                  <a:lnTo>
                    <a:pt x="4481" y="0"/>
                  </a:lnTo>
                  <a:lnTo>
                    <a:pt x="4481" y="113770"/>
                  </a:lnTo>
                  <a:lnTo>
                    <a:pt x="0" y="11377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p62"/>
            <p:cNvSpPr/>
            <p:nvPr/>
          </p:nvSpPr>
          <p:spPr>
            <a:xfrm>
              <a:off x="6475256" y="1009309"/>
              <a:ext cx="114158" cy="173578"/>
            </a:xfrm>
            <a:custGeom>
              <a:avLst/>
              <a:gdLst/>
              <a:ahLst/>
              <a:cxnLst/>
              <a:rect l="l" t="t" r="r" b="b"/>
              <a:pathLst>
                <a:path w="152211" h="231438" extrusionOk="0">
                  <a:moveTo>
                    <a:pt x="57902" y="231438"/>
                  </a:moveTo>
                  <a:lnTo>
                    <a:pt x="16633" y="183403"/>
                  </a:lnTo>
                  <a:cubicBezTo>
                    <a:pt x="3459" y="168078"/>
                    <a:pt x="-2299" y="147825"/>
                    <a:pt x="838" y="127840"/>
                  </a:cubicBezTo>
                  <a:lnTo>
                    <a:pt x="8187" y="81082"/>
                  </a:lnTo>
                  <a:cubicBezTo>
                    <a:pt x="11323" y="61119"/>
                    <a:pt x="23018" y="43599"/>
                    <a:pt x="40270" y="33047"/>
                  </a:cubicBezTo>
                  <a:lnTo>
                    <a:pt x="94309" y="0"/>
                  </a:lnTo>
                  <a:lnTo>
                    <a:pt x="135578" y="48035"/>
                  </a:lnTo>
                  <a:cubicBezTo>
                    <a:pt x="148752" y="63360"/>
                    <a:pt x="154510" y="83613"/>
                    <a:pt x="151373" y="103598"/>
                  </a:cubicBezTo>
                  <a:lnTo>
                    <a:pt x="144025" y="150356"/>
                  </a:lnTo>
                  <a:cubicBezTo>
                    <a:pt x="140888" y="170319"/>
                    <a:pt x="129193" y="187839"/>
                    <a:pt x="111941" y="198391"/>
                  </a:cubicBezTo>
                  <a:lnTo>
                    <a:pt x="57902" y="231438"/>
                  </a:lnTo>
                  <a:close/>
                  <a:moveTo>
                    <a:pt x="91128" y="20231"/>
                  </a:moveTo>
                  <a:lnTo>
                    <a:pt x="48403" y="46355"/>
                  </a:lnTo>
                  <a:cubicBezTo>
                    <a:pt x="35050" y="54510"/>
                    <a:pt x="26021" y="68042"/>
                    <a:pt x="23578" y="83501"/>
                  </a:cubicBezTo>
                  <a:lnTo>
                    <a:pt x="16230" y="130259"/>
                  </a:lnTo>
                  <a:cubicBezTo>
                    <a:pt x="13810" y="145719"/>
                    <a:pt x="18246" y="161379"/>
                    <a:pt x="28440" y="173231"/>
                  </a:cubicBezTo>
                  <a:lnTo>
                    <a:pt x="61061" y="211207"/>
                  </a:lnTo>
                  <a:lnTo>
                    <a:pt x="103786" y="185083"/>
                  </a:lnTo>
                  <a:cubicBezTo>
                    <a:pt x="117117" y="176928"/>
                    <a:pt x="126168" y="163396"/>
                    <a:pt x="128611" y="147937"/>
                  </a:cubicBezTo>
                  <a:lnTo>
                    <a:pt x="135959" y="101179"/>
                  </a:lnTo>
                  <a:cubicBezTo>
                    <a:pt x="138379" y="85719"/>
                    <a:pt x="133943" y="70059"/>
                    <a:pt x="123748" y="58207"/>
                  </a:cubicBezTo>
                  <a:lnTo>
                    <a:pt x="91128" y="2023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p62"/>
            <p:cNvSpPr/>
            <p:nvPr/>
          </p:nvSpPr>
          <p:spPr>
            <a:xfrm>
              <a:off x="6500175" y="906773"/>
              <a:ext cx="113615" cy="117708"/>
            </a:xfrm>
            <a:custGeom>
              <a:avLst/>
              <a:gdLst/>
              <a:ahLst/>
              <a:cxnLst/>
              <a:rect l="l" t="t" r="r" b="b"/>
              <a:pathLst>
                <a:path w="151486" h="156944" extrusionOk="0">
                  <a:moveTo>
                    <a:pt x="57902" y="156945"/>
                  </a:moveTo>
                  <a:lnTo>
                    <a:pt x="16633" y="108910"/>
                  </a:lnTo>
                  <a:cubicBezTo>
                    <a:pt x="3459" y="93585"/>
                    <a:pt x="-2299" y="73331"/>
                    <a:pt x="838" y="53347"/>
                  </a:cubicBezTo>
                  <a:lnTo>
                    <a:pt x="8186" y="6589"/>
                  </a:lnTo>
                  <a:cubicBezTo>
                    <a:pt x="8858" y="2332"/>
                    <a:pt x="12846" y="-558"/>
                    <a:pt x="17103" y="91"/>
                  </a:cubicBezTo>
                  <a:cubicBezTo>
                    <a:pt x="21360" y="763"/>
                    <a:pt x="24251" y="4751"/>
                    <a:pt x="23601" y="9008"/>
                  </a:cubicBezTo>
                  <a:lnTo>
                    <a:pt x="16252" y="55766"/>
                  </a:lnTo>
                  <a:cubicBezTo>
                    <a:pt x="13832" y="71225"/>
                    <a:pt x="18268" y="86886"/>
                    <a:pt x="28462" y="98738"/>
                  </a:cubicBezTo>
                  <a:lnTo>
                    <a:pt x="61083" y="136713"/>
                  </a:lnTo>
                  <a:lnTo>
                    <a:pt x="103809" y="110590"/>
                  </a:lnTo>
                  <a:cubicBezTo>
                    <a:pt x="117139" y="102435"/>
                    <a:pt x="126191" y="88880"/>
                    <a:pt x="128632" y="73443"/>
                  </a:cubicBezTo>
                  <a:lnTo>
                    <a:pt x="135981" y="26685"/>
                  </a:lnTo>
                  <a:cubicBezTo>
                    <a:pt x="136653" y="22428"/>
                    <a:pt x="140642" y="19538"/>
                    <a:pt x="144898" y="20188"/>
                  </a:cubicBezTo>
                  <a:cubicBezTo>
                    <a:pt x="149155" y="20860"/>
                    <a:pt x="152046" y="24848"/>
                    <a:pt x="151396" y="29105"/>
                  </a:cubicBezTo>
                  <a:lnTo>
                    <a:pt x="144047" y="75863"/>
                  </a:lnTo>
                  <a:cubicBezTo>
                    <a:pt x="140910" y="95825"/>
                    <a:pt x="129215" y="113346"/>
                    <a:pt x="111964" y="123898"/>
                  </a:cubicBezTo>
                  <a:lnTo>
                    <a:pt x="57924" y="15694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62"/>
            <p:cNvSpPr/>
            <p:nvPr/>
          </p:nvSpPr>
          <p:spPr>
            <a:xfrm>
              <a:off x="6450863" y="1167713"/>
              <a:ext cx="113598" cy="117708"/>
            </a:xfrm>
            <a:custGeom>
              <a:avLst/>
              <a:gdLst/>
              <a:ahLst/>
              <a:cxnLst/>
              <a:rect l="l" t="t" r="r" b="b"/>
              <a:pathLst>
                <a:path w="151464" h="156944" extrusionOk="0">
                  <a:moveTo>
                    <a:pt x="134383" y="156854"/>
                  </a:moveTo>
                  <a:cubicBezTo>
                    <a:pt x="130127" y="156181"/>
                    <a:pt x="127236" y="152193"/>
                    <a:pt x="127886" y="147937"/>
                  </a:cubicBezTo>
                  <a:lnTo>
                    <a:pt x="135235" y="101179"/>
                  </a:lnTo>
                  <a:cubicBezTo>
                    <a:pt x="137655" y="85719"/>
                    <a:pt x="133219" y="70059"/>
                    <a:pt x="123025" y="58207"/>
                  </a:cubicBezTo>
                  <a:lnTo>
                    <a:pt x="90404" y="20231"/>
                  </a:lnTo>
                  <a:lnTo>
                    <a:pt x="47678" y="46355"/>
                  </a:lnTo>
                  <a:cubicBezTo>
                    <a:pt x="34325" y="54510"/>
                    <a:pt x="25296" y="68065"/>
                    <a:pt x="22854" y="83501"/>
                  </a:cubicBezTo>
                  <a:lnTo>
                    <a:pt x="15506" y="130259"/>
                  </a:lnTo>
                  <a:cubicBezTo>
                    <a:pt x="14834" y="134516"/>
                    <a:pt x="10845" y="137406"/>
                    <a:pt x="6589" y="136757"/>
                  </a:cubicBezTo>
                  <a:cubicBezTo>
                    <a:pt x="2332" y="136085"/>
                    <a:pt x="-559" y="132097"/>
                    <a:pt x="91" y="127840"/>
                  </a:cubicBezTo>
                  <a:lnTo>
                    <a:pt x="7440" y="81082"/>
                  </a:lnTo>
                  <a:cubicBezTo>
                    <a:pt x="10577" y="61119"/>
                    <a:pt x="22272" y="43599"/>
                    <a:pt x="39523" y="33047"/>
                  </a:cubicBezTo>
                  <a:lnTo>
                    <a:pt x="93562" y="0"/>
                  </a:lnTo>
                  <a:lnTo>
                    <a:pt x="134832" y="48035"/>
                  </a:lnTo>
                  <a:cubicBezTo>
                    <a:pt x="148005" y="63360"/>
                    <a:pt x="153763" y="83613"/>
                    <a:pt x="150627" y="103598"/>
                  </a:cubicBezTo>
                  <a:lnTo>
                    <a:pt x="143278" y="150356"/>
                  </a:lnTo>
                  <a:cubicBezTo>
                    <a:pt x="142606" y="154613"/>
                    <a:pt x="138618" y="157503"/>
                    <a:pt x="134361" y="1568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34" name="Google Shape;1334;p62"/>
          <p:cNvGrpSpPr/>
          <p:nvPr/>
        </p:nvGrpSpPr>
        <p:grpSpPr>
          <a:xfrm>
            <a:off x="1238600" y="705184"/>
            <a:ext cx="1158056" cy="823972"/>
            <a:chOff x="1238600" y="705184"/>
            <a:chExt cx="1158056" cy="823972"/>
          </a:xfrm>
        </p:grpSpPr>
        <p:sp>
          <p:nvSpPr>
            <p:cNvPr id="1335" name="Google Shape;1335;p62"/>
            <p:cNvSpPr/>
            <p:nvPr/>
          </p:nvSpPr>
          <p:spPr>
            <a:xfrm>
              <a:off x="1238600" y="1377400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36" name="Google Shape;1336;p62"/>
            <p:cNvGrpSpPr/>
            <p:nvPr/>
          </p:nvGrpSpPr>
          <p:grpSpPr>
            <a:xfrm rot="2320970">
              <a:off x="1519631" y="766791"/>
              <a:ext cx="287313" cy="256899"/>
              <a:chOff x="2957323" y="3936947"/>
              <a:chExt cx="194554" cy="173959"/>
            </a:xfrm>
          </p:grpSpPr>
          <p:sp>
            <p:nvSpPr>
              <p:cNvPr id="1337" name="Google Shape;1337;p62"/>
              <p:cNvSpPr/>
              <p:nvPr/>
            </p:nvSpPr>
            <p:spPr>
              <a:xfrm rot="-45834">
                <a:off x="3060432" y="3936962"/>
                <a:ext cx="3360" cy="173930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231886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231886"/>
                    </a:lnTo>
                    <a:lnTo>
                      <a:pt x="0" y="23188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8" name="Google Shape;1338;p62"/>
              <p:cNvSpPr/>
              <p:nvPr/>
            </p:nvSpPr>
            <p:spPr>
              <a:xfrm rot="-206705">
                <a:off x="2957248" y="4012021"/>
                <a:ext cx="194704" cy="3355"/>
              </a:xfrm>
              <a:custGeom>
                <a:avLst/>
                <a:gdLst/>
                <a:ahLst/>
                <a:cxnLst/>
                <a:rect l="l" t="t" r="r" b="b"/>
                <a:pathLst>
                  <a:path w="260003" h="4480" extrusionOk="0">
                    <a:moveTo>
                      <a:pt x="0" y="0"/>
                    </a:moveTo>
                    <a:lnTo>
                      <a:pt x="260004" y="0"/>
                    </a:lnTo>
                    <a:lnTo>
                      <a:pt x="260004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9" name="Google Shape;1339;p62"/>
              <p:cNvSpPr/>
              <p:nvPr/>
            </p:nvSpPr>
            <p:spPr>
              <a:xfrm rot="-2667569">
                <a:off x="2985839" y="4013185"/>
                <a:ext cx="150521" cy="3358"/>
              </a:xfrm>
              <a:custGeom>
                <a:avLst/>
                <a:gdLst/>
                <a:ahLst/>
                <a:cxnLst/>
                <a:rect l="l" t="t" r="r" b="b"/>
                <a:pathLst>
                  <a:path w="200811" h="4480" extrusionOk="0">
                    <a:moveTo>
                      <a:pt x="0" y="0"/>
                    </a:moveTo>
                    <a:lnTo>
                      <a:pt x="200811" y="0"/>
                    </a:lnTo>
                    <a:lnTo>
                      <a:pt x="200811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0" name="Google Shape;1340;p62"/>
              <p:cNvSpPr/>
              <p:nvPr/>
            </p:nvSpPr>
            <p:spPr>
              <a:xfrm rot="-2716216">
                <a:off x="3069932" y="3955542"/>
                <a:ext cx="3358" cy="133807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78518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78518"/>
                    </a:lnTo>
                    <a:lnTo>
                      <a:pt x="0" y="1785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41" name="Google Shape;1341;p62"/>
            <p:cNvSpPr/>
            <p:nvPr/>
          </p:nvSpPr>
          <p:spPr>
            <a:xfrm>
              <a:off x="2244900" y="819363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63"/>
          <p:cNvSpPr txBox="1">
            <a:spLocks noGrp="1"/>
          </p:cNvSpPr>
          <p:nvPr>
            <p:ph type="title"/>
          </p:nvPr>
        </p:nvSpPr>
        <p:spPr>
          <a:xfrm>
            <a:off x="720000" y="47485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Physical and chemical changes</a:t>
            </a:r>
            <a:endParaRPr/>
          </a:p>
        </p:txBody>
      </p:sp>
      <p:sp>
        <p:nvSpPr>
          <p:cNvPr id="1347" name="Google Shape;1347;p63"/>
          <p:cNvSpPr txBox="1">
            <a:spLocks noGrp="1"/>
          </p:cNvSpPr>
          <p:nvPr>
            <p:ph type="subTitle" idx="1"/>
          </p:nvPr>
        </p:nvSpPr>
        <p:spPr>
          <a:xfrm>
            <a:off x="937907" y="1976700"/>
            <a:ext cx="3393900" cy="53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Physical changes</a:t>
            </a:r>
            <a:endParaRPr/>
          </a:p>
        </p:txBody>
      </p:sp>
      <p:sp>
        <p:nvSpPr>
          <p:cNvPr id="1348" name="Google Shape;1348;p63"/>
          <p:cNvSpPr txBox="1">
            <a:spLocks noGrp="1"/>
          </p:cNvSpPr>
          <p:nvPr>
            <p:ph type="subTitle" idx="3"/>
          </p:nvPr>
        </p:nvSpPr>
        <p:spPr>
          <a:xfrm>
            <a:off x="937900" y="2509200"/>
            <a:ext cx="3393900" cy="136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Physical changes are those that produce a change in the </a:t>
            </a:r>
            <a:r>
              <a:rPr lang="es" b="1"/>
              <a:t>form of matter but not in its composition</a:t>
            </a:r>
            <a:r>
              <a:rPr lang="es"/>
              <a:t>; they are </a:t>
            </a:r>
            <a:r>
              <a:rPr lang="es" b="1"/>
              <a:t>reversible</a:t>
            </a:r>
            <a:endParaRPr b="1"/>
          </a:p>
        </p:txBody>
      </p:sp>
      <p:sp>
        <p:nvSpPr>
          <p:cNvPr id="1349" name="Google Shape;1349;p63"/>
          <p:cNvSpPr txBox="1">
            <a:spLocks noGrp="1"/>
          </p:cNvSpPr>
          <p:nvPr>
            <p:ph type="subTitle" idx="2"/>
          </p:nvPr>
        </p:nvSpPr>
        <p:spPr>
          <a:xfrm>
            <a:off x="4812192" y="1976700"/>
            <a:ext cx="3393900" cy="53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Chemical changes</a:t>
            </a:r>
            <a:endParaRPr/>
          </a:p>
        </p:txBody>
      </p:sp>
      <p:sp>
        <p:nvSpPr>
          <p:cNvPr id="1350" name="Google Shape;1350;p63"/>
          <p:cNvSpPr txBox="1">
            <a:spLocks noGrp="1"/>
          </p:cNvSpPr>
          <p:nvPr>
            <p:ph type="subTitle" idx="4"/>
          </p:nvPr>
        </p:nvSpPr>
        <p:spPr>
          <a:xfrm>
            <a:off x="4812193" y="2509200"/>
            <a:ext cx="3393900" cy="136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Chemical changes are those that produce a </a:t>
            </a:r>
            <a:r>
              <a:rPr lang="es" b="1"/>
              <a:t>modification in the change of substances</a:t>
            </a:r>
            <a:r>
              <a:rPr lang="es"/>
              <a:t> that make up matter, they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are </a:t>
            </a:r>
            <a:r>
              <a:rPr lang="es" b="1"/>
              <a:t>irreversible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p64"/>
          <p:cNvSpPr txBox="1">
            <a:spLocks noGrp="1"/>
          </p:cNvSpPr>
          <p:nvPr>
            <p:ph type="title"/>
          </p:nvPr>
        </p:nvSpPr>
        <p:spPr>
          <a:xfrm>
            <a:off x="5035375" y="1493703"/>
            <a:ext cx="1312500" cy="109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04.</a:t>
            </a:r>
            <a:endParaRPr/>
          </a:p>
        </p:txBody>
      </p:sp>
      <p:sp>
        <p:nvSpPr>
          <p:cNvPr id="1356" name="Google Shape;1356;p64"/>
          <p:cNvSpPr txBox="1">
            <a:spLocks noGrp="1"/>
          </p:cNvSpPr>
          <p:nvPr>
            <p:ph type="title" idx="2"/>
          </p:nvPr>
        </p:nvSpPr>
        <p:spPr>
          <a:xfrm>
            <a:off x="4907625" y="2668200"/>
            <a:ext cx="3463500" cy="11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Assessment</a:t>
            </a:r>
            <a:endParaRPr b="1"/>
          </a:p>
        </p:txBody>
      </p:sp>
      <p:grpSp>
        <p:nvGrpSpPr>
          <p:cNvPr id="1357" name="Google Shape;1357;p64"/>
          <p:cNvGrpSpPr/>
          <p:nvPr/>
        </p:nvGrpSpPr>
        <p:grpSpPr>
          <a:xfrm>
            <a:off x="363912" y="79377"/>
            <a:ext cx="4830225" cy="4741041"/>
            <a:chOff x="363912" y="79377"/>
            <a:chExt cx="4830225" cy="4741041"/>
          </a:xfrm>
        </p:grpSpPr>
        <p:grpSp>
          <p:nvGrpSpPr>
            <p:cNvPr id="1358" name="Google Shape;1358;p64"/>
            <p:cNvGrpSpPr/>
            <p:nvPr/>
          </p:nvGrpSpPr>
          <p:grpSpPr>
            <a:xfrm rot="2075163">
              <a:off x="2554898" y="1064198"/>
              <a:ext cx="1944756" cy="2349879"/>
              <a:chOff x="5272174" y="3527410"/>
              <a:chExt cx="138302" cy="167113"/>
            </a:xfrm>
          </p:grpSpPr>
          <p:sp>
            <p:nvSpPr>
              <p:cNvPr id="1359" name="Google Shape;1359;p64"/>
              <p:cNvSpPr/>
              <p:nvPr/>
            </p:nvSpPr>
            <p:spPr>
              <a:xfrm>
                <a:off x="5287267" y="3544999"/>
                <a:ext cx="123209" cy="149524"/>
              </a:xfrm>
              <a:custGeom>
                <a:avLst/>
                <a:gdLst/>
                <a:ahLst/>
                <a:cxnLst/>
                <a:rect l="l" t="t" r="r" b="b"/>
                <a:pathLst>
                  <a:path w="164279" h="199365" extrusionOk="0">
                    <a:moveTo>
                      <a:pt x="154748" y="194560"/>
                    </a:moveTo>
                    <a:lnTo>
                      <a:pt x="154748" y="194560"/>
                    </a:lnTo>
                    <a:cubicBezTo>
                      <a:pt x="144218" y="202492"/>
                      <a:pt x="129229" y="200385"/>
                      <a:pt x="121298" y="189855"/>
                    </a:cubicBezTo>
                    <a:lnTo>
                      <a:pt x="0" y="28745"/>
                    </a:lnTo>
                    <a:lnTo>
                      <a:pt x="38177" y="0"/>
                    </a:lnTo>
                    <a:lnTo>
                      <a:pt x="159475" y="161111"/>
                    </a:lnTo>
                    <a:cubicBezTo>
                      <a:pt x="167406" y="171641"/>
                      <a:pt x="165300" y="186629"/>
                      <a:pt x="154770" y="19456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0" name="Google Shape;1360;p64"/>
              <p:cNvSpPr/>
              <p:nvPr/>
            </p:nvSpPr>
            <p:spPr>
              <a:xfrm>
                <a:off x="5307783" y="3569296"/>
                <a:ext cx="96250" cy="118783"/>
              </a:xfrm>
              <a:custGeom>
                <a:avLst/>
                <a:gdLst/>
                <a:ahLst/>
                <a:cxnLst/>
                <a:rect l="l" t="t" r="r" b="b"/>
                <a:pathLst>
                  <a:path w="128333" h="158377" extrusionOk="0">
                    <a:moveTo>
                      <a:pt x="0" y="18461"/>
                    </a:moveTo>
                    <a:lnTo>
                      <a:pt x="100731" y="152261"/>
                    </a:lnTo>
                    <a:cubicBezTo>
                      <a:pt x="105817" y="159027"/>
                      <a:pt x="115450" y="160394"/>
                      <a:pt x="122216" y="155285"/>
                    </a:cubicBezTo>
                    <a:cubicBezTo>
                      <a:pt x="128983" y="150199"/>
                      <a:pt x="130349" y="140565"/>
                      <a:pt x="125241" y="133799"/>
                    </a:cubicBezTo>
                    <a:lnTo>
                      <a:pt x="24511" y="0"/>
                    </a:lnTo>
                    <a:lnTo>
                      <a:pt x="0" y="1846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1" name="Google Shape;1361;p64"/>
              <p:cNvSpPr/>
              <p:nvPr/>
            </p:nvSpPr>
            <p:spPr>
              <a:xfrm rot="-2212194">
                <a:off x="5272653" y="3539900"/>
                <a:ext cx="47435" cy="17408"/>
              </a:xfrm>
              <a:custGeom>
                <a:avLst/>
                <a:gdLst/>
                <a:ahLst/>
                <a:cxnLst/>
                <a:rect l="l" t="t" r="r" b="b"/>
                <a:pathLst>
                  <a:path w="63247" h="23211" extrusionOk="0">
                    <a:moveTo>
                      <a:pt x="0" y="0"/>
                    </a:moveTo>
                    <a:lnTo>
                      <a:pt x="63248" y="0"/>
                    </a:lnTo>
                    <a:lnTo>
                      <a:pt x="63248" y="23211"/>
                    </a:lnTo>
                    <a:lnTo>
                      <a:pt x="0" y="2321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2" name="Google Shape;1362;p64"/>
              <p:cNvSpPr/>
              <p:nvPr/>
            </p:nvSpPr>
            <p:spPr>
              <a:xfrm>
                <a:off x="5301952" y="3540831"/>
                <a:ext cx="90990" cy="132679"/>
              </a:xfrm>
              <a:custGeom>
                <a:avLst/>
                <a:gdLst/>
                <a:ahLst/>
                <a:cxnLst/>
                <a:rect l="l" t="t" r="r" b="b"/>
                <a:pathLst>
                  <a:path w="121320" h="176905" extrusionOk="0">
                    <a:moveTo>
                      <a:pt x="119528" y="176905"/>
                    </a:moveTo>
                    <a:lnTo>
                      <a:pt x="0" y="18148"/>
                    </a:lnTo>
                    <a:lnTo>
                      <a:pt x="24085" y="0"/>
                    </a:lnTo>
                    <a:lnTo>
                      <a:pt x="25429" y="1792"/>
                    </a:lnTo>
                    <a:lnTo>
                      <a:pt x="3137" y="18596"/>
                    </a:lnTo>
                    <a:lnTo>
                      <a:pt x="121320" y="175561"/>
                    </a:lnTo>
                    <a:lnTo>
                      <a:pt x="119528" y="17690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63" name="Google Shape;1363;p64"/>
            <p:cNvGrpSpPr/>
            <p:nvPr/>
          </p:nvGrpSpPr>
          <p:grpSpPr>
            <a:xfrm rot="750601">
              <a:off x="1737791" y="1394091"/>
              <a:ext cx="1944756" cy="2349879"/>
              <a:chOff x="5272174" y="3527410"/>
              <a:chExt cx="138302" cy="167113"/>
            </a:xfrm>
          </p:grpSpPr>
          <p:sp>
            <p:nvSpPr>
              <p:cNvPr id="1364" name="Google Shape;1364;p64"/>
              <p:cNvSpPr/>
              <p:nvPr/>
            </p:nvSpPr>
            <p:spPr>
              <a:xfrm>
                <a:off x="5287267" y="3544999"/>
                <a:ext cx="123209" cy="149524"/>
              </a:xfrm>
              <a:custGeom>
                <a:avLst/>
                <a:gdLst/>
                <a:ahLst/>
                <a:cxnLst/>
                <a:rect l="l" t="t" r="r" b="b"/>
                <a:pathLst>
                  <a:path w="164279" h="199365" extrusionOk="0">
                    <a:moveTo>
                      <a:pt x="154748" y="194560"/>
                    </a:moveTo>
                    <a:lnTo>
                      <a:pt x="154748" y="194560"/>
                    </a:lnTo>
                    <a:cubicBezTo>
                      <a:pt x="144218" y="202492"/>
                      <a:pt x="129229" y="200385"/>
                      <a:pt x="121298" y="189855"/>
                    </a:cubicBezTo>
                    <a:lnTo>
                      <a:pt x="0" y="28745"/>
                    </a:lnTo>
                    <a:lnTo>
                      <a:pt x="38177" y="0"/>
                    </a:lnTo>
                    <a:lnTo>
                      <a:pt x="159475" y="161111"/>
                    </a:lnTo>
                    <a:cubicBezTo>
                      <a:pt x="167406" y="171641"/>
                      <a:pt x="165300" y="186629"/>
                      <a:pt x="154770" y="19456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5" name="Google Shape;1365;p64"/>
              <p:cNvSpPr/>
              <p:nvPr/>
            </p:nvSpPr>
            <p:spPr>
              <a:xfrm>
                <a:off x="5307783" y="3569296"/>
                <a:ext cx="96250" cy="118783"/>
              </a:xfrm>
              <a:custGeom>
                <a:avLst/>
                <a:gdLst/>
                <a:ahLst/>
                <a:cxnLst/>
                <a:rect l="l" t="t" r="r" b="b"/>
                <a:pathLst>
                  <a:path w="128333" h="158377" extrusionOk="0">
                    <a:moveTo>
                      <a:pt x="0" y="18461"/>
                    </a:moveTo>
                    <a:lnTo>
                      <a:pt x="100731" y="152261"/>
                    </a:lnTo>
                    <a:cubicBezTo>
                      <a:pt x="105817" y="159027"/>
                      <a:pt x="115450" y="160394"/>
                      <a:pt x="122216" y="155285"/>
                    </a:cubicBezTo>
                    <a:cubicBezTo>
                      <a:pt x="128983" y="150199"/>
                      <a:pt x="130349" y="140565"/>
                      <a:pt x="125241" y="133799"/>
                    </a:cubicBezTo>
                    <a:lnTo>
                      <a:pt x="24511" y="0"/>
                    </a:lnTo>
                    <a:lnTo>
                      <a:pt x="0" y="1846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6" name="Google Shape;1366;p64"/>
              <p:cNvSpPr/>
              <p:nvPr/>
            </p:nvSpPr>
            <p:spPr>
              <a:xfrm rot="-2212194">
                <a:off x="5272653" y="3539900"/>
                <a:ext cx="47435" cy="17408"/>
              </a:xfrm>
              <a:custGeom>
                <a:avLst/>
                <a:gdLst/>
                <a:ahLst/>
                <a:cxnLst/>
                <a:rect l="l" t="t" r="r" b="b"/>
                <a:pathLst>
                  <a:path w="63247" h="23211" extrusionOk="0">
                    <a:moveTo>
                      <a:pt x="0" y="0"/>
                    </a:moveTo>
                    <a:lnTo>
                      <a:pt x="63248" y="0"/>
                    </a:lnTo>
                    <a:lnTo>
                      <a:pt x="63248" y="23211"/>
                    </a:lnTo>
                    <a:lnTo>
                      <a:pt x="0" y="2321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7" name="Google Shape;1367;p64"/>
              <p:cNvSpPr/>
              <p:nvPr/>
            </p:nvSpPr>
            <p:spPr>
              <a:xfrm>
                <a:off x="5301952" y="3540831"/>
                <a:ext cx="90990" cy="132679"/>
              </a:xfrm>
              <a:custGeom>
                <a:avLst/>
                <a:gdLst/>
                <a:ahLst/>
                <a:cxnLst/>
                <a:rect l="l" t="t" r="r" b="b"/>
                <a:pathLst>
                  <a:path w="121320" h="176905" extrusionOk="0">
                    <a:moveTo>
                      <a:pt x="119528" y="176905"/>
                    </a:moveTo>
                    <a:lnTo>
                      <a:pt x="0" y="18148"/>
                    </a:lnTo>
                    <a:lnTo>
                      <a:pt x="24085" y="0"/>
                    </a:lnTo>
                    <a:lnTo>
                      <a:pt x="25429" y="1792"/>
                    </a:lnTo>
                    <a:lnTo>
                      <a:pt x="3137" y="18596"/>
                    </a:lnTo>
                    <a:lnTo>
                      <a:pt x="121320" y="175561"/>
                    </a:lnTo>
                    <a:lnTo>
                      <a:pt x="119528" y="17690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68" name="Google Shape;1368;p64"/>
            <p:cNvGrpSpPr/>
            <p:nvPr/>
          </p:nvGrpSpPr>
          <p:grpSpPr>
            <a:xfrm rot="-365128">
              <a:off x="1134640" y="2000251"/>
              <a:ext cx="1944755" cy="2349877"/>
              <a:chOff x="5272174" y="3527410"/>
              <a:chExt cx="138302" cy="167113"/>
            </a:xfrm>
          </p:grpSpPr>
          <p:sp>
            <p:nvSpPr>
              <p:cNvPr id="1369" name="Google Shape;1369;p64"/>
              <p:cNvSpPr/>
              <p:nvPr/>
            </p:nvSpPr>
            <p:spPr>
              <a:xfrm>
                <a:off x="5287267" y="3544999"/>
                <a:ext cx="123209" cy="149524"/>
              </a:xfrm>
              <a:custGeom>
                <a:avLst/>
                <a:gdLst/>
                <a:ahLst/>
                <a:cxnLst/>
                <a:rect l="l" t="t" r="r" b="b"/>
                <a:pathLst>
                  <a:path w="164279" h="199365" extrusionOk="0">
                    <a:moveTo>
                      <a:pt x="154748" y="194560"/>
                    </a:moveTo>
                    <a:lnTo>
                      <a:pt x="154748" y="194560"/>
                    </a:lnTo>
                    <a:cubicBezTo>
                      <a:pt x="144218" y="202492"/>
                      <a:pt x="129229" y="200385"/>
                      <a:pt x="121298" y="189855"/>
                    </a:cubicBezTo>
                    <a:lnTo>
                      <a:pt x="0" y="28745"/>
                    </a:lnTo>
                    <a:lnTo>
                      <a:pt x="38177" y="0"/>
                    </a:lnTo>
                    <a:lnTo>
                      <a:pt x="159475" y="161111"/>
                    </a:lnTo>
                    <a:cubicBezTo>
                      <a:pt x="167406" y="171641"/>
                      <a:pt x="165300" y="186629"/>
                      <a:pt x="154770" y="19456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0" name="Google Shape;1370;p64"/>
              <p:cNvSpPr/>
              <p:nvPr/>
            </p:nvSpPr>
            <p:spPr>
              <a:xfrm>
                <a:off x="5307783" y="3569296"/>
                <a:ext cx="96250" cy="118783"/>
              </a:xfrm>
              <a:custGeom>
                <a:avLst/>
                <a:gdLst/>
                <a:ahLst/>
                <a:cxnLst/>
                <a:rect l="l" t="t" r="r" b="b"/>
                <a:pathLst>
                  <a:path w="128333" h="158377" extrusionOk="0">
                    <a:moveTo>
                      <a:pt x="0" y="18461"/>
                    </a:moveTo>
                    <a:lnTo>
                      <a:pt x="100731" y="152261"/>
                    </a:lnTo>
                    <a:cubicBezTo>
                      <a:pt x="105817" y="159027"/>
                      <a:pt x="115450" y="160394"/>
                      <a:pt x="122216" y="155285"/>
                    </a:cubicBezTo>
                    <a:cubicBezTo>
                      <a:pt x="128983" y="150199"/>
                      <a:pt x="130349" y="140565"/>
                      <a:pt x="125241" y="133799"/>
                    </a:cubicBezTo>
                    <a:lnTo>
                      <a:pt x="24511" y="0"/>
                    </a:lnTo>
                    <a:lnTo>
                      <a:pt x="0" y="1846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1" name="Google Shape;1371;p64"/>
              <p:cNvSpPr/>
              <p:nvPr/>
            </p:nvSpPr>
            <p:spPr>
              <a:xfrm rot="-2212194">
                <a:off x="5272653" y="3539900"/>
                <a:ext cx="47435" cy="17408"/>
              </a:xfrm>
              <a:custGeom>
                <a:avLst/>
                <a:gdLst/>
                <a:ahLst/>
                <a:cxnLst/>
                <a:rect l="l" t="t" r="r" b="b"/>
                <a:pathLst>
                  <a:path w="63247" h="23211" extrusionOk="0">
                    <a:moveTo>
                      <a:pt x="0" y="0"/>
                    </a:moveTo>
                    <a:lnTo>
                      <a:pt x="63248" y="0"/>
                    </a:lnTo>
                    <a:lnTo>
                      <a:pt x="63248" y="23211"/>
                    </a:lnTo>
                    <a:lnTo>
                      <a:pt x="0" y="2321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2" name="Google Shape;1372;p64"/>
              <p:cNvSpPr/>
              <p:nvPr/>
            </p:nvSpPr>
            <p:spPr>
              <a:xfrm>
                <a:off x="5301952" y="3540831"/>
                <a:ext cx="90990" cy="132679"/>
              </a:xfrm>
              <a:custGeom>
                <a:avLst/>
                <a:gdLst/>
                <a:ahLst/>
                <a:cxnLst/>
                <a:rect l="l" t="t" r="r" b="b"/>
                <a:pathLst>
                  <a:path w="121320" h="176905" extrusionOk="0">
                    <a:moveTo>
                      <a:pt x="119528" y="176905"/>
                    </a:moveTo>
                    <a:lnTo>
                      <a:pt x="0" y="18148"/>
                    </a:lnTo>
                    <a:lnTo>
                      <a:pt x="24085" y="0"/>
                    </a:lnTo>
                    <a:lnTo>
                      <a:pt x="25429" y="1792"/>
                    </a:lnTo>
                    <a:lnTo>
                      <a:pt x="3137" y="18596"/>
                    </a:lnTo>
                    <a:lnTo>
                      <a:pt x="121320" y="175561"/>
                    </a:lnTo>
                    <a:lnTo>
                      <a:pt x="119528" y="17690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73" name="Google Shape;1373;p64"/>
            <p:cNvSpPr/>
            <p:nvPr/>
          </p:nvSpPr>
          <p:spPr>
            <a:xfrm>
              <a:off x="582925" y="3371255"/>
              <a:ext cx="1358997" cy="1358964"/>
            </a:xfrm>
            <a:custGeom>
              <a:avLst/>
              <a:gdLst/>
              <a:ahLst/>
              <a:cxnLst/>
              <a:rect l="l" t="t" r="r" b="b"/>
              <a:pathLst>
                <a:path w="895550" h="895528" extrusionOk="0">
                  <a:moveTo>
                    <a:pt x="695075" y="349621"/>
                  </a:moveTo>
                  <a:lnTo>
                    <a:pt x="809517" y="178743"/>
                  </a:lnTo>
                  <a:lnTo>
                    <a:pt x="612985" y="239145"/>
                  </a:lnTo>
                  <a:lnTo>
                    <a:pt x="626450" y="33988"/>
                  </a:lnTo>
                  <a:lnTo>
                    <a:pt x="486355" y="184456"/>
                  </a:lnTo>
                  <a:lnTo>
                    <a:pt x="395551" y="0"/>
                  </a:lnTo>
                  <a:lnTo>
                    <a:pt x="349644" y="200475"/>
                  </a:lnTo>
                  <a:lnTo>
                    <a:pt x="178743" y="86033"/>
                  </a:lnTo>
                  <a:lnTo>
                    <a:pt x="239145" y="282565"/>
                  </a:lnTo>
                  <a:lnTo>
                    <a:pt x="33987" y="269100"/>
                  </a:lnTo>
                  <a:lnTo>
                    <a:pt x="184455" y="409195"/>
                  </a:lnTo>
                  <a:lnTo>
                    <a:pt x="0" y="499978"/>
                  </a:lnTo>
                  <a:lnTo>
                    <a:pt x="200475" y="545907"/>
                  </a:lnTo>
                  <a:lnTo>
                    <a:pt x="86033" y="716785"/>
                  </a:lnTo>
                  <a:lnTo>
                    <a:pt x="282565" y="656405"/>
                  </a:lnTo>
                  <a:lnTo>
                    <a:pt x="269099" y="861563"/>
                  </a:lnTo>
                  <a:lnTo>
                    <a:pt x="409195" y="711072"/>
                  </a:lnTo>
                  <a:lnTo>
                    <a:pt x="499977" y="895528"/>
                  </a:lnTo>
                  <a:lnTo>
                    <a:pt x="545906" y="695075"/>
                  </a:lnTo>
                  <a:lnTo>
                    <a:pt x="716785" y="809495"/>
                  </a:lnTo>
                  <a:lnTo>
                    <a:pt x="656405" y="612963"/>
                  </a:lnTo>
                  <a:lnTo>
                    <a:pt x="861563" y="626451"/>
                  </a:lnTo>
                  <a:lnTo>
                    <a:pt x="711072" y="486356"/>
                  </a:lnTo>
                  <a:lnTo>
                    <a:pt x="895550" y="395550"/>
                  </a:lnTo>
                  <a:lnTo>
                    <a:pt x="695075" y="34962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74" name="Google Shape;1374;p64"/>
            <p:cNvGrpSpPr/>
            <p:nvPr/>
          </p:nvGrpSpPr>
          <p:grpSpPr>
            <a:xfrm rot="-1884521">
              <a:off x="476026" y="1210903"/>
              <a:ext cx="1134763" cy="743195"/>
              <a:chOff x="3925143" y="3783342"/>
              <a:chExt cx="240326" cy="157397"/>
            </a:xfrm>
          </p:grpSpPr>
          <p:sp>
            <p:nvSpPr>
              <p:cNvPr id="1375" name="Google Shape;1375;p64"/>
              <p:cNvSpPr/>
              <p:nvPr/>
            </p:nvSpPr>
            <p:spPr>
              <a:xfrm>
                <a:off x="3955855" y="3817011"/>
                <a:ext cx="93460" cy="100786"/>
              </a:xfrm>
              <a:custGeom>
                <a:avLst/>
                <a:gdLst/>
                <a:ahLst/>
                <a:cxnLst/>
                <a:rect l="l" t="t" r="r" b="b"/>
                <a:pathLst>
                  <a:path w="124613" h="134381" extrusionOk="0">
                    <a:moveTo>
                      <a:pt x="70529" y="134382"/>
                    </a:moveTo>
                    <a:lnTo>
                      <a:pt x="8223" y="107900"/>
                    </a:lnTo>
                    <a:lnTo>
                      <a:pt x="0" y="40709"/>
                    </a:lnTo>
                    <a:lnTo>
                      <a:pt x="54084" y="0"/>
                    </a:lnTo>
                    <a:lnTo>
                      <a:pt x="116391" y="26482"/>
                    </a:lnTo>
                    <a:lnTo>
                      <a:pt x="124614" y="93673"/>
                    </a:lnTo>
                    <a:lnTo>
                      <a:pt x="70529" y="134382"/>
                    </a:lnTo>
                    <a:close/>
                    <a:moveTo>
                      <a:pt x="10306" y="106354"/>
                    </a:moveTo>
                    <a:lnTo>
                      <a:pt x="70216" y="131805"/>
                    </a:lnTo>
                    <a:lnTo>
                      <a:pt x="122216" y="92642"/>
                    </a:lnTo>
                    <a:lnTo>
                      <a:pt x="114308" y="28028"/>
                    </a:lnTo>
                    <a:lnTo>
                      <a:pt x="54398" y="2554"/>
                    </a:lnTo>
                    <a:lnTo>
                      <a:pt x="2397" y="41717"/>
                    </a:lnTo>
                    <a:lnTo>
                      <a:pt x="10306" y="1063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6" name="Google Shape;1376;p64"/>
              <p:cNvSpPr/>
              <p:nvPr/>
            </p:nvSpPr>
            <p:spPr>
              <a:xfrm>
                <a:off x="4041468" y="3806543"/>
                <a:ext cx="93460" cy="100786"/>
              </a:xfrm>
              <a:custGeom>
                <a:avLst/>
                <a:gdLst/>
                <a:ahLst/>
                <a:cxnLst/>
                <a:rect l="l" t="t" r="r" b="b"/>
                <a:pathLst>
                  <a:path w="124613" h="134381" extrusionOk="0">
                    <a:moveTo>
                      <a:pt x="70529" y="134382"/>
                    </a:moveTo>
                    <a:lnTo>
                      <a:pt x="8222" y="107900"/>
                    </a:lnTo>
                    <a:lnTo>
                      <a:pt x="0" y="40709"/>
                    </a:lnTo>
                    <a:lnTo>
                      <a:pt x="54084" y="0"/>
                    </a:lnTo>
                    <a:lnTo>
                      <a:pt x="116391" y="26482"/>
                    </a:lnTo>
                    <a:lnTo>
                      <a:pt x="124614" y="93673"/>
                    </a:lnTo>
                    <a:lnTo>
                      <a:pt x="70552" y="134382"/>
                    </a:lnTo>
                    <a:close/>
                    <a:moveTo>
                      <a:pt x="10306" y="106354"/>
                    </a:moveTo>
                    <a:lnTo>
                      <a:pt x="70215" y="131805"/>
                    </a:lnTo>
                    <a:lnTo>
                      <a:pt x="122216" y="92642"/>
                    </a:lnTo>
                    <a:lnTo>
                      <a:pt x="114308" y="28028"/>
                    </a:lnTo>
                    <a:lnTo>
                      <a:pt x="54398" y="2576"/>
                    </a:lnTo>
                    <a:lnTo>
                      <a:pt x="2397" y="41739"/>
                    </a:lnTo>
                    <a:lnTo>
                      <a:pt x="10306" y="10635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7" name="Google Shape;1377;p64"/>
              <p:cNvSpPr/>
              <p:nvPr/>
            </p:nvSpPr>
            <p:spPr>
              <a:xfrm rot="-413295">
                <a:off x="3993713" y="3783318"/>
                <a:ext cx="1681" cy="34667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46197" extrusionOk="0">
                    <a:moveTo>
                      <a:pt x="0" y="0"/>
                    </a:moveTo>
                    <a:lnTo>
                      <a:pt x="2241" y="0"/>
                    </a:lnTo>
                    <a:lnTo>
                      <a:pt x="2241" y="46198"/>
                    </a:lnTo>
                    <a:lnTo>
                      <a:pt x="0" y="4619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8" name="Google Shape;1378;p64"/>
              <p:cNvSpPr/>
              <p:nvPr/>
            </p:nvSpPr>
            <p:spPr>
              <a:xfrm rot="-413295">
                <a:off x="4095626" y="3906097"/>
                <a:ext cx="1681" cy="34667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46197" extrusionOk="0">
                    <a:moveTo>
                      <a:pt x="0" y="0"/>
                    </a:moveTo>
                    <a:lnTo>
                      <a:pt x="2241" y="0"/>
                    </a:lnTo>
                    <a:lnTo>
                      <a:pt x="2241" y="46198"/>
                    </a:lnTo>
                    <a:lnTo>
                      <a:pt x="0" y="4619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9" name="Google Shape;1379;p64"/>
              <p:cNvSpPr/>
              <p:nvPr/>
            </p:nvSpPr>
            <p:spPr>
              <a:xfrm rot="-4446430">
                <a:off x="4148738" y="3863950"/>
                <a:ext cx="1677" cy="32572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43509" extrusionOk="0">
                    <a:moveTo>
                      <a:pt x="0" y="0"/>
                    </a:moveTo>
                    <a:lnTo>
                      <a:pt x="2240" y="0"/>
                    </a:lnTo>
                    <a:lnTo>
                      <a:pt x="2240" y="43509"/>
                    </a:lnTo>
                    <a:lnTo>
                      <a:pt x="0" y="4350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0" name="Google Shape;1380;p64"/>
              <p:cNvSpPr/>
              <p:nvPr/>
            </p:nvSpPr>
            <p:spPr>
              <a:xfrm rot="-4446430">
                <a:off x="3940198" y="3827192"/>
                <a:ext cx="1677" cy="32572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43509" extrusionOk="0">
                    <a:moveTo>
                      <a:pt x="0" y="0"/>
                    </a:moveTo>
                    <a:lnTo>
                      <a:pt x="2240" y="0"/>
                    </a:lnTo>
                    <a:lnTo>
                      <a:pt x="2240" y="43509"/>
                    </a:lnTo>
                    <a:lnTo>
                      <a:pt x="0" y="4350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81" name="Google Shape;1381;p64"/>
            <p:cNvGrpSpPr/>
            <p:nvPr/>
          </p:nvGrpSpPr>
          <p:grpSpPr>
            <a:xfrm rot="-529225">
              <a:off x="417969" y="2478635"/>
              <a:ext cx="494376" cy="743197"/>
              <a:chOff x="2993166" y="926240"/>
              <a:chExt cx="181226" cy="272437"/>
            </a:xfrm>
          </p:grpSpPr>
          <p:sp>
            <p:nvSpPr>
              <p:cNvPr id="1382" name="Google Shape;1382;p64"/>
              <p:cNvSpPr/>
              <p:nvPr/>
            </p:nvSpPr>
            <p:spPr>
              <a:xfrm>
                <a:off x="2993166" y="926240"/>
                <a:ext cx="181226" cy="272437"/>
              </a:xfrm>
              <a:custGeom>
                <a:avLst/>
                <a:gdLst/>
                <a:ahLst/>
                <a:cxnLst/>
                <a:rect l="l" t="t" r="r" b="b"/>
                <a:pathLst>
                  <a:path w="241634" h="363249" extrusionOk="0">
                    <a:moveTo>
                      <a:pt x="227216" y="140690"/>
                    </a:moveTo>
                    <a:lnTo>
                      <a:pt x="143670" y="132423"/>
                    </a:lnTo>
                    <a:lnTo>
                      <a:pt x="171227" y="19840"/>
                    </a:lnTo>
                    <a:cubicBezTo>
                      <a:pt x="175170" y="3709"/>
                      <a:pt x="154939" y="-6978"/>
                      <a:pt x="143826" y="5367"/>
                    </a:cubicBezTo>
                    <a:lnTo>
                      <a:pt x="4112" y="160787"/>
                    </a:lnTo>
                    <a:cubicBezTo>
                      <a:pt x="-4581" y="170466"/>
                      <a:pt x="1312" y="185925"/>
                      <a:pt x="14262" y="187336"/>
                    </a:cubicBezTo>
                    <a:lnTo>
                      <a:pt x="101101" y="196791"/>
                    </a:lnTo>
                    <a:lnTo>
                      <a:pt x="64089" y="344078"/>
                    </a:lnTo>
                    <a:cubicBezTo>
                      <a:pt x="60034" y="360231"/>
                      <a:pt x="80982" y="370380"/>
                      <a:pt x="91131" y="357184"/>
                    </a:cubicBezTo>
                    <a:lnTo>
                      <a:pt x="238620" y="165873"/>
                    </a:lnTo>
                    <a:cubicBezTo>
                      <a:pt x="245789" y="155880"/>
                      <a:pt x="239449" y="141877"/>
                      <a:pt x="227216" y="14066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3" name="Google Shape;1383;p64"/>
              <p:cNvSpPr/>
              <p:nvPr/>
            </p:nvSpPr>
            <p:spPr>
              <a:xfrm>
                <a:off x="3043988" y="927157"/>
                <a:ext cx="120479" cy="135334"/>
              </a:xfrm>
              <a:custGeom>
                <a:avLst/>
                <a:gdLst/>
                <a:ahLst/>
                <a:cxnLst/>
                <a:rect l="l" t="t" r="r" b="b"/>
                <a:pathLst>
                  <a:path w="160639" h="180445" extrusionOk="0">
                    <a:moveTo>
                      <a:pt x="160214" y="180445"/>
                    </a:moveTo>
                    <a:lnTo>
                      <a:pt x="0" y="165255"/>
                    </a:lnTo>
                    <a:lnTo>
                      <a:pt x="94233" y="0"/>
                    </a:lnTo>
                    <a:lnTo>
                      <a:pt x="98131" y="2218"/>
                    </a:lnTo>
                    <a:lnTo>
                      <a:pt x="7326" y="161446"/>
                    </a:lnTo>
                    <a:lnTo>
                      <a:pt x="160640" y="175987"/>
                    </a:lnTo>
                    <a:lnTo>
                      <a:pt x="160214" y="18044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84" name="Google Shape;1384;p64"/>
            <p:cNvGrpSpPr/>
            <p:nvPr/>
          </p:nvGrpSpPr>
          <p:grpSpPr>
            <a:xfrm rot="2045224">
              <a:off x="3998073" y="298387"/>
              <a:ext cx="1045011" cy="859388"/>
              <a:chOff x="6450059" y="3493418"/>
              <a:chExt cx="375098" cy="308495"/>
            </a:xfrm>
          </p:grpSpPr>
          <p:sp>
            <p:nvSpPr>
              <p:cNvPr id="1385" name="Google Shape;1385;p64"/>
              <p:cNvSpPr/>
              <p:nvPr/>
            </p:nvSpPr>
            <p:spPr>
              <a:xfrm rot="-2700000">
                <a:off x="6526781" y="3538596"/>
                <a:ext cx="218139" cy="218139"/>
              </a:xfrm>
              <a:custGeom>
                <a:avLst/>
                <a:gdLst/>
                <a:ahLst/>
                <a:cxnLst/>
                <a:rect l="l" t="t" r="r" b="b"/>
                <a:pathLst>
                  <a:path w="291033" h="291033" extrusionOk="0">
                    <a:moveTo>
                      <a:pt x="291034" y="145517"/>
                    </a:moveTo>
                    <a:cubicBezTo>
                      <a:pt x="291034" y="225884"/>
                      <a:pt x="225884" y="291034"/>
                      <a:pt x="145517" y="291034"/>
                    </a:cubicBezTo>
                    <a:cubicBezTo>
                      <a:pt x="65150" y="291034"/>
                      <a:pt x="0" y="225884"/>
                      <a:pt x="0" y="145517"/>
                    </a:cubicBezTo>
                    <a:cubicBezTo>
                      <a:pt x="0" y="65150"/>
                      <a:pt x="65150" y="0"/>
                      <a:pt x="145517" y="0"/>
                    </a:cubicBezTo>
                    <a:cubicBezTo>
                      <a:pt x="225884" y="0"/>
                      <a:pt x="291034" y="65150"/>
                      <a:pt x="291034" y="14551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6" name="Google Shape;1386;p64"/>
              <p:cNvSpPr/>
              <p:nvPr/>
            </p:nvSpPr>
            <p:spPr>
              <a:xfrm>
                <a:off x="6552423" y="3558567"/>
                <a:ext cx="172641" cy="178224"/>
              </a:xfrm>
              <a:custGeom>
                <a:avLst/>
                <a:gdLst/>
                <a:ahLst/>
                <a:cxnLst/>
                <a:rect l="l" t="t" r="r" b="b"/>
                <a:pathLst>
                  <a:path w="230188" h="237632" extrusionOk="0">
                    <a:moveTo>
                      <a:pt x="111283" y="237633"/>
                    </a:moveTo>
                    <a:cubicBezTo>
                      <a:pt x="94412" y="237633"/>
                      <a:pt x="77609" y="234003"/>
                      <a:pt x="61836" y="226767"/>
                    </a:cubicBezTo>
                    <a:cubicBezTo>
                      <a:pt x="33002" y="213548"/>
                      <a:pt x="11023" y="189889"/>
                      <a:pt x="0" y="160136"/>
                    </a:cubicBezTo>
                    <a:lnTo>
                      <a:pt x="2106" y="159351"/>
                    </a:lnTo>
                    <a:cubicBezTo>
                      <a:pt x="12927" y="188544"/>
                      <a:pt x="34480" y="211756"/>
                      <a:pt x="62777" y="224728"/>
                    </a:cubicBezTo>
                    <a:cubicBezTo>
                      <a:pt x="91074" y="237700"/>
                      <a:pt x="122732" y="238887"/>
                      <a:pt x="151924" y="228044"/>
                    </a:cubicBezTo>
                    <a:cubicBezTo>
                      <a:pt x="181117" y="217200"/>
                      <a:pt x="204328" y="195669"/>
                      <a:pt x="217301" y="167372"/>
                    </a:cubicBezTo>
                    <a:cubicBezTo>
                      <a:pt x="230273" y="139076"/>
                      <a:pt x="231460" y="107418"/>
                      <a:pt x="220616" y="78225"/>
                    </a:cubicBezTo>
                    <a:cubicBezTo>
                      <a:pt x="198257" y="17980"/>
                      <a:pt x="131044" y="-12826"/>
                      <a:pt x="70798" y="9533"/>
                    </a:cubicBezTo>
                    <a:lnTo>
                      <a:pt x="70014" y="7427"/>
                    </a:lnTo>
                    <a:cubicBezTo>
                      <a:pt x="131424" y="-15358"/>
                      <a:pt x="199915" y="16053"/>
                      <a:pt x="222700" y="77441"/>
                    </a:cubicBezTo>
                    <a:cubicBezTo>
                      <a:pt x="233745" y="107194"/>
                      <a:pt x="232535" y="139457"/>
                      <a:pt x="219317" y="168291"/>
                    </a:cubicBezTo>
                    <a:cubicBezTo>
                      <a:pt x="206098" y="197126"/>
                      <a:pt x="182439" y="219104"/>
                      <a:pt x="152686" y="230127"/>
                    </a:cubicBezTo>
                    <a:cubicBezTo>
                      <a:pt x="139221" y="235123"/>
                      <a:pt x="125241" y="237610"/>
                      <a:pt x="111283" y="23761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7" name="Google Shape;1387;p64"/>
              <p:cNvSpPr/>
              <p:nvPr/>
            </p:nvSpPr>
            <p:spPr>
              <a:xfrm>
                <a:off x="6450059" y="3577630"/>
                <a:ext cx="375098" cy="148996"/>
              </a:xfrm>
              <a:custGeom>
                <a:avLst/>
                <a:gdLst/>
                <a:ahLst/>
                <a:cxnLst/>
                <a:rect l="l" t="t" r="r" b="b"/>
                <a:pathLst>
                  <a:path w="500131" h="198661" extrusionOk="0">
                    <a:moveTo>
                      <a:pt x="20588" y="198662"/>
                    </a:moveTo>
                    <a:cubicBezTo>
                      <a:pt x="9744" y="198662"/>
                      <a:pt x="2148" y="196780"/>
                      <a:pt x="379" y="192008"/>
                    </a:cubicBezTo>
                    <a:cubicBezTo>
                      <a:pt x="-6052" y="174689"/>
                      <a:pt x="71064" y="135997"/>
                      <a:pt x="104537" y="120179"/>
                    </a:cubicBezTo>
                    <a:lnTo>
                      <a:pt x="105500" y="122195"/>
                    </a:lnTo>
                    <a:cubicBezTo>
                      <a:pt x="24822" y="160372"/>
                      <a:pt x="-607" y="182889"/>
                      <a:pt x="2485" y="191223"/>
                    </a:cubicBezTo>
                    <a:cubicBezTo>
                      <a:pt x="6450" y="201865"/>
                      <a:pt x="55785" y="195749"/>
                      <a:pt x="128218" y="175607"/>
                    </a:cubicBezTo>
                    <a:cubicBezTo>
                      <a:pt x="168838" y="164338"/>
                      <a:pt x="215147" y="149148"/>
                      <a:pt x="262107" y="131717"/>
                    </a:cubicBezTo>
                    <a:cubicBezTo>
                      <a:pt x="309067" y="114286"/>
                      <a:pt x="354033" y="95579"/>
                      <a:pt x="392187" y="77610"/>
                    </a:cubicBezTo>
                    <a:cubicBezTo>
                      <a:pt x="460208" y="45617"/>
                      <a:pt x="501611" y="18059"/>
                      <a:pt x="497645" y="7395"/>
                    </a:cubicBezTo>
                    <a:cubicBezTo>
                      <a:pt x="494553" y="-940"/>
                      <a:pt x="460588" y="-1410"/>
                      <a:pt x="374555" y="22294"/>
                    </a:cubicBezTo>
                    <a:lnTo>
                      <a:pt x="373950" y="20143"/>
                    </a:lnTo>
                    <a:cubicBezTo>
                      <a:pt x="409641" y="10307"/>
                      <a:pt x="493321" y="-10685"/>
                      <a:pt x="499751" y="6611"/>
                    </a:cubicBezTo>
                    <a:cubicBezTo>
                      <a:pt x="506271" y="24198"/>
                      <a:pt x="427362" y="63518"/>
                      <a:pt x="393128" y="79627"/>
                    </a:cubicBezTo>
                    <a:cubicBezTo>
                      <a:pt x="354929" y="97617"/>
                      <a:pt x="309874" y="116348"/>
                      <a:pt x="262869" y="133801"/>
                    </a:cubicBezTo>
                    <a:cubicBezTo>
                      <a:pt x="215842" y="151254"/>
                      <a:pt x="169487" y="166444"/>
                      <a:pt x="128801" y="177736"/>
                    </a:cubicBezTo>
                    <a:cubicBezTo>
                      <a:pt x="102252" y="185129"/>
                      <a:pt x="49691" y="198639"/>
                      <a:pt x="20588" y="1986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8" name="Google Shape;1388;p64"/>
              <p:cNvSpPr/>
              <p:nvPr/>
            </p:nvSpPr>
            <p:spPr>
              <a:xfrm>
                <a:off x="6509341" y="3594800"/>
                <a:ext cx="248904" cy="94169"/>
              </a:xfrm>
              <a:custGeom>
                <a:avLst/>
                <a:gdLst/>
                <a:ahLst/>
                <a:cxnLst/>
                <a:rect l="l" t="t" r="r" b="b"/>
                <a:pathLst>
                  <a:path w="331872" h="125559" extrusionOk="0">
                    <a:moveTo>
                      <a:pt x="2798" y="125515"/>
                    </a:moveTo>
                    <a:cubicBezTo>
                      <a:pt x="602" y="125515"/>
                      <a:pt x="356" y="124865"/>
                      <a:pt x="154" y="124283"/>
                    </a:cubicBezTo>
                    <a:cubicBezTo>
                      <a:pt x="-384" y="122849"/>
                      <a:pt x="-1101" y="120900"/>
                      <a:pt x="27980" y="107815"/>
                    </a:cubicBezTo>
                    <a:lnTo>
                      <a:pt x="28899" y="109854"/>
                    </a:lnTo>
                    <a:cubicBezTo>
                      <a:pt x="9788" y="118457"/>
                      <a:pt x="4366" y="121975"/>
                      <a:pt x="2865" y="123297"/>
                    </a:cubicBezTo>
                    <a:cubicBezTo>
                      <a:pt x="4837" y="123409"/>
                      <a:pt x="11244" y="122423"/>
                      <a:pt x="30871" y="116643"/>
                    </a:cubicBezTo>
                    <a:cubicBezTo>
                      <a:pt x="34141" y="115679"/>
                      <a:pt x="37659" y="114604"/>
                      <a:pt x="41378" y="113461"/>
                    </a:cubicBezTo>
                    <a:cubicBezTo>
                      <a:pt x="73260" y="103626"/>
                      <a:pt x="119570" y="87584"/>
                      <a:pt x="168434" y="69437"/>
                    </a:cubicBezTo>
                    <a:cubicBezTo>
                      <a:pt x="217275" y="51311"/>
                      <a:pt x="262824" y="33253"/>
                      <a:pt x="293428" y="19900"/>
                    </a:cubicBezTo>
                    <a:cubicBezTo>
                      <a:pt x="296991" y="18332"/>
                      <a:pt x="300351" y="16854"/>
                      <a:pt x="303465" y="15464"/>
                    </a:cubicBezTo>
                    <a:cubicBezTo>
                      <a:pt x="322151" y="7018"/>
                      <a:pt x="327505" y="3545"/>
                      <a:pt x="329029" y="2223"/>
                    </a:cubicBezTo>
                    <a:lnTo>
                      <a:pt x="328962" y="2223"/>
                    </a:lnTo>
                    <a:cubicBezTo>
                      <a:pt x="326833" y="2223"/>
                      <a:pt x="320358" y="3164"/>
                      <a:pt x="300531" y="9056"/>
                    </a:cubicBezTo>
                    <a:lnTo>
                      <a:pt x="299881" y="6906"/>
                    </a:lnTo>
                    <a:cubicBezTo>
                      <a:pt x="330440" y="-2168"/>
                      <a:pt x="331180" y="-196"/>
                      <a:pt x="331717" y="1237"/>
                    </a:cubicBezTo>
                    <a:cubicBezTo>
                      <a:pt x="332255" y="2649"/>
                      <a:pt x="332972" y="4598"/>
                      <a:pt x="304384" y="17525"/>
                    </a:cubicBezTo>
                    <a:cubicBezTo>
                      <a:pt x="301270" y="18915"/>
                      <a:pt x="297887" y="20416"/>
                      <a:pt x="294325" y="21984"/>
                    </a:cubicBezTo>
                    <a:cubicBezTo>
                      <a:pt x="263697" y="35360"/>
                      <a:pt x="218082" y="53417"/>
                      <a:pt x="169218" y="71565"/>
                    </a:cubicBezTo>
                    <a:cubicBezTo>
                      <a:pt x="120309" y="89712"/>
                      <a:pt x="73954" y="105777"/>
                      <a:pt x="42050" y="115634"/>
                    </a:cubicBezTo>
                    <a:cubicBezTo>
                      <a:pt x="38309" y="116777"/>
                      <a:pt x="34791" y="117852"/>
                      <a:pt x="31520" y="118838"/>
                    </a:cubicBezTo>
                    <a:cubicBezTo>
                      <a:pt x="13574" y="124126"/>
                      <a:pt x="6069" y="125559"/>
                      <a:pt x="2820" y="12555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89" name="Google Shape;1389;p64"/>
            <p:cNvGrpSpPr/>
            <p:nvPr/>
          </p:nvGrpSpPr>
          <p:grpSpPr>
            <a:xfrm>
              <a:off x="3603139" y="3589620"/>
              <a:ext cx="599775" cy="483248"/>
              <a:chOff x="4528496" y="3602214"/>
              <a:chExt cx="116631" cy="93997"/>
            </a:xfrm>
          </p:grpSpPr>
          <p:sp>
            <p:nvSpPr>
              <p:cNvPr id="1390" name="Google Shape;1390;p64"/>
              <p:cNvSpPr/>
              <p:nvPr/>
            </p:nvSpPr>
            <p:spPr>
              <a:xfrm>
                <a:off x="4579124" y="3602214"/>
                <a:ext cx="66003" cy="54913"/>
              </a:xfrm>
              <a:custGeom>
                <a:avLst/>
                <a:gdLst/>
                <a:ahLst/>
                <a:cxnLst/>
                <a:rect l="l" t="t" r="r" b="b"/>
                <a:pathLst>
                  <a:path w="88004" h="73217" extrusionOk="0">
                    <a:moveTo>
                      <a:pt x="16378" y="73218"/>
                    </a:moveTo>
                    <a:lnTo>
                      <a:pt x="0" y="56840"/>
                    </a:lnTo>
                    <a:lnTo>
                      <a:pt x="1591" y="55249"/>
                    </a:lnTo>
                    <a:lnTo>
                      <a:pt x="16378" y="70036"/>
                    </a:lnTo>
                    <a:lnTo>
                      <a:pt x="86437" y="0"/>
                    </a:lnTo>
                    <a:lnTo>
                      <a:pt x="88005" y="1591"/>
                    </a:lnTo>
                    <a:lnTo>
                      <a:pt x="16378" y="732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1" name="Google Shape;1391;p64"/>
              <p:cNvSpPr/>
              <p:nvPr/>
            </p:nvSpPr>
            <p:spPr>
              <a:xfrm>
                <a:off x="4528496" y="3692851"/>
                <a:ext cx="3360" cy="3360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4480" extrusionOk="0">
                    <a:moveTo>
                      <a:pt x="2240" y="4481"/>
                    </a:moveTo>
                    <a:cubicBezTo>
                      <a:pt x="1635" y="4481"/>
                      <a:pt x="1075" y="4257"/>
                      <a:pt x="672" y="3831"/>
                    </a:cubicBezTo>
                    <a:cubicBezTo>
                      <a:pt x="246" y="3406"/>
                      <a:pt x="0" y="2845"/>
                      <a:pt x="0" y="2240"/>
                    </a:cubicBezTo>
                    <a:cubicBezTo>
                      <a:pt x="0" y="1949"/>
                      <a:pt x="67" y="1658"/>
                      <a:pt x="179" y="1389"/>
                    </a:cubicBezTo>
                    <a:cubicBezTo>
                      <a:pt x="291" y="1120"/>
                      <a:pt x="448" y="874"/>
                      <a:pt x="672" y="672"/>
                    </a:cubicBezTo>
                    <a:cubicBezTo>
                      <a:pt x="874" y="448"/>
                      <a:pt x="1120" y="292"/>
                      <a:pt x="1389" y="179"/>
                    </a:cubicBezTo>
                    <a:cubicBezTo>
                      <a:pt x="1792" y="0"/>
                      <a:pt x="2240" y="-45"/>
                      <a:pt x="2689" y="45"/>
                    </a:cubicBezTo>
                    <a:cubicBezTo>
                      <a:pt x="2823" y="67"/>
                      <a:pt x="2980" y="112"/>
                      <a:pt x="3114" y="179"/>
                    </a:cubicBezTo>
                    <a:cubicBezTo>
                      <a:pt x="3249" y="224"/>
                      <a:pt x="3361" y="292"/>
                      <a:pt x="3495" y="381"/>
                    </a:cubicBezTo>
                    <a:cubicBezTo>
                      <a:pt x="3607" y="470"/>
                      <a:pt x="3719" y="560"/>
                      <a:pt x="3831" y="672"/>
                    </a:cubicBezTo>
                    <a:cubicBezTo>
                      <a:pt x="4033" y="874"/>
                      <a:pt x="4212" y="1120"/>
                      <a:pt x="4324" y="1389"/>
                    </a:cubicBezTo>
                    <a:cubicBezTo>
                      <a:pt x="4436" y="1658"/>
                      <a:pt x="4481" y="1949"/>
                      <a:pt x="4481" y="2240"/>
                    </a:cubicBezTo>
                    <a:cubicBezTo>
                      <a:pt x="4481" y="2845"/>
                      <a:pt x="4257" y="3406"/>
                      <a:pt x="3831" y="3831"/>
                    </a:cubicBezTo>
                    <a:cubicBezTo>
                      <a:pt x="3406" y="4257"/>
                      <a:pt x="2845" y="4481"/>
                      <a:pt x="2240" y="448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2" name="Google Shape;1392;p64"/>
              <p:cNvSpPr/>
              <p:nvPr/>
            </p:nvSpPr>
            <p:spPr>
              <a:xfrm>
                <a:off x="4535196" y="3652687"/>
                <a:ext cx="36841" cy="36837"/>
              </a:xfrm>
              <a:custGeom>
                <a:avLst/>
                <a:gdLst/>
                <a:ahLst/>
                <a:cxnLst/>
                <a:rect l="l" t="t" r="r" b="b"/>
                <a:pathLst>
                  <a:path w="49121" h="49116" extrusionOk="0">
                    <a:moveTo>
                      <a:pt x="655" y="48444"/>
                    </a:moveTo>
                    <a:cubicBezTo>
                      <a:pt x="-218" y="47570"/>
                      <a:pt x="-218" y="46159"/>
                      <a:pt x="655" y="45285"/>
                    </a:cubicBezTo>
                    <a:lnTo>
                      <a:pt x="655" y="45285"/>
                    </a:lnTo>
                    <a:cubicBezTo>
                      <a:pt x="1529" y="44412"/>
                      <a:pt x="2941" y="44412"/>
                      <a:pt x="3837" y="45285"/>
                    </a:cubicBezTo>
                    <a:lnTo>
                      <a:pt x="3837" y="45285"/>
                    </a:lnTo>
                    <a:cubicBezTo>
                      <a:pt x="4688" y="46159"/>
                      <a:pt x="4688" y="47570"/>
                      <a:pt x="3837" y="48444"/>
                    </a:cubicBezTo>
                    <a:lnTo>
                      <a:pt x="3837" y="48444"/>
                    </a:lnTo>
                    <a:cubicBezTo>
                      <a:pt x="3389" y="48892"/>
                      <a:pt x="2806" y="49116"/>
                      <a:pt x="2246" y="49116"/>
                    </a:cubicBezTo>
                    <a:lnTo>
                      <a:pt x="2246" y="49116"/>
                    </a:lnTo>
                    <a:cubicBezTo>
                      <a:pt x="1663" y="49116"/>
                      <a:pt x="1103" y="48892"/>
                      <a:pt x="655" y="48444"/>
                    </a:cubicBezTo>
                    <a:close/>
                    <a:moveTo>
                      <a:pt x="9572" y="39527"/>
                    </a:moveTo>
                    <a:cubicBezTo>
                      <a:pt x="8698" y="38653"/>
                      <a:pt x="8698" y="37242"/>
                      <a:pt x="9572" y="36346"/>
                    </a:cubicBezTo>
                    <a:lnTo>
                      <a:pt x="9572" y="36346"/>
                    </a:lnTo>
                    <a:cubicBezTo>
                      <a:pt x="10446" y="35472"/>
                      <a:pt x="11880" y="35472"/>
                      <a:pt x="12754" y="36346"/>
                    </a:cubicBezTo>
                    <a:lnTo>
                      <a:pt x="12754" y="36346"/>
                    </a:lnTo>
                    <a:cubicBezTo>
                      <a:pt x="13628" y="37242"/>
                      <a:pt x="13628" y="38653"/>
                      <a:pt x="12754" y="39527"/>
                    </a:cubicBezTo>
                    <a:lnTo>
                      <a:pt x="12754" y="39527"/>
                    </a:lnTo>
                    <a:cubicBezTo>
                      <a:pt x="12306" y="39953"/>
                      <a:pt x="11745" y="40177"/>
                      <a:pt x="11163" y="40177"/>
                    </a:cubicBezTo>
                    <a:lnTo>
                      <a:pt x="11163" y="40177"/>
                    </a:lnTo>
                    <a:cubicBezTo>
                      <a:pt x="10603" y="40177"/>
                      <a:pt x="10020" y="39953"/>
                      <a:pt x="9572" y="39527"/>
                    </a:cubicBezTo>
                    <a:close/>
                    <a:moveTo>
                      <a:pt x="18512" y="30610"/>
                    </a:moveTo>
                    <a:cubicBezTo>
                      <a:pt x="17638" y="29714"/>
                      <a:pt x="17638" y="28302"/>
                      <a:pt x="18512" y="27429"/>
                    </a:cubicBezTo>
                    <a:lnTo>
                      <a:pt x="18512" y="27429"/>
                    </a:lnTo>
                    <a:cubicBezTo>
                      <a:pt x="19385" y="26555"/>
                      <a:pt x="20797" y="26555"/>
                      <a:pt x="21671" y="27429"/>
                    </a:cubicBezTo>
                    <a:lnTo>
                      <a:pt x="21671" y="27429"/>
                    </a:lnTo>
                    <a:cubicBezTo>
                      <a:pt x="22545" y="28302"/>
                      <a:pt x="22545" y="29714"/>
                      <a:pt x="21671" y="30610"/>
                    </a:cubicBezTo>
                    <a:lnTo>
                      <a:pt x="21671" y="30610"/>
                    </a:lnTo>
                    <a:cubicBezTo>
                      <a:pt x="21245" y="31036"/>
                      <a:pt x="20662" y="31260"/>
                      <a:pt x="20102" y="31260"/>
                    </a:cubicBezTo>
                    <a:lnTo>
                      <a:pt x="20102" y="31260"/>
                    </a:lnTo>
                    <a:cubicBezTo>
                      <a:pt x="19520" y="31260"/>
                      <a:pt x="18937" y="31036"/>
                      <a:pt x="18512" y="30610"/>
                    </a:cubicBezTo>
                    <a:close/>
                    <a:moveTo>
                      <a:pt x="27429" y="21671"/>
                    </a:moveTo>
                    <a:cubicBezTo>
                      <a:pt x="26555" y="20797"/>
                      <a:pt x="26555" y="19385"/>
                      <a:pt x="27429" y="18512"/>
                    </a:cubicBezTo>
                    <a:lnTo>
                      <a:pt x="27429" y="18512"/>
                    </a:lnTo>
                    <a:cubicBezTo>
                      <a:pt x="28302" y="17638"/>
                      <a:pt x="29736" y="17638"/>
                      <a:pt x="30610" y="18512"/>
                    </a:cubicBezTo>
                    <a:lnTo>
                      <a:pt x="30610" y="18512"/>
                    </a:lnTo>
                    <a:cubicBezTo>
                      <a:pt x="31484" y="19385"/>
                      <a:pt x="31484" y="20797"/>
                      <a:pt x="30610" y="21671"/>
                    </a:cubicBezTo>
                    <a:lnTo>
                      <a:pt x="30610" y="21671"/>
                    </a:lnTo>
                    <a:cubicBezTo>
                      <a:pt x="30162" y="22119"/>
                      <a:pt x="29602" y="22320"/>
                      <a:pt x="29019" y="22320"/>
                    </a:cubicBezTo>
                    <a:lnTo>
                      <a:pt x="29019" y="22320"/>
                    </a:lnTo>
                    <a:cubicBezTo>
                      <a:pt x="28437" y="22320"/>
                      <a:pt x="27877" y="22119"/>
                      <a:pt x="27429" y="21671"/>
                    </a:cubicBezTo>
                    <a:close/>
                    <a:moveTo>
                      <a:pt x="36368" y="12754"/>
                    </a:moveTo>
                    <a:cubicBezTo>
                      <a:pt x="35494" y="11880"/>
                      <a:pt x="35494" y="10446"/>
                      <a:pt x="36368" y="9572"/>
                    </a:cubicBezTo>
                    <a:lnTo>
                      <a:pt x="36368" y="9572"/>
                    </a:lnTo>
                    <a:cubicBezTo>
                      <a:pt x="37242" y="8698"/>
                      <a:pt x="38653" y="8698"/>
                      <a:pt x="39527" y="9572"/>
                    </a:cubicBezTo>
                    <a:lnTo>
                      <a:pt x="39527" y="9572"/>
                    </a:lnTo>
                    <a:cubicBezTo>
                      <a:pt x="40401" y="10446"/>
                      <a:pt x="40401" y="11880"/>
                      <a:pt x="39527" y="12754"/>
                    </a:cubicBezTo>
                    <a:lnTo>
                      <a:pt x="39527" y="12754"/>
                    </a:lnTo>
                    <a:cubicBezTo>
                      <a:pt x="39101" y="13179"/>
                      <a:pt x="38519" y="13404"/>
                      <a:pt x="37959" y="13404"/>
                    </a:cubicBezTo>
                    <a:lnTo>
                      <a:pt x="37959" y="13404"/>
                    </a:lnTo>
                    <a:cubicBezTo>
                      <a:pt x="37376" y="13404"/>
                      <a:pt x="36794" y="13179"/>
                      <a:pt x="36368" y="12754"/>
                    </a:cubicBezTo>
                    <a:close/>
                    <a:moveTo>
                      <a:pt x="45285" y="3814"/>
                    </a:moveTo>
                    <a:cubicBezTo>
                      <a:pt x="44411" y="2941"/>
                      <a:pt x="44411" y="1529"/>
                      <a:pt x="45285" y="656"/>
                    </a:cubicBezTo>
                    <a:lnTo>
                      <a:pt x="45285" y="656"/>
                    </a:lnTo>
                    <a:cubicBezTo>
                      <a:pt x="46159" y="-219"/>
                      <a:pt x="47593" y="-219"/>
                      <a:pt x="48466" y="656"/>
                    </a:cubicBezTo>
                    <a:lnTo>
                      <a:pt x="48466" y="656"/>
                    </a:lnTo>
                    <a:cubicBezTo>
                      <a:pt x="49340" y="1529"/>
                      <a:pt x="49340" y="2941"/>
                      <a:pt x="48466" y="3814"/>
                    </a:cubicBezTo>
                    <a:lnTo>
                      <a:pt x="48466" y="3814"/>
                    </a:lnTo>
                    <a:cubicBezTo>
                      <a:pt x="48018" y="4262"/>
                      <a:pt x="47458" y="4464"/>
                      <a:pt x="46876" y="4464"/>
                    </a:cubicBezTo>
                    <a:lnTo>
                      <a:pt x="46876" y="4464"/>
                    </a:lnTo>
                    <a:cubicBezTo>
                      <a:pt x="46293" y="4464"/>
                      <a:pt x="45733" y="4262"/>
                      <a:pt x="45285" y="381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3" name="Google Shape;1393;p64"/>
              <p:cNvSpPr/>
              <p:nvPr/>
            </p:nvSpPr>
            <p:spPr>
              <a:xfrm>
                <a:off x="4575377" y="3646008"/>
                <a:ext cx="3343" cy="3339"/>
              </a:xfrm>
              <a:custGeom>
                <a:avLst/>
                <a:gdLst/>
                <a:ahLst/>
                <a:cxnLst/>
                <a:rect l="l" t="t" r="r" b="b"/>
                <a:pathLst>
                  <a:path w="4458" h="4452" extrusionOk="0">
                    <a:moveTo>
                      <a:pt x="2218" y="4453"/>
                    </a:moveTo>
                    <a:cubicBezTo>
                      <a:pt x="1927" y="4453"/>
                      <a:pt x="1635" y="4386"/>
                      <a:pt x="1367" y="4274"/>
                    </a:cubicBezTo>
                    <a:cubicBezTo>
                      <a:pt x="1098" y="4161"/>
                      <a:pt x="851" y="4005"/>
                      <a:pt x="650" y="3803"/>
                    </a:cubicBezTo>
                    <a:cubicBezTo>
                      <a:pt x="426" y="3579"/>
                      <a:pt x="269" y="3333"/>
                      <a:pt x="157" y="3064"/>
                    </a:cubicBezTo>
                    <a:cubicBezTo>
                      <a:pt x="45" y="2795"/>
                      <a:pt x="0" y="2504"/>
                      <a:pt x="0" y="2213"/>
                    </a:cubicBezTo>
                    <a:cubicBezTo>
                      <a:pt x="0" y="1921"/>
                      <a:pt x="45" y="1630"/>
                      <a:pt x="157" y="1361"/>
                    </a:cubicBezTo>
                    <a:cubicBezTo>
                      <a:pt x="269" y="1070"/>
                      <a:pt x="426" y="846"/>
                      <a:pt x="650" y="622"/>
                    </a:cubicBezTo>
                    <a:cubicBezTo>
                      <a:pt x="1479" y="-207"/>
                      <a:pt x="2980" y="-207"/>
                      <a:pt x="3809" y="622"/>
                    </a:cubicBezTo>
                    <a:cubicBezTo>
                      <a:pt x="4010" y="846"/>
                      <a:pt x="4190" y="1070"/>
                      <a:pt x="4302" y="1361"/>
                    </a:cubicBezTo>
                    <a:cubicBezTo>
                      <a:pt x="4414" y="1630"/>
                      <a:pt x="4458" y="1921"/>
                      <a:pt x="4458" y="2213"/>
                    </a:cubicBezTo>
                    <a:cubicBezTo>
                      <a:pt x="4458" y="2504"/>
                      <a:pt x="4414" y="2795"/>
                      <a:pt x="4302" y="3064"/>
                    </a:cubicBezTo>
                    <a:cubicBezTo>
                      <a:pt x="4190" y="3333"/>
                      <a:pt x="4033" y="3579"/>
                      <a:pt x="3809" y="3803"/>
                    </a:cubicBezTo>
                    <a:cubicBezTo>
                      <a:pt x="3607" y="4005"/>
                      <a:pt x="3361" y="4161"/>
                      <a:pt x="3092" y="4274"/>
                    </a:cubicBezTo>
                    <a:cubicBezTo>
                      <a:pt x="2823" y="4386"/>
                      <a:pt x="2532" y="4453"/>
                      <a:pt x="2218" y="44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94" name="Google Shape;1394;p64"/>
            <p:cNvSpPr/>
            <p:nvPr/>
          </p:nvSpPr>
          <p:spPr>
            <a:xfrm>
              <a:off x="3145575" y="4358588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p64"/>
            <p:cNvSpPr/>
            <p:nvPr/>
          </p:nvSpPr>
          <p:spPr>
            <a:xfrm>
              <a:off x="3451388" y="4668663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96" name="Google Shape;1396;p64"/>
            <p:cNvGrpSpPr/>
            <p:nvPr/>
          </p:nvGrpSpPr>
          <p:grpSpPr>
            <a:xfrm rot="9908617">
              <a:off x="2691714" y="705236"/>
              <a:ext cx="413394" cy="369668"/>
              <a:chOff x="2957323" y="3936947"/>
              <a:chExt cx="194554" cy="173959"/>
            </a:xfrm>
          </p:grpSpPr>
          <p:sp>
            <p:nvSpPr>
              <p:cNvPr id="1397" name="Google Shape;1397;p64"/>
              <p:cNvSpPr/>
              <p:nvPr/>
            </p:nvSpPr>
            <p:spPr>
              <a:xfrm rot="-45834">
                <a:off x="3060432" y="3936962"/>
                <a:ext cx="3360" cy="173930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231886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231886"/>
                    </a:lnTo>
                    <a:lnTo>
                      <a:pt x="0" y="23188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8" name="Google Shape;1398;p64"/>
              <p:cNvSpPr/>
              <p:nvPr/>
            </p:nvSpPr>
            <p:spPr>
              <a:xfrm rot="-206705">
                <a:off x="2957248" y="4012021"/>
                <a:ext cx="194704" cy="3355"/>
              </a:xfrm>
              <a:custGeom>
                <a:avLst/>
                <a:gdLst/>
                <a:ahLst/>
                <a:cxnLst/>
                <a:rect l="l" t="t" r="r" b="b"/>
                <a:pathLst>
                  <a:path w="260003" h="4480" extrusionOk="0">
                    <a:moveTo>
                      <a:pt x="0" y="0"/>
                    </a:moveTo>
                    <a:lnTo>
                      <a:pt x="260004" y="0"/>
                    </a:lnTo>
                    <a:lnTo>
                      <a:pt x="260004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9" name="Google Shape;1399;p64"/>
              <p:cNvSpPr/>
              <p:nvPr/>
            </p:nvSpPr>
            <p:spPr>
              <a:xfrm rot="-2667569">
                <a:off x="2985839" y="4013185"/>
                <a:ext cx="150521" cy="3358"/>
              </a:xfrm>
              <a:custGeom>
                <a:avLst/>
                <a:gdLst/>
                <a:ahLst/>
                <a:cxnLst/>
                <a:rect l="l" t="t" r="r" b="b"/>
                <a:pathLst>
                  <a:path w="200811" h="4480" extrusionOk="0">
                    <a:moveTo>
                      <a:pt x="0" y="0"/>
                    </a:moveTo>
                    <a:lnTo>
                      <a:pt x="200811" y="0"/>
                    </a:lnTo>
                    <a:lnTo>
                      <a:pt x="200811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0" name="Google Shape;1400;p64"/>
              <p:cNvSpPr/>
              <p:nvPr/>
            </p:nvSpPr>
            <p:spPr>
              <a:xfrm rot="-2716216">
                <a:off x="3069932" y="3955542"/>
                <a:ext cx="3358" cy="133807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78518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78518"/>
                    </a:lnTo>
                    <a:lnTo>
                      <a:pt x="0" y="1785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01" name="Google Shape;1401;p64"/>
            <p:cNvGrpSpPr/>
            <p:nvPr/>
          </p:nvGrpSpPr>
          <p:grpSpPr>
            <a:xfrm rot="6076597">
              <a:off x="1956903" y="3934910"/>
              <a:ext cx="413392" cy="369670"/>
              <a:chOff x="2957323" y="3936947"/>
              <a:chExt cx="194554" cy="173959"/>
            </a:xfrm>
          </p:grpSpPr>
          <p:sp>
            <p:nvSpPr>
              <p:cNvPr id="1402" name="Google Shape;1402;p64"/>
              <p:cNvSpPr/>
              <p:nvPr/>
            </p:nvSpPr>
            <p:spPr>
              <a:xfrm rot="-45834">
                <a:off x="3060432" y="3936962"/>
                <a:ext cx="3360" cy="173930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231886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231886"/>
                    </a:lnTo>
                    <a:lnTo>
                      <a:pt x="0" y="23188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3" name="Google Shape;1403;p64"/>
              <p:cNvSpPr/>
              <p:nvPr/>
            </p:nvSpPr>
            <p:spPr>
              <a:xfrm rot="-206705">
                <a:off x="2957248" y="4012021"/>
                <a:ext cx="194704" cy="3355"/>
              </a:xfrm>
              <a:custGeom>
                <a:avLst/>
                <a:gdLst/>
                <a:ahLst/>
                <a:cxnLst/>
                <a:rect l="l" t="t" r="r" b="b"/>
                <a:pathLst>
                  <a:path w="260003" h="4480" extrusionOk="0">
                    <a:moveTo>
                      <a:pt x="0" y="0"/>
                    </a:moveTo>
                    <a:lnTo>
                      <a:pt x="260004" y="0"/>
                    </a:lnTo>
                    <a:lnTo>
                      <a:pt x="260004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4" name="Google Shape;1404;p64"/>
              <p:cNvSpPr/>
              <p:nvPr/>
            </p:nvSpPr>
            <p:spPr>
              <a:xfrm rot="-2667569">
                <a:off x="2985839" y="4013185"/>
                <a:ext cx="150521" cy="3358"/>
              </a:xfrm>
              <a:custGeom>
                <a:avLst/>
                <a:gdLst/>
                <a:ahLst/>
                <a:cxnLst/>
                <a:rect l="l" t="t" r="r" b="b"/>
                <a:pathLst>
                  <a:path w="200811" h="4480" extrusionOk="0">
                    <a:moveTo>
                      <a:pt x="0" y="0"/>
                    </a:moveTo>
                    <a:lnTo>
                      <a:pt x="200811" y="0"/>
                    </a:lnTo>
                    <a:lnTo>
                      <a:pt x="200811" y="4481"/>
                    </a:lnTo>
                    <a:lnTo>
                      <a:pt x="0" y="448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5" name="Google Shape;1405;p64"/>
              <p:cNvSpPr/>
              <p:nvPr/>
            </p:nvSpPr>
            <p:spPr>
              <a:xfrm rot="-2716216">
                <a:off x="3069932" y="3955542"/>
                <a:ext cx="3358" cy="133807"/>
              </a:xfrm>
              <a:custGeom>
                <a:avLst/>
                <a:gdLst/>
                <a:ahLst/>
                <a:cxnLst/>
                <a:rect l="l" t="t" r="r" b="b"/>
                <a:pathLst>
                  <a:path w="4480" h="178518" extrusionOk="0">
                    <a:moveTo>
                      <a:pt x="0" y="0"/>
                    </a:moveTo>
                    <a:lnTo>
                      <a:pt x="4481" y="0"/>
                    </a:lnTo>
                    <a:lnTo>
                      <a:pt x="4481" y="178518"/>
                    </a:lnTo>
                    <a:lnTo>
                      <a:pt x="0" y="17851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06" name="Google Shape;1406;p64"/>
            <p:cNvSpPr/>
            <p:nvPr/>
          </p:nvSpPr>
          <p:spPr>
            <a:xfrm>
              <a:off x="2337238" y="719863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65"/>
          <p:cNvSpPr txBox="1">
            <a:spLocks noGrp="1"/>
          </p:cNvSpPr>
          <p:nvPr>
            <p:ph type="title"/>
          </p:nvPr>
        </p:nvSpPr>
        <p:spPr>
          <a:xfrm>
            <a:off x="720000" y="47485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Assessment</a:t>
            </a:r>
            <a:endParaRPr/>
          </a:p>
        </p:txBody>
      </p:sp>
      <p:sp>
        <p:nvSpPr>
          <p:cNvPr id="1412" name="Google Shape;1412;p65"/>
          <p:cNvSpPr txBox="1"/>
          <p:nvPr/>
        </p:nvSpPr>
        <p:spPr>
          <a:xfrm>
            <a:off x="720000" y="1170000"/>
            <a:ext cx="7704000" cy="4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Are the following statements true (t) or false (F)?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413" name="Google Shape;1413;p65"/>
          <p:cNvGraphicFramePr/>
          <p:nvPr/>
        </p:nvGraphicFramePr>
        <p:xfrm>
          <a:off x="720013" y="16398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{DC7FAEF9-E857-4D20-BD95-D3EB6A35EF98}</a:tableStyleId>
              </a:tblPr>
              <a:tblGrid>
                <a:gridCol w="6834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9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 b="1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The properties of matter allow the states of matter to be modified</a:t>
                      </a:r>
                      <a:endParaRPr sz="1200" b="1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0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 b="1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</a:t>
                      </a:r>
                      <a:endParaRPr sz="1800" b="1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36000" marR="36000" marT="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0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 b="1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</a:t>
                      </a:r>
                      <a:endParaRPr sz="1800" b="1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36000" marR="36000" marT="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0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175">
                <a:tc gridSpan="3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Justify or expand on the answer</a:t>
                      </a:r>
                      <a:endParaRPr sz="12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 b="1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Mass can be measured in cubic meters or liters</a:t>
                      </a:r>
                      <a:endParaRPr sz="1200" b="1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0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 b="1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</a:t>
                      </a:r>
                      <a:endParaRPr sz="1800" b="1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36000" marR="36000" marT="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0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 b="1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</a:t>
                      </a:r>
                      <a:endParaRPr sz="1800" b="1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36000" marR="36000" marT="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0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175">
                <a:tc gridSpan="3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Justify or expand on the answer</a:t>
                      </a:r>
                      <a:endParaRPr sz="12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9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 b="1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The general properties of matter are common characteristics found in all bodies</a:t>
                      </a:r>
                      <a:endParaRPr sz="1200" b="1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0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 b="1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</a:t>
                      </a:r>
                      <a:endParaRPr sz="1800" b="1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36000" marR="36000" marT="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0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 b="1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</a:t>
                      </a:r>
                      <a:endParaRPr sz="1800" b="1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36000" marR="36000" marT="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accent5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0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9175">
                <a:tc gridSpan="3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Justify or expand on the answer</a:t>
                      </a:r>
                      <a:endParaRPr sz="12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p66"/>
          <p:cNvSpPr txBox="1">
            <a:spLocks noGrp="1"/>
          </p:cNvSpPr>
          <p:nvPr>
            <p:ph type="title"/>
          </p:nvPr>
        </p:nvSpPr>
        <p:spPr>
          <a:xfrm>
            <a:off x="720000" y="47485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Answer correctly</a:t>
            </a:r>
            <a:endParaRPr/>
          </a:p>
        </p:txBody>
      </p:sp>
      <p:graphicFrame>
        <p:nvGraphicFramePr>
          <p:cNvPr id="1419" name="Google Shape;1419;p66"/>
          <p:cNvGraphicFramePr/>
          <p:nvPr/>
        </p:nvGraphicFramePr>
        <p:xfrm>
          <a:off x="830875" y="11511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{DC7FAEF9-E857-4D20-BD95-D3EB6A35EF98}</a:tableStyleId>
              </a:tblPr>
              <a:tblGrid>
                <a:gridCol w="673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 b="1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Temperature and volume are two specific properties</a:t>
                      </a:r>
                      <a:endParaRPr sz="1200" b="1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0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 b="1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</a:t>
                      </a:r>
                      <a:endParaRPr sz="1800" b="1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36000" marR="36000" marT="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0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 b="1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</a:t>
                      </a:r>
                      <a:endParaRPr sz="1800" b="1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36000" marR="36000" marT="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0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350">
                <a:tc gridSpan="3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Justify or expand on the answer</a:t>
                      </a:r>
                      <a:endParaRPr sz="12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 b="1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The physical changes of matter are irreversible</a:t>
                      </a:r>
                      <a:endParaRPr sz="1200" b="1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0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 b="1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</a:t>
                      </a:r>
                      <a:endParaRPr sz="1800" b="1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36000" marR="36000" marT="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0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 b="1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</a:t>
                      </a:r>
                      <a:endParaRPr sz="1800" b="1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36000" marR="36000" marT="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0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350">
                <a:tc gridSpan="3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Justify or expand on the answer</a:t>
                      </a:r>
                      <a:endParaRPr sz="12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 b="1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Chemical changes in matter produce changes in the substances that make up matter</a:t>
                      </a:r>
                      <a:endParaRPr sz="1200" b="1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0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 b="1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</a:t>
                      </a:r>
                      <a:endParaRPr sz="1800" b="1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36000" marR="36000" marT="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0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 b="1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</a:t>
                      </a:r>
                      <a:endParaRPr sz="1800" b="1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36000" marR="36000" marT="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0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350">
                <a:tc gridSpan="3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Justify or expand on the answer</a:t>
                      </a:r>
                      <a:endParaRPr sz="12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 b="1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The volume is not changed</a:t>
                      </a:r>
                      <a:endParaRPr sz="1200" b="1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0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 b="1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</a:t>
                      </a:r>
                      <a:endParaRPr sz="1800" b="1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36000" marR="36000" marT="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0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 b="1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</a:t>
                      </a:r>
                      <a:endParaRPr sz="1800" b="1">
                        <a:solidFill>
                          <a:schemeClr val="dk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36000" marR="36000" marT="0" marB="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0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8350">
                <a:tc gridSpan="3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2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Justify or expand on the answer</a:t>
                      </a:r>
                      <a:endParaRPr sz="12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36000" marR="36000" marT="0" marB="0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p67"/>
          <p:cNvSpPr txBox="1">
            <a:spLocks noGrp="1"/>
          </p:cNvSpPr>
          <p:nvPr>
            <p:ph type="title"/>
          </p:nvPr>
        </p:nvSpPr>
        <p:spPr>
          <a:xfrm>
            <a:off x="2356499" y="531975"/>
            <a:ext cx="4430700" cy="1091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s"/>
              <a:t>Thanks!</a:t>
            </a:r>
            <a:endParaRPr/>
          </a:p>
        </p:txBody>
      </p:sp>
      <p:sp>
        <p:nvSpPr>
          <p:cNvPr id="1425" name="Google Shape;1425;p67"/>
          <p:cNvSpPr txBox="1">
            <a:spLocks noGrp="1"/>
          </p:cNvSpPr>
          <p:nvPr>
            <p:ph type="subTitle" idx="1"/>
          </p:nvPr>
        </p:nvSpPr>
        <p:spPr>
          <a:xfrm>
            <a:off x="2356499" y="1572621"/>
            <a:ext cx="4430700" cy="1131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b="1"/>
              <a:t>Do you have any questions?</a:t>
            </a:r>
            <a:endParaRPr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youremail@freepik.com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+91  620 421 838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yourwebsite.com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b="1"/>
          </a:p>
        </p:txBody>
      </p:sp>
      <p:sp>
        <p:nvSpPr>
          <p:cNvPr id="1426" name="Google Shape;1426;p67"/>
          <p:cNvSpPr txBox="1"/>
          <p:nvPr/>
        </p:nvSpPr>
        <p:spPr>
          <a:xfrm>
            <a:off x="2708250" y="4024414"/>
            <a:ext cx="3727500" cy="4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Please keep this slide for attribution</a:t>
            </a:r>
            <a:endParaRPr sz="10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427" name="Google Shape;1427;p67"/>
          <p:cNvGrpSpPr/>
          <p:nvPr/>
        </p:nvGrpSpPr>
        <p:grpSpPr>
          <a:xfrm>
            <a:off x="3901087" y="2849978"/>
            <a:ext cx="359589" cy="356427"/>
            <a:chOff x="266768" y="1721375"/>
            <a:chExt cx="397907" cy="397887"/>
          </a:xfrm>
        </p:grpSpPr>
        <p:sp>
          <p:nvSpPr>
            <p:cNvPr id="1428" name="Google Shape;1428;p67"/>
            <p:cNvSpPr/>
            <p:nvPr/>
          </p:nvSpPr>
          <p:spPr>
            <a:xfrm>
              <a:off x="454843" y="1791037"/>
              <a:ext cx="136218" cy="328222"/>
            </a:xfrm>
            <a:custGeom>
              <a:avLst/>
              <a:gdLst/>
              <a:ahLst/>
              <a:cxnLst/>
              <a:rect l="l" t="t" r="r" b="b"/>
              <a:pathLst>
                <a:path w="6527" h="15727" extrusionOk="0">
                  <a:moveTo>
                    <a:pt x="4957" y="1"/>
                  </a:moveTo>
                  <a:cubicBezTo>
                    <a:pt x="4645" y="1"/>
                    <a:pt x="4336" y="24"/>
                    <a:pt x="4028" y="69"/>
                  </a:cubicBezTo>
                  <a:cubicBezTo>
                    <a:pt x="2588" y="280"/>
                    <a:pt x="1700" y="890"/>
                    <a:pt x="1675" y="2250"/>
                  </a:cubicBezTo>
                  <a:lnTo>
                    <a:pt x="1675" y="5040"/>
                  </a:lnTo>
                  <a:cubicBezTo>
                    <a:pt x="1675" y="5348"/>
                    <a:pt x="1426" y="5599"/>
                    <a:pt x="1118" y="5599"/>
                  </a:cubicBezTo>
                  <a:lnTo>
                    <a:pt x="0" y="5599"/>
                  </a:lnTo>
                  <a:lnTo>
                    <a:pt x="0" y="6715"/>
                  </a:lnTo>
                  <a:lnTo>
                    <a:pt x="1118" y="6715"/>
                  </a:lnTo>
                  <a:cubicBezTo>
                    <a:pt x="1426" y="6715"/>
                    <a:pt x="1675" y="6965"/>
                    <a:pt x="1675" y="7274"/>
                  </a:cubicBezTo>
                  <a:lnTo>
                    <a:pt x="1675" y="15727"/>
                  </a:lnTo>
                  <a:lnTo>
                    <a:pt x="3352" y="15727"/>
                  </a:lnTo>
                  <a:lnTo>
                    <a:pt x="3352" y="7274"/>
                  </a:lnTo>
                  <a:cubicBezTo>
                    <a:pt x="3352" y="6965"/>
                    <a:pt x="3602" y="6715"/>
                    <a:pt x="3910" y="6715"/>
                  </a:cubicBezTo>
                  <a:lnTo>
                    <a:pt x="5709" y="6715"/>
                  </a:lnTo>
                  <a:lnTo>
                    <a:pt x="5987" y="5599"/>
                  </a:lnTo>
                  <a:lnTo>
                    <a:pt x="3910" y="5599"/>
                  </a:lnTo>
                  <a:cubicBezTo>
                    <a:pt x="3602" y="5599"/>
                    <a:pt x="3352" y="5348"/>
                    <a:pt x="3352" y="5040"/>
                  </a:cubicBezTo>
                  <a:lnTo>
                    <a:pt x="3352" y="3253"/>
                  </a:lnTo>
                  <a:cubicBezTo>
                    <a:pt x="3352" y="2316"/>
                    <a:pt x="3942" y="1677"/>
                    <a:pt x="4968" y="1504"/>
                  </a:cubicBezTo>
                  <a:cubicBezTo>
                    <a:pt x="5157" y="1473"/>
                    <a:pt x="5339" y="1460"/>
                    <a:pt x="5511" y="1460"/>
                  </a:cubicBezTo>
                  <a:cubicBezTo>
                    <a:pt x="5810" y="1460"/>
                    <a:pt x="6082" y="1498"/>
                    <a:pt x="6324" y="1546"/>
                  </a:cubicBezTo>
                  <a:lnTo>
                    <a:pt x="6526" y="182"/>
                  </a:lnTo>
                  <a:cubicBezTo>
                    <a:pt x="5988" y="62"/>
                    <a:pt x="5468" y="1"/>
                    <a:pt x="49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67"/>
            <p:cNvSpPr/>
            <p:nvPr/>
          </p:nvSpPr>
          <p:spPr>
            <a:xfrm>
              <a:off x="266768" y="1721375"/>
              <a:ext cx="397907" cy="397887"/>
            </a:xfrm>
            <a:custGeom>
              <a:avLst/>
              <a:gdLst/>
              <a:ahLst/>
              <a:cxnLst/>
              <a:rect l="l" t="t" r="r" b="b"/>
              <a:pathLst>
                <a:path w="19066" h="19065" extrusionOk="0">
                  <a:moveTo>
                    <a:pt x="2794" y="0"/>
                  </a:moveTo>
                  <a:cubicBezTo>
                    <a:pt x="1255" y="0"/>
                    <a:pt x="1" y="1253"/>
                    <a:pt x="1" y="2793"/>
                  </a:cubicBezTo>
                  <a:lnTo>
                    <a:pt x="1" y="16271"/>
                  </a:lnTo>
                  <a:cubicBezTo>
                    <a:pt x="1" y="17812"/>
                    <a:pt x="1255" y="19065"/>
                    <a:pt x="2794" y="19065"/>
                  </a:cubicBezTo>
                  <a:lnTo>
                    <a:pt x="9571" y="19065"/>
                  </a:lnTo>
                  <a:lnTo>
                    <a:pt x="9571" y="11171"/>
                  </a:lnTo>
                  <a:lnTo>
                    <a:pt x="8453" y="11171"/>
                  </a:lnTo>
                  <a:cubicBezTo>
                    <a:pt x="8145" y="11171"/>
                    <a:pt x="7896" y="10920"/>
                    <a:pt x="7896" y="10612"/>
                  </a:cubicBezTo>
                  <a:lnTo>
                    <a:pt x="7896" y="8378"/>
                  </a:lnTo>
                  <a:cubicBezTo>
                    <a:pt x="7896" y="8070"/>
                    <a:pt x="8145" y="7819"/>
                    <a:pt x="8453" y="7819"/>
                  </a:cubicBezTo>
                  <a:lnTo>
                    <a:pt x="9571" y="7819"/>
                  </a:lnTo>
                  <a:lnTo>
                    <a:pt x="9571" y="5836"/>
                  </a:lnTo>
                  <a:cubicBezTo>
                    <a:pt x="9571" y="3710"/>
                    <a:pt x="10741" y="2615"/>
                    <a:pt x="12878" y="2302"/>
                  </a:cubicBezTo>
                  <a:cubicBezTo>
                    <a:pt x="13231" y="2249"/>
                    <a:pt x="13591" y="2223"/>
                    <a:pt x="13956" y="2223"/>
                  </a:cubicBezTo>
                  <a:cubicBezTo>
                    <a:pt x="14725" y="2223"/>
                    <a:pt x="15517" y="2339"/>
                    <a:pt x="16318" y="2567"/>
                  </a:cubicBezTo>
                  <a:cubicBezTo>
                    <a:pt x="16589" y="2643"/>
                    <a:pt x="16759" y="2908"/>
                    <a:pt x="16718" y="3186"/>
                  </a:cubicBezTo>
                  <a:lnTo>
                    <a:pt x="16352" y="5650"/>
                  </a:lnTo>
                  <a:cubicBezTo>
                    <a:pt x="16329" y="5806"/>
                    <a:pt x="16240" y="5944"/>
                    <a:pt x="16111" y="6031"/>
                  </a:cubicBezTo>
                  <a:cubicBezTo>
                    <a:pt x="16006" y="6102"/>
                    <a:pt x="15912" y="6127"/>
                    <a:pt x="15818" y="6127"/>
                  </a:cubicBezTo>
                  <a:cubicBezTo>
                    <a:pt x="15717" y="6127"/>
                    <a:pt x="15614" y="6098"/>
                    <a:pt x="15494" y="6068"/>
                  </a:cubicBezTo>
                  <a:cubicBezTo>
                    <a:pt x="15202" y="5995"/>
                    <a:pt x="14879" y="5914"/>
                    <a:pt x="14527" y="5914"/>
                  </a:cubicBezTo>
                  <a:cubicBezTo>
                    <a:pt x="14409" y="5914"/>
                    <a:pt x="14289" y="5923"/>
                    <a:pt x="14165" y="5944"/>
                  </a:cubicBezTo>
                  <a:cubicBezTo>
                    <a:pt x="13534" y="6050"/>
                    <a:pt x="13481" y="6333"/>
                    <a:pt x="13481" y="6590"/>
                  </a:cubicBezTo>
                  <a:lnTo>
                    <a:pt x="13481" y="7819"/>
                  </a:lnTo>
                  <a:lnTo>
                    <a:pt x="15715" y="7819"/>
                  </a:lnTo>
                  <a:cubicBezTo>
                    <a:pt x="15887" y="7819"/>
                    <a:pt x="16048" y="7899"/>
                    <a:pt x="16154" y="8035"/>
                  </a:cubicBezTo>
                  <a:cubicBezTo>
                    <a:pt x="16260" y="8169"/>
                    <a:pt x="16297" y="8346"/>
                    <a:pt x="16256" y="8513"/>
                  </a:cubicBezTo>
                  <a:lnTo>
                    <a:pt x="15697" y="10747"/>
                  </a:lnTo>
                  <a:cubicBezTo>
                    <a:pt x="15635" y="10996"/>
                    <a:pt x="15412" y="11170"/>
                    <a:pt x="15156" y="11170"/>
                  </a:cubicBezTo>
                  <a:lnTo>
                    <a:pt x="13481" y="11170"/>
                  </a:lnTo>
                  <a:lnTo>
                    <a:pt x="13481" y="19065"/>
                  </a:lnTo>
                  <a:lnTo>
                    <a:pt x="16272" y="19065"/>
                  </a:lnTo>
                  <a:cubicBezTo>
                    <a:pt x="17813" y="19065"/>
                    <a:pt x="19066" y="17810"/>
                    <a:pt x="19066" y="16271"/>
                  </a:cubicBezTo>
                  <a:lnTo>
                    <a:pt x="19066" y="2793"/>
                  </a:lnTo>
                  <a:cubicBezTo>
                    <a:pt x="19066" y="1253"/>
                    <a:pt x="17813" y="0"/>
                    <a:pt x="162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0" name="Google Shape;1430;p67"/>
          <p:cNvGrpSpPr/>
          <p:nvPr/>
        </p:nvGrpSpPr>
        <p:grpSpPr>
          <a:xfrm>
            <a:off x="4883068" y="2849759"/>
            <a:ext cx="359570" cy="356427"/>
            <a:chOff x="1379798" y="1723250"/>
            <a:chExt cx="397887" cy="397887"/>
          </a:xfrm>
        </p:grpSpPr>
        <p:sp>
          <p:nvSpPr>
            <p:cNvPr id="1431" name="Google Shape;1431;p67"/>
            <p:cNvSpPr/>
            <p:nvPr/>
          </p:nvSpPr>
          <p:spPr>
            <a:xfrm>
              <a:off x="1462169" y="1793977"/>
              <a:ext cx="23354" cy="23312"/>
            </a:xfrm>
            <a:custGeom>
              <a:avLst/>
              <a:gdLst/>
              <a:ahLst/>
              <a:cxnLst/>
              <a:rect l="l" t="t" r="r" b="b"/>
              <a:pathLst>
                <a:path w="1119" h="1117" extrusionOk="0">
                  <a:moveTo>
                    <a:pt x="559" y="1"/>
                  </a:moveTo>
                  <a:cubicBezTo>
                    <a:pt x="251" y="1"/>
                    <a:pt x="0" y="250"/>
                    <a:pt x="0" y="558"/>
                  </a:cubicBezTo>
                  <a:cubicBezTo>
                    <a:pt x="0" y="866"/>
                    <a:pt x="251" y="1117"/>
                    <a:pt x="559" y="1117"/>
                  </a:cubicBezTo>
                  <a:cubicBezTo>
                    <a:pt x="867" y="1117"/>
                    <a:pt x="1118" y="866"/>
                    <a:pt x="1118" y="558"/>
                  </a:cubicBezTo>
                  <a:cubicBezTo>
                    <a:pt x="1118" y="250"/>
                    <a:pt x="867" y="1"/>
                    <a:pt x="5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67"/>
            <p:cNvSpPr/>
            <p:nvPr/>
          </p:nvSpPr>
          <p:spPr>
            <a:xfrm>
              <a:off x="1379798" y="1723250"/>
              <a:ext cx="397887" cy="397887"/>
            </a:xfrm>
            <a:custGeom>
              <a:avLst/>
              <a:gdLst/>
              <a:ahLst/>
              <a:cxnLst/>
              <a:rect l="l" t="t" r="r" b="b"/>
              <a:pathLst>
                <a:path w="19065" h="19065" extrusionOk="0">
                  <a:moveTo>
                    <a:pt x="4506" y="2271"/>
                  </a:moveTo>
                  <a:cubicBezTo>
                    <a:pt x="5429" y="2271"/>
                    <a:pt x="6181" y="3023"/>
                    <a:pt x="6181" y="3947"/>
                  </a:cubicBezTo>
                  <a:cubicBezTo>
                    <a:pt x="6181" y="4872"/>
                    <a:pt x="5429" y="5622"/>
                    <a:pt x="4506" y="5622"/>
                  </a:cubicBezTo>
                  <a:cubicBezTo>
                    <a:pt x="3583" y="5622"/>
                    <a:pt x="2831" y="4872"/>
                    <a:pt x="2831" y="3947"/>
                  </a:cubicBezTo>
                  <a:cubicBezTo>
                    <a:pt x="2831" y="3023"/>
                    <a:pt x="3583" y="2271"/>
                    <a:pt x="4506" y="2271"/>
                  </a:cubicBezTo>
                  <a:close/>
                  <a:moveTo>
                    <a:pt x="5622" y="6740"/>
                  </a:moveTo>
                  <a:cubicBezTo>
                    <a:pt x="5932" y="6740"/>
                    <a:pt x="6181" y="6989"/>
                    <a:pt x="6181" y="7299"/>
                  </a:cubicBezTo>
                  <a:lnTo>
                    <a:pt x="6181" y="16234"/>
                  </a:lnTo>
                  <a:cubicBezTo>
                    <a:pt x="6181" y="16544"/>
                    <a:pt x="5932" y="16793"/>
                    <a:pt x="5622" y="16793"/>
                  </a:cubicBezTo>
                  <a:lnTo>
                    <a:pt x="3388" y="16793"/>
                  </a:lnTo>
                  <a:cubicBezTo>
                    <a:pt x="3080" y="16793"/>
                    <a:pt x="2831" y="16544"/>
                    <a:pt x="2831" y="16234"/>
                  </a:cubicBezTo>
                  <a:lnTo>
                    <a:pt x="2831" y="7299"/>
                  </a:lnTo>
                  <a:cubicBezTo>
                    <a:pt x="2831" y="6989"/>
                    <a:pt x="3080" y="6740"/>
                    <a:pt x="3388" y="6740"/>
                  </a:cubicBezTo>
                  <a:close/>
                  <a:moveTo>
                    <a:pt x="12596" y="6721"/>
                  </a:moveTo>
                  <a:cubicBezTo>
                    <a:pt x="12811" y="6721"/>
                    <a:pt x="13027" y="6739"/>
                    <a:pt x="13241" y="6774"/>
                  </a:cubicBezTo>
                  <a:cubicBezTo>
                    <a:pt x="15058" y="7069"/>
                    <a:pt x="16235" y="8557"/>
                    <a:pt x="16235" y="10223"/>
                  </a:cubicBezTo>
                  <a:lnTo>
                    <a:pt x="16235" y="16234"/>
                  </a:lnTo>
                  <a:cubicBezTo>
                    <a:pt x="16235" y="16544"/>
                    <a:pt x="15985" y="16793"/>
                    <a:pt x="15676" y="16793"/>
                  </a:cubicBezTo>
                  <a:lnTo>
                    <a:pt x="13441" y="16793"/>
                  </a:lnTo>
                  <a:cubicBezTo>
                    <a:pt x="13133" y="16793"/>
                    <a:pt x="12884" y="16544"/>
                    <a:pt x="12884" y="16234"/>
                  </a:cubicBezTo>
                  <a:lnTo>
                    <a:pt x="12884" y="11209"/>
                  </a:lnTo>
                  <a:cubicBezTo>
                    <a:pt x="12884" y="10593"/>
                    <a:pt x="12382" y="10091"/>
                    <a:pt x="11766" y="10091"/>
                  </a:cubicBezTo>
                  <a:cubicBezTo>
                    <a:pt x="11150" y="10091"/>
                    <a:pt x="10650" y="10593"/>
                    <a:pt x="10650" y="11209"/>
                  </a:cubicBezTo>
                  <a:lnTo>
                    <a:pt x="10650" y="16234"/>
                  </a:lnTo>
                  <a:cubicBezTo>
                    <a:pt x="10650" y="16544"/>
                    <a:pt x="10399" y="16793"/>
                    <a:pt x="10091" y="16793"/>
                  </a:cubicBezTo>
                  <a:lnTo>
                    <a:pt x="7857" y="16793"/>
                  </a:lnTo>
                  <a:cubicBezTo>
                    <a:pt x="7547" y="16793"/>
                    <a:pt x="7298" y="16544"/>
                    <a:pt x="7298" y="16234"/>
                  </a:cubicBezTo>
                  <a:lnTo>
                    <a:pt x="7298" y="7299"/>
                  </a:lnTo>
                  <a:cubicBezTo>
                    <a:pt x="7298" y="6989"/>
                    <a:pt x="7547" y="6740"/>
                    <a:pt x="7857" y="6740"/>
                  </a:cubicBezTo>
                  <a:lnTo>
                    <a:pt x="10091" y="6740"/>
                  </a:lnTo>
                  <a:cubicBezTo>
                    <a:pt x="10377" y="6740"/>
                    <a:pt x="10613" y="6956"/>
                    <a:pt x="10644" y="7234"/>
                  </a:cubicBezTo>
                  <a:cubicBezTo>
                    <a:pt x="11219" y="6901"/>
                    <a:pt x="11901" y="6721"/>
                    <a:pt x="12596" y="6721"/>
                  </a:cubicBezTo>
                  <a:close/>
                  <a:moveTo>
                    <a:pt x="2831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31" y="19065"/>
                  </a:cubicBezTo>
                  <a:lnTo>
                    <a:pt x="16235" y="19065"/>
                  </a:lnTo>
                  <a:cubicBezTo>
                    <a:pt x="17774" y="19065"/>
                    <a:pt x="19065" y="17775"/>
                    <a:pt x="19065" y="16234"/>
                  </a:cubicBezTo>
                  <a:lnTo>
                    <a:pt x="19065" y="2831"/>
                  </a:lnTo>
                  <a:cubicBezTo>
                    <a:pt x="19065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67"/>
            <p:cNvSpPr/>
            <p:nvPr/>
          </p:nvSpPr>
          <p:spPr>
            <a:xfrm>
              <a:off x="1555413" y="1886846"/>
              <a:ext cx="139912" cy="163558"/>
            </a:xfrm>
            <a:custGeom>
              <a:avLst/>
              <a:gdLst/>
              <a:ahLst/>
              <a:cxnLst/>
              <a:rect l="l" t="t" r="r" b="b"/>
              <a:pathLst>
                <a:path w="6704" h="7837" extrusionOk="0">
                  <a:moveTo>
                    <a:pt x="4182" y="0"/>
                  </a:moveTo>
                  <a:cubicBezTo>
                    <a:pt x="3474" y="0"/>
                    <a:pt x="2782" y="261"/>
                    <a:pt x="2332" y="711"/>
                  </a:cubicBezTo>
                  <a:cubicBezTo>
                    <a:pt x="2108" y="935"/>
                    <a:pt x="1938" y="1142"/>
                    <a:pt x="1686" y="1142"/>
                  </a:cubicBezTo>
                  <a:cubicBezTo>
                    <a:pt x="1618" y="1142"/>
                    <a:pt x="1544" y="1127"/>
                    <a:pt x="1462" y="1093"/>
                  </a:cubicBezTo>
                  <a:cubicBezTo>
                    <a:pt x="1253" y="1006"/>
                    <a:pt x="1117" y="803"/>
                    <a:pt x="1117" y="576"/>
                  </a:cubicBezTo>
                  <a:lnTo>
                    <a:pt x="1117" y="17"/>
                  </a:lnTo>
                  <a:lnTo>
                    <a:pt x="1" y="17"/>
                  </a:lnTo>
                  <a:lnTo>
                    <a:pt x="1" y="7836"/>
                  </a:lnTo>
                  <a:lnTo>
                    <a:pt x="1117" y="7836"/>
                  </a:lnTo>
                  <a:lnTo>
                    <a:pt x="1117" y="3370"/>
                  </a:lnTo>
                  <a:cubicBezTo>
                    <a:pt x="1117" y="2137"/>
                    <a:pt x="2120" y="1135"/>
                    <a:pt x="3351" y="1135"/>
                  </a:cubicBezTo>
                  <a:cubicBezTo>
                    <a:pt x="4584" y="1135"/>
                    <a:pt x="5585" y="2137"/>
                    <a:pt x="5585" y="3370"/>
                  </a:cubicBezTo>
                  <a:lnTo>
                    <a:pt x="5585" y="7836"/>
                  </a:lnTo>
                  <a:lnTo>
                    <a:pt x="6703" y="7836"/>
                  </a:lnTo>
                  <a:lnTo>
                    <a:pt x="6703" y="2384"/>
                  </a:lnTo>
                  <a:cubicBezTo>
                    <a:pt x="6703" y="1266"/>
                    <a:pt x="5932" y="245"/>
                    <a:pt x="4648" y="38"/>
                  </a:cubicBezTo>
                  <a:cubicBezTo>
                    <a:pt x="4493" y="13"/>
                    <a:pt x="4337" y="0"/>
                    <a:pt x="41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67"/>
            <p:cNvSpPr/>
            <p:nvPr/>
          </p:nvSpPr>
          <p:spPr>
            <a:xfrm>
              <a:off x="1462169" y="1887200"/>
              <a:ext cx="23354" cy="163203"/>
            </a:xfrm>
            <a:custGeom>
              <a:avLst/>
              <a:gdLst/>
              <a:ahLst/>
              <a:cxnLst/>
              <a:rect l="l" t="t" r="r" b="b"/>
              <a:pathLst>
                <a:path w="1119" h="7820" extrusionOk="0">
                  <a:moveTo>
                    <a:pt x="0" y="0"/>
                  </a:moveTo>
                  <a:lnTo>
                    <a:pt x="0" y="7819"/>
                  </a:lnTo>
                  <a:lnTo>
                    <a:pt x="1118" y="7819"/>
                  </a:lnTo>
                  <a:lnTo>
                    <a:pt x="111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5" name="Google Shape;1435;p67"/>
          <p:cNvGrpSpPr/>
          <p:nvPr/>
        </p:nvGrpSpPr>
        <p:grpSpPr>
          <a:xfrm>
            <a:off x="4390509" y="2849759"/>
            <a:ext cx="359551" cy="356427"/>
            <a:chOff x="864491" y="1723250"/>
            <a:chExt cx="397866" cy="397887"/>
          </a:xfrm>
        </p:grpSpPr>
        <p:sp>
          <p:nvSpPr>
            <p:cNvPr id="1436" name="Google Shape;1436;p67"/>
            <p:cNvSpPr/>
            <p:nvPr/>
          </p:nvSpPr>
          <p:spPr>
            <a:xfrm>
              <a:off x="935197" y="179397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67"/>
            <p:cNvSpPr/>
            <p:nvPr/>
          </p:nvSpPr>
          <p:spPr>
            <a:xfrm>
              <a:off x="1005109" y="186391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67"/>
            <p:cNvSpPr/>
            <p:nvPr/>
          </p:nvSpPr>
          <p:spPr>
            <a:xfrm>
              <a:off x="864491" y="172325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9" name="Google Shape;1439;p67"/>
          <p:cNvGrpSpPr/>
          <p:nvPr/>
        </p:nvGrpSpPr>
        <p:grpSpPr>
          <a:xfrm>
            <a:off x="7124011" y="95933"/>
            <a:ext cx="1574670" cy="1819823"/>
            <a:chOff x="7124011" y="95933"/>
            <a:chExt cx="1574670" cy="1819823"/>
          </a:xfrm>
        </p:grpSpPr>
        <p:sp>
          <p:nvSpPr>
            <p:cNvPr id="1440" name="Google Shape;1440;p67"/>
            <p:cNvSpPr/>
            <p:nvPr/>
          </p:nvSpPr>
          <p:spPr>
            <a:xfrm rot="501953">
              <a:off x="7238703" y="173905"/>
              <a:ext cx="1193522" cy="1663878"/>
            </a:xfrm>
            <a:custGeom>
              <a:avLst/>
              <a:gdLst/>
              <a:ahLst/>
              <a:cxnLst/>
              <a:rect l="l" t="t" r="r" b="b"/>
              <a:pathLst>
                <a:path w="408589" h="569610" extrusionOk="0">
                  <a:moveTo>
                    <a:pt x="233185" y="0"/>
                  </a:moveTo>
                  <a:lnTo>
                    <a:pt x="233185" y="0"/>
                  </a:lnTo>
                  <a:cubicBezTo>
                    <a:pt x="136309" y="0"/>
                    <a:pt x="57781" y="78528"/>
                    <a:pt x="57781" y="175404"/>
                  </a:cubicBezTo>
                  <a:lnTo>
                    <a:pt x="57781" y="175404"/>
                  </a:lnTo>
                  <a:cubicBezTo>
                    <a:pt x="57781" y="183537"/>
                    <a:pt x="56011" y="191558"/>
                    <a:pt x="52561" y="198929"/>
                  </a:cubicBezTo>
                  <a:lnTo>
                    <a:pt x="0" y="311735"/>
                  </a:lnTo>
                  <a:lnTo>
                    <a:pt x="57781" y="317225"/>
                  </a:lnTo>
                  <a:lnTo>
                    <a:pt x="57781" y="462853"/>
                  </a:lnTo>
                  <a:lnTo>
                    <a:pt x="174262" y="462853"/>
                  </a:lnTo>
                  <a:lnTo>
                    <a:pt x="174262" y="569611"/>
                  </a:lnTo>
                  <a:lnTo>
                    <a:pt x="408590" y="569611"/>
                  </a:lnTo>
                  <a:lnTo>
                    <a:pt x="408590" y="175404"/>
                  </a:lnTo>
                  <a:cubicBezTo>
                    <a:pt x="408590" y="78528"/>
                    <a:pt x="330062" y="0"/>
                    <a:pt x="23318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41" name="Google Shape;1441;p67"/>
            <p:cNvGrpSpPr/>
            <p:nvPr/>
          </p:nvGrpSpPr>
          <p:grpSpPr>
            <a:xfrm rot="501402">
              <a:off x="7685364" y="400784"/>
              <a:ext cx="981656" cy="507395"/>
              <a:chOff x="1361538" y="294814"/>
              <a:chExt cx="318104" cy="164420"/>
            </a:xfrm>
          </p:grpSpPr>
          <p:sp>
            <p:nvSpPr>
              <p:cNvPr id="1442" name="Google Shape;1442;p67"/>
              <p:cNvSpPr/>
              <p:nvPr/>
            </p:nvSpPr>
            <p:spPr>
              <a:xfrm>
                <a:off x="1361538" y="294814"/>
                <a:ext cx="318104" cy="164420"/>
              </a:xfrm>
              <a:custGeom>
                <a:avLst/>
                <a:gdLst/>
                <a:ahLst/>
                <a:cxnLst/>
                <a:rect l="l" t="t" r="r" b="b"/>
                <a:pathLst>
                  <a:path w="424138" h="219227" extrusionOk="0">
                    <a:moveTo>
                      <a:pt x="424139" y="109625"/>
                    </a:moveTo>
                    <a:cubicBezTo>
                      <a:pt x="388628" y="159609"/>
                      <a:pt x="335887" y="196532"/>
                      <a:pt x="274589" y="211655"/>
                    </a:cubicBezTo>
                    <a:cubicBezTo>
                      <a:pt x="254559" y="216606"/>
                      <a:pt x="233634" y="219227"/>
                      <a:pt x="212080" y="219227"/>
                    </a:cubicBezTo>
                    <a:cubicBezTo>
                      <a:pt x="190527" y="219227"/>
                      <a:pt x="169579" y="216606"/>
                      <a:pt x="149550" y="211655"/>
                    </a:cubicBezTo>
                    <a:cubicBezTo>
                      <a:pt x="88229" y="196509"/>
                      <a:pt x="35489" y="159609"/>
                      <a:pt x="0" y="109625"/>
                    </a:cubicBezTo>
                    <a:cubicBezTo>
                      <a:pt x="35489" y="59618"/>
                      <a:pt x="88229" y="22718"/>
                      <a:pt x="149550" y="7573"/>
                    </a:cubicBezTo>
                    <a:cubicBezTo>
                      <a:pt x="169579" y="2621"/>
                      <a:pt x="190527" y="0"/>
                      <a:pt x="212080" y="0"/>
                    </a:cubicBezTo>
                    <a:cubicBezTo>
                      <a:pt x="233634" y="0"/>
                      <a:pt x="254559" y="2621"/>
                      <a:pt x="274589" y="7573"/>
                    </a:cubicBezTo>
                    <a:cubicBezTo>
                      <a:pt x="335887" y="22718"/>
                      <a:pt x="388628" y="59618"/>
                      <a:pt x="424139" y="10962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3" name="Google Shape;1443;p67"/>
              <p:cNvSpPr/>
              <p:nvPr/>
            </p:nvSpPr>
            <p:spPr>
              <a:xfrm>
                <a:off x="1430852" y="294814"/>
                <a:ext cx="179476" cy="164420"/>
              </a:xfrm>
              <a:custGeom>
                <a:avLst/>
                <a:gdLst/>
                <a:ahLst/>
                <a:cxnLst/>
                <a:rect l="l" t="t" r="r" b="b"/>
                <a:pathLst>
                  <a:path w="239301" h="219227" extrusionOk="0">
                    <a:moveTo>
                      <a:pt x="239302" y="109625"/>
                    </a:moveTo>
                    <a:cubicBezTo>
                      <a:pt x="239302" y="152776"/>
                      <a:pt x="216449" y="190617"/>
                      <a:pt x="182171" y="211655"/>
                    </a:cubicBezTo>
                    <a:cubicBezTo>
                      <a:pt x="162141" y="216606"/>
                      <a:pt x="141215" y="219227"/>
                      <a:pt x="119662" y="219227"/>
                    </a:cubicBezTo>
                    <a:cubicBezTo>
                      <a:pt x="98109" y="219227"/>
                      <a:pt x="77161" y="216606"/>
                      <a:pt x="57131" y="211655"/>
                    </a:cubicBezTo>
                    <a:cubicBezTo>
                      <a:pt x="22853" y="190617"/>
                      <a:pt x="0" y="152776"/>
                      <a:pt x="0" y="109625"/>
                    </a:cubicBezTo>
                    <a:cubicBezTo>
                      <a:pt x="0" y="66474"/>
                      <a:pt x="22853" y="28610"/>
                      <a:pt x="57131" y="7573"/>
                    </a:cubicBezTo>
                    <a:cubicBezTo>
                      <a:pt x="77161" y="2621"/>
                      <a:pt x="98109" y="0"/>
                      <a:pt x="119662" y="0"/>
                    </a:cubicBezTo>
                    <a:cubicBezTo>
                      <a:pt x="141215" y="0"/>
                      <a:pt x="162141" y="2621"/>
                      <a:pt x="182171" y="7573"/>
                    </a:cubicBezTo>
                    <a:cubicBezTo>
                      <a:pt x="216449" y="28610"/>
                      <a:pt x="239302" y="66452"/>
                      <a:pt x="239302" y="10962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4" name="Google Shape;1444;p67"/>
              <p:cNvSpPr/>
              <p:nvPr/>
            </p:nvSpPr>
            <p:spPr>
              <a:xfrm>
                <a:off x="1472860" y="326673"/>
                <a:ext cx="92620" cy="92620"/>
              </a:xfrm>
              <a:custGeom>
                <a:avLst/>
                <a:gdLst/>
                <a:ahLst/>
                <a:cxnLst/>
                <a:rect l="l" t="t" r="r" b="b"/>
                <a:pathLst>
                  <a:path w="123493" h="123493" extrusionOk="0">
                    <a:moveTo>
                      <a:pt x="123493" y="61747"/>
                    </a:moveTo>
                    <a:cubicBezTo>
                      <a:pt x="123493" y="95848"/>
                      <a:pt x="95848" y="123493"/>
                      <a:pt x="61747" y="123493"/>
                    </a:cubicBezTo>
                    <a:cubicBezTo>
                      <a:pt x="27645" y="123493"/>
                      <a:pt x="0" y="95848"/>
                      <a:pt x="0" y="61747"/>
                    </a:cubicBezTo>
                    <a:cubicBezTo>
                      <a:pt x="0" y="27645"/>
                      <a:pt x="27645" y="0"/>
                      <a:pt x="61747" y="0"/>
                    </a:cubicBezTo>
                    <a:cubicBezTo>
                      <a:pt x="95848" y="0"/>
                      <a:pt x="123493" y="27645"/>
                      <a:pt x="123493" y="6174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445" name="Google Shape;1445;p67"/>
          <p:cNvGrpSpPr/>
          <p:nvPr/>
        </p:nvGrpSpPr>
        <p:grpSpPr>
          <a:xfrm>
            <a:off x="557268" y="916359"/>
            <a:ext cx="1044986" cy="859405"/>
            <a:chOff x="6450059" y="3493418"/>
            <a:chExt cx="375098" cy="308495"/>
          </a:xfrm>
        </p:grpSpPr>
        <p:sp>
          <p:nvSpPr>
            <p:cNvPr id="1446" name="Google Shape;1446;p67"/>
            <p:cNvSpPr/>
            <p:nvPr/>
          </p:nvSpPr>
          <p:spPr>
            <a:xfrm rot="-2700000">
              <a:off x="6526781" y="3538596"/>
              <a:ext cx="218139" cy="218139"/>
            </a:xfrm>
            <a:custGeom>
              <a:avLst/>
              <a:gdLst/>
              <a:ahLst/>
              <a:cxnLst/>
              <a:rect l="l" t="t" r="r" b="b"/>
              <a:pathLst>
                <a:path w="291033" h="291033" extrusionOk="0">
                  <a:moveTo>
                    <a:pt x="291034" y="145517"/>
                  </a:moveTo>
                  <a:cubicBezTo>
                    <a:pt x="291034" y="225884"/>
                    <a:pt x="225884" y="291034"/>
                    <a:pt x="145517" y="291034"/>
                  </a:cubicBezTo>
                  <a:cubicBezTo>
                    <a:pt x="65150" y="291034"/>
                    <a:pt x="0" y="225884"/>
                    <a:pt x="0" y="145517"/>
                  </a:cubicBezTo>
                  <a:cubicBezTo>
                    <a:pt x="0" y="65150"/>
                    <a:pt x="65150" y="0"/>
                    <a:pt x="145517" y="0"/>
                  </a:cubicBezTo>
                  <a:cubicBezTo>
                    <a:pt x="225884" y="0"/>
                    <a:pt x="291034" y="65150"/>
                    <a:pt x="291034" y="14551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p67"/>
            <p:cNvSpPr/>
            <p:nvPr/>
          </p:nvSpPr>
          <p:spPr>
            <a:xfrm>
              <a:off x="6552423" y="3558567"/>
              <a:ext cx="172641" cy="178224"/>
            </a:xfrm>
            <a:custGeom>
              <a:avLst/>
              <a:gdLst/>
              <a:ahLst/>
              <a:cxnLst/>
              <a:rect l="l" t="t" r="r" b="b"/>
              <a:pathLst>
                <a:path w="230188" h="237632" extrusionOk="0">
                  <a:moveTo>
                    <a:pt x="111283" y="237633"/>
                  </a:moveTo>
                  <a:cubicBezTo>
                    <a:pt x="94412" y="237633"/>
                    <a:pt x="77609" y="234003"/>
                    <a:pt x="61836" y="226767"/>
                  </a:cubicBezTo>
                  <a:cubicBezTo>
                    <a:pt x="33002" y="213548"/>
                    <a:pt x="11023" y="189889"/>
                    <a:pt x="0" y="160136"/>
                  </a:cubicBezTo>
                  <a:lnTo>
                    <a:pt x="2106" y="159351"/>
                  </a:lnTo>
                  <a:cubicBezTo>
                    <a:pt x="12927" y="188544"/>
                    <a:pt x="34480" y="211756"/>
                    <a:pt x="62777" y="224728"/>
                  </a:cubicBezTo>
                  <a:cubicBezTo>
                    <a:pt x="91074" y="237700"/>
                    <a:pt x="122732" y="238887"/>
                    <a:pt x="151924" y="228044"/>
                  </a:cubicBezTo>
                  <a:cubicBezTo>
                    <a:pt x="181117" y="217200"/>
                    <a:pt x="204328" y="195669"/>
                    <a:pt x="217301" y="167372"/>
                  </a:cubicBezTo>
                  <a:cubicBezTo>
                    <a:pt x="230273" y="139076"/>
                    <a:pt x="231460" y="107418"/>
                    <a:pt x="220616" y="78225"/>
                  </a:cubicBezTo>
                  <a:cubicBezTo>
                    <a:pt x="198257" y="17980"/>
                    <a:pt x="131044" y="-12826"/>
                    <a:pt x="70798" y="9533"/>
                  </a:cubicBezTo>
                  <a:lnTo>
                    <a:pt x="70014" y="7427"/>
                  </a:lnTo>
                  <a:cubicBezTo>
                    <a:pt x="131424" y="-15358"/>
                    <a:pt x="199915" y="16053"/>
                    <a:pt x="222700" y="77441"/>
                  </a:cubicBezTo>
                  <a:cubicBezTo>
                    <a:pt x="233745" y="107194"/>
                    <a:pt x="232535" y="139457"/>
                    <a:pt x="219317" y="168291"/>
                  </a:cubicBezTo>
                  <a:cubicBezTo>
                    <a:pt x="206098" y="197126"/>
                    <a:pt x="182439" y="219104"/>
                    <a:pt x="152686" y="230127"/>
                  </a:cubicBezTo>
                  <a:cubicBezTo>
                    <a:pt x="139221" y="235123"/>
                    <a:pt x="125241" y="237610"/>
                    <a:pt x="111283" y="23761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8" name="Google Shape;1448;p67"/>
            <p:cNvSpPr/>
            <p:nvPr/>
          </p:nvSpPr>
          <p:spPr>
            <a:xfrm>
              <a:off x="6450059" y="3577630"/>
              <a:ext cx="375098" cy="148996"/>
            </a:xfrm>
            <a:custGeom>
              <a:avLst/>
              <a:gdLst/>
              <a:ahLst/>
              <a:cxnLst/>
              <a:rect l="l" t="t" r="r" b="b"/>
              <a:pathLst>
                <a:path w="500131" h="198661" extrusionOk="0">
                  <a:moveTo>
                    <a:pt x="20588" y="198662"/>
                  </a:moveTo>
                  <a:cubicBezTo>
                    <a:pt x="9744" y="198662"/>
                    <a:pt x="2148" y="196780"/>
                    <a:pt x="379" y="192008"/>
                  </a:cubicBezTo>
                  <a:cubicBezTo>
                    <a:pt x="-6052" y="174689"/>
                    <a:pt x="71064" y="135997"/>
                    <a:pt x="104537" y="120179"/>
                  </a:cubicBezTo>
                  <a:lnTo>
                    <a:pt x="105500" y="122195"/>
                  </a:lnTo>
                  <a:cubicBezTo>
                    <a:pt x="24822" y="160372"/>
                    <a:pt x="-607" y="182889"/>
                    <a:pt x="2485" y="191223"/>
                  </a:cubicBezTo>
                  <a:cubicBezTo>
                    <a:pt x="6450" y="201865"/>
                    <a:pt x="55785" y="195749"/>
                    <a:pt x="128218" y="175607"/>
                  </a:cubicBezTo>
                  <a:cubicBezTo>
                    <a:pt x="168838" y="164338"/>
                    <a:pt x="215147" y="149148"/>
                    <a:pt x="262107" y="131717"/>
                  </a:cubicBezTo>
                  <a:cubicBezTo>
                    <a:pt x="309067" y="114286"/>
                    <a:pt x="354033" y="95579"/>
                    <a:pt x="392187" y="77610"/>
                  </a:cubicBezTo>
                  <a:cubicBezTo>
                    <a:pt x="460208" y="45617"/>
                    <a:pt x="501611" y="18059"/>
                    <a:pt x="497645" y="7395"/>
                  </a:cubicBezTo>
                  <a:cubicBezTo>
                    <a:pt x="494553" y="-940"/>
                    <a:pt x="460588" y="-1410"/>
                    <a:pt x="374555" y="22294"/>
                  </a:cubicBezTo>
                  <a:lnTo>
                    <a:pt x="373950" y="20143"/>
                  </a:lnTo>
                  <a:cubicBezTo>
                    <a:pt x="409641" y="10307"/>
                    <a:pt x="493321" y="-10685"/>
                    <a:pt x="499751" y="6611"/>
                  </a:cubicBezTo>
                  <a:cubicBezTo>
                    <a:pt x="506271" y="24198"/>
                    <a:pt x="427362" y="63518"/>
                    <a:pt x="393128" y="79627"/>
                  </a:cubicBezTo>
                  <a:cubicBezTo>
                    <a:pt x="354929" y="97617"/>
                    <a:pt x="309874" y="116348"/>
                    <a:pt x="262869" y="133801"/>
                  </a:cubicBezTo>
                  <a:cubicBezTo>
                    <a:pt x="215842" y="151254"/>
                    <a:pt x="169487" y="166444"/>
                    <a:pt x="128801" y="177736"/>
                  </a:cubicBezTo>
                  <a:cubicBezTo>
                    <a:pt x="102252" y="185129"/>
                    <a:pt x="49691" y="198639"/>
                    <a:pt x="20588" y="1986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9" name="Google Shape;1449;p67"/>
            <p:cNvSpPr/>
            <p:nvPr/>
          </p:nvSpPr>
          <p:spPr>
            <a:xfrm>
              <a:off x="6509341" y="3594800"/>
              <a:ext cx="248904" cy="94169"/>
            </a:xfrm>
            <a:custGeom>
              <a:avLst/>
              <a:gdLst/>
              <a:ahLst/>
              <a:cxnLst/>
              <a:rect l="l" t="t" r="r" b="b"/>
              <a:pathLst>
                <a:path w="331872" h="125559" extrusionOk="0">
                  <a:moveTo>
                    <a:pt x="2798" y="125515"/>
                  </a:moveTo>
                  <a:cubicBezTo>
                    <a:pt x="602" y="125515"/>
                    <a:pt x="356" y="124865"/>
                    <a:pt x="154" y="124283"/>
                  </a:cubicBezTo>
                  <a:cubicBezTo>
                    <a:pt x="-384" y="122849"/>
                    <a:pt x="-1101" y="120900"/>
                    <a:pt x="27980" y="107815"/>
                  </a:cubicBezTo>
                  <a:lnTo>
                    <a:pt x="28899" y="109854"/>
                  </a:lnTo>
                  <a:cubicBezTo>
                    <a:pt x="9788" y="118457"/>
                    <a:pt x="4366" y="121975"/>
                    <a:pt x="2865" y="123297"/>
                  </a:cubicBezTo>
                  <a:cubicBezTo>
                    <a:pt x="4837" y="123409"/>
                    <a:pt x="11244" y="122423"/>
                    <a:pt x="30871" y="116643"/>
                  </a:cubicBezTo>
                  <a:cubicBezTo>
                    <a:pt x="34141" y="115679"/>
                    <a:pt x="37659" y="114604"/>
                    <a:pt x="41378" y="113461"/>
                  </a:cubicBezTo>
                  <a:cubicBezTo>
                    <a:pt x="73260" y="103626"/>
                    <a:pt x="119570" y="87584"/>
                    <a:pt x="168434" y="69437"/>
                  </a:cubicBezTo>
                  <a:cubicBezTo>
                    <a:pt x="217275" y="51311"/>
                    <a:pt x="262824" y="33253"/>
                    <a:pt x="293428" y="19900"/>
                  </a:cubicBezTo>
                  <a:cubicBezTo>
                    <a:pt x="296991" y="18332"/>
                    <a:pt x="300351" y="16854"/>
                    <a:pt x="303465" y="15464"/>
                  </a:cubicBezTo>
                  <a:cubicBezTo>
                    <a:pt x="322151" y="7018"/>
                    <a:pt x="327505" y="3545"/>
                    <a:pt x="329029" y="2223"/>
                  </a:cubicBezTo>
                  <a:lnTo>
                    <a:pt x="328962" y="2223"/>
                  </a:lnTo>
                  <a:cubicBezTo>
                    <a:pt x="326833" y="2223"/>
                    <a:pt x="320358" y="3164"/>
                    <a:pt x="300531" y="9056"/>
                  </a:cubicBezTo>
                  <a:lnTo>
                    <a:pt x="299881" y="6906"/>
                  </a:lnTo>
                  <a:cubicBezTo>
                    <a:pt x="330440" y="-2168"/>
                    <a:pt x="331180" y="-196"/>
                    <a:pt x="331717" y="1237"/>
                  </a:cubicBezTo>
                  <a:cubicBezTo>
                    <a:pt x="332255" y="2649"/>
                    <a:pt x="332972" y="4598"/>
                    <a:pt x="304384" y="17525"/>
                  </a:cubicBezTo>
                  <a:cubicBezTo>
                    <a:pt x="301270" y="18915"/>
                    <a:pt x="297887" y="20416"/>
                    <a:pt x="294325" y="21984"/>
                  </a:cubicBezTo>
                  <a:cubicBezTo>
                    <a:pt x="263697" y="35360"/>
                    <a:pt x="218082" y="53417"/>
                    <a:pt x="169218" y="71565"/>
                  </a:cubicBezTo>
                  <a:cubicBezTo>
                    <a:pt x="120309" y="89712"/>
                    <a:pt x="73954" y="105777"/>
                    <a:pt x="42050" y="115634"/>
                  </a:cubicBezTo>
                  <a:cubicBezTo>
                    <a:pt x="38309" y="116777"/>
                    <a:pt x="34791" y="117852"/>
                    <a:pt x="31520" y="118838"/>
                  </a:cubicBezTo>
                  <a:cubicBezTo>
                    <a:pt x="13574" y="124126"/>
                    <a:pt x="6069" y="125559"/>
                    <a:pt x="2820" y="1255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50" name="Google Shape;1450;p67"/>
          <p:cNvGrpSpPr/>
          <p:nvPr/>
        </p:nvGrpSpPr>
        <p:grpSpPr>
          <a:xfrm>
            <a:off x="6631692" y="2849747"/>
            <a:ext cx="2246098" cy="2407835"/>
            <a:chOff x="6631692" y="2849747"/>
            <a:chExt cx="2246098" cy="2407835"/>
          </a:xfrm>
        </p:grpSpPr>
        <p:grpSp>
          <p:nvGrpSpPr>
            <p:cNvPr id="1451" name="Google Shape;1451;p67"/>
            <p:cNvGrpSpPr/>
            <p:nvPr/>
          </p:nvGrpSpPr>
          <p:grpSpPr>
            <a:xfrm rot="-1462649">
              <a:off x="6956884" y="3093453"/>
              <a:ext cx="1595715" cy="1920423"/>
              <a:chOff x="5035377" y="2759567"/>
              <a:chExt cx="249678" cy="300484"/>
            </a:xfrm>
          </p:grpSpPr>
          <p:sp>
            <p:nvSpPr>
              <p:cNvPr id="1452" name="Google Shape;1452;p67"/>
              <p:cNvSpPr/>
              <p:nvPr/>
            </p:nvSpPr>
            <p:spPr>
              <a:xfrm>
                <a:off x="5035377" y="2819876"/>
                <a:ext cx="249678" cy="240176"/>
              </a:xfrm>
              <a:custGeom>
                <a:avLst/>
                <a:gdLst/>
                <a:ahLst/>
                <a:cxnLst/>
                <a:rect l="l" t="t" r="r" b="b"/>
                <a:pathLst>
                  <a:path w="332904" h="320234" extrusionOk="0">
                    <a:moveTo>
                      <a:pt x="316720" y="246908"/>
                    </a:moveTo>
                    <a:cubicBezTo>
                      <a:pt x="359423" y="170419"/>
                      <a:pt x="312486" y="62855"/>
                      <a:pt x="235975" y="20152"/>
                    </a:cubicBezTo>
                    <a:cubicBezTo>
                      <a:pt x="159485" y="-22551"/>
                      <a:pt x="62855" y="4828"/>
                      <a:pt x="20152" y="81339"/>
                    </a:cubicBezTo>
                    <a:cubicBezTo>
                      <a:pt x="-22551" y="157828"/>
                      <a:pt x="4828" y="254458"/>
                      <a:pt x="81339" y="297161"/>
                    </a:cubicBezTo>
                    <a:cubicBezTo>
                      <a:pt x="157828" y="339864"/>
                      <a:pt x="274017" y="323396"/>
                      <a:pt x="316742" y="24690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3" name="Google Shape;1453;p67"/>
              <p:cNvSpPr/>
              <p:nvPr/>
            </p:nvSpPr>
            <p:spPr>
              <a:xfrm>
                <a:off x="5040056" y="2958848"/>
                <a:ext cx="152339" cy="99374"/>
              </a:xfrm>
              <a:custGeom>
                <a:avLst/>
                <a:gdLst/>
                <a:ahLst/>
                <a:cxnLst/>
                <a:rect l="l" t="t" r="r" b="b"/>
                <a:pathLst>
                  <a:path w="203118" h="132499" extrusionOk="0">
                    <a:moveTo>
                      <a:pt x="123023" y="0"/>
                    </a:moveTo>
                    <a:lnTo>
                      <a:pt x="136712" y="86257"/>
                    </a:lnTo>
                    <a:lnTo>
                      <a:pt x="9096" y="51329"/>
                    </a:lnTo>
                    <a:lnTo>
                      <a:pt x="0" y="84509"/>
                    </a:lnTo>
                    <a:lnTo>
                      <a:pt x="175001" y="132500"/>
                    </a:lnTo>
                    <a:lnTo>
                      <a:pt x="203118" y="29977"/>
                    </a:lnTo>
                    <a:lnTo>
                      <a:pt x="12302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4" name="Google Shape;1454;p67"/>
              <p:cNvSpPr/>
              <p:nvPr/>
            </p:nvSpPr>
            <p:spPr>
              <a:xfrm>
                <a:off x="5167694" y="2840435"/>
                <a:ext cx="53681" cy="131704"/>
              </a:xfrm>
              <a:custGeom>
                <a:avLst/>
                <a:gdLst/>
                <a:ahLst/>
                <a:cxnLst/>
                <a:rect l="l" t="t" r="r" b="b"/>
                <a:pathLst>
                  <a:path w="71574" h="175606" extrusionOk="0">
                    <a:moveTo>
                      <a:pt x="28946" y="175606"/>
                    </a:moveTo>
                    <a:lnTo>
                      <a:pt x="12412" y="166129"/>
                    </a:lnTo>
                    <a:lnTo>
                      <a:pt x="44809" y="109558"/>
                    </a:lnTo>
                    <a:cubicBezTo>
                      <a:pt x="60290" y="82538"/>
                      <a:pt x="51710" y="48438"/>
                      <a:pt x="25295" y="31949"/>
                    </a:cubicBezTo>
                    <a:lnTo>
                      <a:pt x="0" y="16154"/>
                    </a:lnTo>
                    <a:lnTo>
                      <a:pt x="10082" y="0"/>
                    </a:lnTo>
                    <a:lnTo>
                      <a:pt x="35377" y="15795"/>
                    </a:lnTo>
                    <a:cubicBezTo>
                      <a:pt x="70529" y="37729"/>
                      <a:pt x="81933" y="83076"/>
                      <a:pt x="61343" y="119035"/>
                    </a:cubicBezTo>
                    <a:lnTo>
                      <a:pt x="28946" y="17560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5" name="Google Shape;1455;p67"/>
              <p:cNvSpPr/>
              <p:nvPr/>
            </p:nvSpPr>
            <p:spPr>
              <a:xfrm rot="917320">
                <a:off x="5135955" y="2772073"/>
                <a:ext cx="26782" cy="142001"/>
              </a:xfrm>
              <a:custGeom>
                <a:avLst/>
                <a:gdLst/>
                <a:ahLst/>
                <a:cxnLst/>
                <a:rect l="l" t="t" r="r" b="b"/>
                <a:pathLst>
                  <a:path w="35757" h="189586" extrusionOk="0">
                    <a:moveTo>
                      <a:pt x="0" y="0"/>
                    </a:moveTo>
                    <a:lnTo>
                      <a:pt x="35757" y="0"/>
                    </a:lnTo>
                    <a:lnTo>
                      <a:pt x="35757" y="189586"/>
                    </a:lnTo>
                    <a:lnTo>
                      <a:pt x="0" y="18958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6" name="Google Shape;1456;p67"/>
              <p:cNvSpPr/>
              <p:nvPr/>
            </p:nvSpPr>
            <p:spPr>
              <a:xfrm rot="917320">
                <a:off x="5126588" y="2785946"/>
                <a:ext cx="44906" cy="116360"/>
              </a:xfrm>
              <a:custGeom>
                <a:avLst/>
                <a:gdLst/>
                <a:ahLst/>
                <a:cxnLst/>
                <a:rect l="l" t="t" r="r" b="b"/>
                <a:pathLst>
                  <a:path w="59954" h="155352" extrusionOk="0">
                    <a:moveTo>
                      <a:pt x="0" y="0"/>
                    </a:moveTo>
                    <a:lnTo>
                      <a:pt x="59955" y="0"/>
                    </a:lnTo>
                    <a:lnTo>
                      <a:pt x="59955" y="155352"/>
                    </a:lnTo>
                    <a:lnTo>
                      <a:pt x="0" y="155352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7" name="Google Shape;1457;p67"/>
              <p:cNvSpPr/>
              <p:nvPr/>
            </p:nvSpPr>
            <p:spPr>
              <a:xfrm rot="917320">
                <a:off x="5151851" y="2763961"/>
                <a:ext cx="34955" cy="12132"/>
              </a:xfrm>
              <a:custGeom>
                <a:avLst/>
                <a:gdLst/>
                <a:ahLst/>
                <a:cxnLst/>
                <a:rect l="l" t="t" r="r" b="b"/>
                <a:pathLst>
                  <a:path w="46668" h="16198" extrusionOk="0">
                    <a:moveTo>
                      <a:pt x="0" y="0"/>
                    </a:moveTo>
                    <a:lnTo>
                      <a:pt x="46669" y="0"/>
                    </a:lnTo>
                    <a:lnTo>
                      <a:pt x="46669" y="16198"/>
                    </a:lnTo>
                    <a:lnTo>
                      <a:pt x="0" y="1619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8" name="Google Shape;1458;p67"/>
              <p:cNvSpPr/>
              <p:nvPr/>
            </p:nvSpPr>
            <p:spPr>
              <a:xfrm>
                <a:off x="5139566" y="2791151"/>
                <a:ext cx="33640" cy="112633"/>
              </a:xfrm>
              <a:custGeom>
                <a:avLst/>
                <a:gdLst/>
                <a:ahLst/>
                <a:cxnLst/>
                <a:rect l="l" t="t" r="r" b="b"/>
                <a:pathLst>
                  <a:path w="44853" h="150177" extrusionOk="0">
                    <a:moveTo>
                      <a:pt x="7012" y="150177"/>
                    </a:moveTo>
                    <a:lnTo>
                      <a:pt x="4839" y="149595"/>
                    </a:lnTo>
                    <a:lnTo>
                      <a:pt x="42098" y="13712"/>
                    </a:lnTo>
                    <a:lnTo>
                      <a:pt x="0" y="2173"/>
                    </a:lnTo>
                    <a:lnTo>
                      <a:pt x="605" y="0"/>
                    </a:lnTo>
                    <a:lnTo>
                      <a:pt x="44854" y="12143"/>
                    </a:lnTo>
                    <a:lnTo>
                      <a:pt x="7012" y="15017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9" name="Google Shape;1459;p67"/>
              <p:cNvSpPr/>
              <p:nvPr/>
            </p:nvSpPr>
            <p:spPr>
              <a:xfrm rot="-4482680">
                <a:off x="5131044" y="2893567"/>
                <a:ext cx="1678" cy="26782"/>
              </a:xfrm>
              <a:custGeom>
                <a:avLst/>
                <a:gdLst/>
                <a:ahLst/>
                <a:cxnLst/>
                <a:rect l="l" t="t" r="r" b="b"/>
                <a:pathLst>
                  <a:path w="2240" h="35757" extrusionOk="0">
                    <a:moveTo>
                      <a:pt x="0" y="0"/>
                    </a:moveTo>
                    <a:lnTo>
                      <a:pt x="2241" y="0"/>
                    </a:lnTo>
                    <a:lnTo>
                      <a:pt x="2241" y="35757"/>
                    </a:lnTo>
                    <a:lnTo>
                      <a:pt x="0" y="3575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0" name="Google Shape;1460;p67"/>
              <p:cNvSpPr/>
              <p:nvPr/>
            </p:nvSpPr>
            <p:spPr>
              <a:xfrm rot="-4243138">
                <a:off x="5151169" y="2826223"/>
                <a:ext cx="40538" cy="40538"/>
              </a:xfrm>
              <a:custGeom>
                <a:avLst/>
                <a:gdLst/>
                <a:ahLst/>
                <a:cxnLst/>
                <a:rect l="l" t="t" r="r" b="b"/>
                <a:pathLst>
                  <a:path w="54084" h="54084" extrusionOk="0">
                    <a:moveTo>
                      <a:pt x="54085" y="27042"/>
                    </a:moveTo>
                    <a:cubicBezTo>
                      <a:pt x="54085" y="41977"/>
                      <a:pt x="41978" y="54084"/>
                      <a:pt x="27042" y="54084"/>
                    </a:cubicBezTo>
                    <a:cubicBezTo>
                      <a:pt x="12107" y="54084"/>
                      <a:pt x="0" y="41977"/>
                      <a:pt x="0" y="27042"/>
                    </a:cubicBezTo>
                    <a:cubicBezTo>
                      <a:pt x="0" y="12107"/>
                      <a:pt x="12107" y="0"/>
                      <a:pt x="27042" y="0"/>
                    </a:cubicBezTo>
                    <a:cubicBezTo>
                      <a:pt x="41977" y="0"/>
                      <a:pt x="54085" y="12107"/>
                      <a:pt x="54085" y="2704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1" name="Google Shape;1461;p67"/>
              <p:cNvSpPr/>
              <p:nvPr/>
            </p:nvSpPr>
            <p:spPr>
              <a:xfrm>
                <a:off x="5160725" y="2835766"/>
                <a:ext cx="21466" cy="21472"/>
              </a:xfrm>
              <a:custGeom>
                <a:avLst/>
                <a:gdLst/>
                <a:ahLst/>
                <a:cxnLst/>
                <a:rect l="l" t="t" r="r" b="b"/>
                <a:pathLst>
                  <a:path w="28621" h="28629" extrusionOk="0">
                    <a:moveTo>
                      <a:pt x="14310" y="28630"/>
                    </a:moveTo>
                    <a:cubicBezTo>
                      <a:pt x="13055" y="28630"/>
                      <a:pt x="11801" y="28473"/>
                      <a:pt x="10524" y="28115"/>
                    </a:cubicBezTo>
                    <a:cubicBezTo>
                      <a:pt x="2929" y="26031"/>
                      <a:pt x="-1575" y="18144"/>
                      <a:pt x="509" y="10527"/>
                    </a:cubicBezTo>
                    <a:cubicBezTo>
                      <a:pt x="1517" y="6830"/>
                      <a:pt x="3915" y="3761"/>
                      <a:pt x="7231" y="1879"/>
                    </a:cubicBezTo>
                    <a:cubicBezTo>
                      <a:pt x="10546" y="-3"/>
                      <a:pt x="14400" y="-496"/>
                      <a:pt x="18096" y="512"/>
                    </a:cubicBezTo>
                    <a:cubicBezTo>
                      <a:pt x="25714" y="2596"/>
                      <a:pt x="30195" y="10482"/>
                      <a:pt x="28111" y="18100"/>
                    </a:cubicBezTo>
                    <a:lnTo>
                      <a:pt x="28111" y="18100"/>
                    </a:lnTo>
                    <a:cubicBezTo>
                      <a:pt x="26364" y="24440"/>
                      <a:pt x="20584" y="28630"/>
                      <a:pt x="14310" y="28630"/>
                    </a:cubicBezTo>
                    <a:close/>
                    <a:moveTo>
                      <a:pt x="14310" y="2237"/>
                    </a:moveTo>
                    <a:cubicBezTo>
                      <a:pt x="12249" y="2237"/>
                      <a:pt x="10210" y="2775"/>
                      <a:pt x="8351" y="3828"/>
                    </a:cubicBezTo>
                    <a:cubicBezTo>
                      <a:pt x="5550" y="5419"/>
                      <a:pt x="3534" y="8018"/>
                      <a:pt x="2682" y="11109"/>
                    </a:cubicBezTo>
                    <a:cubicBezTo>
                      <a:pt x="912" y="17517"/>
                      <a:pt x="4721" y="24171"/>
                      <a:pt x="11129" y="25941"/>
                    </a:cubicBezTo>
                    <a:cubicBezTo>
                      <a:pt x="17559" y="27711"/>
                      <a:pt x="24190" y="23925"/>
                      <a:pt x="25960" y="17495"/>
                    </a:cubicBezTo>
                    <a:lnTo>
                      <a:pt x="25960" y="17495"/>
                    </a:lnTo>
                    <a:cubicBezTo>
                      <a:pt x="27730" y="11087"/>
                      <a:pt x="23922" y="4433"/>
                      <a:pt x="17514" y="2663"/>
                    </a:cubicBezTo>
                    <a:cubicBezTo>
                      <a:pt x="16461" y="2372"/>
                      <a:pt x="15363" y="2237"/>
                      <a:pt x="14310" y="223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2" name="Google Shape;1462;p67"/>
              <p:cNvSpPr/>
              <p:nvPr/>
            </p:nvSpPr>
            <p:spPr>
              <a:xfrm rot="917320">
                <a:off x="5076512" y="2949132"/>
                <a:ext cx="120337" cy="16244"/>
              </a:xfrm>
              <a:custGeom>
                <a:avLst/>
                <a:gdLst/>
                <a:ahLst/>
                <a:cxnLst/>
                <a:rect l="l" t="t" r="r" b="b"/>
                <a:pathLst>
                  <a:path w="160662" h="21687" extrusionOk="0">
                    <a:moveTo>
                      <a:pt x="0" y="0"/>
                    </a:moveTo>
                    <a:lnTo>
                      <a:pt x="160662" y="0"/>
                    </a:lnTo>
                    <a:lnTo>
                      <a:pt x="160662" y="21688"/>
                    </a:lnTo>
                    <a:lnTo>
                      <a:pt x="0" y="2168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3" name="Google Shape;1463;p67"/>
              <p:cNvSpPr/>
              <p:nvPr/>
            </p:nvSpPr>
            <p:spPr>
              <a:xfrm rot="-1069911">
                <a:off x="5130848" y="3007642"/>
                <a:ext cx="27463" cy="27463"/>
              </a:xfrm>
              <a:custGeom>
                <a:avLst/>
                <a:gdLst/>
                <a:ahLst/>
                <a:cxnLst/>
                <a:rect l="l" t="t" r="r" b="b"/>
                <a:pathLst>
                  <a:path w="36564" h="36564" extrusionOk="0">
                    <a:moveTo>
                      <a:pt x="36564" y="18282"/>
                    </a:moveTo>
                    <a:cubicBezTo>
                      <a:pt x="36564" y="28379"/>
                      <a:pt x="28379" y="36564"/>
                      <a:pt x="18282" y="36564"/>
                    </a:cubicBezTo>
                    <a:cubicBezTo>
                      <a:pt x="8185" y="36564"/>
                      <a:pt x="0" y="28379"/>
                      <a:pt x="0" y="18282"/>
                    </a:cubicBezTo>
                    <a:cubicBezTo>
                      <a:pt x="0" y="8185"/>
                      <a:pt x="8185" y="0"/>
                      <a:pt x="18282" y="0"/>
                    </a:cubicBezTo>
                    <a:cubicBezTo>
                      <a:pt x="28379" y="0"/>
                      <a:pt x="36564" y="8185"/>
                      <a:pt x="36564" y="1828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4" name="Google Shape;1464;p67"/>
              <p:cNvSpPr/>
              <p:nvPr/>
            </p:nvSpPr>
            <p:spPr>
              <a:xfrm>
                <a:off x="5137031" y="3013832"/>
                <a:ext cx="15049" cy="15053"/>
              </a:xfrm>
              <a:custGeom>
                <a:avLst/>
                <a:gdLst/>
                <a:ahLst/>
                <a:cxnLst/>
                <a:rect l="l" t="t" r="r" b="b"/>
                <a:pathLst>
                  <a:path w="20065" h="20070" extrusionOk="0">
                    <a:moveTo>
                      <a:pt x="10034" y="20071"/>
                    </a:moveTo>
                    <a:cubicBezTo>
                      <a:pt x="9160" y="20071"/>
                      <a:pt x="8264" y="19959"/>
                      <a:pt x="7390" y="19712"/>
                    </a:cubicBezTo>
                    <a:cubicBezTo>
                      <a:pt x="2058" y="18256"/>
                      <a:pt x="-1101" y="12722"/>
                      <a:pt x="355" y="7390"/>
                    </a:cubicBezTo>
                    <a:cubicBezTo>
                      <a:pt x="1811" y="2058"/>
                      <a:pt x="7345" y="-1101"/>
                      <a:pt x="12677" y="355"/>
                    </a:cubicBezTo>
                    <a:cubicBezTo>
                      <a:pt x="15254" y="1072"/>
                      <a:pt x="17427" y="2730"/>
                      <a:pt x="18749" y="5060"/>
                    </a:cubicBezTo>
                    <a:cubicBezTo>
                      <a:pt x="20071" y="7390"/>
                      <a:pt x="20407" y="10101"/>
                      <a:pt x="19713" y="12677"/>
                    </a:cubicBezTo>
                    <a:lnTo>
                      <a:pt x="19713" y="12677"/>
                    </a:lnTo>
                    <a:cubicBezTo>
                      <a:pt x="18503" y="17136"/>
                      <a:pt x="14447" y="20071"/>
                      <a:pt x="10034" y="20071"/>
                    </a:cubicBezTo>
                    <a:close/>
                    <a:moveTo>
                      <a:pt x="10034" y="2237"/>
                    </a:moveTo>
                    <a:cubicBezTo>
                      <a:pt x="6606" y="2237"/>
                      <a:pt x="3469" y="4522"/>
                      <a:pt x="2506" y="7972"/>
                    </a:cubicBezTo>
                    <a:cubicBezTo>
                      <a:pt x="1363" y="12117"/>
                      <a:pt x="3805" y="16419"/>
                      <a:pt x="7973" y="17562"/>
                    </a:cubicBezTo>
                    <a:cubicBezTo>
                      <a:pt x="9989" y="18122"/>
                      <a:pt x="12072" y="17853"/>
                      <a:pt x="13887" y="16822"/>
                    </a:cubicBezTo>
                    <a:cubicBezTo>
                      <a:pt x="15702" y="15792"/>
                      <a:pt x="17002" y="14111"/>
                      <a:pt x="17539" y="12117"/>
                    </a:cubicBezTo>
                    <a:lnTo>
                      <a:pt x="17539" y="12117"/>
                    </a:lnTo>
                    <a:cubicBezTo>
                      <a:pt x="18682" y="7972"/>
                      <a:pt x="16240" y="3671"/>
                      <a:pt x="12095" y="2528"/>
                    </a:cubicBezTo>
                    <a:cubicBezTo>
                      <a:pt x="11401" y="2349"/>
                      <a:pt x="10706" y="2259"/>
                      <a:pt x="10034" y="225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5" name="Google Shape;1465;p67"/>
              <p:cNvSpPr/>
              <p:nvPr/>
            </p:nvSpPr>
            <p:spPr>
              <a:xfrm rot="-4482680">
                <a:off x="5127469" y="2956239"/>
                <a:ext cx="16244" cy="1678"/>
              </a:xfrm>
              <a:custGeom>
                <a:avLst/>
                <a:gdLst/>
                <a:ahLst/>
                <a:cxnLst/>
                <a:rect l="l" t="t" r="r" b="b"/>
                <a:pathLst>
                  <a:path w="21687" h="2240" extrusionOk="0">
                    <a:moveTo>
                      <a:pt x="0" y="0"/>
                    </a:moveTo>
                    <a:lnTo>
                      <a:pt x="21687" y="0"/>
                    </a:lnTo>
                    <a:lnTo>
                      <a:pt x="21687" y="2240"/>
                    </a:lnTo>
                    <a:lnTo>
                      <a:pt x="0" y="224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6" name="Google Shape;1466;p67"/>
              <p:cNvSpPr/>
              <p:nvPr/>
            </p:nvSpPr>
            <p:spPr>
              <a:xfrm>
                <a:off x="5042594" y="2974778"/>
                <a:ext cx="126949" cy="72001"/>
              </a:xfrm>
              <a:custGeom>
                <a:avLst/>
                <a:gdLst/>
                <a:ahLst/>
                <a:cxnLst/>
                <a:rect l="l" t="t" r="r" b="b"/>
                <a:pathLst>
                  <a:path w="169265" h="96002" extrusionOk="0">
                    <a:moveTo>
                      <a:pt x="164336" y="96003"/>
                    </a:moveTo>
                    <a:lnTo>
                      <a:pt x="0" y="50948"/>
                    </a:lnTo>
                    <a:lnTo>
                      <a:pt x="583" y="48775"/>
                    </a:lnTo>
                    <a:lnTo>
                      <a:pt x="162253" y="93113"/>
                    </a:lnTo>
                    <a:lnTo>
                      <a:pt x="167025" y="0"/>
                    </a:lnTo>
                    <a:lnTo>
                      <a:pt x="169266" y="135"/>
                    </a:lnTo>
                    <a:lnTo>
                      <a:pt x="164336" y="9600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67" name="Google Shape;1467;p67"/>
            <p:cNvSpPr/>
            <p:nvPr/>
          </p:nvSpPr>
          <p:spPr>
            <a:xfrm>
              <a:off x="8124013" y="3206400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68" name="Google Shape;1468;p67"/>
          <p:cNvGrpSpPr/>
          <p:nvPr/>
        </p:nvGrpSpPr>
        <p:grpSpPr>
          <a:xfrm>
            <a:off x="460722" y="2538598"/>
            <a:ext cx="1664684" cy="2272303"/>
            <a:chOff x="460722" y="2538598"/>
            <a:chExt cx="1664684" cy="2272303"/>
          </a:xfrm>
        </p:grpSpPr>
        <p:grpSp>
          <p:nvGrpSpPr>
            <p:cNvPr id="1469" name="Google Shape;1469;p67"/>
            <p:cNvGrpSpPr/>
            <p:nvPr/>
          </p:nvGrpSpPr>
          <p:grpSpPr>
            <a:xfrm rot="3994686">
              <a:off x="648234" y="3341951"/>
              <a:ext cx="1289657" cy="1255481"/>
              <a:chOff x="1756957" y="810918"/>
              <a:chExt cx="573933" cy="558757"/>
            </a:xfrm>
          </p:grpSpPr>
          <p:sp>
            <p:nvSpPr>
              <p:cNvPr id="1470" name="Google Shape;1470;p67"/>
              <p:cNvSpPr/>
              <p:nvPr/>
            </p:nvSpPr>
            <p:spPr>
              <a:xfrm>
                <a:off x="1770430" y="822523"/>
                <a:ext cx="560460" cy="547152"/>
              </a:xfrm>
              <a:custGeom>
                <a:avLst/>
                <a:gdLst/>
                <a:ahLst/>
                <a:cxnLst/>
                <a:rect l="l" t="t" r="r" b="b"/>
                <a:pathLst>
                  <a:path w="747280" h="729536" extrusionOk="0">
                    <a:moveTo>
                      <a:pt x="685240" y="637630"/>
                    </a:moveTo>
                    <a:cubicBezTo>
                      <a:pt x="591993" y="747345"/>
                      <a:pt x="426872" y="760743"/>
                      <a:pt x="317135" y="667496"/>
                    </a:cubicBezTo>
                    <a:lnTo>
                      <a:pt x="0" y="397970"/>
                    </a:lnTo>
                    <a:lnTo>
                      <a:pt x="104763" y="274701"/>
                    </a:lnTo>
                    <a:lnTo>
                      <a:pt x="421898" y="544226"/>
                    </a:lnTo>
                    <a:cubicBezTo>
                      <a:pt x="463660" y="579715"/>
                      <a:pt x="526482" y="574607"/>
                      <a:pt x="561971" y="532867"/>
                    </a:cubicBezTo>
                    <a:cubicBezTo>
                      <a:pt x="597459" y="491105"/>
                      <a:pt x="592351" y="428283"/>
                      <a:pt x="550612" y="392795"/>
                    </a:cubicBezTo>
                    <a:lnTo>
                      <a:pt x="233477" y="123269"/>
                    </a:lnTo>
                    <a:lnTo>
                      <a:pt x="338240" y="0"/>
                    </a:lnTo>
                    <a:lnTo>
                      <a:pt x="655375" y="269525"/>
                    </a:lnTo>
                    <a:cubicBezTo>
                      <a:pt x="765089" y="362773"/>
                      <a:pt x="778487" y="527894"/>
                      <a:pt x="685240" y="63763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1" name="Google Shape;1471;p67"/>
              <p:cNvSpPr/>
              <p:nvPr/>
            </p:nvSpPr>
            <p:spPr>
              <a:xfrm rot="-2983801">
                <a:off x="1757630" y="1053004"/>
                <a:ext cx="121372" cy="58013"/>
              </a:xfrm>
              <a:custGeom>
                <a:avLst/>
                <a:gdLst/>
                <a:ahLst/>
                <a:cxnLst/>
                <a:rect l="l" t="t" r="r" b="b"/>
                <a:pathLst>
                  <a:path w="161760" h="77317" extrusionOk="0">
                    <a:moveTo>
                      <a:pt x="0" y="0"/>
                    </a:moveTo>
                    <a:lnTo>
                      <a:pt x="161760" y="0"/>
                    </a:lnTo>
                    <a:lnTo>
                      <a:pt x="161760" y="77318"/>
                    </a:lnTo>
                    <a:lnTo>
                      <a:pt x="0" y="77318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2" name="Google Shape;1472;p67"/>
              <p:cNvSpPr/>
              <p:nvPr/>
            </p:nvSpPr>
            <p:spPr>
              <a:xfrm rot="-2983801">
                <a:off x="1932733" y="846965"/>
                <a:ext cx="121372" cy="58013"/>
              </a:xfrm>
              <a:custGeom>
                <a:avLst/>
                <a:gdLst/>
                <a:ahLst/>
                <a:cxnLst/>
                <a:rect l="l" t="t" r="r" b="b"/>
                <a:pathLst>
                  <a:path w="161760" h="77317" extrusionOk="0">
                    <a:moveTo>
                      <a:pt x="0" y="0"/>
                    </a:moveTo>
                    <a:lnTo>
                      <a:pt x="161760" y="0"/>
                    </a:lnTo>
                    <a:lnTo>
                      <a:pt x="161760" y="77318"/>
                    </a:lnTo>
                    <a:lnTo>
                      <a:pt x="0" y="77318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3" name="Google Shape;1473;p67"/>
              <p:cNvSpPr/>
              <p:nvPr/>
            </p:nvSpPr>
            <p:spPr>
              <a:xfrm>
                <a:off x="1809195" y="872580"/>
                <a:ext cx="438175" cy="414067"/>
              </a:xfrm>
              <a:custGeom>
                <a:avLst/>
                <a:gdLst/>
                <a:ahLst/>
                <a:cxnLst/>
                <a:rect l="l" t="t" r="r" b="b"/>
                <a:pathLst>
                  <a:path w="584233" h="552090" extrusionOk="0">
                    <a:moveTo>
                      <a:pt x="430636" y="552046"/>
                    </a:moveTo>
                    <a:cubicBezTo>
                      <a:pt x="395461" y="552046"/>
                      <a:pt x="360129" y="540059"/>
                      <a:pt x="331295" y="515571"/>
                    </a:cubicBezTo>
                    <a:lnTo>
                      <a:pt x="0" y="234014"/>
                    </a:lnTo>
                    <a:lnTo>
                      <a:pt x="2890" y="230609"/>
                    </a:lnTo>
                    <a:lnTo>
                      <a:pt x="334185" y="512166"/>
                    </a:lnTo>
                    <a:cubicBezTo>
                      <a:pt x="364520" y="537953"/>
                      <a:pt x="403101" y="550388"/>
                      <a:pt x="442801" y="547161"/>
                    </a:cubicBezTo>
                    <a:cubicBezTo>
                      <a:pt x="482502" y="543935"/>
                      <a:pt x="518551" y="525451"/>
                      <a:pt x="544338" y="495116"/>
                    </a:cubicBezTo>
                    <a:cubicBezTo>
                      <a:pt x="597571" y="432473"/>
                      <a:pt x="589931" y="338195"/>
                      <a:pt x="527289" y="284962"/>
                    </a:cubicBezTo>
                    <a:lnTo>
                      <a:pt x="195994" y="3406"/>
                    </a:lnTo>
                    <a:lnTo>
                      <a:pt x="198884" y="0"/>
                    </a:lnTo>
                    <a:lnTo>
                      <a:pt x="530179" y="281557"/>
                    </a:lnTo>
                    <a:cubicBezTo>
                      <a:pt x="594704" y="336403"/>
                      <a:pt x="602590" y="433504"/>
                      <a:pt x="547744" y="498028"/>
                    </a:cubicBezTo>
                    <a:cubicBezTo>
                      <a:pt x="517408" y="533719"/>
                      <a:pt x="474145" y="552090"/>
                      <a:pt x="430613" y="55209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74" name="Google Shape;1474;p67"/>
            <p:cNvGrpSpPr/>
            <p:nvPr/>
          </p:nvGrpSpPr>
          <p:grpSpPr>
            <a:xfrm rot="-541221">
              <a:off x="1305875" y="2572758"/>
              <a:ext cx="494372" cy="743217"/>
              <a:chOff x="2993166" y="926240"/>
              <a:chExt cx="181226" cy="272437"/>
            </a:xfrm>
          </p:grpSpPr>
          <p:sp>
            <p:nvSpPr>
              <p:cNvPr id="1475" name="Google Shape;1475;p67"/>
              <p:cNvSpPr/>
              <p:nvPr/>
            </p:nvSpPr>
            <p:spPr>
              <a:xfrm>
                <a:off x="2993166" y="926240"/>
                <a:ext cx="181226" cy="272437"/>
              </a:xfrm>
              <a:custGeom>
                <a:avLst/>
                <a:gdLst/>
                <a:ahLst/>
                <a:cxnLst/>
                <a:rect l="l" t="t" r="r" b="b"/>
                <a:pathLst>
                  <a:path w="241634" h="363249" extrusionOk="0">
                    <a:moveTo>
                      <a:pt x="227216" y="140690"/>
                    </a:moveTo>
                    <a:lnTo>
                      <a:pt x="143670" y="132423"/>
                    </a:lnTo>
                    <a:lnTo>
                      <a:pt x="171227" y="19840"/>
                    </a:lnTo>
                    <a:cubicBezTo>
                      <a:pt x="175170" y="3709"/>
                      <a:pt x="154939" y="-6978"/>
                      <a:pt x="143826" y="5367"/>
                    </a:cubicBezTo>
                    <a:lnTo>
                      <a:pt x="4112" y="160787"/>
                    </a:lnTo>
                    <a:cubicBezTo>
                      <a:pt x="-4581" y="170466"/>
                      <a:pt x="1312" y="185925"/>
                      <a:pt x="14262" y="187336"/>
                    </a:cubicBezTo>
                    <a:lnTo>
                      <a:pt x="101101" y="196791"/>
                    </a:lnTo>
                    <a:lnTo>
                      <a:pt x="64089" y="344078"/>
                    </a:lnTo>
                    <a:cubicBezTo>
                      <a:pt x="60034" y="360231"/>
                      <a:pt x="80982" y="370380"/>
                      <a:pt x="91131" y="357184"/>
                    </a:cubicBezTo>
                    <a:lnTo>
                      <a:pt x="238620" y="165873"/>
                    </a:lnTo>
                    <a:cubicBezTo>
                      <a:pt x="245789" y="155880"/>
                      <a:pt x="239449" y="141877"/>
                      <a:pt x="227216" y="14066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6" name="Google Shape;1476;p67"/>
              <p:cNvSpPr/>
              <p:nvPr/>
            </p:nvSpPr>
            <p:spPr>
              <a:xfrm>
                <a:off x="3043988" y="927157"/>
                <a:ext cx="120479" cy="135334"/>
              </a:xfrm>
              <a:custGeom>
                <a:avLst/>
                <a:gdLst/>
                <a:ahLst/>
                <a:cxnLst/>
                <a:rect l="l" t="t" r="r" b="b"/>
                <a:pathLst>
                  <a:path w="160639" h="180445" extrusionOk="0">
                    <a:moveTo>
                      <a:pt x="160214" y="180445"/>
                    </a:moveTo>
                    <a:lnTo>
                      <a:pt x="0" y="165255"/>
                    </a:lnTo>
                    <a:lnTo>
                      <a:pt x="94233" y="0"/>
                    </a:lnTo>
                    <a:lnTo>
                      <a:pt x="98131" y="2218"/>
                    </a:lnTo>
                    <a:lnTo>
                      <a:pt x="7326" y="161446"/>
                    </a:lnTo>
                    <a:lnTo>
                      <a:pt x="160640" y="175987"/>
                    </a:lnTo>
                    <a:lnTo>
                      <a:pt x="160214" y="18044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77" name="Google Shape;1477;p67"/>
            <p:cNvSpPr/>
            <p:nvPr/>
          </p:nvSpPr>
          <p:spPr>
            <a:xfrm>
              <a:off x="1973650" y="4165900"/>
              <a:ext cx="151756" cy="151756"/>
            </a:xfrm>
            <a:custGeom>
              <a:avLst/>
              <a:gdLst/>
              <a:ahLst/>
              <a:cxnLst/>
              <a:rect l="l" t="t" r="r" b="b"/>
              <a:pathLst>
                <a:path w="402002" h="402002" extrusionOk="0">
                  <a:moveTo>
                    <a:pt x="332549" y="172492"/>
                  </a:moveTo>
                  <a:cubicBezTo>
                    <a:pt x="275641" y="172492"/>
                    <a:pt x="229511" y="126361"/>
                    <a:pt x="229511" y="69454"/>
                  </a:cubicBezTo>
                  <a:lnTo>
                    <a:pt x="229511" y="0"/>
                  </a:lnTo>
                  <a:lnTo>
                    <a:pt x="172492" y="0"/>
                  </a:lnTo>
                  <a:lnTo>
                    <a:pt x="172492" y="69454"/>
                  </a:lnTo>
                  <a:cubicBezTo>
                    <a:pt x="172492" y="126361"/>
                    <a:pt x="126361" y="172492"/>
                    <a:pt x="69454" y="172492"/>
                  </a:cubicBezTo>
                  <a:lnTo>
                    <a:pt x="0" y="172492"/>
                  </a:lnTo>
                  <a:lnTo>
                    <a:pt x="0" y="229511"/>
                  </a:lnTo>
                  <a:lnTo>
                    <a:pt x="69454" y="229511"/>
                  </a:lnTo>
                  <a:cubicBezTo>
                    <a:pt x="126361" y="229511"/>
                    <a:pt x="172492" y="275642"/>
                    <a:pt x="172492" y="332549"/>
                  </a:cubicBezTo>
                  <a:lnTo>
                    <a:pt x="172492" y="402003"/>
                  </a:lnTo>
                  <a:lnTo>
                    <a:pt x="229511" y="402003"/>
                  </a:lnTo>
                  <a:lnTo>
                    <a:pt x="229511" y="332549"/>
                  </a:lnTo>
                  <a:cubicBezTo>
                    <a:pt x="229511" y="275642"/>
                    <a:pt x="275641" y="229511"/>
                    <a:pt x="332549" y="229511"/>
                  </a:cubicBezTo>
                  <a:lnTo>
                    <a:pt x="402003" y="229511"/>
                  </a:lnTo>
                  <a:lnTo>
                    <a:pt x="402003" y="172492"/>
                  </a:lnTo>
                  <a:lnTo>
                    <a:pt x="332549" y="1724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What Are the Properties of Matter? by Slidesgo">
  <a:themeElements>
    <a:clrScheme name="Simple Light">
      <a:dk1>
        <a:srgbClr val="1F1D21"/>
      </a:dk1>
      <a:lt1>
        <a:srgbClr val="E9E7FF"/>
      </a:lt1>
      <a:dk2>
        <a:srgbClr val="CCC0FF"/>
      </a:dk2>
      <a:lt2>
        <a:srgbClr val="4900AF"/>
      </a:lt2>
      <a:accent1>
        <a:srgbClr val="7BC8F3"/>
      </a:accent1>
      <a:accent2>
        <a:srgbClr val="52CF84"/>
      </a:accent2>
      <a:accent3>
        <a:srgbClr val="F03671"/>
      </a:accent3>
      <a:accent4>
        <a:srgbClr val="F7B700"/>
      </a:accent4>
      <a:accent5>
        <a:srgbClr val="FFFFFF"/>
      </a:accent5>
      <a:accent6>
        <a:srgbClr val="FFFFFF"/>
      </a:accent6>
      <a:hlink>
        <a:srgbClr val="1F1D2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hat Are the Properties of Matter? by Slidesgo">
  <a:themeElements>
    <a:clrScheme name="Simple Light">
      <a:dk1>
        <a:srgbClr val="1F1D21"/>
      </a:dk1>
      <a:lt1>
        <a:srgbClr val="E9E7FF"/>
      </a:lt1>
      <a:dk2>
        <a:srgbClr val="CCC0FF"/>
      </a:dk2>
      <a:lt2>
        <a:srgbClr val="4900AF"/>
      </a:lt2>
      <a:accent1>
        <a:srgbClr val="7BC8F3"/>
      </a:accent1>
      <a:accent2>
        <a:srgbClr val="52CF84"/>
      </a:accent2>
      <a:accent3>
        <a:srgbClr val="F03671"/>
      </a:accent3>
      <a:accent4>
        <a:srgbClr val="F7B700"/>
      </a:accent4>
      <a:accent5>
        <a:srgbClr val="FFFFFF"/>
      </a:accent5>
      <a:accent6>
        <a:srgbClr val="FFFFFF"/>
      </a:accent6>
      <a:hlink>
        <a:srgbClr val="1F1D2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592</Words>
  <Application>Microsoft Office PowerPoint</Application>
  <PresentationFormat>Экран (16:9)</PresentationFormat>
  <Paragraphs>113</Paragraphs>
  <Slides>18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18</vt:i4>
      </vt:variant>
    </vt:vector>
  </HeadingPairs>
  <TitlesOfParts>
    <vt:vector size="28" baseType="lpstr">
      <vt:lpstr>Lato</vt:lpstr>
      <vt:lpstr>Comfortaa</vt:lpstr>
      <vt:lpstr>Inter</vt:lpstr>
      <vt:lpstr>Nunito Light</vt:lpstr>
      <vt:lpstr>Poppins</vt:lpstr>
      <vt:lpstr>Arial</vt:lpstr>
      <vt:lpstr>Montserrat</vt:lpstr>
      <vt:lpstr>Bebas Neue</vt:lpstr>
      <vt:lpstr>What Are the Properties of Matter? by Slidesgo</vt:lpstr>
      <vt:lpstr>What Are the Properties of Matter? by Slidesgo</vt:lpstr>
      <vt:lpstr>What are the Properties of Matter?</vt:lpstr>
      <vt:lpstr>Table of contents</vt:lpstr>
      <vt:lpstr>01.</vt:lpstr>
      <vt:lpstr>What is matter?</vt:lpstr>
      <vt:lpstr>What are mass and space?</vt:lpstr>
      <vt:lpstr>Where can we find matter?</vt:lpstr>
      <vt:lpstr>02.</vt:lpstr>
      <vt:lpstr>General and specific properties</vt:lpstr>
      <vt:lpstr>Temperature</vt:lpstr>
      <vt:lpstr>Volume and mass</vt:lpstr>
      <vt:lpstr>General and specific properties</vt:lpstr>
      <vt:lpstr>Density</vt:lpstr>
      <vt:lpstr>03.</vt:lpstr>
      <vt:lpstr>Physical and chemical changes</vt:lpstr>
      <vt:lpstr>04.</vt:lpstr>
      <vt:lpstr>Assessment</vt:lpstr>
      <vt:lpstr>Answer correctly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are the Properties of Matter?</dc:title>
  <cp:lastModifiedBy>я</cp:lastModifiedBy>
  <cp:revision>1</cp:revision>
  <dcterms:modified xsi:type="dcterms:W3CDTF">2026-02-19T08:31:29Z</dcterms:modified>
</cp:coreProperties>
</file>